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8" r:id="rId2"/>
    <p:sldId id="265" r:id="rId3"/>
    <p:sldId id="263" r:id="rId4"/>
    <p:sldId id="266" r:id="rId5"/>
    <p:sldId id="267" r:id="rId6"/>
    <p:sldId id="268" r:id="rId7"/>
    <p:sldId id="277" r:id="rId8"/>
    <p:sldId id="269" r:id="rId9"/>
    <p:sldId id="278" r:id="rId10"/>
    <p:sldId id="496" r:id="rId11"/>
    <p:sldId id="270" r:id="rId12"/>
    <p:sldId id="271" r:id="rId13"/>
    <p:sldId id="279" r:id="rId14"/>
    <p:sldId id="272" r:id="rId15"/>
    <p:sldId id="273" r:id="rId16"/>
    <p:sldId id="274" r:id="rId17"/>
    <p:sldId id="482" r:id="rId18"/>
    <p:sldId id="275" r:id="rId19"/>
    <p:sldId id="264" r:id="rId20"/>
    <p:sldId id="281" r:id="rId21"/>
    <p:sldId id="282" r:id="rId22"/>
    <p:sldId id="283" r:id="rId23"/>
    <p:sldId id="284" r:id="rId24"/>
    <p:sldId id="285" r:id="rId25"/>
    <p:sldId id="491" r:id="rId26"/>
    <p:sldId id="288" r:id="rId27"/>
    <p:sldId id="289" r:id="rId28"/>
    <p:sldId id="290" r:id="rId29"/>
    <p:sldId id="292" r:id="rId30"/>
    <p:sldId id="294" r:id="rId31"/>
    <p:sldId id="295" r:id="rId32"/>
    <p:sldId id="298" r:id="rId33"/>
    <p:sldId id="499" r:id="rId34"/>
    <p:sldId id="500" r:id="rId35"/>
    <p:sldId id="300" r:id="rId36"/>
    <p:sldId id="301" r:id="rId37"/>
    <p:sldId id="302" r:id="rId38"/>
    <p:sldId id="303" r:id="rId39"/>
    <p:sldId id="470" r:id="rId40"/>
    <p:sldId id="468" r:id="rId41"/>
    <p:sldId id="305" r:id="rId42"/>
    <p:sldId id="471" r:id="rId43"/>
    <p:sldId id="306" r:id="rId44"/>
    <p:sldId id="308" r:id="rId45"/>
    <p:sldId id="309" r:id="rId46"/>
    <p:sldId id="310" r:id="rId47"/>
    <p:sldId id="311" r:id="rId48"/>
    <p:sldId id="312" r:id="rId49"/>
    <p:sldId id="313" r:id="rId50"/>
    <p:sldId id="314" r:id="rId51"/>
    <p:sldId id="318" r:id="rId52"/>
    <p:sldId id="477" r:id="rId53"/>
    <p:sldId id="319" r:id="rId54"/>
    <p:sldId id="472" r:id="rId55"/>
    <p:sldId id="322" r:id="rId56"/>
    <p:sldId id="324" r:id="rId57"/>
    <p:sldId id="325" r:id="rId58"/>
    <p:sldId id="327" r:id="rId59"/>
    <p:sldId id="328" r:id="rId60"/>
    <p:sldId id="329" r:id="rId61"/>
    <p:sldId id="320" r:id="rId62"/>
    <p:sldId id="337" r:id="rId63"/>
    <p:sldId id="338" r:id="rId64"/>
    <p:sldId id="339" r:id="rId65"/>
    <p:sldId id="340" r:id="rId66"/>
    <p:sldId id="342" r:id="rId67"/>
    <p:sldId id="343" r:id="rId68"/>
    <p:sldId id="344" r:id="rId69"/>
    <p:sldId id="345" r:id="rId70"/>
    <p:sldId id="346" r:id="rId71"/>
    <p:sldId id="347" r:id="rId72"/>
    <p:sldId id="348" r:id="rId73"/>
    <p:sldId id="349" r:id="rId74"/>
    <p:sldId id="350" r:id="rId75"/>
    <p:sldId id="351" r:id="rId76"/>
    <p:sldId id="352" r:id="rId7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12"/>
    <p:restoredTop sz="86582" autoAdjust="0"/>
  </p:normalViewPr>
  <p:slideViewPr>
    <p:cSldViewPr>
      <p:cViewPr varScale="1">
        <p:scale>
          <a:sx n="77" d="100"/>
          <a:sy n="77" d="100"/>
        </p:scale>
        <p:origin x="159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D16F6-1F01-40EE-B73B-76D284ACACB5}" type="datetimeFigureOut">
              <a:rPr lang="zh-CN" altLang="en-US" smtClean="0"/>
              <a:t>2025/5/20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7610C6-2D04-4558-AE90-2125937D62C3}" type="slidenum">
              <a:rPr lang="zh-CN" altLang="en-US" smtClean="0"/>
              <a:t>‹#›</a:t>
            </a:fld>
            <a:endParaRPr lang="zh-CN" altLang="en-US"/>
          </a:p>
        </p:txBody>
      </p:sp>
    </p:spTree>
    <p:extLst>
      <p:ext uri="{BB962C8B-B14F-4D97-AF65-F5344CB8AC3E}">
        <p14:creationId xmlns:p14="http://schemas.microsoft.com/office/powerpoint/2010/main" val="351407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163,th 6-3</a:t>
            </a:r>
            <a:endParaRPr lang="zh-CN" altLang="en-US" dirty="0"/>
          </a:p>
        </p:txBody>
      </p:sp>
      <p:sp>
        <p:nvSpPr>
          <p:cNvPr id="4" name="灯片编号占位符 3"/>
          <p:cNvSpPr>
            <a:spLocks noGrp="1"/>
          </p:cNvSpPr>
          <p:nvPr>
            <p:ph type="sldNum" sz="quarter" idx="5"/>
          </p:nvPr>
        </p:nvSpPr>
        <p:spPr/>
        <p:txBody>
          <a:bodyPr/>
          <a:lstStyle/>
          <a:p>
            <a:fld id="{827610C6-2D04-4558-AE90-2125937D62C3}" type="slidenum">
              <a:rPr lang="zh-CN" altLang="en-US" smtClean="0"/>
              <a:t>9</a:t>
            </a:fld>
            <a:endParaRPr lang="zh-CN" altLang="en-US"/>
          </a:p>
        </p:txBody>
      </p:sp>
    </p:spTree>
    <p:extLst>
      <p:ext uri="{BB962C8B-B14F-4D97-AF65-F5344CB8AC3E}">
        <p14:creationId xmlns:p14="http://schemas.microsoft.com/office/powerpoint/2010/main" val="1072936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7610C6-2D04-4558-AE90-2125937D62C3}" type="slidenum">
              <a:rPr lang="zh-CN" altLang="en-US" smtClean="0"/>
              <a:t>11</a:t>
            </a:fld>
            <a:endParaRPr lang="zh-CN" altLang="en-US"/>
          </a:p>
        </p:txBody>
      </p:sp>
    </p:spTree>
    <p:extLst>
      <p:ext uri="{BB962C8B-B14F-4D97-AF65-F5344CB8AC3E}">
        <p14:creationId xmlns:p14="http://schemas.microsoft.com/office/powerpoint/2010/main" val="1408900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欧拉路</a:t>
            </a:r>
          </a:p>
        </p:txBody>
      </p:sp>
      <p:sp>
        <p:nvSpPr>
          <p:cNvPr id="4" name="灯片编号占位符 3"/>
          <p:cNvSpPr>
            <a:spLocks noGrp="1"/>
          </p:cNvSpPr>
          <p:nvPr>
            <p:ph type="sldNum" sz="quarter" idx="5"/>
          </p:nvPr>
        </p:nvSpPr>
        <p:spPr/>
        <p:txBody>
          <a:bodyPr/>
          <a:lstStyle/>
          <a:p>
            <a:fld id="{827610C6-2D04-4558-AE90-2125937D62C3}" type="slidenum">
              <a:rPr lang="zh-CN" altLang="en-US" smtClean="0"/>
              <a:t>14</a:t>
            </a:fld>
            <a:endParaRPr lang="zh-CN" altLang="en-US"/>
          </a:p>
        </p:txBody>
      </p:sp>
    </p:spTree>
    <p:extLst>
      <p:ext uri="{BB962C8B-B14F-4D97-AF65-F5344CB8AC3E}">
        <p14:creationId xmlns:p14="http://schemas.microsoft.com/office/powerpoint/2010/main" val="1555582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点：交叉路口；边：街道</a:t>
            </a:r>
          </a:p>
        </p:txBody>
      </p:sp>
      <p:sp>
        <p:nvSpPr>
          <p:cNvPr id="4" name="灯片编号占位符 3"/>
          <p:cNvSpPr>
            <a:spLocks noGrp="1"/>
          </p:cNvSpPr>
          <p:nvPr>
            <p:ph type="sldNum" sz="quarter" idx="5"/>
          </p:nvPr>
        </p:nvSpPr>
        <p:spPr/>
        <p:txBody>
          <a:bodyPr/>
          <a:lstStyle/>
          <a:p>
            <a:fld id="{827610C6-2D04-4558-AE90-2125937D62C3}" type="slidenum">
              <a:rPr lang="zh-CN" altLang="en-US" smtClean="0"/>
              <a:t>16</a:t>
            </a:fld>
            <a:endParaRPr lang="zh-CN" altLang="en-US"/>
          </a:p>
        </p:txBody>
      </p:sp>
    </p:spTree>
    <p:extLst>
      <p:ext uri="{BB962C8B-B14F-4D97-AF65-F5344CB8AC3E}">
        <p14:creationId xmlns:p14="http://schemas.microsoft.com/office/powerpoint/2010/main" val="279271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是</a:t>
            </a:r>
            <a:r>
              <a:rPr lang="en-US" altLang="zh-CN" dirty="0"/>
              <a:t>G</a:t>
            </a:r>
            <a:r>
              <a:rPr lang="zh-CN" altLang="en-US" dirty="0"/>
              <a:t>的生成子图，点相同，边更少</a:t>
            </a:r>
          </a:p>
        </p:txBody>
      </p:sp>
      <p:sp>
        <p:nvSpPr>
          <p:cNvPr id="4" name="灯片编号占位符 3"/>
          <p:cNvSpPr>
            <a:spLocks noGrp="1"/>
          </p:cNvSpPr>
          <p:nvPr>
            <p:ph type="sldNum" sz="quarter" idx="5"/>
          </p:nvPr>
        </p:nvSpPr>
        <p:spPr/>
        <p:txBody>
          <a:bodyPr/>
          <a:lstStyle/>
          <a:p>
            <a:fld id="{827610C6-2D04-4558-AE90-2125937D62C3}" type="slidenum">
              <a:rPr lang="zh-CN" altLang="en-US" smtClean="0"/>
              <a:t>28</a:t>
            </a:fld>
            <a:endParaRPr lang="zh-CN" altLang="en-US"/>
          </a:p>
        </p:txBody>
      </p:sp>
    </p:spTree>
    <p:extLst>
      <p:ext uri="{BB962C8B-B14F-4D97-AF65-F5344CB8AC3E}">
        <p14:creationId xmlns:p14="http://schemas.microsoft.com/office/powerpoint/2010/main" val="2221061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P165</a:t>
            </a:r>
            <a:r>
              <a:rPr lang="zh-CN" altLang="en-US" dirty="0"/>
              <a:t>，例</a:t>
            </a:r>
            <a:r>
              <a:rPr lang="en-US" altLang="zh-CN" dirty="0"/>
              <a:t>6-6</a:t>
            </a:r>
            <a:r>
              <a:rPr lang="zh-CN" altLang="en-US" dirty="0"/>
              <a:t>满足该条件是联通图</a:t>
            </a:r>
          </a:p>
        </p:txBody>
      </p:sp>
      <p:sp>
        <p:nvSpPr>
          <p:cNvPr id="4" name="灯片编号占位符 3"/>
          <p:cNvSpPr>
            <a:spLocks noGrp="1"/>
          </p:cNvSpPr>
          <p:nvPr>
            <p:ph type="sldNum" sz="quarter" idx="5"/>
          </p:nvPr>
        </p:nvSpPr>
        <p:spPr/>
        <p:txBody>
          <a:bodyPr/>
          <a:lstStyle/>
          <a:p>
            <a:fld id="{827610C6-2D04-4558-AE90-2125937D62C3}" type="slidenum">
              <a:rPr lang="zh-CN" altLang="en-US" smtClean="0"/>
              <a:t>29</a:t>
            </a:fld>
            <a:endParaRPr lang="zh-CN" altLang="en-US"/>
          </a:p>
        </p:txBody>
      </p:sp>
    </p:spTree>
    <p:extLst>
      <p:ext uri="{BB962C8B-B14F-4D97-AF65-F5344CB8AC3E}">
        <p14:creationId xmlns:p14="http://schemas.microsoft.com/office/powerpoint/2010/main" val="188165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无向树是不含圈的无向图中边数最多的情况；</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所有连通无向图中边数最少的</a:t>
            </a:r>
            <a:endParaRPr lang="zh-CN" altLang="en-US" dirty="0"/>
          </a:p>
        </p:txBody>
      </p:sp>
      <p:sp>
        <p:nvSpPr>
          <p:cNvPr id="4" name="灯片编号占位符 3"/>
          <p:cNvSpPr>
            <a:spLocks noGrp="1"/>
          </p:cNvSpPr>
          <p:nvPr>
            <p:ph type="sldNum" sz="quarter" idx="5"/>
          </p:nvPr>
        </p:nvSpPr>
        <p:spPr/>
        <p:txBody>
          <a:bodyPr/>
          <a:lstStyle/>
          <a:p>
            <a:fld id="{827610C6-2D04-4558-AE90-2125937D62C3}" type="slidenum">
              <a:rPr lang="zh-CN" altLang="en-US" smtClean="0"/>
              <a:t>51</a:t>
            </a:fld>
            <a:endParaRPr lang="zh-CN" altLang="en-US"/>
          </a:p>
        </p:txBody>
      </p:sp>
    </p:spTree>
    <p:extLst>
      <p:ext uri="{BB962C8B-B14F-4D97-AF65-F5344CB8AC3E}">
        <p14:creationId xmlns:p14="http://schemas.microsoft.com/office/powerpoint/2010/main" val="3874948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8" descr="20051116191053522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F48606A-9412-409C-98B7-93BD1ACF7A38}" type="slidenum">
              <a:rPr lang="en-US" altLang="zh-CN"/>
              <a:pPr>
                <a:defRPr/>
              </a:pPr>
              <a:t>‹#›</a:t>
            </a:fld>
            <a:endParaRPr lang="en-US" altLang="zh-CN"/>
          </a:p>
        </p:txBody>
      </p:sp>
    </p:spTree>
    <p:extLst>
      <p:ext uri="{BB962C8B-B14F-4D97-AF65-F5344CB8AC3E}">
        <p14:creationId xmlns:p14="http://schemas.microsoft.com/office/powerpoint/2010/main" val="2531456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C81C214-68A8-49CC-946A-B20D1DB58873}" type="slidenum">
              <a:rPr lang="en-US" altLang="zh-CN"/>
              <a:pPr>
                <a:defRPr/>
              </a:pPr>
              <a:t>‹#›</a:t>
            </a:fld>
            <a:endParaRPr lang="en-US" altLang="zh-CN"/>
          </a:p>
        </p:txBody>
      </p:sp>
    </p:spTree>
    <p:extLst>
      <p:ext uri="{BB962C8B-B14F-4D97-AF65-F5344CB8AC3E}">
        <p14:creationId xmlns:p14="http://schemas.microsoft.com/office/powerpoint/2010/main" val="313759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D5028B7-EC6F-414B-974C-B09EEC959D2C}" type="slidenum">
              <a:rPr lang="en-US" altLang="zh-CN"/>
              <a:pPr>
                <a:defRPr/>
              </a:pPr>
              <a:t>‹#›</a:t>
            </a:fld>
            <a:endParaRPr lang="en-US" altLang="zh-CN"/>
          </a:p>
        </p:txBody>
      </p:sp>
    </p:spTree>
    <p:extLst>
      <p:ext uri="{BB962C8B-B14F-4D97-AF65-F5344CB8AC3E}">
        <p14:creationId xmlns:p14="http://schemas.microsoft.com/office/powerpoint/2010/main" val="2482301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F117232-C7B9-4D90-BE4D-0FEDB534AE22}" type="slidenum">
              <a:rPr lang="en-US" altLang="zh-CN"/>
              <a:pPr>
                <a:defRPr/>
              </a:pPr>
              <a:t>‹#›</a:t>
            </a:fld>
            <a:endParaRPr lang="en-US" altLang="zh-CN"/>
          </a:p>
        </p:txBody>
      </p:sp>
    </p:spTree>
    <p:extLst>
      <p:ext uri="{BB962C8B-B14F-4D97-AF65-F5344CB8AC3E}">
        <p14:creationId xmlns:p14="http://schemas.microsoft.com/office/powerpoint/2010/main" val="1859671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5D809A3-4A09-4CB2-A8F7-F6EA85D662FB}" type="slidenum">
              <a:rPr lang="en-US" altLang="zh-CN"/>
              <a:pPr>
                <a:defRPr/>
              </a:pPr>
              <a:t>‹#›</a:t>
            </a:fld>
            <a:endParaRPr lang="en-US" altLang="zh-CN"/>
          </a:p>
        </p:txBody>
      </p:sp>
    </p:spTree>
    <p:extLst>
      <p:ext uri="{BB962C8B-B14F-4D97-AF65-F5344CB8AC3E}">
        <p14:creationId xmlns:p14="http://schemas.microsoft.com/office/powerpoint/2010/main" val="816700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986DD1C-799E-437A-B960-5D0502E1F1F1}" type="slidenum">
              <a:rPr lang="en-US" altLang="zh-CN"/>
              <a:pPr>
                <a:defRPr/>
              </a:pPr>
              <a:t>‹#›</a:t>
            </a:fld>
            <a:endParaRPr lang="en-US" altLang="zh-CN"/>
          </a:p>
        </p:txBody>
      </p:sp>
    </p:spTree>
    <p:extLst>
      <p:ext uri="{BB962C8B-B14F-4D97-AF65-F5344CB8AC3E}">
        <p14:creationId xmlns:p14="http://schemas.microsoft.com/office/powerpoint/2010/main" val="4041039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C7C7FEE-46D8-421B-89CB-05406D1E854A}" type="slidenum">
              <a:rPr lang="en-US" altLang="zh-CN"/>
              <a:pPr>
                <a:defRPr/>
              </a:pPr>
              <a:t>‹#›</a:t>
            </a:fld>
            <a:endParaRPr lang="en-US" altLang="zh-CN"/>
          </a:p>
        </p:txBody>
      </p:sp>
    </p:spTree>
    <p:extLst>
      <p:ext uri="{BB962C8B-B14F-4D97-AF65-F5344CB8AC3E}">
        <p14:creationId xmlns:p14="http://schemas.microsoft.com/office/powerpoint/2010/main" val="2504376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CDE25F6-1D34-4952-8007-A06D04DCE52E}" type="slidenum">
              <a:rPr lang="en-US" altLang="zh-CN"/>
              <a:pPr>
                <a:defRPr/>
              </a:pPr>
              <a:t>‹#›</a:t>
            </a:fld>
            <a:endParaRPr lang="en-US" altLang="zh-CN"/>
          </a:p>
        </p:txBody>
      </p:sp>
    </p:spTree>
    <p:extLst>
      <p:ext uri="{BB962C8B-B14F-4D97-AF65-F5344CB8AC3E}">
        <p14:creationId xmlns:p14="http://schemas.microsoft.com/office/powerpoint/2010/main" val="1193005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8A75D3A-0E16-484E-89A8-420BE26E0C06}" type="slidenum">
              <a:rPr lang="en-US" altLang="zh-CN"/>
              <a:pPr>
                <a:defRPr/>
              </a:pPr>
              <a:t>‹#›</a:t>
            </a:fld>
            <a:endParaRPr lang="en-US" altLang="zh-CN"/>
          </a:p>
        </p:txBody>
      </p:sp>
    </p:spTree>
    <p:extLst>
      <p:ext uri="{BB962C8B-B14F-4D97-AF65-F5344CB8AC3E}">
        <p14:creationId xmlns:p14="http://schemas.microsoft.com/office/powerpoint/2010/main" val="139901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FCD7ADD-0612-4BE9-AED9-5733E6629404}" type="slidenum">
              <a:rPr lang="en-US" altLang="zh-CN"/>
              <a:pPr>
                <a:defRPr/>
              </a:pPr>
              <a:t>‹#›</a:t>
            </a:fld>
            <a:endParaRPr lang="en-US" altLang="zh-CN"/>
          </a:p>
        </p:txBody>
      </p:sp>
    </p:spTree>
    <p:extLst>
      <p:ext uri="{BB962C8B-B14F-4D97-AF65-F5344CB8AC3E}">
        <p14:creationId xmlns:p14="http://schemas.microsoft.com/office/powerpoint/2010/main" val="3524388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8C1C83B-4F43-4702-9C88-BF4A2B159FFB}" type="slidenum">
              <a:rPr lang="en-US" altLang="zh-CN"/>
              <a:pPr>
                <a:defRPr/>
              </a:pPr>
              <a:t>‹#›</a:t>
            </a:fld>
            <a:endParaRPr lang="en-US" altLang="zh-CN"/>
          </a:p>
        </p:txBody>
      </p:sp>
    </p:spTree>
    <p:extLst>
      <p:ext uri="{BB962C8B-B14F-4D97-AF65-F5344CB8AC3E}">
        <p14:creationId xmlns:p14="http://schemas.microsoft.com/office/powerpoint/2010/main" val="916551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F685F515-9A77-4D8B-9741-D6EFC909ABCA}" type="slidenum">
              <a:rPr lang="en-US" altLang="zh-CN"/>
              <a:pPr>
                <a:defRPr/>
              </a:pPr>
              <a:t>‹#›</a:t>
            </a:fld>
            <a:endParaRPr lang="en-US" altLang="zh-CN"/>
          </a:p>
        </p:txBody>
      </p:sp>
    </p:spTree>
    <p:extLst>
      <p:ext uri="{BB962C8B-B14F-4D97-AF65-F5344CB8AC3E}">
        <p14:creationId xmlns:p14="http://schemas.microsoft.com/office/powerpoint/2010/main" val="936866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descr="2005111619091232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4CAE03AA-8208-417A-AFC9-28DECE6D4D1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03"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image" Target="../media/image8.emf"/><Relationship Id="rId18" Type="http://schemas.openxmlformats.org/officeDocument/2006/relationships/oleObject" Target="../embeddings/oleObject9.bin"/><Relationship Id="rId26" Type="http://schemas.openxmlformats.org/officeDocument/2006/relationships/image" Target="../media/image16.emf"/><Relationship Id="rId3" Type="http://schemas.openxmlformats.org/officeDocument/2006/relationships/image" Target="../media/image3.emf"/><Relationship Id="rId21" Type="http://schemas.openxmlformats.org/officeDocument/2006/relationships/image" Target="../media/image12.emf"/><Relationship Id="rId34" Type="http://schemas.openxmlformats.org/officeDocument/2006/relationships/image" Target="../media/image24.emf"/><Relationship Id="rId7" Type="http://schemas.openxmlformats.org/officeDocument/2006/relationships/image" Target="../media/image5.emf"/><Relationship Id="rId12" Type="http://schemas.openxmlformats.org/officeDocument/2006/relationships/oleObject" Target="../embeddings/oleObject6.bin"/><Relationship Id="rId17" Type="http://schemas.openxmlformats.org/officeDocument/2006/relationships/image" Target="../media/image10.emf"/><Relationship Id="rId25" Type="http://schemas.openxmlformats.org/officeDocument/2006/relationships/image" Target="../media/image15.emf"/><Relationship Id="rId33" Type="http://schemas.openxmlformats.org/officeDocument/2006/relationships/image" Target="../media/image23.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29"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7.emf"/><Relationship Id="rId24" Type="http://schemas.openxmlformats.org/officeDocument/2006/relationships/image" Target="../media/image14.emf"/><Relationship Id="rId32" Type="http://schemas.openxmlformats.org/officeDocument/2006/relationships/image" Target="../media/image22.emf"/><Relationship Id="rId5" Type="http://schemas.openxmlformats.org/officeDocument/2006/relationships/image" Target="../media/image4.emf"/><Relationship Id="rId15" Type="http://schemas.openxmlformats.org/officeDocument/2006/relationships/image" Target="../media/image9.emf"/><Relationship Id="rId23" Type="http://schemas.openxmlformats.org/officeDocument/2006/relationships/image" Target="../media/image13.emf"/><Relationship Id="rId28" Type="http://schemas.openxmlformats.org/officeDocument/2006/relationships/image" Target="../media/image18.emf"/><Relationship Id="rId10" Type="http://schemas.openxmlformats.org/officeDocument/2006/relationships/oleObject" Target="../embeddings/oleObject5.bin"/><Relationship Id="rId19" Type="http://schemas.openxmlformats.org/officeDocument/2006/relationships/image" Target="../media/image11.emf"/><Relationship Id="rId31" Type="http://schemas.openxmlformats.org/officeDocument/2006/relationships/image" Target="../media/image21.emf"/><Relationship Id="rId4" Type="http://schemas.openxmlformats.org/officeDocument/2006/relationships/oleObject" Target="../embeddings/oleObject2.bin"/><Relationship Id="rId9" Type="http://schemas.openxmlformats.org/officeDocument/2006/relationships/image" Target="../media/image6.e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17.emf"/><Relationship Id="rId30" Type="http://schemas.openxmlformats.org/officeDocument/2006/relationships/image" Target="../media/image20.emf"/><Relationship Id="rId8"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30.emf"/><Relationship Id="rId18" Type="http://schemas.openxmlformats.org/officeDocument/2006/relationships/oleObject" Target="../embeddings/oleObject20.bin"/><Relationship Id="rId26" Type="http://schemas.openxmlformats.org/officeDocument/2006/relationships/oleObject" Target="../embeddings/oleObject24.bin"/><Relationship Id="rId3" Type="http://schemas.openxmlformats.org/officeDocument/2006/relationships/image" Target="../media/image25.emf"/><Relationship Id="rId21" Type="http://schemas.openxmlformats.org/officeDocument/2006/relationships/image" Target="../media/image34.emf"/><Relationship Id="rId7" Type="http://schemas.openxmlformats.org/officeDocument/2006/relationships/image" Target="../media/image27.emf"/><Relationship Id="rId12" Type="http://schemas.openxmlformats.org/officeDocument/2006/relationships/oleObject" Target="../embeddings/oleObject17.bin"/><Relationship Id="rId17" Type="http://schemas.openxmlformats.org/officeDocument/2006/relationships/image" Target="../media/image32.emf"/><Relationship Id="rId25" Type="http://schemas.openxmlformats.org/officeDocument/2006/relationships/image" Target="../media/image36.emf"/><Relationship Id="rId2" Type="http://schemas.openxmlformats.org/officeDocument/2006/relationships/oleObject" Target="../embeddings/oleObject12.bin"/><Relationship Id="rId16" Type="http://schemas.openxmlformats.org/officeDocument/2006/relationships/oleObject" Target="../embeddings/oleObject19.bin"/><Relationship Id="rId20" Type="http://schemas.openxmlformats.org/officeDocument/2006/relationships/oleObject" Target="../embeddings/oleObject21.bin"/><Relationship Id="rId1" Type="http://schemas.openxmlformats.org/officeDocument/2006/relationships/slideLayout" Target="../slideLayouts/slideLayout12.xml"/><Relationship Id="rId6" Type="http://schemas.openxmlformats.org/officeDocument/2006/relationships/oleObject" Target="../embeddings/oleObject14.bin"/><Relationship Id="rId11" Type="http://schemas.openxmlformats.org/officeDocument/2006/relationships/image" Target="../media/image29.emf"/><Relationship Id="rId24" Type="http://schemas.openxmlformats.org/officeDocument/2006/relationships/oleObject" Target="../embeddings/oleObject23.bin"/><Relationship Id="rId5" Type="http://schemas.openxmlformats.org/officeDocument/2006/relationships/image" Target="../media/image26.emf"/><Relationship Id="rId15" Type="http://schemas.openxmlformats.org/officeDocument/2006/relationships/image" Target="../media/image31.emf"/><Relationship Id="rId23" Type="http://schemas.openxmlformats.org/officeDocument/2006/relationships/image" Target="../media/image35.emf"/><Relationship Id="rId10" Type="http://schemas.openxmlformats.org/officeDocument/2006/relationships/oleObject" Target="../embeddings/oleObject16.bin"/><Relationship Id="rId19" Type="http://schemas.openxmlformats.org/officeDocument/2006/relationships/image" Target="../media/image33.emf"/><Relationship Id="rId4" Type="http://schemas.openxmlformats.org/officeDocument/2006/relationships/oleObject" Target="../embeddings/oleObject13.bin"/><Relationship Id="rId9" Type="http://schemas.openxmlformats.org/officeDocument/2006/relationships/image" Target="../media/image28.emf"/><Relationship Id="rId14" Type="http://schemas.openxmlformats.org/officeDocument/2006/relationships/oleObject" Target="../embeddings/oleObject18.bin"/><Relationship Id="rId22" Type="http://schemas.openxmlformats.org/officeDocument/2006/relationships/oleObject" Target="../embeddings/oleObject22.bin"/><Relationship Id="rId27" Type="http://schemas.openxmlformats.org/officeDocument/2006/relationships/image" Target="../media/image37.e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38.emf"/><Relationship Id="rId7" Type="http://schemas.openxmlformats.org/officeDocument/2006/relationships/image" Target="../media/image40.emf"/><Relationship Id="rId2" Type="http://schemas.openxmlformats.org/officeDocument/2006/relationships/oleObject" Target="../embeddings/oleObject12.bin"/><Relationship Id="rId1" Type="http://schemas.openxmlformats.org/officeDocument/2006/relationships/slideLayout" Target="../slideLayouts/slideLayout12.xml"/><Relationship Id="rId6" Type="http://schemas.openxmlformats.org/officeDocument/2006/relationships/oleObject" Target="../embeddings/oleObject14.bin"/><Relationship Id="rId11" Type="http://schemas.openxmlformats.org/officeDocument/2006/relationships/image" Target="../media/image42.emf"/><Relationship Id="rId5" Type="http://schemas.openxmlformats.org/officeDocument/2006/relationships/image" Target="../media/image39.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41.emf"/></Relationships>
</file>

<file path=ppt/slides/_rels/slide8.xml.rels><?xml version="1.0" encoding="UTF-8" standalone="yes"?>
<Relationships xmlns="http://schemas.openxmlformats.org/package/2006/relationships"><Relationship Id="rId3" Type="http://schemas.openxmlformats.org/officeDocument/2006/relationships/image" Target="../media/image43.emf"/><Relationship Id="rId7" Type="http://schemas.openxmlformats.org/officeDocument/2006/relationships/image" Target="../media/image45.emf"/><Relationship Id="rId2" Type="http://schemas.openxmlformats.org/officeDocument/2006/relationships/oleObject" Target="../embeddings/oleObject25.bin"/><Relationship Id="rId1" Type="http://schemas.openxmlformats.org/officeDocument/2006/relationships/slideLayout" Target="../slideLayouts/slideLayout12.xml"/><Relationship Id="rId6" Type="http://schemas.openxmlformats.org/officeDocument/2006/relationships/oleObject" Target="../embeddings/oleObject27.bin"/><Relationship Id="rId5" Type="http://schemas.openxmlformats.org/officeDocument/2006/relationships/image" Target="../media/image44.emf"/><Relationship Id="rId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3.emf"/><Relationship Id="rId7" Type="http://schemas.openxmlformats.org/officeDocument/2006/relationships/image" Target="../media/image45.emf"/><Relationship Id="rId2" Type="http://schemas.openxmlformats.org/officeDocument/2006/relationships/oleObject" Target="../embeddings/oleObject25.bin"/><Relationship Id="rId1" Type="http://schemas.openxmlformats.org/officeDocument/2006/relationships/slideLayout" Target="../slideLayouts/slideLayout12.xml"/><Relationship Id="rId6" Type="http://schemas.openxmlformats.org/officeDocument/2006/relationships/oleObject" Target="../embeddings/oleObject27.bin"/><Relationship Id="rId5" Type="http://schemas.openxmlformats.org/officeDocument/2006/relationships/image" Target="../media/image44.emf"/><Relationship Id="rId4" Type="http://schemas.openxmlformats.org/officeDocument/2006/relationships/oleObject" Target="../embeddings/oleObject26.bin"/></Relationships>
</file>

<file path=ppt/slides/_rels/slide11.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9.emf"/><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6.e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8.emf"/><Relationship Id="rId4" Type="http://schemas.openxmlformats.org/officeDocument/2006/relationships/image" Target="../media/image25.emf"/><Relationship Id="rId9"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1.emf"/><Relationship Id="rId18" Type="http://schemas.openxmlformats.org/officeDocument/2006/relationships/oleObject" Target="../embeddings/oleObject9.bin"/><Relationship Id="rId3" Type="http://schemas.openxmlformats.org/officeDocument/2006/relationships/image" Target="../media/image46.emf"/><Relationship Id="rId21" Type="http://schemas.openxmlformats.org/officeDocument/2006/relationships/image" Target="../media/image55.emf"/><Relationship Id="rId7" Type="http://schemas.openxmlformats.org/officeDocument/2006/relationships/image" Target="../media/image48.emf"/><Relationship Id="rId12" Type="http://schemas.openxmlformats.org/officeDocument/2006/relationships/oleObject" Target="../embeddings/oleObject6.bin"/><Relationship Id="rId17" Type="http://schemas.openxmlformats.org/officeDocument/2006/relationships/image" Target="../media/image53.e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oleObject" Target="../embeddings/oleObject4.bin"/><Relationship Id="rId11" Type="http://schemas.openxmlformats.org/officeDocument/2006/relationships/image" Target="../media/image50.emf"/><Relationship Id="rId24" Type="http://schemas.openxmlformats.org/officeDocument/2006/relationships/image" Target="../media/image57.emf"/><Relationship Id="rId5" Type="http://schemas.openxmlformats.org/officeDocument/2006/relationships/image" Target="../media/image47.emf"/><Relationship Id="rId15" Type="http://schemas.openxmlformats.org/officeDocument/2006/relationships/image" Target="../media/image52.emf"/><Relationship Id="rId23" Type="http://schemas.openxmlformats.org/officeDocument/2006/relationships/image" Target="../media/image56.emf"/><Relationship Id="rId10" Type="http://schemas.openxmlformats.org/officeDocument/2006/relationships/oleObject" Target="../embeddings/oleObject5.bin"/><Relationship Id="rId19" Type="http://schemas.openxmlformats.org/officeDocument/2006/relationships/image" Target="../media/image54.emf"/><Relationship Id="rId4" Type="http://schemas.openxmlformats.org/officeDocument/2006/relationships/oleObject" Target="../embeddings/oleObject2.bin"/><Relationship Id="rId9" Type="http://schemas.openxmlformats.org/officeDocument/2006/relationships/image" Target="../media/image49.e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9.emf"/><Relationship Id="rId5" Type="http://schemas.openxmlformats.org/officeDocument/2006/relationships/oleObject" Target="../embeddings/oleObject29.bin"/><Relationship Id="rId4" Type="http://schemas.openxmlformats.org/officeDocument/2006/relationships/image" Target="../media/image5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oleObject" Target="../embeddings/oleObject35.bin"/><Relationship Id="rId18" Type="http://schemas.openxmlformats.org/officeDocument/2006/relationships/image" Target="../media/image68.png"/><Relationship Id="rId3" Type="http://schemas.openxmlformats.org/officeDocument/2006/relationships/oleObject" Target="../embeddings/oleObject30.bin"/><Relationship Id="rId21" Type="http://schemas.openxmlformats.org/officeDocument/2006/relationships/oleObject" Target="../embeddings/oleObject38.bin"/><Relationship Id="rId7" Type="http://schemas.openxmlformats.org/officeDocument/2006/relationships/oleObject" Target="../embeddings/oleObject32.bin"/><Relationship Id="rId12" Type="http://schemas.openxmlformats.org/officeDocument/2006/relationships/image" Target="../media/image64.emf"/><Relationship Id="rId17" Type="http://schemas.openxmlformats.org/officeDocument/2006/relationships/image" Target="../media/image67.png"/><Relationship Id="rId2" Type="http://schemas.openxmlformats.org/officeDocument/2006/relationships/notesSlide" Target="../notesSlides/notesSlide4.xml"/><Relationship Id="rId16" Type="http://schemas.openxmlformats.org/officeDocument/2006/relationships/image" Target="../media/image66.emf"/><Relationship Id="rId20" Type="http://schemas.openxmlformats.org/officeDocument/2006/relationships/image" Target="../media/image67.emf"/><Relationship Id="rId1" Type="http://schemas.openxmlformats.org/officeDocument/2006/relationships/slideLayout" Target="../slideLayouts/slideLayout12.xml"/><Relationship Id="rId6" Type="http://schemas.openxmlformats.org/officeDocument/2006/relationships/image" Target="../media/image61.e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63.emf"/><Relationship Id="rId19" Type="http://schemas.openxmlformats.org/officeDocument/2006/relationships/oleObject" Target="../embeddings/oleObject37.bin"/><Relationship Id="rId4" Type="http://schemas.openxmlformats.org/officeDocument/2006/relationships/image" Target="../media/image60.emf"/><Relationship Id="rId9" Type="http://schemas.openxmlformats.org/officeDocument/2006/relationships/oleObject" Target="../embeddings/oleObject33.bin"/><Relationship Id="rId14" Type="http://schemas.openxmlformats.org/officeDocument/2006/relationships/image" Target="../media/image65.emf"/><Relationship Id="rId22" Type="http://schemas.openxmlformats.org/officeDocument/2006/relationships/image" Target="../media/image68.emf"/></Relationships>
</file>

<file path=ppt/slides/_rels/slide1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65.emf"/><Relationship Id="rId18" Type="http://schemas.openxmlformats.org/officeDocument/2006/relationships/oleObject" Target="../embeddings/oleObject37.bin"/><Relationship Id="rId3" Type="http://schemas.openxmlformats.org/officeDocument/2006/relationships/image" Target="../media/image60.emf"/><Relationship Id="rId21" Type="http://schemas.openxmlformats.org/officeDocument/2006/relationships/image" Target="../media/image68.emf"/><Relationship Id="rId7" Type="http://schemas.openxmlformats.org/officeDocument/2006/relationships/image" Target="../media/image62.emf"/><Relationship Id="rId12" Type="http://schemas.openxmlformats.org/officeDocument/2006/relationships/oleObject" Target="../embeddings/oleObject35.bin"/><Relationship Id="rId17" Type="http://schemas.openxmlformats.org/officeDocument/2006/relationships/image" Target="../media/image71.png"/><Relationship Id="rId2" Type="http://schemas.openxmlformats.org/officeDocument/2006/relationships/oleObject" Target="../embeddings/oleObject30.bin"/><Relationship Id="rId16" Type="http://schemas.openxmlformats.org/officeDocument/2006/relationships/image" Target="../media/image70.png"/><Relationship Id="rId20" Type="http://schemas.openxmlformats.org/officeDocument/2006/relationships/oleObject" Target="../embeddings/oleObject38.bin"/><Relationship Id="rId1" Type="http://schemas.openxmlformats.org/officeDocument/2006/relationships/slideLayout" Target="../slideLayouts/slideLayout12.xml"/><Relationship Id="rId6" Type="http://schemas.openxmlformats.org/officeDocument/2006/relationships/oleObject" Target="../embeddings/oleObject32.bin"/><Relationship Id="rId11" Type="http://schemas.openxmlformats.org/officeDocument/2006/relationships/image" Target="../media/image64.emf"/><Relationship Id="rId5" Type="http://schemas.openxmlformats.org/officeDocument/2006/relationships/image" Target="../media/image61.emf"/><Relationship Id="rId15" Type="http://schemas.openxmlformats.org/officeDocument/2006/relationships/image" Target="../media/image66.emf"/><Relationship Id="rId10" Type="http://schemas.openxmlformats.org/officeDocument/2006/relationships/oleObject" Target="../embeddings/oleObject34.bin"/><Relationship Id="rId19" Type="http://schemas.openxmlformats.org/officeDocument/2006/relationships/image" Target="../media/image67.emf"/><Relationship Id="rId4" Type="http://schemas.openxmlformats.org/officeDocument/2006/relationships/oleObject" Target="../embeddings/oleObject31.bin"/><Relationship Id="rId9" Type="http://schemas.openxmlformats.org/officeDocument/2006/relationships/image" Target="../media/image63.emf"/><Relationship Id="rId14" Type="http://schemas.openxmlformats.org/officeDocument/2006/relationships/oleObject" Target="../embeddings/oleObject3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3" Type="http://schemas.openxmlformats.org/officeDocument/2006/relationships/image" Target="../media/image78.wmf"/><Relationship Id="rId18" Type="http://schemas.openxmlformats.org/officeDocument/2006/relationships/oleObject" Target="../embeddings/oleObject47.bin"/><Relationship Id="rId26" Type="http://schemas.openxmlformats.org/officeDocument/2006/relationships/oleObject" Target="../embeddings/oleObject51.bin"/><Relationship Id="rId39" Type="http://schemas.openxmlformats.org/officeDocument/2006/relationships/image" Target="../media/image91.wmf"/><Relationship Id="rId21" Type="http://schemas.openxmlformats.org/officeDocument/2006/relationships/image" Target="../media/image82.wmf"/><Relationship Id="rId34" Type="http://schemas.openxmlformats.org/officeDocument/2006/relationships/oleObject" Target="../embeddings/oleObject55.bin"/><Relationship Id="rId7" Type="http://schemas.openxmlformats.org/officeDocument/2006/relationships/image" Target="../media/image75.wmf"/><Relationship Id="rId2" Type="http://schemas.openxmlformats.org/officeDocument/2006/relationships/oleObject" Target="../embeddings/oleObject39.bin"/><Relationship Id="rId16" Type="http://schemas.openxmlformats.org/officeDocument/2006/relationships/oleObject" Target="../embeddings/oleObject46.bin"/><Relationship Id="rId20" Type="http://schemas.openxmlformats.org/officeDocument/2006/relationships/oleObject" Target="../embeddings/oleObject48.bin"/><Relationship Id="rId29" Type="http://schemas.openxmlformats.org/officeDocument/2006/relationships/image" Target="../media/image86.wmf"/><Relationship Id="rId41" Type="http://schemas.openxmlformats.org/officeDocument/2006/relationships/image" Target="../media/image92.wmf"/><Relationship Id="rId1" Type="http://schemas.openxmlformats.org/officeDocument/2006/relationships/slideLayout" Target="../slideLayouts/slideLayout12.xml"/><Relationship Id="rId6" Type="http://schemas.openxmlformats.org/officeDocument/2006/relationships/oleObject" Target="../embeddings/oleObject41.bin"/><Relationship Id="rId11" Type="http://schemas.openxmlformats.org/officeDocument/2006/relationships/image" Target="../media/image77.wmf"/><Relationship Id="rId24" Type="http://schemas.openxmlformats.org/officeDocument/2006/relationships/oleObject" Target="../embeddings/oleObject50.bin"/><Relationship Id="rId32" Type="http://schemas.openxmlformats.org/officeDocument/2006/relationships/oleObject" Target="../embeddings/oleObject54.bin"/><Relationship Id="rId37" Type="http://schemas.openxmlformats.org/officeDocument/2006/relationships/image" Target="../media/image90.wmf"/><Relationship Id="rId40" Type="http://schemas.openxmlformats.org/officeDocument/2006/relationships/oleObject" Target="../embeddings/oleObject58.bin"/><Relationship Id="rId5" Type="http://schemas.openxmlformats.org/officeDocument/2006/relationships/image" Target="../media/image74.wmf"/><Relationship Id="rId15" Type="http://schemas.openxmlformats.org/officeDocument/2006/relationships/image" Target="../media/image79.wmf"/><Relationship Id="rId23" Type="http://schemas.openxmlformats.org/officeDocument/2006/relationships/image" Target="../media/image83.wmf"/><Relationship Id="rId28" Type="http://schemas.openxmlformats.org/officeDocument/2006/relationships/oleObject" Target="../embeddings/oleObject52.bin"/><Relationship Id="rId36" Type="http://schemas.openxmlformats.org/officeDocument/2006/relationships/oleObject" Target="../embeddings/oleObject56.bin"/><Relationship Id="rId10" Type="http://schemas.openxmlformats.org/officeDocument/2006/relationships/oleObject" Target="../embeddings/oleObject43.bin"/><Relationship Id="rId19" Type="http://schemas.openxmlformats.org/officeDocument/2006/relationships/image" Target="../media/image81.wmf"/><Relationship Id="rId31" Type="http://schemas.openxmlformats.org/officeDocument/2006/relationships/image" Target="../media/image87.wmf"/><Relationship Id="rId4" Type="http://schemas.openxmlformats.org/officeDocument/2006/relationships/oleObject" Target="../embeddings/oleObject40.bin"/><Relationship Id="rId9" Type="http://schemas.openxmlformats.org/officeDocument/2006/relationships/image" Target="../media/image76.wmf"/><Relationship Id="rId14" Type="http://schemas.openxmlformats.org/officeDocument/2006/relationships/oleObject" Target="../embeddings/oleObject45.bin"/><Relationship Id="rId22" Type="http://schemas.openxmlformats.org/officeDocument/2006/relationships/oleObject" Target="../embeddings/oleObject49.bin"/><Relationship Id="rId27" Type="http://schemas.openxmlformats.org/officeDocument/2006/relationships/image" Target="../media/image85.wmf"/><Relationship Id="rId30" Type="http://schemas.openxmlformats.org/officeDocument/2006/relationships/oleObject" Target="../embeddings/oleObject53.bin"/><Relationship Id="rId35" Type="http://schemas.openxmlformats.org/officeDocument/2006/relationships/image" Target="../media/image89.wmf"/><Relationship Id="rId8" Type="http://schemas.openxmlformats.org/officeDocument/2006/relationships/oleObject" Target="../embeddings/oleObject42.bin"/><Relationship Id="rId3" Type="http://schemas.openxmlformats.org/officeDocument/2006/relationships/image" Target="../media/image73.wmf"/><Relationship Id="rId12" Type="http://schemas.openxmlformats.org/officeDocument/2006/relationships/oleObject" Target="../embeddings/oleObject44.bin"/><Relationship Id="rId17" Type="http://schemas.openxmlformats.org/officeDocument/2006/relationships/image" Target="../media/image80.wmf"/><Relationship Id="rId25" Type="http://schemas.openxmlformats.org/officeDocument/2006/relationships/image" Target="../media/image84.wmf"/><Relationship Id="rId33" Type="http://schemas.openxmlformats.org/officeDocument/2006/relationships/image" Target="../media/image88.wmf"/><Relationship Id="rId38" Type="http://schemas.openxmlformats.org/officeDocument/2006/relationships/oleObject" Target="../embeddings/oleObject57.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98.emf"/><Relationship Id="rId18" Type="http://schemas.openxmlformats.org/officeDocument/2006/relationships/oleObject" Target="../embeddings/oleObject67.bin"/><Relationship Id="rId3" Type="http://schemas.openxmlformats.org/officeDocument/2006/relationships/image" Target="../media/image93.emf"/><Relationship Id="rId21" Type="http://schemas.openxmlformats.org/officeDocument/2006/relationships/image" Target="../media/image102.emf"/><Relationship Id="rId7" Type="http://schemas.openxmlformats.org/officeDocument/2006/relationships/image" Target="../media/image95.emf"/><Relationship Id="rId12" Type="http://schemas.openxmlformats.org/officeDocument/2006/relationships/oleObject" Target="../embeddings/oleObject64.bin"/><Relationship Id="rId17" Type="http://schemas.openxmlformats.org/officeDocument/2006/relationships/image" Target="../media/image100.emf"/><Relationship Id="rId25" Type="http://schemas.openxmlformats.org/officeDocument/2006/relationships/image" Target="../media/image104.emf"/><Relationship Id="rId2" Type="http://schemas.openxmlformats.org/officeDocument/2006/relationships/oleObject" Target="../embeddings/oleObject59.bin"/><Relationship Id="rId16" Type="http://schemas.openxmlformats.org/officeDocument/2006/relationships/oleObject" Target="../embeddings/oleObject66.bin"/><Relationship Id="rId20" Type="http://schemas.openxmlformats.org/officeDocument/2006/relationships/oleObject" Target="../embeddings/oleObject68.bin"/><Relationship Id="rId1" Type="http://schemas.openxmlformats.org/officeDocument/2006/relationships/slideLayout" Target="../slideLayouts/slideLayout12.xml"/><Relationship Id="rId6" Type="http://schemas.openxmlformats.org/officeDocument/2006/relationships/oleObject" Target="../embeddings/oleObject61.bin"/><Relationship Id="rId11" Type="http://schemas.openxmlformats.org/officeDocument/2006/relationships/image" Target="../media/image97.emf"/><Relationship Id="rId24" Type="http://schemas.openxmlformats.org/officeDocument/2006/relationships/oleObject" Target="../embeddings/oleObject70.bin"/><Relationship Id="rId5" Type="http://schemas.openxmlformats.org/officeDocument/2006/relationships/image" Target="../media/image94.emf"/><Relationship Id="rId15" Type="http://schemas.openxmlformats.org/officeDocument/2006/relationships/image" Target="../media/image99.emf"/><Relationship Id="rId23" Type="http://schemas.openxmlformats.org/officeDocument/2006/relationships/image" Target="../media/image103.emf"/><Relationship Id="rId10" Type="http://schemas.openxmlformats.org/officeDocument/2006/relationships/oleObject" Target="../embeddings/oleObject63.bin"/><Relationship Id="rId19" Type="http://schemas.openxmlformats.org/officeDocument/2006/relationships/image" Target="../media/image101.emf"/><Relationship Id="rId4" Type="http://schemas.openxmlformats.org/officeDocument/2006/relationships/oleObject" Target="../embeddings/oleObject60.bin"/><Relationship Id="rId9" Type="http://schemas.openxmlformats.org/officeDocument/2006/relationships/image" Target="../media/image96.emf"/><Relationship Id="rId14" Type="http://schemas.openxmlformats.org/officeDocument/2006/relationships/oleObject" Target="../embeddings/oleObject65.bin"/><Relationship Id="rId22" Type="http://schemas.openxmlformats.org/officeDocument/2006/relationships/oleObject" Target="../embeddings/oleObject69.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oleObject" Target="../embeddings/oleObject71.bin"/><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oleObject" Target="../embeddings/oleObject72.bin"/><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oleObject" Target="../embeddings/oleObject73.bin"/><Relationship Id="rId1" Type="http://schemas.openxmlformats.org/officeDocument/2006/relationships/slideLayout" Target="../slideLayouts/slideLayout12.xml"/><Relationship Id="rId5" Type="http://schemas.openxmlformats.org/officeDocument/2006/relationships/image" Target="../media/image116.emf"/><Relationship Id="rId4" Type="http://schemas.openxmlformats.org/officeDocument/2006/relationships/oleObject" Target="../embeddings/oleObject74.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117.emf"/><Relationship Id="rId7" Type="http://schemas.openxmlformats.org/officeDocument/2006/relationships/image" Target="../media/image119.emf"/><Relationship Id="rId2" Type="http://schemas.openxmlformats.org/officeDocument/2006/relationships/oleObject" Target="../embeddings/oleObject75.bin"/><Relationship Id="rId1" Type="http://schemas.openxmlformats.org/officeDocument/2006/relationships/slideLayout" Target="../slideLayouts/slideLayout12.xml"/><Relationship Id="rId6" Type="http://schemas.openxmlformats.org/officeDocument/2006/relationships/oleObject" Target="../embeddings/oleObject77.bin"/><Relationship Id="rId5" Type="http://schemas.openxmlformats.org/officeDocument/2006/relationships/image" Target="../media/image118.emf"/><Relationship Id="rId4" Type="http://schemas.openxmlformats.org/officeDocument/2006/relationships/oleObject" Target="../embeddings/oleObject76.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3" Type="http://schemas.openxmlformats.org/officeDocument/2006/relationships/image" Target="../media/image125.emf"/><Relationship Id="rId18" Type="http://schemas.openxmlformats.org/officeDocument/2006/relationships/oleObject" Target="../embeddings/oleObject86.bin"/><Relationship Id="rId26" Type="http://schemas.openxmlformats.org/officeDocument/2006/relationships/oleObject" Target="../embeddings/oleObject90.bin"/><Relationship Id="rId3" Type="http://schemas.openxmlformats.org/officeDocument/2006/relationships/image" Target="../media/image120.emf"/><Relationship Id="rId21" Type="http://schemas.openxmlformats.org/officeDocument/2006/relationships/image" Target="../media/image129.emf"/><Relationship Id="rId7" Type="http://schemas.openxmlformats.org/officeDocument/2006/relationships/image" Target="../media/image122.emf"/><Relationship Id="rId12" Type="http://schemas.openxmlformats.org/officeDocument/2006/relationships/oleObject" Target="../embeddings/oleObject83.bin"/><Relationship Id="rId17" Type="http://schemas.openxmlformats.org/officeDocument/2006/relationships/image" Target="../media/image127.emf"/><Relationship Id="rId25" Type="http://schemas.openxmlformats.org/officeDocument/2006/relationships/image" Target="../media/image131.emf"/><Relationship Id="rId33" Type="http://schemas.openxmlformats.org/officeDocument/2006/relationships/image" Target="../media/image135.emf"/><Relationship Id="rId2" Type="http://schemas.openxmlformats.org/officeDocument/2006/relationships/oleObject" Target="../embeddings/oleObject78.bin"/><Relationship Id="rId16" Type="http://schemas.openxmlformats.org/officeDocument/2006/relationships/oleObject" Target="../embeddings/oleObject85.bin"/><Relationship Id="rId20" Type="http://schemas.openxmlformats.org/officeDocument/2006/relationships/oleObject" Target="../embeddings/oleObject87.bin"/><Relationship Id="rId29" Type="http://schemas.openxmlformats.org/officeDocument/2006/relationships/image" Target="../media/image133.emf"/><Relationship Id="rId1" Type="http://schemas.openxmlformats.org/officeDocument/2006/relationships/slideLayout" Target="../slideLayouts/slideLayout12.xml"/><Relationship Id="rId6" Type="http://schemas.openxmlformats.org/officeDocument/2006/relationships/oleObject" Target="../embeddings/oleObject80.bin"/><Relationship Id="rId11" Type="http://schemas.openxmlformats.org/officeDocument/2006/relationships/image" Target="../media/image124.emf"/><Relationship Id="rId24" Type="http://schemas.openxmlformats.org/officeDocument/2006/relationships/oleObject" Target="../embeddings/oleObject89.bin"/><Relationship Id="rId32" Type="http://schemas.openxmlformats.org/officeDocument/2006/relationships/oleObject" Target="../embeddings/oleObject93.bin"/><Relationship Id="rId5" Type="http://schemas.openxmlformats.org/officeDocument/2006/relationships/image" Target="../media/image121.emf"/><Relationship Id="rId15" Type="http://schemas.openxmlformats.org/officeDocument/2006/relationships/image" Target="../media/image126.emf"/><Relationship Id="rId23" Type="http://schemas.openxmlformats.org/officeDocument/2006/relationships/image" Target="../media/image130.emf"/><Relationship Id="rId28" Type="http://schemas.openxmlformats.org/officeDocument/2006/relationships/oleObject" Target="../embeddings/oleObject91.bin"/><Relationship Id="rId10" Type="http://schemas.openxmlformats.org/officeDocument/2006/relationships/oleObject" Target="../embeddings/oleObject82.bin"/><Relationship Id="rId19" Type="http://schemas.openxmlformats.org/officeDocument/2006/relationships/image" Target="../media/image128.emf"/><Relationship Id="rId31" Type="http://schemas.openxmlformats.org/officeDocument/2006/relationships/image" Target="../media/image134.emf"/><Relationship Id="rId4" Type="http://schemas.openxmlformats.org/officeDocument/2006/relationships/oleObject" Target="../embeddings/oleObject79.bin"/><Relationship Id="rId9" Type="http://schemas.openxmlformats.org/officeDocument/2006/relationships/image" Target="../media/image123.emf"/><Relationship Id="rId14" Type="http://schemas.openxmlformats.org/officeDocument/2006/relationships/oleObject" Target="../embeddings/oleObject84.bin"/><Relationship Id="rId22" Type="http://schemas.openxmlformats.org/officeDocument/2006/relationships/oleObject" Target="../embeddings/oleObject88.bin"/><Relationship Id="rId27" Type="http://schemas.openxmlformats.org/officeDocument/2006/relationships/image" Target="../media/image132.emf"/><Relationship Id="rId30" Type="http://schemas.openxmlformats.org/officeDocument/2006/relationships/oleObject" Target="../embeddings/oleObject92.bin"/><Relationship Id="rId8" Type="http://schemas.openxmlformats.org/officeDocument/2006/relationships/oleObject" Target="../embeddings/oleObject81.bin"/></Relationships>
</file>

<file path=ppt/slides/_rels/slide57.xml.rels><?xml version="1.0" encoding="UTF-8" standalone="yes"?>
<Relationships xmlns="http://schemas.openxmlformats.org/package/2006/relationships"><Relationship Id="rId13" Type="http://schemas.openxmlformats.org/officeDocument/2006/relationships/image" Target="../media/image141.emf"/><Relationship Id="rId18" Type="http://schemas.openxmlformats.org/officeDocument/2006/relationships/oleObject" Target="../embeddings/oleObject86.bin"/><Relationship Id="rId26" Type="http://schemas.openxmlformats.org/officeDocument/2006/relationships/oleObject" Target="../embeddings/oleObject90.bin"/><Relationship Id="rId3" Type="http://schemas.openxmlformats.org/officeDocument/2006/relationships/image" Target="../media/image136.emf"/><Relationship Id="rId21" Type="http://schemas.openxmlformats.org/officeDocument/2006/relationships/image" Target="../media/image145.emf"/><Relationship Id="rId7" Type="http://schemas.openxmlformats.org/officeDocument/2006/relationships/image" Target="../media/image138.emf"/><Relationship Id="rId12" Type="http://schemas.openxmlformats.org/officeDocument/2006/relationships/oleObject" Target="../embeddings/oleObject83.bin"/><Relationship Id="rId17" Type="http://schemas.openxmlformats.org/officeDocument/2006/relationships/image" Target="../media/image143.emf"/><Relationship Id="rId25" Type="http://schemas.openxmlformats.org/officeDocument/2006/relationships/image" Target="../media/image147.emf"/><Relationship Id="rId33" Type="http://schemas.openxmlformats.org/officeDocument/2006/relationships/image" Target="../media/image151.emf"/><Relationship Id="rId2" Type="http://schemas.openxmlformats.org/officeDocument/2006/relationships/oleObject" Target="../embeddings/oleObject78.bin"/><Relationship Id="rId16" Type="http://schemas.openxmlformats.org/officeDocument/2006/relationships/oleObject" Target="../embeddings/oleObject85.bin"/><Relationship Id="rId20" Type="http://schemas.openxmlformats.org/officeDocument/2006/relationships/oleObject" Target="../embeddings/oleObject87.bin"/><Relationship Id="rId29" Type="http://schemas.openxmlformats.org/officeDocument/2006/relationships/image" Target="../media/image149.emf"/><Relationship Id="rId1" Type="http://schemas.openxmlformats.org/officeDocument/2006/relationships/slideLayout" Target="../slideLayouts/slideLayout12.xml"/><Relationship Id="rId6" Type="http://schemas.openxmlformats.org/officeDocument/2006/relationships/oleObject" Target="../embeddings/oleObject80.bin"/><Relationship Id="rId11" Type="http://schemas.openxmlformats.org/officeDocument/2006/relationships/image" Target="../media/image140.emf"/><Relationship Id="rId24" Type="http://schemas.openxmlformats.org/officeDocument/2006/relationships/oleObject" Target="../embeddings/oleObject89.bin"/><Relationship Id="rId32" Type="http://schemas.openxmlformats.org/officeDocument/2006/relationships/oleObject" Target="../embeddings/oleObject94.bin"/><Relationship Id="rId5" Type="http://schemas.openxmlformats.org/officeDocument/2006/relationships/image" Target="../media/image137.emf"/><Relationship Id="rId15" Type="http://schemas.openxmlformats.org/officeDocument/2006/relationships/image" Target="../media/image142.emf"/><Relationship Id="rId23" Type="http://schemas.openxmlformats.org/officeDocument/2006/relationships/image" Target="../media/image146.emf"/><Relationship Id="rId28" Type="http://schemas.openxmlformats.org/officeDocument/2006/relationships/oleObject" Target="../embeddings/oleObject91.bin"/><Relationship Id="rId10" Type="http://schemas.openxmlformats.org/officeDocument/2006/relationships/oleObject" Target="../embeddings/oleObject82.bin"/><Relationship Id="rId19" Type="http://schemas.openxmlformats.org/officeDocument/2006/relationships/image" Target="../media/image144.emf"/><Relationship Id="rId31" Type="http://schemas.openxmlformats.org/officeDocument/2006/relationships/image" Target="../media/image150.emf"/><Relationship Id="rId4" Type="http://schemas.openxmlformats.org/officeDocument/2006/relationships/oleObject" Target="../embeddings/oleObject79.bin"/><Relationship Id="rId9" Type="http://schemas.openxmlformats.org/officeDocument/2006/relationships/image" Target="../media/image139.emf"/><Relationship Id="rId14" Type="http://schemas.openxmlformats.org/officeDocument/2006/relationships/oleObject" Target="../embeddings/oleObject84.bin"/><Relationship Id="rId22" Type="http://schemas.openxmlformats.org/officeDocument/2006/relationships/oleObject" Target="../embeddings/oleObject88.bin"/><Relationship Id="rId27" Type="http://schemas.openxmlformats.org/officeDocument/2006/relationships/image" Target="../media/image148.emf"/><Relationship Id="rId30" Type="http://schemas.openxmlformats.org/officeDocument/2006/relationships/oleObject" Target="../embeddings/oleObject92.bin"/><Relationship Id="rId8" Type="http://schemas.openxmlformats.org/officeDocument/2006/relationships/oleObject" Target="../embeddings/oleObject81.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48.emf"/><Relationship Id="rId3" Type="http://schemas.openxmlformats.org/officeDocument/2006/relationships/image" Target="../media/image136.emf"/><Relationship Id="rId7" Type="http://schemas.openxmlformats.org/officeDocument/2006/relationships/image" Target="../media/image141.emf"/><Relationship Id="rId12" Type="http://schemas.openxmlformats.org/officeDocument/2006/relationships/oleObject" Target="../embeddings/oleObject90.bin"/><Relationship Id="rId2" Type="http://schemas.openxmlformats.org/officeDocument/2006/relationships/oleObject" Target="../embeddings/oleObject78.bin"/><Relationship Id="rId1" Type="http://schemas.openxmlformats.org/officeDocument/2006/relationships/slideLayout" Target="../slideLayouts/slideLayout12.xml"/><Relationship Id="rId6" Type="http://schemas.openxmlformats.org/officeDocument/2006/relationships/oleObject" Target="../embeddings/oleObject83.bin"/><Relationship Id="rId11" Type="http://schemas.openxmlformats.org/officeDocument/2006/relationships/image" Target="../media/image146.emf"/><Relationship Id="rId5" Type="http://schemas.openxmlformats.org/officeDocument/2006/relationships/image" Target="../media/image138.emf"/><Relationship Id="rId15" Type="http://schemas.openxmlformats.org/officeDocument/2006/relationships/image" Target="../media/image150.emf"/><Relationship Id="rId10" Type="http://schemas.openxmlformats.org/officeDocument/2006/relationships/oleObject" Target="../embeddings/oleObject88.bin"/><Relationship Id="rId4" Type="http://schemas.openxmlformats.org/officeDocument/2006/relationships/oleObject" Target="../embeddings/oleObject80.bin"/><Relationship Id="rId9" Type="http://schemas.openxmlformats.org/officeDocument/2006/relationships/image" Target="../media/image143.emf"/><Relationship Id="rId14" Type="http://schemas.openxmlformats.org/officeDocument/2006/relationships/oleObject" Target="../embeddings/oleObject92.bin"/></Relationships>
</file>

<file path=ppt/slides/_rels/slide59.xml.rels><?xml version="1.0" encoding="UTF-8" standalone="yes"?>
<Relationships xmlns="http://schemas.openxmlformats.org/package/2006/relationships"><Relationship Id="rId13" Type="http://schemas.openxmlformats.org/officeDocument/2006/relationships/image" Target="../media/image157.wmf"/><Relationship Id="rId18" Type="http://schemas.openxmlformats.org/officeDocument/2006/relationships/oleObject" Target="../embeddings/oleObject103.bin"/><Relationship Id="rId26" Type="http://schemas.openxmlformats.org/officeDocument/2006/relationships/image" Target="../media/image163.emf"/><Relationship Id="rId39" Type="http://schemas.openxmlformats.org/officeDocument/2006/relationships/oleObject" Target="../embeddings/oleObject114.bin"/><Relationship Id="rId21" Type="http://schemas.openxmlformats.org/officeDocument/2006/relationships/oleObject" Target="../embeddings/oleObject105.bin"/><Relationship Id="rId34" Type="http://schemas.openxmlformats.org/officeDocument/2006/relationships/image" Target="../media/image167.wmf"/><Relationship Id="rId42" Type="http://schemas.openxmlformats.org/officeDocument/2006/relationships/image" Target="../media/image171.wmf"/><Relationship Id="rId7" Type="http://schemas.openxmlformats.org/officeDocument/2006/relationships/image" Target="../media/image154.emf"/><Relationship Id="rId2" Type="http://schemas.openxmlformats.org/officeDocument/2006/relationships/oleObject" Target="../embeddings/oleObject95.bin"/><Relationship Id="rId16" Type="http://schemas.openxmlformats.org/officeDocument/2006/relationships/oleObject" Target="../embeddings/oleObject102.bin"/><Relationship Id="rId20" Type="http://schemas.openxmlformats.org/officeDocument/2006/relationships/oleObject" Target="../embeddings/oleObject104.bin"/><Relationship Id="rId29" Type="http://schemas.openxmlformats.org/officeDocument/2006/relationships/oleObject" Target="../embeddings/oleObject109.bin"/><Relationship Id="rId41" Type="http://schemas.openxmlformats.org/officeDocument/2006/relationships/oleObject" Target="../embeddings/oleObject115.bin"/><Relationship Id="rId1" Type="http://schemas.openxmlformats.org/officeDocument/2006/relationships/slideLayout" Target="../slideLayouts/slideLayout12.xml"/><Relationship Id="rId6" Type="http://schemas.openxmlformats.org/officeDocument/2006/relationships/oleObject" Target="../embeddings/oleObject97.bin"/><Relationship Id="rId11" Type="http://schemas.openxmlformats.org/officeDocument/2006/relationships/image" Target="../media/image156.emf"/><Relationship Id="rId24" Type="http://schemas.openxmlformats.org/officeDocument/2006/relationships/image" Target="../media/image162.emf"/><Relationship Id="rId32" Type="http://schemas.openxmlformats.org/officeDocument/2006/relationships/image" Target="../media/image166.wmf"/><Relationship Id="rId37" Type="http://schemas.openxmlformats.org/officeDocument/2006/relationships/oleObject" Target="../embeddings/oleObject113.bin"/><Relationship Id="rId40" Type="http://schemas.openxmlformats.org/officeDocument/2006/relationships/image" Target="../media/image170.wmf"/><Relationship Id="rId5" Type="http://schemas.openxmlformats.org/officeDocument/2006/relationships/image" Target="../media/image153.emf"/><Relationship Id="rId15" Type="http://schemas.openxmlformats.org/officeDocument/2006/relationships/image" Target="../media/image158.emf"/><Relationship Id="rId23" Type="http://schemas.openxmlformats.org/officeDocument/2006/relationships/oleObject" Target="../embeddings/oleObject106.bin"/><Relationship Id="rId28" Type="http://schemas.openxmlformats.org/officeDocument/2006/relationships/image" Target="../media/image164.emf"/><Relationship Id="rId36" Type="http://schemas.openxmlformats.org/officeDocument/2006/relationships/image" Target="../media/image168.wmf"/><Relationship Id="rId10" Type="http://schemas.openxmlformats.org/officeDocument/2006/relationships/oleObject" Target="../embeddings/oleObject99.bin"/><Relationship Id="rId19" Type="http://schemas.openxmlformats.org/officeDocument/2006/relationships/image" Target="../media/image160.emf"/><Relationship Id="rId31" Type="http://schemas.openxmlformats.org/officeDocument/2006/relationships/oleObject" Target="../embeddings/oleObject110.bin"/><Relationship Id="rId4" Type="http://schemas.openxmlformats.org/officeDocument/2006/relationships/oleObject" Target="../embeddings/oleObject96.bin"/><Relationship Id="rId9" Type="http://schemas.openxmlformats.org/officeDocument/2006/relationships/image" Target="../media/image155.emf"/><Relationship Id="rId14" Type="http://schemas.openxmlformats.org/officeDocument/2006/relationships/oleObject" Target="../embeddings/oleObject101.bin"/><Relationship Id="rId22" Type="http://schemas.openxmlformats.org/officeDocument/2006/relationships/image" Target="../media/image161.emf"/><Relationship Id="rId27" Type="http://schemas.openxmlformats.org/officeDocument/2006/relationships/oleObject" Target="../embeddings/oleObject108.bin"/><Relationship Id="rId30" Type="http://schemas.openxmlformats.org/officeDocument/2006/relationships/image" Target="../media/image165.wmf"/><Relationship Id="rId35" Type="http://schemas.openxmlformats.org/officeDocument/2006/relationships/oleObject" Target="../embeddings/oleObject112.bin"/><Relationship Id="rId8" Type="http://schemas.openxmlformats.org/officeDocument/2006/relationships/oleObject" Target="../embeddings/oleObject98.bin"/><Relationship Id="rId3" Type="http://schemas.openxmlformats.org/officeDocument/2006/relationships/image" Target="../media/image152.emf"/><Relationship Id="rId12" Type="http://schemas.openxmlformats.org/officeDocument/2006/relationships/oleObject" Target="../embeddings/oleObject100.bin"/><Relationship Id="rId17" Type="http://schemas.openxmlformats.org/officeDocument/2006/relationships/image" Target="../media/image159.emf"/><Relationship Id="rId25" Type="http://schemas.openxmlformats.org/officeDocument/2006/relationships/oleObject" Target="../embeddings/oleObject107.bin"/><Relationship Id="rId33" Type="http://schemas.openxmlformats.org/officeDocument/2006/relationships/oleObject" Target="../embeddings/oleObject111.bin"/><Relationship Id="rId38" Type="http://schemas.openxmlformats.org/officeDocument/2006/relationships/image" Target="../media/image169.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3.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oleObject" Target="../embeddings/oleObject121.bin"/><Relationship Id="rId18" Type="http://schemas.openxmlformats.org/officeDocument/2006/relationships/image" Target="../media/image182.emf"/><Relationship Id="rId3" Type="http://schemas.openxmlformats.org/officeDocument/2006/relationships/image" Target="../media/image175.emf"/><Relationship Id="rId7" Type="http://schemas.openxmlformats.org/officeDocument/2006/relationships/image" Target="../media/image177.emf"/><Relationship Id="rId12" Type="http://schemas.openxmlformats.org/officeDocument/2006/relationships/image" Target="../media/image179.emf"/><Relationship Id="rId17" Type="http://schemas.openxmlformats.org/officeDocument/2006/relationships/oleObject" Target="../embeddings/oleObject123.bin"/><Relationship Id="rId2" Type="http://schemas.openxmlformats.org/officeDocument/2006/relationships/oleObject" Target="../embeddings/oleObject116.bin"/><Relationship Id="rId16" Type="http://schemas.openxmlformats.org/officeDocument/2006/relationships/image" Target="../media/image181.emf"/><Relationship Id="rId20" Type="http://schemas.openxmlformats.org/officeDocument/2006/relationships/image" Target="../media/image183.emf"/><Relationship Id="rId1" Type="http://schemas.openxmlformats.org/officeDocument/2006/relationships/slideLayout" Target="../slideLayouts/slideLayout12.xml"/><Relationship Id="rId6" Type="http://schemas.openxmlformats.org/officeDocument/2006/relationships/oleObject" Target="../embeddings/oleObject118.bin"/><Relationship Id="rId11" Type="http://schemas.openxmlformats.org/officeDocument/2006/relationships/oleObject" Target="../embeddings/oleObject120.bin"/><Relationship Id="rId5" Type="http://schemas.openxmlformats.org/officeDocument/2006/relationships/image" Target="../media/image176.emf"/><Relationship Id="rId15" Type="http://schemas.openxmlformats.org/officeDocument/2006/relationships/oleObject" Target="../embeddings/oleObject122.bin"/><Relationship Id="rId10" Type="http://schemas.openxmlformats.org/officeDocument/2006/relationships/image" Target="../media/image178.emf"/><Relationship Id="rId19" Type="http://schemas.openxmlformats.org/officeDocument/2006/relationships/oleObject" Target="../embeddings/oleObject124.bin"/><Relationship Id="rId4" Type="http://schemas.openxmlformats.org/officeDocument/2006/relationships/oleObject" Target="../embeddings/oleObject117.bin"/><Relationship Id="rId9" Type="http://schemas.openxmlformats.org/officeDocument/2006/relationships/oleObject" Target="../embeddings/oleObject119.bin"/><Relationship Id="rId14" Type="http://schemas.openxmlformats.org/officeDocument/2006/relationships/image" Target="../media/image180.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11188" y="1557338"/>
            <a:ext cx="7772400" cy="1470025"/>
          </a:xfrm>
        </p:spPr>
        <p:txBody>
          <a:bodyPr/>
          <a:lstStyle/>
          <a:p>
            <a:pPr eaLnBrk="1" hangingPunct="1"/>
            <a:r>
              <a:rPr lang="zh-CN" altLang="en-US" b="1">
                <a:latin typeface="Times New Roman" pitchFamily="18" charset="0"/>
                <a:ea typeface="楷体_GB2312" pitchFamily="49" charset="-122"/>
              </a:rPr>
              <a:t>第</a:t>
            </a:r>
            <a:r>
              <a:rPr lang="en-US" altLang="zh-CN" b="1">
                <a:latin typeface="Times New Roman" pitchFamily="18" charset="0"/>
                <a:ea typeface="楷体_GB2312" pitchFamily="49" charset="-122"/>
              </a:rPr>
              <a:t>7</a:t>
            </a:r>
            <a:r>
              <a:rPr lang="zh-CN" altLang="en-US" b="1">
                <a:latin typeface="Times New Roman" pitchFamily="18" charset="0"/>
                <a:ea typeface="楷体_GB2312" pitchFamily="49" charset="-122"/>
              </a:rPr>
              <a:t>章  几类特殊的图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zh-CN" b="1">
                <a:latin typeface="Times New Roman" pitchFamily="18" charset="0"/>
                <a:ea typeface="楷体_GB2312" pitchFamily="49" charset="-122"/>
              </a:rPr>
              <a:t>Chapter 7 </a:t>
            </a:r>
            <a:r>
              <a:rPr lang="zh-CN" altLang="en-US" b="1">
                <a:latin typeface="Times New Roman" pitchFamily="18" charset="0"/>
                <a:ea typeface="楷体_GB2312" pitchFamily="49" charset="-122"/>
              </a:rPr>
              <a:t>几类特殊的图</a:t>
            </a:r>
          </a:p>
        </p:txBody>
      </p:sp>
      <p:sp>
        <p:nvSpPr>
          <p:cNvPr id="4099" name="Rectangle 3"/>
          <p:cNvSpPr>
            <a:spLocks noGrp="1" noChangeArrowheads="1"/>
          </p:cNvSpPr>
          <p:nvPr>
            <p:ph type="body" idx="1"/>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图论是处理离散对象的一种重要的数学工具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本章讨论几类在理论研究和实际应用中都有着重要意义的</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特殊的图示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特别是根树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平面图及其面着色</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二部图等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l" eaLnBrk="1" hangingPunct="1"/>
            <a:r>
              <a:rPr lang="en-US" altLang="zh-CN" sz="4800" b="1">
                <a:latin typeface="Times New Roman" pitchFamily="18" charset="0"/>
                <a:ea typeface="楷体_GB2312" pitchFamily="49" charset="-122"/>
              </a:rPr>
              <a:t>7.1 </a:t>
            </a:r>
            <a:r>
              <a:rPr lang="en-US" altLang="zh-CN" b="1">
                <a:latin typeface="Times New Roman" pitchFamily="18" charset="0"/>
                <a:ea typeface="楷体_GB2312" pitchFamily="49" charset="-122"/>
              </a:rPr>
              <a:t>Euler</a:t>
            </a:r>
            <a:r>
              <a:rPr lang="zh-CN" altLang="en-US" b="1">
                <a:latin typeface="Times New Roman" pitchFamily="18" charset="0"/>
                <a:ea typeface="楷体_GB2312" pitchFamily="49" charset="-122"/>
              </a:rPr>
              <a:t>图</a:t>
            </a:r>
          </a:p>
        </p:txBody>
      </p:sp>
      <p:sp>
        <p:nvSpPr>
          <p:cNvPr id="5123"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5124" name="Group 4"/>
          <p:cNvGrpSpPr>
            <a:grpSpLocks/>
          </p:cNvGrpSpPr>
          <p:nvPr/>
        </p:nvGrpSpPr>
        <p:grpSpPr bwMode="auto">
          <a:xfrm>
            <a:off x="1042988" y="1392238"/>
            <a:ext cx="5410200" cy="685800"/>
            <a:chOff x="1152" y="1118"/>
            <a:chExt cx="3408" cy="432"/>
          </a:xfrm>
        </p:grpSpPr>
        <p:grpSp>
          <p:nvGrpSpPr>
            <p:cNvPr id="5142" name="Group 5"/>
            <p:cNvGrpSpPr>
              <a:grpSpLocks/>
            </p:cNvGrpSpPr>
            <p:nvPr/>
          </p:nvGrpSpPr>
          <p:grpSpPr bwMode="auto">
            <a:xfrm>
              <a:off x="1152" y="1131"/>
              <a:ext cx="480" cy="419"/>
              <a:chOff x="1110" y="2656"/>
              <a:chExt cx="1549" cy="1351"/>
            </a:xfrm>
          </p:grpSpPr>
          <p:sp>
            <p:nvSpPr>
              <p:cNvPr id="5146"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47"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2296"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5143"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44" name="Text Box 10"/>
            <p:cNvSpPr txBox="1">
              <a:spLocks noChangeArrowheads="1"/>
            </p:cNvSpPr>
            <p:nvPr/>
          </p:nvSpPr>
          <p:spPr bwMode="auto">
            <a:xfrm>
              <a:off x="2112" y="1118"/>
              <a:ext cx="227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latin typeface="Times New Roman" pitchFamily="18" charset="0"/>
                  <a:ea typeface="楷体_GB2312" pitchFamily="49" charset="-122"/>
                </a:rPr>
                <a:t>Euler</a:t>
              </a:r>
              <a:r>
                <a:rPr lang="zh-CN" altLang="en-US" sz="3200" b="1">
                  <a:latin typeface="Times New Roman" pitchFamily="18" charset="0"/>
                  <a:ea typeface="楷体_GB2312" pitchFamily="49" charset="-122"/>
                </a:rPr>
                <a:t>图的有关概念</a:t>
              </a:r>
            </a:p>
          </p:txBody>
        </p:sp>
        <p:sp>
          <p:nvSpPr>
            <p:cNvPr id="5145"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5125" name="Group 12"/>
          <p:cNvGrpSpPr>
            <a:grpSpLocks/>
          </p:cNvGrpSpPr>
          <p:nvPr/>
        </p:nvGrpSpPr>
        <p:grpSpPr bwMode="auto">
          <a:xfrm>
            <a:off x="1042988" y="2781300"/>
            <a:ext cx="5410200" cy="685800"/>
            <a:chOff x="1152" y="1694"/>
            <a:chExt cx="3408" cy="432"/>
          </a:xfrm>
        </p:grpSpPr>
        <p:grpSp>
          <p:nvGrpSpPr>
            <p:cNvPr id="5135" name="Group 13"/>
            <p:cNvGrpSpPr>
              <a:grpSpLocks/>
            </p:cNvGrpSpPr>
            <p:nvPr/>
          </p:nvGrpSpPr>
          <p:grpSpPr bwMode="auto">
            <a:xfrm>
              <a:off x="1152" y="1707"/>
              <a:ext cx="480" cy="419"/>
              <a:chOff x="3174" y="2656"/>
              <a:chExt cx="1549" cy="1351"/>
            </a:xfrm>
          </p:grpSpPr>
          <p:sp>
            <p:nvSpPr>
              <p:cNvPr id="5139"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40"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2304"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5136"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7" name="Text Box 18"/>
            <p:cNvSpPr txBox="1">
              <a:spLocks noChangeArrowheads="1"/>
            </p:cNvSpPr>
            <p:nvPr/>
          </p:nvSpPr>
          <p:spPr bwMode="auto">
            <a:xfrm>
              <a:off x="2112" y="1694"/>
              <a:ext cx="124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latin typeface="Times New Roman" pitchFamily="18" charset="0"/>
                  <a:ea typeface="楷体_GB2312" pitchFamily="49" charset="-122"/>
                </a:rPr>
                <a:t>Euler</a:t>
              </a:r>
              <a:r>
                <a:rPr lang="zh-CN" altLang="en-US" sz="3200" b="1">
                  <a:latin typeface="Times New Roman" pitchFamily="18" charset="0"/>
                  <a:ea typeface="楷体_GB2312" pitchFamily="49" charset="-122"/>
                </a:rPr>
                <a:t>定理</a:t>
              </a:r>
            </a:p>
          </p:txBody>
        </p:sp>
        <p:sp>
          <p:nvSpPr>
            <p:cNvPr id="5138"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5126" name="Group 20"/>
          <p:cNvGrpSpPr>
            <a:grpSpLocks/>
          </p:cNvGrpSpPr>
          <p:nvPr/>
        </p:nvGrpSpPr>
        <p:grpSpPr bwMode="auto">
          <a:xfrm>
            <a:off x="1042988" y="4149725"/>
            <a:ext cx="5410200" cy="712788"/>
            <a:chOff x="1152" y="2239"/>
            <a:chExt cx="3408" cy="449"/>
          </a:xfrm>
        </p:grpSpPr>
        <p:grpSp>
          <p:nvGrpSpPr>
            <p:cNvPr id="5128" name="Group 21"/>
            <p:cNvGrpSpPr>
              <a:grpSpLocks/>
            </p:cNvGrpSpPr>
            <p:nvPr/>
          </p:nvGrpSpPr>
          <p:grpSpPr bwMode="auto">
            <a:xfrm>
              <a:off x="1152" y="2269"/>
              <a:ext cx="480" cy="419"/>
              <a:chOff x="1110" y="2656"/>
              <a:chExt cx="1549" cy="1351"/>
            </a:xfrm>
          </p:grpSpPr>
          <p:sp>
            <p:nvSpPr>
              <p:cNvPr id="5132"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5133"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2312"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5129"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0" name="Text Box 26"/>
            <p:cNvSpPr txBox="1">
              <a:spLocks noChangeArrowheads="1"/>
            </p:cNvSpPr>
            <p:nvPr/>
          </p:nvSpPr>
          <p:spPr bwMode="auto">
            <a:xfrm>
              <a:off x="2112" y="2239"/>
              <a:ext cx="19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3200" b="1">
                  <a:latin typeface="Times New Roman" pitchFamily="18" charset="0"/>
                  <a:ea typeface="楷体_GB2312" pitchFamily="49" charset="-122"/>
                </a:rPr>
                <a:t>中国邮递员问题</a:t>
              </a:r>
            </a:p>
          </p:txBody>
        </p:sp>
        <p:sp>
          <p:nvSpPr>
            <p:cNvPr id="5131"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sp>
        <p:nvSpPr>
          <p:cNvPr id="2" name="矩形 1"/>
          <p:cNvSpPr/>
          <p:nvPr/>
        </p:nvSpPr>
        <p:spPr>
          <a:xfrm>
            <a:off x="971550" y="1196975"/>
            <a:ext cx="5903913" cy="3960813"/>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CN" b="1">
                <a:latin typeface="Times New Roman" pitchFamily="18" charset="0"/>
              </a:rPr>
              <a:t>7.1  Euler</a:t>
            </a:r>
            <a:r>
              <a:rPr lang="zh-CN" altLang="en-US" b="1">
                <a:latin typeface="Times New Roman" pitchFamily="18" charset="0"/>
              </a:rPr>
              <a:t>图</a:t>
            </a:r>
          </a:p>
        </p:txBody>
      </p:sp>
      <p:sp>
        <p:nvSpPr>
          <p:cNvPr id="6147" name="Rectangle 3"/>
          <p:cNvSpPr>
            <a:spLocks noGrp="1" noChangeArrowheads="1"/>
          </p:cNvSpPr>
          <p:nvPr>
            <p:ph type="body" idx="1"/>
          </p:nvPr>
        </p:nvSpPr>
        <p:spPr/>
        <p:txBody>
          <a:bodyPr/>
          <a:lstStyle/>
          <a:p>
            <a:pPr eaLnBrk="1" hangingPunct="1"/>
            <a:r>
              <a:rPr lang="en-US" altLang="zh-CN" b="1" dirty="0">
                <a:latin typeface="Times New Roman" pitchFamily="18" charset="0"/>
                <a:ea typeface="楷体_GB2312" pitchFamily="49" charset="-122"/>
              </a:rPr>
              <a:t>7.1.1 Euler</a:t>
            </a:r>
            <a:r>
              <a:rPr lang="zh-CN" altLang="en-US" b="1" dirty="0">
                <a:latin typeface="楷体" panose="02010609060101010101" pitchFamily="49" charset="-122"/>
                <a:ea typeface="楷体" panose="02010609060101010101" pitchFamily="49" charset="-122"/>
              </a:rPr>
              <a:t>图的有关概念</a:t>
            </a:r>
          </a:p>
          <a:p>
            <a:pPr eaLnBrk="1" hangingPunct="1"/>
            <a:endParaRPr lang="zh-CN" altLang="en-US" b="1" dirty="0">
              <a:latin typeface="Times New Roman" pitchFamily="18" charset="0"/>
              <a:ea typeface="楷体_GB2312" pitchFamily="49" charset="-122"/>
            </a:endParaRPr>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p>
          <a:p>
            <a:pPr eaLnBrk="1" hangingPunct="1"/>
            <a:endParaRPr lang="zh-CN" altLang="en-US" dirty="0">
              <a:latin typeface="Times New Roman" pitchFamily="18" charset="0"/>
            </a:endParaRPr>
          </a:p>
          <a:p>
            <a:pPr eaLnBrk="1" hangingPunct="1"/>
            <a:endParaRPr lang="en-US" altLang="zh-CN" dirty="0">
              <a:latin typeface="Times New Roman" pitchFamily="18" charset="0"/>
            </a:endParaRPr>
          </a:p>
        </p:txBody>
      </p:sp>
      <p:sp>
        <p:nvSpPr>
          <p:cNvPr id="6148" name="Freeform 4"/>
          <p:cNvSpPr>
            <a:spLocks/>
          </p:cNvSpPr>
          <p:nvPr/>
        </p:nvSpPr>
        <p:spPr bwMode="auto">
          <a:xfrm>
            <a:off x="611188" y="2733675"/>
            <a:ext cx="4032250" cy="684213"/>
          </a:xfrm>
          <a:custGeom>
            <a:avLst/>
            <a:gdLst>
              <a:gd name="T0" fmla="*/ 0 w 2540"/>
              <a:gd name="T1" fmla="*/ 2147483647 h 431"/>
              <a:gd name="T2" fmla="*/ 2147483647 w 2540"/>
              <a:gd name="T3" fmla="*/ 2147483647 h 431"/>
              <a:gd name="T4" fmla="*/ 2147483647 w 2540"/>
              <a:gd name="T5" fmla="*/ 2147483647 h 431"/>
              <a:gd name="T6" fmla="*/ 2147483647 w 2540"/>
              <a:gd name="T7" fmla="*/ 2147483647 h 431"/>
              <a:gd name="T8" fmla="*/ 0 60000 65536"/>
              <a:gd name="T9" fmla="*/ 0 60000 65536"/>
              <a:gd name="T10" fmla="*/ 0 60000 65536"/>
              <a:gd name="T11" fmla="*/ 0 60000 65536"/>
              <a:gd name="T12" fmla="*/ 0 w 2540"/>
              <a:gd name="T13" fmla="*/ 0 h 431"/>
              <a:gd name="T14" fmla="*/ 2540 w 2540"/>
              <a:gd name="T15" fmla="*/ 431 h 431"/>
            </a:gdLst>
            <a:ahLst/>
            <a:cxnLst>
              <a:cxn ang="T8">
                <a:pos x="T0" y="T1"/>
              </a:cxn>
              <a:cxn ang="T9">
                <a:pos x="T2" y="T3"/>
              </a:cxn>
              <a:cxn ang="T10">
                <a:pos x="T4" y="T5"/>
              </a:cxn>
              <a:cxn ang="T11">
                <a:pos x="T6" y="T7"/>
              </a:cxn>
            </a:cxnLst>
            <a:rect l="T12" t="T13" r="T14" b="T15"/>
            <a:pathLst>
              <a:path w="2540" h="431">
                <a:moveTo>
                  <a:pt x="0" y="211"/>
                </a:moveTo>
                <a:cubicBezTo>
                  <a:pt x="238" y="105"/>
                  <a:pt x="476" y="0"/>
                  <a:pt x="771" y="30"/>
                </a:cubicBezTo>
                <a:cubicBezTo>
                  <a:pt x="1066" y="60"/>
                  <a:pt x="1474" y="355"/>
                  <a:pt x="1769" y="393"/>
                </a:cubicBezTo>
                <a:cubicBezTo>
                  <a:pt x="2064" y="431"/>
                  <a:pt x="2302" y="344"/>
                  <a:pt x="2540" y="257"/>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9" name="Freeform 5"/>
          <p:cNvSpPr>
            <a:spLocks/>
          </p:cNvSpPr>
          <p:nvPr/>
        </p:nvSpPr>
        <p:spPr bwMode="auto">
          <a:xfrm>
            <a:off x="684213" y="3957638"/>
            <a:ext cx="3959225" cy="684212"/>
          </a:xfrm>
          <a:custGeom>
            <a:avLst/>
            <a:gdLst>
              <a:gd name="T0" fmla="*/ 0 w 2494"/>
              <a:gd name="T1" fmla="*/ 2147483647 h 431"/>
              <a:gd name="T2" fmla="*/ 2147483647 w 2494"/>
              <a:gd name="T3" fmla="*/ 2147483647 h 431"/>
              <a:gd name="T4" fmla="*/ 2147483647 w 2494"/>
              <a:gd name="T5" fmla="*/ 2147483647 h 431"/>
              <a:gd name="T6" fmla="*/ 2147483647 w 2494"/>
              <a:gd name="T7" fmla="*/ 2147483647 h 431"/>
              <a:gd name="T8" fmla="*/ 0 60000 65536"/>
              <a:gd name="T9" fmla="*/ 0 60000 65536"/>
              <a:gd name="T10" fmla="*/ 0 60000 65536"/>
              <a:gd name="T11" fmla="*/ 0 60000 65536"/>
              <a:gd name="T12" fmla="*/ 0 w 2494"/>
              <a:gd name="T13" fmla="*/ 0 h 431"/>
              <a:gd name="T14" fmla="*/ 2494 w 2494"/>
              <a:gd name="T15" fmla="*/ 431 h 431"/>
            </a:gdLst>
            <a:ahLst/>
            <a:cxnLst>
              <a:cxn ang="T8">
                <a:pos x="T0" y="T1"/>
              </a:cxn>
              <a:cxn ang="T9">
                <a:pos x="T2" y="T3"/>
              </a:cxn>
              <a:cxn ang="T10">
                <a:pos x="T4" y="T5"/>
              </a:cxn>
              <a:cxn ang="T11">
                <a:pos x="T6" y="T7"/>
              </a:cxn>
            </a:cxnLst>
            <a:rect l="T12" t="T13" r="T14" b="T15"/>
            <a:pathLst>
              <a:path w="2494" h="431">
                <a:moveTo>
                  <a:pt x="0" y="211"/>
                </a:moveTo>
                <a:cubicBezTo>
                  <a:pt x="245" y="105"/>
                  <a:pt x="491" y="0"/>
                  <a:pt x="725" y="30"/>
                </a:cubicBezTo>
                <a:cubicBezTo>
                  <a:pt x="959" y="60"/>
                  <a:pt x="1111" y="355"/>
                  <a:pt x="1406" y="393"/>
                </a:cubicBezTo>
                <a:cubicBezTo>
                  <a:pt x="1701" y="431"/>
                  <a:pt x="2097" y="344"/>
                  <a:pt x="2494" y="257"/>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50" name="Oval 6"/>
          <p:cNvSpPr>
            <a:spLocks noChangeArrowheads="1"/>
          </p:cNvSpPr>
          <p:nvPr/>
        </p:nvSpPr>
        <p:spPr bwMode="auto">
          <a:xfrm>
            <a:off x="1547813" y="3284538"/>
            <a:ext cx="792162" cy="4318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51" name="Oval 7"/>
          <p:cNvSpPr>
            <a:spLocks noChangeArrowheads="1"/>
          </p:cNvSpPr>
          <p:nvPr/>
        </p:nvSpPr>
        <p:spPr bwMode="auto">
          <a:xfrm>
            <a:off x="2987675" y="3644900"/>
            <a:ext cx="1008063" cy="5762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52" name="Line 8"/>
          <p:cNvSpPr>
            <a:spLocks noChangeShapeType="1"/>
          </p:cNvSpPr>
          <p:nvPr/>
        </p:nvSpPr>
        <p:spPr bwMode="auto">
          <a:xfrm>
            <a:off x="2268538" y="3573463"/>
            <a:ext cx="863600" cy="287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3" name="Line 9"/>
          <p:cNvSpPr>
            <a:spLocks noChangeShapeType="1"/>
          </p:cNvSpPr>
          <p:nvPr/>
        </p:nvSpPr>
        <p:spPr bwMode="auto">
          <a:xfrm flipH="1">
            <a:off x="1331913" y="3644900"/>
            <a:ext cx="287337"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4" name="Line 10"/>
          <p:cNvSpPr>
            <a:spLocks noChangeShapeType="1"/>
          </p:cNvSpPr>
          <p:nvPr/>
        </p:nvSpPr>
        <p:spPr bwMode="auto">
          <a:xfrm>
            <a:off x="1979613" y="3716338"/>
            <a:ext cx="0"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5" name="Line 11"/>
          <p:cNvSpPr>
            <a:spLocks noChangeShapeType="1"/>
          </p:cNvSpPr>
          <p:nvPr/>
        </p:nvSpPr>
        <p:spPr bwMode="auto">
          <a:xfrm flipH="1">
            <a:off x="3276600" y="4221163"/>
            <a:ext cx="142875" cy="503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6" name="Line 12"/>
          <p:cNvSpPr>
            <a:spLocks noChangeShapeType="1"/>
          </p:cNvSpPr>
          <p:nvPr/>
        </p:nvSpPr>
        <p:spPr bwMode="auto">
          <a:xfrm flipH="1" flipV="1">
            <a:off x="3276600" y="2997200"/>
            <a:ext cx="142875"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7" name="Line 13"/>
          <p:cNvSpPr>
            <a:spLocks noChangeShapeType="1"/>
          </p:cNvSpPr>
          <p:nvPr/>
        </p:nvSpPr>
        <p:spPr bwMode="auto">
          <a:xfrm flipV="1">
            <a:off x="2124075" y="2636838"/>
            <a:ext cx="50323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8" name="Line 14"/>
          <p:cNvSpPr>
            <a:spLocks noChangeShapeType="1"/>
          </p:cNvSpPr>
          <p:nvPr/>
        </p:nvSpPr>
        <p:spPr bwMode="auto">
          <a:xfrm flipH="1" flipV="1">
            <a:off x="1331913" y="2565400"/>
            <a:ext cx="360362"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159" name="Object 15"/>
          <p:cNvGraphicFramePr>
            <a:graphicFrameLocks noChangeAspect="1"/>
          </p:cNvGraphicFramePr>
          <p:nvPr/>
        </p:nvGraphicFramePr>
        <p:xfrm>
          <a:off x="2843213" y="2349500"/>
          <a:ext cx="307975" cy="358775"/>
        </p:xfrm>
        <a:graphic>
          <a:graphicData uri="http://schemas.openxmlformats.org/presentationml/2006/ole">
            <mc:AlternateContent xmlns:mc="http://schemas.openxmlformats.org/markup-compatibility/2006">
              <mc:Choice xmlns:v="urn:schemas-microsoft-com:vml" Requires="v">
                <p:oleObj name="Equation" r:id="rId2" imgW="76177" imgH="104760" progId="Equation.3">
                  <p:embed/>
                </p:oleObj>
              </mc:Choice>
              <mc:Fallback>
                <p:oleObj name="Equation" r:id="rId2" imgW="76177" imgH="104760" progId="Equation.3">
                  <p:embed/>
                  <p:pic>
                    <p:nvPicPr>
                      <p:cNvPr id="6159"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2349500"/>
                        <a:ext cx="3079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0" name="Object 16"/>
          <p:cNvGraphicFramePr>
            <a:graphicFrameLocks noChangeAspect="1"/>
          </p:cNvGraphicFramePr>
          <p:nvPr/>
        </p:nvGraphicFramePr>
        <p:xfrm>
          <a:off x="1835150" y="3368675"/>
          <a:ext cx="322263" cy="347663"/>
        </p:xfrm>
        <a:graphic>
          <a:graphicData uri="http://schemas.openxmlformats.org/presentationml/2006/ole">
            <mc:AlternateContent xmlns:mc="http://schemas.openxmlformats.org/markup-compatibility/2006">
              <mc:Choice xmlns:v="urn:schemas-microsoft-com:vml" Requires="v">
                <p:oleObj name="Equation" r:id="rId4" imgW="76177" imgH="85860" progId="Equation.3">
                  <p:embed/>
                </p:oleObj>
              </mc:Choice>
              <mc:Fallback>
                <p:oleObj name="Equation" r:id="rId4" imgW="76177" imgH="85860" progId="Equation.3">
                  <p:embed/>
                  <p:pic>
                    <p:nvPicPr>
                      <p:cNvPr id="616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3368675"/>
                        <a:ext cx="322263"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1" name="Object 17"/>
          <p:cNvGraphicFramePr>
            <a:graphicFrameLocks noChangeAspect="1"/>
          </p:cNvGraphicFramePr>
          <p:nvPr/>
        </p:nvGraphicFramePr>
        <p:xfrm>
          <a:off x="3348038" y="3789363"/>
          <a:ext cx="333375" cy="360362"/>
        </p:xfrm>
        <a:graphic>
          <a:graphicData uri="http://schemas.openxmlformats.org/presentationml/2006/ole">
            <mc:AlternateContent xmlns:mc="http://schemas.openxmlformats.org/markup-compatibility/2006">
              <mc:Choice xmlns:v="urn:schemas-microsoft-com:vml" Requires="v">
                <p:oleObj name="Equation" r:id="rId6" imgW="76177" imgH="85860" progId="Equation.3">
                  <p:embed/>
                </p:oleObj>
              </mc:Choice>
              <mc:Fallback>
                <p:oleObj name="Equation" r:id="rId6" imgW="76177" imgH="85860" progId="Equation.3">
                  <p:embed/>
                  <p:pic>
                    <p:nvPicPr>
                      <p:cNvPr id="6161"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8038" y="3789363"/>
                        <a:ext cx="333375"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2" name="Object 18"/>
          <p:cNvGraphicFramePr>
            <a:graphicFrameLocks noChangeAspect="1"/>
          </p:cNvGraphicFramePr>
          <p:nvPr/>
        </p:nvGraphicFramePr>
        <p:xfrm>
          <a:off x="2328863" y="4664075"/>
          <a:ext cx="371475" cy="369888"/>
        </p:xfrm>
        <a:graphic>
          <a:graphicData uri="http://schemas.openxmlformats.org/presentationml/2006/ole">
            <mc:AlternateContent xmlns:mc="http://schemas.openxmlformats.org/markup-compatibility/2006">
              <mc:Choice xmlns:v="urn:schemas-microsoft-com:vml" Requires="v">
                <p:oleObj name="Equation" r:id="rId8" imgW="85632" imgH="85860" progId="Equation.3">
                  <p:embed/>
                </p:oleObj>
              </mc:Choice>
              <mc:Fallback>
                <p:oleObj name="Equation" r:id="rId8" imgW="85632" imgH="85860" progId="Equation.3">
                  <p:embed/>
                  <p:pic>
                    <p:nvPicPr>
                      <p:cNvPr id="6162"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28863" y="4664075"/>
                        <a:ext cx="371475"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3" name="Object 19"/>
          <p:cNvGraphicFramePr>
            <a:graphicFrameLocks noChangeAspect="1"/>
          </p:cNvGraphicFramePr>
          <p:nvPr/>
        </p:nvGraphicFramePr>
        <p:xfrm>
          <a:off x="3521075" y="3084513"/>
          <a:ext cx="314325" cy="484187"/>
        </p:xfrm>
        <a:graphic>
          <a:graphicData uri="http://schemas.openxmlformats.org/presentationml/2006/ole">
            <mc:AlternateContent xmlns:mc="http://schemas.openxmlformats.org/markup-compatibility/2006">
              <mc:Choice xmlns:v="urn:schemas-microsoft-com:vml" Requires="v">
                <p:oleObj name="Equation" r:id="rId10" imgW="66723" imgH="142830" progId="Equation.3">
                  <p:embed/>
                </p:oleObj>
              </mc:Choice>
              <mc:Fallback>
                <p:oleObj name="Equation" r:id="rId10" imgW="66723" imgH="142830" progId="Equation.3">
                  <p:embed/>
                  <p:pic>
                    <p:nvPicPr>
                      <p:cNvPr id="6163"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1075" y="3084513"/>
                        <a:ext cx="31432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4" name="Object 20"/>
          <p:cNvGraphicFramePr>
            <a:graphicFrameLocks noChangeAspect="1"/>
          </p:cNvGraphicFramePr>
          <p:nvPr/>
        </p:nvGraphicFramePr>
        <p:xfrm>
          <a:off x="3463925" y="4221163"/>
          <a:ext cx="371475" cy="484187"/>
        </p:xfrm>
        <a:graphic>
          <a:graphicData uri="http://schemas.openxmlformats.org/presentationml/2006/ole">
            <mc:AlternateContent xmlns:mc="http://schemas.openxmlformats.org/markup-compatibility/2006">
              <mc:Choice xmlns:v="urn:schemas-microsoft-com:vml" Requires="v">
                <p:oleObj name="Equation" r:id="rId12" imgW="85632" imgH="142830" progId="Equation.3">
                  <p:embed/>
                </p:oleObj>
              </mc:Choice>
              <mc:Fallback>
                <p:oleObj name="Equation" r:id="rId12" imgW="85632" imgH="142830" progId="Equation.3">
                  <p:embed/>
                  <p:pic>
                    <p:nvPicPr>
                      <p:cNvPr id="6164"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63925" y="4221163"/>
                        <a:ext cx="3714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5" name="Object 21"/>
          <p:cNvGraphicFramePr>
            <a:graphicFrameLocks noChangeAspect="1"/>
          </p:cNvGraphicFramePr>
          <p:nvPr/>
        </p:nvGraphicFramePr>
        <p:xfrm>
          <a:off x="2641600" y="3198813"/>
          <a:ext cx="342900" cy="512762"/>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6165"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41600" y="3198813"/>
                        <a:ext cx="3429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6" name="Object 22"/>
          <p:cNvGraphicFramePr>
            <a:graphicFrameLocks noChangeAspect="1"/>
          </p:cNvGraphicFramePr>
          <p:nvPr/>
        </p:nvGraphicFramePr>
        <p:xfrm>
          <a:off x="1908175" y="2636838"/>
          <a:ext cx="371475" cy="484187"/>
        </p:xfrm>
        <a:graphic>
          <a:graphicData uri="http://schemas.openxmlformats.org/presentationml/2006/ole">
            <mc:AlternateContent xmlns:mc="http://schemas.openxmlformats.org/markup-compatibility/2006">
              <mc:Choice xmlns:v="urn:schemas-microsoft-com:vml" Requires="v">
                <p:oleObj name="Equation" r:id="rId16" imgW="85632" imgH="142830" progId="Equation.3">
                  <p:embed/>
                </p:oleObj>
              </mc:Choice>
              <mc:Fallback>
                <p:oleObj name="Equation" r:id="rId16" imgW="85632" imgH="142830" progId="Equation.3">
                  <p:embed/>
                  <p:pic>
                    <p:nvPicPr>
                      <p:cNvPr id="6166"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8175" y="2636838"/>
                        <a:ext cx="3714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7" name="Object 23"/>
          <p:cNvGraphicFramePr>
            <a:graphicFrameLocks noChangeAspect="1"/>
          </p:cNvGraphicFramePr>
          <p:nvPr/>
        </p:nvGraphicFramePr>
        <p:xfrm>
          <a:off x="1130300" y="2767013"/>
          <a:ext cx="342900" cy="512762"/>
        </p:xfrm>
        <a:graphic>
          <a:graphicData uri="http://schemas.openxmlformats.org/presentationml/2006/ole">
            <mc:AlternateContent xmlns:mc="http://schemas.openxmlformats.org/markup-compatibility/2006">
              <mc:Choice xmlns:v="urn:schemas-microsoft-com:vml" Requires="v">
                <p:oleObj name="Equation" r:id="rId18" imgW="76177" imgH="152280" progId="Equation.3">
                  <p:embed/>
                </p:oleObj>
              </mc:Choice>
              <mc:Fallback>
                <p:oleObj name="Equation" r:id="rId18" imgW="76177" imgH="152280" progId="Equation.3">
                  <p:embed/>
                  <p:pic>
                    <p:nvPicPr>
                      <p:cNvPr id="6167" name="Object 2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30300" y="2767013"/>
                        <a:ext cx="3429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8" name="Object 24"/>
          <p:cNvGraphicFramePr>
            <a:graphicFrameLocks noChangeAspect="1"/>
          </p:cNvGraphicFramePr>
          <p:nvPr/>
        </p:nvGraphicFramePr>
        <p:xfrm>
          <a:off x="2051050" y="3775075"/>
          <a:ext cx="371475" cy="512763"/>
        </p:xfrm>
        <a:graphic>
          <a:graphicData uri="http://schemas.openxmlformats.org/presentationml/2006/ole">
            <mc:AlternateContent xmlns:mc="http://schemas.openxmlformats.org/markup-compatibility/2006">
              <mc:Choice xmlns:v="urn:schemas-microsoft-com:vml" Requires="v">
                <p:oleObj name="Equation" r:id="rId20" imgW="85632" imgH="152280" progId="Equation.3">
                  <p:embed/>
                </p:oleObj>
              </mc:Choice>
              <mc:Fallback>
                <p:oleObj name="Equation" r:id="rId20" imgW="85632" imgH="152280" progId="Equation.3">
                  <p:embed/>
                  <p:pic>
                    <p:nvPicPr>
                      <p:cNvPr id="6168" name="Object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51050" y="3775075"/>
                        <a:ext cx="371475"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9" name="Object 25"/>
          <p:cNvGraphicFramePr>
            <a:graphicFrameLocks noChangeAspect="1"/>
          </p:cNvGraphicFramePr>
          <p:nvPr/>
        </p:nvGraphicFramePr>
        <p:xfrm>
          <a:off x="971550" y="3500438"/>
          <a:ext cx="371475" cy="512762"/>
        </p:xfrm>
        <a:graphic>
          <a:graphicData uri="http://schemas.openxmlformats.org/presentationml/2006/ole">
            <mc:AlternateContent xmlns:mc="http://schemas.openxmlformats.org/markup-compatibility/2006">
              <mc:Choice xmlns:v="urn:schemas-microsoft-com:vml" Requires="v">
                <p:oleObj name="Equation" r:id="rId22" imgW="85632" imgH="152280" progId="Equation.3">
                  <p:embed/>
                </p:oleObj>
              </mc:Choice>
              <mc:Fallback>
                <p:oleObj name="Equation" r:id="rId22" imgW="85632" imgH="152280" progId="Equation.3">
                  <p:embed/>
                  <p:pic>
                    <p:nvPicPr>
                      <p:cNvPr id="6169" name="Object 2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71550" y="3500438"/>
                        <a:ext cx="371475"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70" name="Oval 26"/>
          <p:cNvSpPr>
            <a:spLocks noChangeArrowheads="1"/>
          </p:cNvSpPr>
          <p:nvPr/>
        </p:nvSpPr>
        <p:spPr bwMode="auto">
          <a:xfrm>
            <a:off x="6084888" y="2708275"/>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71" name="Oval 27"/>
          <p:cNvSpPr>
            <a:spLocks noChangeArrowheads="1"/>
          </p:cNvSpPr>
          <p:nvPr/>
        </p:nvSpPr>
        <p:spPr bwMode="auto">
          <a:xfrm>
            <a:off x="6156325" y="3716338"/>
            <a:ext cx="142875"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72" name="Oval 28"/>
          <p:cNvSpPr>
            <a:spLocks noChangeArrowheads="1"/>
          </p:cNvSpPr>
          <p:nvPr/>
        </p:nvSpPr>
        <p:spPr bwMode="auto">
          <a:xfrm>
            <a:off x="6156325" y="4797425"/>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73" name="Oval 29"/>
          <p:cNvSpPr>
            <a:spLocks noChangeArrowheads="1"/>
          </p:cNvSpPr>
          <p:nvPr/>
        </p:nvSpPr>
        <p:spPr bwMode="auto">
          <a:xfrm>
            <a:off x="7958138" y="3736975"/>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174" name="Line 30"/>
          <p:cNvSpPr>
            <a:spLocks noChangeShapeType="1"/>
          </p:cNvSpPr>
          <p:nvPr/>
        </p:nvSpPr>
        <p:spPr bwMode="auto">
          <a:xfrm>
            <a:off x="6227763" y="3789363"/>
            <a:ext cx="17287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5" name="Line 31"/>
          <p:cNvSpPr>
            <a:spLocks noChangeShapeType="1"/>
          </p:cNvSpPr>
          <p:nvPr/>
        </p:nvSpPr>
        <p:spPr bwMode="auto">
          <a:xfrm>
            <a:off x="6156325" y="2781300"/>
            <a:ext cx="1800225"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6" name="Line 32"/>
          <p:cNvSpPr>
            <a:spLocks noChangeShapeType="1"/>
          </p:cNvSpPr>
          <p:nvPr/>
        </p:nvSpPr>
        <p:spPr bwMode="auto">
          <a:xfrm flipV="1">
            <a:off x="6227763" y="3860800"/>
            <a:ext cx="1728787"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77" name="Freeform 33"/>
          <p:cNvSpPr>
            <a:spLocks/>
          </p:cNvSpPr>
          <p:nvPr/>
        </p:nvSpPr>
        <p:spPr bwMode="auto">
          <a:xfrm>
            <a:off x="6156325" y="2852738"/>
            <a:ext cx="311150" cy="863600"/>
          </a:xfrm>
          <a:custGeom>
            <a:avLst/>
            <a:gdLst>
              <a:gd name="T0" fmla="*/ 0 w 196"/>
              <a:gd name="T1" fmla="*/ 0 h 544"/>
              <a:gd name="T2" fmla="*/ 2147483647 w 196"/>
              <a:gd name="T3" fmla="*/ 2147483647 h 544"/>
              <a:gd name="T4" fmla="*/ 2147483647 w 196"/>
              <a:gd name="T5" fmla="*/ 2147483647 h 544"/>
              <a:gd name="T6" fmla="*/ 0 60000 65536"/>
              <a:gd name="T7" fmla="*/ 0 60000 65536"/>
              <a:gd name="T8" fmla="*/ 0 60000 65536"/>
              <a:gd name="T9" fmla="*/ 0 w 196"/>
              <a:gd name="T10" fmla="*/ 0 h 544"/>
              <a:gd name="T11" fmla="*/ 196 w 196"/>
              <a:gd name="T12" fmla="*/ 544 h 544"/>
            </a:gdLst>
            <a:ahLst/>
            <a:cxnLst>
              <a:cxn ang="T6">
                <a:pos x="T0" y="T1"/>
              </a:cxn>
              <a:cxn ang="T7">
                <a:pos x="T2" y="T3"/>
              </a:cxn>
              <a:cxn ang="T8">
                <a:pos x="T4" y="T5"/>
              </a:cxn>
            </a:cxnLst>
            <a:rect l="T9" t="T10" r="T11" b="T12"/>
            <a:pathLst>
              <a:path w="196" h="544">
                <a:moveTo>
                  <a:pt x="0" y="0"/>
                </a:moveTo>
                <a:cubicBezTo>
                  <a:pt x="83" y="45"/>
                  <a:pt x="166" y="91"/>
                  <a:pt x="181" y="182"/>
                </a:cubicBezTo>
                <a:cubicBezTo>
                  <a:pt x="196" y="273"/>
                  <a:pt x="143" y="408"/>
                  <a:pt x="91" y="54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8" name="Freeform 34"/>
          <p:cNvSpPr>
            <a:spLocks/>
          </p:cNvSpPr>
          <p:nvPr/>
        </p:nvSpPr>
        <p:spPr bwMode="auto">
          <a:xfrm>
            <a:off x="6227763" y="3789363"/>
            <a:ext cx="288925" cy="1152525"/>
          </a:xfrm>
          <a:custGeom>
            <a:avLst/>
            <a:gdLst>
              <a:gd name="T0" fmla="*/ 0 w 182"/>
              <a:gd name="T1" fmla="*/ 0 h 726"/>
              <a:gd name="T2" fmla="*/ 2147483647 w 182"/>
              <a:gd name="T3" fmla="*/ 2147483647 h 726"/>
              <a:gd name="T4" fmla="*/ 0 w 182"/>
              <a:gd name="T5" fmla="*/ 2147483647 h 726"/>
              <a:gd name="T6" fmla="*/ 0 60000 65536"/>
              <a:gd name="T7" fmla="*/ 0 60000 65536"/>
              <a:gd name="T8" fmla="*/ 0 60000 65536"/>
              <a:gd name="T9" fmla="*/ 0 w 182"/>
              <a:gd name="T10" fmla="*/ 0 h 726"/>
              <a:gd name="T11" fmla="*/ 182 w 182"/>
              <a:gd name="T12" fmla="*/ 726 h 726"/>
            </a:gdLst>
            <a:ahLst/>
            <a:cxnLst>
              <a:cxn ang="T6">
                <a:pos x="T0" y="T1"/>
              </a:cxn>
              <a:cxn ang="T7">
                <a:pos x="T2" y="T3"/>
              </a:cxn>
              <a:cxn ang="T8">
                <a:pos x="T4" y="T5"/>
              </a:cxn>
            </a:cxnLst>
            <a:rect l="T9" t="T10" r="T11" b="T12"/>
            <a:pathLst>
              <a:path w="182" h="726">
                <a:moveTo>
                  <a:pt x="0" y="0"/>
                </a:moveTo>
                <a:cubicBezTo>
                  <a:pt x="91" y="53"/>
                  <a:pt x="182" y="106"/>
                  <a:pt x="182" y="227"/>
                </a:cubicBezTo>
                <a:cubicBezTo>
                  <a:pt x="182" y="348"/>
                  <a:pt x="91" y="537"/>
                  <a:pt x="0" y="72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79" name="Freeform 35"/>
          <p:cNvSpPr>
            <a:spLocks/>
          </p:cNvSpPr>
          <p:nvPr/>
        </p:nvSpPr>
        <p:spPr bwMode="auto">
          <a:xfrm>
            <a:off x="5856288" y="2852738"/>
            <a:ext cx="300037" cy="936625"/>
          </a:xfrm>
          <a:custGeom>
            <a:avLst/>
            <a:gdLst>
              <a:gd name="T0" fmla="*/ 2147483647 w 189"/>
              <a:gd name="T1" fmla="*/ 0 h 590"/>
              <a:gd name="T2" fmla="*/ 2147483647 w 189"/>
              <a:gd name="T3" fmla="*/ 2147483647 h 590"/>
              <a:gd name="T4" fmla="*/ 2147483647 w 189"/>
              <a:gd name="T5" fmla="*/ 2147483647 h 590"/>
              <a:gd name="T6" fmla="*/ 0 60000 65536"/>
              <a:gd name="T7" fmla="*/ 0 60000 65536"/>
              <a:gd name="T8" fmla="*/ 0 60000 65536"/>
              <a:gd name="T9" fmla="*/ 0 w 189"/>
              <a:gd name="T10" fmla="*/ 0 h 590"/>
              <a:gd name="T11" fmla="*/ 189 w 189"/>
              <a:gd name="T12" fmla="*/ 590 h 590"/>
            </a:gdLst>
            <a:ahLst/>
            <a:cxnLst>
              <a:cxn ang="T6">
                <a:pos x="T0" y="T1"/>
              </a:cxn>
              <a:cxn ang="T7">
                <a:pos x="T2" y="T3"/>
              </a:cxn>
              <a:cxn ang="T8">
                <a:pos x="T4" y="T5"/>
              </a:cxn>
            </a:cxnLst>
            <a:rect l="T9" t="T10" r="T11" b="T12"/>
            <a:pathLst>
              <a:path w="189" h="590">
                <a:moveTo>
                  <a:pt x="144" y="0"/>
                </a:moveTo>
                <a:cubicBezTo>
                  <a:pt x="72" y="19"/>
                  <a:pt x="0" y="38"/>
                  <a:pt x="7" y="136"/>
                </a:cubicBezTo>
                <a:cubicBezTo>
                  <a:pt x="14" y="234"/>
                  <a:pt x="101" y="412"/>
                  <a:pt x="189" y="59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6180" name="Object 36"/>
          <p:cNvGraphicFramePr>
            <a:graphicFrameLocks noChangeAspect="1"/>
          </p:cNvGraphicFramePr>
          <p:nvPr/>
        </p:nvGraphicFramePr>
        <p:xfrm>
          <a:off x="5940425" y="2349500"/>
          <a:ext cx="307975" cy="358775"/>
        </p:xfrm>
        <a:graphic>
          <a:graphicData uri="http://schemas.openxmlformats.org/presentationml/2006/ole">
            <mc:AlternateContent xmlns:mc="http://schemas.openxmlformats.org/markup-compatibility/2006">
              <mc:Choice xmlns:v="urn:schemas-microsoft-com:vml" Requires="v">
                <p:oleObj name="Equation" r:id="rId2" imgW="76177" imgH="104760" progId="Equation.3">
                  <p:embed/>
                </p:oleObj>
              </mc:Choice>
              <mc:Fallback>
                <p:oleObj name="Equation" r:id="rId2" imgW="76177" imgH="104760" progId="Equation.3">
                  <p:embed/>
                  <p:pic>
                    <p:nvPicPr>
                      <p:cNvPr id="618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40425" y="2349500"/>
                        <a:ext cx="3079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81" name="Freeform 37"/>
          <p:cNvSpPr>
            <a:spLocks/>
          </p:cNvSpPr>
          <p:nvPr/>
        </p:nvSpPr>
        <p:spPr bwMode="auto">
          <a:xfrm>
            <a:off x="5867400" y="3789363"/>
            <a:ext cx="360363" cy="1079500"/>
          </a:xfrm>
          <a:custGeom>
            <a:avLst/>
            <a:gdLst>
              <a:gd name="T0" fmla="*/ 2147483647 w 227"/>
              <a:gd name="T1" fmla="*/ 0 h 680"/>
              <a:gd name="T2" fmla="*/ 0 w 227"/>
              <a:gd name="T3" fmla="*/ 2147483647 h 680"/>
              <a:gd name="T4" fmla="*/ 2147483647 w 227"/>
              <a:gd name="T5" fmla="*/ 2147483647 h 680"/>
              <a:gd name="T6" fmla="*/ 0 60000 65536"/>
              <a:gd name="T7" fmla="*/ 0 60000 65536"/>
              <a:gd name="T8" fmla="*/ 0 60000 65536"/>
              <a:gd name="T9" fmla="*/ 0 w 227"/>
              <a:gd name="T10" fmla="*/ 0 h 680"/>
              <a:gd name="T11" fmla="*/ 227 w 227"/>
              <a:gd name="T12" fmla="*/ 680 h 680"/>
            </a:gdLst>
            <a:ahLst/>
            <a:cxnLst>
              <a:cxn ang="T6">
                <a:pos x="T0" y="T1"/>
              </a:cxn>
              <a:cxn ang="T7">
                <a:pos x="T2" y="T3"/>
              </a:cxn>
              <a:cxn ang="T8">
                <a:pos x="T4" y="T5"/>
              </a:cxn>
            </a:cxnLst>
            <a:rect l="T9" t="T10" r="T11" b="T12"/>
            <a:pathLst>
              <a:path w="227" h="680">
                <a:moveTo>
                  <a:pt x="227" y="0"/>
                </a:moveTo>
                <a:cubicBezTo>
                  <a:pt x="113" y="79"/>
                  <a:pt x="0" y="159"/>
                  <a:pt x="0" y="272"/>
                </a:cubicBezTo>
                <a:cubicBezTo>
                  <a:pt x="0" y="385"/>
                  <a:pt x="113" y="532"/>
                  <a:pt x="227" y="6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6182" name="Object 38"/>
          <p:cNvGraphicFramePr>
            <a:graphicFrameLocks noChangeAspect="1"/>
          </p:cNvGraphicFramePr>
          <p:nvPr/>
        </p:nvGraphicFramePr>
        <p:xfrm>
          <a:off x="5651500" y="3573463"/>
          <a:ext cx="322263" cy="347662"/>
        </p:xfrm>
        <a:graphic>
          <a:graphicData uri="http://schemas.openxmlformats.org/presentationml/2006/ole">
            <mc:AlternateContent xmlns:mc="http://schemas.openxmlformats.org/markup-compatibility/2006">
              <mc:Choice xmlns:v="urn:schemas-microsoft-com:vml" Requires="v">
                <p:oleObj name="Equation" r:id="rId4" imgW="76177" imgH="85860" progId="Equation.3">
                  <p:embed/>
                </p:oleObj>
              </mc:Choice>
              <mc:Fallback>
                <p:oleObj name="Equation" r:id="rId4" imgW="76177" imgH="85860" progId="Equation.3">
                  <p:embed/>
                  <p:pic>
                    <p:nvPicPr>
                      <p:cNvPr id="6182" name="Object 3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651500" y="3573463"/>
                        <a:ext cx="322263"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3" name="Object 39"/>
          <p:cNvGraphicFramePr>
            <a:graphicFrameLocks noChangeAspect="1"/>
          </p:cNvGraphicFramePr>
          <p:nvPr/>
        </p:nvGraphicFramePr>
        <p:xfrm>
          <a:off x="5795963" y="4868863"/>
          <a:ext cx="371475" cy="369887"/>
        </p:xfrm>
        <a:graphic>
          <a:graphicData uri="http://schemas.openxmlformats.org/presentationml/2006/ole">
            <mc:AlternateContent xmlns:mc="http://schemas.openxmlformats.org/markup-compatibility/2006">
              <mc:Choice xmlns:v="urn:schemas-microsoft-com:vml" Requires="v">
                <p:oleObj name="Equation" r:id="rId8" imgW="85632" imgH="85860" progId="Equation.3">
                  <p:embed/>
                </p:oleObj>
              </mc:Choice>
              <mc:Fallback>
                <p:oleObj name="Equation" r:id="rId8" imgW="85632" imgH="85860" progId="Equation.3">
                  <p:embed/>
                  <p:pic>
                    <p:nvPicPr>
                      <p:cNvPr id="6183" name="Object 3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795963" y="4868863"/>
                        <a:ext cx="371475"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4" name="Object 40"/>
          <p:cNvGraphicFramePr>
            <a:graphicFrameLocks noChangeAspect="1"/>
          </p:cNvGraphicFramePr>
          <p:nvPr/>
        </p:nvGraphicFramePr>
        <p:xfrm>
          <a:off x="8316913" y="3644900"/>
          <a:ext cx="333375" cy="360363"/>
        </p:xfrm>
        <a:graphic>
          <a:graphicData uri="http://schemas.openxmlformats.org/presentationml/2006/ole">
            <mc:AlternateContent xmlns:mc="http://schemas.openxmlformats.org/markup-compatibility/2006">
              <mc:Choice xmlns:v="urn:schemas-microsoft-com:vml" Requires="v">
                <p:oleObj name="Equation" r:id="rId6" imgW="76177" imgH="85860" progId="Equation.3">
                  <p:embed/>
                </p:oleObj>
              </mc:Choice>
              <mc:Fallback>
                <p:oleObj name="Equation" r:id="rId6" imgW="76177" imgH="85860" progId="Equation.3">
                  <p:embed/>
                  <p:pic>
                    <p:nvPicPr>
                      <p:cNvPr id="6184" name="Object 4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316913" y="3644900"/>
                        <a:ext cx="333375"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5" name="Object 41"/>
          <p:cNvGraphicFramePr>
            <a:graphicFrameLocks noChangeAspect="1"/>
          </p:cNvGraphicFramePr>
          <p:nvPr/>
        </p:nvGraphicFramePr>
        <p:xfrm>
          <a:off x="7164388" y="2781300"/>
          <a:ext cx="314325" cy="484188"/>
        </p:xfrm>
        <a:graphic>
          <a:graphicData uri="http://schemas.openxmlformats.org/presentationml/2006/ole">
            <mc:AlternateContent xmlns:mc="http://schemas.openxmlformats.org/markup-compatibility/2006">
              <mc:Choice xmlns:v="urn:schemas-microsoft-com:vml" Requires="v">
                <p:oleObj name="Equation" r:id="rId10" imgW="66723" imgH="142830" progId="Equation.3">
                  <p:embed/>
                </p:oleObj>
              </mc:Choice>
              <mc:Fallback>
                <p:oleObj name="Equation" r:id="rId10" imgW="66723" imgH="142830" progId="Equation.3">
                  <p:embed/>
                  <p:pic>
                    <p:nvPicPr>
                      <p:cNvPr id="6185"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64388" y="2781300"/>
                        <a:ext cx="31432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6" name="Object 42"/>
          <p:cNvGraphicFramePr>
            <a:graphicFrameLocks noChangeAspect="1"/>
          </p:cNvGraphicFramePr>
          <p:nvPr/>
        </p:nvGraphicFramePr>
        <p:xfrm>
          <a:off x="7308850" y="4292600"/>
          <a:ext cx="371475" cy="484188"/>
        </p:xfrm>
        <a:graphic>
          <a:graphicData uri="http://schemas.openxmlformats.org/presentationml/2006/ole">
            <mc:AlternateContent xmlns:mc="http://schemas.openxmlformats.org/markup-compatibility/2006">
              <mc:Choice xmlns:v="urn:schemas-microsoft-com:vml" Requires="v">
                <p:oleObj name="Equation" r:id="rId12" imgW="85632" imgH="142830" progId="Equation.3">
                  <p:embed/>
                </p:oleObj>
              </mc:Choice>
              <mc:Fallback>
                <p:oleObj name="Equation" r:id="rId12" imgW="85632" imgH="142830" progId="Equation.3">
                  <p:embed/>
                  <p:pic>
                    <p:nvPicPr>
                      <p:cNvPr id="6186" name="Object 4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308850" y="4292600"/>
                        <a:ext cx="37147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7" name="Object 43"/>
          <p:cNvGraphicFramePr>
            <a:graphicFrameLocks noChangeAspect="1"/>
          </p:cNvGraphicFramePr>
          <p:nvPr/>
        </p:nvGraphicFramePr>
        <p:xfrm>
          <a:off x="6804025" y="3429000"/>
          <a:ext cx="342900" cy="512763"/>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6187" name="Object 4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804025" y="3429000"/>
                        <a:ext cx="3429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8" name="Object 44"/>
          <p:cNvGraphicFramePr>
            <a:graphicFrameLocks noChangeAspect="1"/>
          </p:cNvGraphicFramePr>
          <p:nvPr/>
        </p:nvGraphicFramePr>
        <p:xfrm>
          <a:off x="6227763" y="3068638"/>
          <a:ext cx="371475" cy="484187"/>
        </p:xfrm>
        <a:graphic>
          <a:graphicData uri="http://schemas.openxmlformats.org/presentationml/2006/ole">
            <mc:AlternateContent xmlns:mc="http://schemas.openxmlformats.org/markup-compatibility/2006">
              <mc:Choice xmlns:v="urn:schemas-microsoft-com:vml" Requires="v">
                <p:oleObj name="Equation" r:id="rId16" imgW="85632" imgH="142830" progId="Equation.3">
                  <p:embed/>
                </p:oleObj>
              </mc:Choice>
              <mc:Fallback>
                <p:oleObj name="Equation" r:id="rId16" imgW="85632" imgH="142830" progId="Equation.3">
                  <p:embed/>
                  <p:pic>
                    <p:nvPicPr>
                      <p:cNvPr id="6188" name="Object 4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27763" y="3068638"/>
                        <a:ext cx="3714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89" name="Object 45"/>
          <p:cNvGraphicFramePr>
            <a:graphicFrameLocks noChangeAspect="1"/>
          </p:cNvGraphicFramePr>
          <p:nvPr/>
        </p:nvGraphicFramePr>
        <p:xfrm>
          <a:off x="5580063" y="2924175"/>
          <a:ext cx="342900" cy="512763"/>
        </p:xfrm>
        <a:graphic>
          <a:graphicData uri="http://schemas.openxmlformats.org/presentationml/2006/ole">
            <mc:AlternateContent xmlns:mc="http://schemas.openxmlformats.org/markup-compatibility/2006">
              <mc:Choice xmlns:v="urn:schemas-microsoft-com:vml" Requires="v">
                <p:oleObj name="Equation" r:id="rId18" imgW="76177" imgH="152280" progId="Equation.3">
                  <p:embed/>
                </p:oleObj>
              </mc:Choice>
              <mc:Fallback>
                <p:oleObj name="Equation" r:id="rId18" imgW="76177" imgH="152280" progId="Equation.3">
                  <p:embed/>
                  <p:pic>
                    <p:nvPicPr>
                      <p:cNvPr id="6189" name="Object 4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580063" y="2924175"/>
                        <a:ext cx="3429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0" name="Object 46"/>
          <p:cNvGraphicFramePr>
            <a:graphicFrameLocks noChangeAspect="1"/>
          </p:cNvGraphicFramePr>
          <p:nvPr/>
        </p:nvGraphicFramePr>
        <p:xfrm>
          <a:off x="6372225" y="4076700"/>
          <a:ext cx="371475" cy="512763"/>
        </p:xfrm>
        <a:graphic>
          <a:graphicData uri="http://schemas.openxmlformats.org/presentationml/2006/ole">
            <mc:AlternateContent xmlns:mc="http://schemas.openxmlformats.org/markup-compatibility/2006">
              <mc:Choice xmlns:v="urn:schemas-microsoft-com:vml" Requires="v">
                <p:oleObj name="Equation" r:id="rId20" imgW="85632" imgH="152280" progId="Equation.3">
                  <p:embed/>
                </p:oleObj>
              </mc:Choice>
              <mc:Fallback>
                <p:oleObj name="Equation" r:id="rId20" imgW="85632" imgH="152280" progId="Equation.3">
                  <p:embed/>
                  <p:pic>
                    <p:nvPicPr>
                      <p:cNvPr id="6190" name="Object 4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372225" y="4076700"/>
                        <a:ext cx="371475"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1" name="Object 47"/>
          <p:cNvGraphicFramePr>
            <a:graphicFrameLocks noChangeAspect="1"/>
          </p:cNvGraphicFramePr>
          <p:nvPr/>
        </p:nvGraphicFramePr>
        <p:xfrm>
          <a:off x="5508625" y="4005263"/>
          <a:ext cx="371475" cy="512762"/>
        </p:xfrm>
        <a:graphic>
          <a:graphicData uri="http://schemas.openxmlformats.org/presentationml/2006/ole">
            <mc:AlternateContent xmlns:mc="http://schemas.openxmlformats.org/markup-compatibility/2006">
              <mc:Choice xmlns:v="urn:schemas-microsoft-com:vml" Requires="v">
                <p:oleObj name="Equation" r:id="rId22" imgW="85632" imgH="152280" progId="Equation.3">
                  <p:embed/>
                </p:oleObj>
              </mc:Choice>
              <mc:Fallback>
                <p:oleObj name="Equation" r:id="rId22" imgW="85632" imgH="152280" progId="Equation.3">
                  <p:embed/>
                  <p:pic>
                    <p:nvPicPr>
                      <p:cNvPr id="6191" name="Object 4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508625" y="4005263"/>
                        <a:ext cx="371475"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Definition 7-1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是任意图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中经过</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所有边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一次且仅一次的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路</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轨迹或</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中经过所有边一次且仅一次的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回路</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称为</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回路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回路的图称为</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图</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或简称为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轨迹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但反过来一般不成立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中的图中存在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轨迹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但不存在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8195" name="Oval 3"/>
          <p:cNvSpPr>
            <a:spLocks noChangeArrowheads="1"/>
          </p:cNvSpPr>
          <p:nvPr/>
        </p:nvSpPr>
        <p:spPr bwMode="auto">
          <a:xfrm>
            <a:off x="2339975" y="2349500"/>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196" name="Oval 4"/>
          <p:cNvSpPr>
            <a:spLocks noChangeArrowheads="1"/>
          </p:cNvSpPr>
          <p:nvPr/>
        </p:nvSpPr>
        <p:spPr bwMode="auto">
          <a:xfrm>
            <a:off x="1331913" y="328453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197" name="Oval 5"/>
          <p:cNvSpPr>
            <a:spLocks noChangeArrowheads="1"/>
          </p:cNvSpPr>
          <p:nvPr/>
        </p:nvSpPr>
        <p:spPr bwMode="auto">
          <a:xfrm>
            <a:off x="3276600" y="3284538"/>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198" name="Oval 6"/>
          <p:cNvSpPr>
            <a:spLocks noChangeArrowheads="1"/>
          </p:cNvSpPr>
          <p:nvPr/>
        </p:nvSpPr>
        <p:spPr bwMode="auto">
          <a:xfrm>
            <a:off x="1331913" y="47974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199" name="Oval 7"/>
          <p:cNvSpPr>
            <a:spLocks noChangeArrowheads="1"/>
          </p:cNvSpPr>
          <p:nvPr/>
        </p:nvSpPr>
        <p:spPr bwMode="auto">
          <a:xfrm>
            <a:off x="3276600" y="47974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200" name="Line 8"/>
          <p:cNvSpPr>
            <a:spLocks noChangeShapeType="1"/>
          </p:cNvSpPr>
          <p:nvPr/>
        </p:nvSpPr>
        <p:spPr bwMode="auto">
          <a:xfrm flipH="1">
            <a:off x="1403350" y="2420938"/>
            <a:ext cx="1008063"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 name="Line 9"/>
          <p:cNvSpPr>
            <a:spLocks noChangeShapeType="1"/>
          </p:cNvSpPr>
          <p:nvPr/>
        </p:nvSpPr>
        <p:spPr bwMode="auto">
          <a:xfrm>
            <a:off x="2411413" y="2420938"/>
            <a:ext cx="1008062"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10"/>
          <p:cNvSpPr>
            <a:spLocks noChangeShapeType="1"/>
          </p:cNvSpPr>
          <p:nvPr/>
        </p:nvSpPr>
        <p:spPr bwMode="auto">
          <a:xfrm>
            <a:off x="1403350" y="3357563"/>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11"/>
          <p:cNvSpPr>
            <a:spLocks noChangeShapeType="1"/>
          </p:cNvSpPr>
          <p:nvPr/>
        </p:nvSpPr>
        <p:spPr bwMode="auto">
          <a:xfrm>
            <a:off x="3348038" y="3357563"/>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Line 12"/>
          <p:cNvSpPr>
            <a:spLocks noChangeShapeType="1"/>
          </p:cNvSpPr>
          <p:nvPr/>
        </p:nvSpPr>
        <p:spPr bwMode="auto">
          <a:xfrm>
            <a:off x="1403350" y="4868863"/>
            <a:ext cx="1944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 name="Line 13"/>
          <p:cNvSpPr>
            <a:spLocks noChangeShapeType="1"/>
          </p:cNvSpPr>
          <p:nvPr/>
        </p:nvSpPr>
        <p:spPr bwMode="auto">
          <a:xfrm>
            <a:off x="1403350" y="3357563"/>
            <a:ext cx="19446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Oval 14"/>
          <p:cNvSpPr>
            <a:spLocks noChangeArrowheads="1"/>
          </p:cNvSpPr>
          <p:nvPr/>
        </p:nvSpPr>
        <p:spPr bwMode="auto">
          <a:xfrm>
            <a:off x="6300788" y="220503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207" name="Oval 15"/>
          <p:cNvSpPr>
            <a:spLocks noChangeArrowheads="1"/>
          </p:cNvSpPr>
          <p:nvPr/>
        </p:nvSpPr>
        <p:spPr bwMode="auto">
          <a:xfrm>
            <a:off x="5219700" y="3141663"/>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208" name="Oval 16"/>
          <p:cNvSpPr>
            <a:spLocks noChangeArrowheads="1"/>
          </p:cNvSpPr>
          <p:nvPr/>
        </p:nvSpPr>
        <p:spPr bwMode="auto">
          <a:xfrm>
            <a:off x="7451725" y="3068638"/>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209" name="Oval 17"/>
          <p:cNvSpPr>
            <a:spLocks noChangeArrowheads="1"/>
          </p:cNvSpPr>
          <p:nvPr/>
        </p:nvSpPr>
        <p:spPr bwMode="auto">
          <a:xfrm>
            <a:off x="5867400" y="45815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210" name="Oval 18"/>
          <p:cNvSpPr>
            <a:spLocks noChangeArrowheads="1"/>
          </p:cNvSpPr>
          <p:nvPr/>
        </p:nvSpPr>
        <p:spPr bwMode="auto">
          <a:xfrm>
            <a:off x="6948488" y="45815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8211" name="Object 19"/>
          <p:cNvGraphicFramePr>
            <a:graphicFrameLocks noChangeAspect="1"/>
          </p:cNvGraphicFramePr>
          <p:nvPr/>
        </p:nvGraphicFramePr>
        <p:xfrm>
          <a:off x="6156325" y="1557338"/>
          <a:ext cx="396875" cy="612775"/>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8211"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557338"/>
                        <a:ext cx="39687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2" name="Object 20"/>
          <p:cNvGraphicFramePr>
            <a:graphicFrameLocks noChangeAspect="1"/>
          </p:cNvGraphicFramePr>
          <p:nvPr>
            <p:extLst>
              <p:ext uri="{D42A27DB-BD31-4B8C-83A1-F6EECF244321}">
                <p14:modId xmlns:p14="http://schemas.microsoft.com/office/powerpoint/2010/main" val="969725699"/>
              </p:ext>
            </p:extLst>
          </p:nvPr>
        </p:nvGraphicFramePr>
        <p:xfrm>
          <a:off x="4679752" y="2852738"/>
          <a:ext cx="468312" cy="612775"/>
        </p:xfrm>
        <a:graphic>
          <a:graphicData uri="http://schemas.openxmlformats.org/presentationml/2006/ole">
            <mc:AlternateContent xmlns:mc="http://schemas.openxmlformats.org/markup-compatibility/2006">
              <mc:Choice xmlns:v="urn:schemas-microsoft-com:vml" Requires="v">
                <p:oleObj name="Equation" r:id="rId4" imgW="85632" imgH="142830" progId="Equation.3">
                  <p:embed/>
                </p:oleObj>
              </mc:Choice>
              <mc:Fallback>
                <p:oleObj name="Equation" r:id="rId4" imgW="85632" imgH="142830" progId="Equation.3">
                  <p:embed/>
                  <p:pic>
                    <p:nvPicPr>
                      <p:cNvPr id="8212"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752" y="2852738"/>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3" name="Object 21"/>
          <p:cNvGraphicFramePr>
            <a:graphicFrameLocks noChangeAspect="1"/>
          </p:cNvGraphicFramePr>
          <p:nvPr>
            <p:extLst>
              <p:ext uri="{D42A27DB-BD31-4B8C-83A1-F6EECF244321}">
                <p14:modId xmlns:p14="http://schemas.microsoft.com/office/powerpoint/2010/main" val="2522923411"/>
              </p:ext>
            </p:extLst>
          </p:nvPr>
        </p:nvGraphicFramePr>
        <p:xfrm>
          <a:off x="5434757" y="4507904"/>
          <a:ext cx="433387" cy="649288"/>
        </p:xfrm>
        <a:graphic>
          <a:graphicData uri="http://schemas.openxmlformats.org/presentationml/2006/ole">
            <mc:AlternateContent xmlns:mc="http://schemas.openxmlformats.org/markup-compatibility/2006">
              <mc:Choice xmlns:v="urn:schemas-microsoft-com:vml" Requires="v">
                <p:oleObj name="Equation" r:id="rId6" imgW="76177" imgH="152280" progId="Equation.3">
                  <p:embed/>
                </p:oleObj>
              </mc:Choice>
              <mc:Fallback>
                <p:oleObj name="Equation" r:id="rId6" imgW="76177" imgH="152280" progId="Equation.3">
                  <p:embed/>
                  <p:pic>
                    <p:nvPicPr>
                      <p:cNvPr id="8213"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4757" y="4507904"/>
                        <a:ext cx="433387"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4" name="Object 22"/>
          <p:cNvGraphicFramePr>
            <a:graphicFrameLocks noChangeAspect="1"/>
          </p:cNvGraphicFramePr>
          <p:nvPr>
            <p:extLst>
              <p:ext uri="{D42A27DB-BD31-4B8C-83A1-F6EECF244321}">
                <p14:modId xmlns:p14="http://schemas.microsoft.com/office/powerpoint/2010/main" val="4268504907"/>
              </p:ext>
            </p:extLst>
          </p:nvPr>
        </p:nvGraphicFramePr>
        <p:xfrm>
          <a:off x="7129463" y="4581128"/>
          <a:ext cx="468312" cy="612775"/>
        </p:xfrm>
        <a:graphic>
          <a:graphicData uri="http://schemas.openxmlformats.org/presentationml/2006/ole">
            <mc:AlternateContent xmlns:mc="http://schemas.openxmlformats.org/markup-compatibility/2006">
              <mc:Choice xmlns:v="urn:schemas-microsoft-com:vml" Requires="v">
                <p:oleObj name="Equation" r:id="rId8" imgW="85632" imgH="142830" progId="Equation.3">
                  <p:embed/>
                </p:oleObj>
              </mc:Choice>
              <mc:Fallback>
                <p:oleObj name="Equation" r:id="rId8" imgW="85632" imgH="142830" progId="Equation.3">
                  <p:embed/>
                  <p:pic>
                    <p:nvPicPr>
                      <p:cNvPr id="8214"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9463" y="4581128"/>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5" name="Object 23"/>
          <p:cNvGraphicFramePr>
            <a:graphicFrameLocks noChangeAspect="1"/>
          </p:cNvGraphicFramePr>
          <p:nvPr>
            <p:extLst>
              <p:ext uri="{D42A27DB-BD31-4B8C-83A1-F6EECF244321}">
                <p14:modId xmlns:p14="http://schemas.microsoft.com/office/powerpoint/2010/main" val="3202634828"/>
              </p:ext>
            </p:extLst>
          </p:nvPr>
        </p:nvGraphicFramePr>
        <p:xfrm>
          <a:off x="7668344" y="2925316"/>
          <a:ext cx="433388" cy="647700"/>
        </p:xfrm>
        <a:graphic>
          <a:graphicData uri="http://schemas.openxmlformats.org/presentationml/2006/ole">
            <mc:AlternateContent xmlns:mc="http://schemas.openxmlformats.org/markup-compatibility/2006">
              <mc:Choice xmlns:v="urn:schemas-microsoft-com:vml" Requires="v">
                <p:oleObj name="Equation" r:id="rId10" imgW="76177" imgH="152280" progId="Equation.3">
                  <p:embed/>
                </p:oleObj>
              </mc:Choice>
              <mc:Fallback>
                <p:oleObj name="Equation" r:id="rId10" imgW="76177" imgH="152280" progId="Equation.3">
                  <p:embed/>
                  <p:pic>
                    <p:nvPicPr>
                      <p:cNvPr id="8215"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68344" y="2925316"/>
                        <a:ext cx="43338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6" name="Object 24"/>
          <p:cNvGraphicFramePr>
            <a:graphicFrameLocks noChangeAspect="1"/>
          </p:cNvGraphicFramePr>
          <p:nvPr/>
        </p:nvGraphicFramePr>
        <p:xfrm>
          <a:off x="6156325" y="5084763"/>
          <a:ext cx="649288" cy="576262"/>
        </p:xfrm>
        <a:graphic>
          <a:graphicData uri="http://schemas.openxmlformats.org/presentationml/2006/ole">
            <mc:AlternateContent xmlns:mc="http://schemas.openxmlformats.org/markup-compatibility/2006">
              <mc:Choice xmlns:v="urn:schemas-microsoft-com:vml" Requires="v">
                <p:oleObj name="Equation" r:id="rId12" imgW="152355" imgH="123930" progId="Equation.3">
                  <p:embed/>
                </p:oleObj>
              </mc:Choice>
              <mc:Fallback>
                <p:oleObj name="Equation" r:id="rId12" imgW="152355" imgH="123930" progId="Equation.3">
                  <p:embed/>
                  <p:pic>
                    <p:nvPicPr>
                      <p:cNvPr id="8216"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56325" y="5084763"/>
                        <a:ext cx="649288"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7" name="Object 25"/>
          <p:cNvGraphicFramePr>
            <a:graphicFrameLocks noChangeAspect="1"/>
          </p:cNvGraphicFramePr>
          <p:nvPr/>
        </p:nvGraphicFramePr>
        <p:xfrm>
          <a:off x="2051050" y="5157788"/>
          <a:ext cx="649288" cy="576262"/>
        </p:xfrm>
        <a:graphic>
          <a:graphicData uri="http://schemas.openxmlformats.org/presentationml/2006/ole">
            <mc:AlternateContent xmlns:mc="http://schemas.openxmlformats.org/markup-compatibility/2006">
              <mc:Choice xmlns:v="urn:schemas-microsoft-com:vml" Requires="v">
                <p:oleObj name="Equation" r:id="rId14" imgW="152355" imgH="123930" progId="Equation.3">
                  <p:embed/>
                </p:oleObj>
              </mc:Choice>
              <mc:Fallback>
                <p:oleObj name="Equation" r:id="rId14" imgW="152355" imgH="123930" progId="Equation.3">
                  <p:embed/>
                  <p:pic>
                    <p:nvPicPr>
                      <p:cNvPr id="8217"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51050" y="5157788"/>
                        <a:ext cx="649288"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8" name="Object 26"/>
          <p:cNvGraphicFramePr>
            <a:graphicFrameLocks noChangeAspect="1"/>
          </p:cNvGraphicFramePr>
          <p:nvPr/>
        </p:nvGraphicFramePr>
        <p:xfrm>
          <a:off x="1908175" y="1989138"/>
          <a:ext cx="361950" cy="396875"/>
        </p:xfrm>
        <a:graphic>
          <a:graphicData uri="http://schemas.openxmlformats.org/presentationml/2006/ole">
            <mc:AlternateContent xmlns:mc="http://schemas.openxmlformats.org/markup-compatibility/2006">
              <mc:Choice xmlns:v="urn:schemas-microsoft-com:vml" Requires="v">
                <p:oleObj name="Equation" r:id="rId16" imgW="47543" imgH="66690" progId="Equation.3">
                  <p:embed/>
                </p:oleObj>
              </mc:Choice>
              <mc:Fallback>
                <p:oleObj name="Equation" r:id="rId16" imgW="47543" imgH="66690" progId="Equation.3">
                  <p:embed/>
                  <p:pic>
                    <p:nvPicPr>
                      <p:cNvPr id="8218"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8175" y="1989138"/>
                        <a:ext cx="3619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9" name="Object 27"/>
          <p:cNvGraphicFramePr>
            <a:graphicFrameLocks noChangeAspect="1"/>
          </p:cNvGraphicFramePr>
          <p:nvPr/>
        </p:nvGraphicFramePr>
        <p:xfrm>
          <a:off x="827088" y="3014663"/>
          <a:ext cx="361950" cy="504825"/>
        </p:xfrm>
        <a:graphic>
          <a:graphicData uri="http://schemas.openxmlformats.org/presentationml/2006/ole">
            <mc:AlternateContent xmlns:mc="http://schemas.openxmlformats.org/markup-compatibility/2006">
              <mc:Choice xmlns:v="urn:schemas-microsoft-com:vml" Requires="v">
                <p:oleObj name="Equation" r:id="rId18" imgW="47543" imgH="104760" progId="Equation.3">
                  <p:embed/>
                </p:oleObj>
              </mc:Choice>
              <mc:Fallback>
                <p:oleObj name="Equation" r:id="rId18" imgW="47543" imgH="104760" progId="Equation.3">
                  <p:embed/>
                  <p:pic>
                    <p:nvPicPr>
                      <p:cNvPr id="8219"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7088" y="3014663"/>
                        <a:ext cx="3619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0" name="Object 28"/>
          <p:cNvGraphicFramePr>
            <a:graphicFrameLocks noChangeAspect="1"/>
          </p:cNvGraphicFramePr>
          <p:nvPr/>
        </p:nvGraphicFramePr>
        <p:xfrm>
          <a:off x="3581400" y="3141663"/>
          <a:ext cx="325438" cy="396875"/>
        </p:xfrm>
        <a:graphic>
          <a:graphicData uri="http://schemas.openxmlformats.org/presentationml/2006/ole">
            <mc:AlternateContent xmlns:mc="http://schemas.openxmlformats.org/markup-compatibility/2006">
              <mc:Choice xmlns:v="urn:schemas-microsoft-com:vml" Requires="v">
                <p:oleObj name="Equation" r:id="rId20" imgW="38089" imgH="66690" progId="Equation.3">
                  <p:embed/>
                </p:oleObj>
              </mc:Choice>
              <mc:Fallback>
                <p:oleObj name="Equation" r:id="rId20" imgW="38089" imgH="66690" progId="Equation.3">
                  <p:embed/>
                  <p:pic>
                    <p:nvPicPr>
                      <p:cNvPr id="822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581400" y="3141663"/>
                        <a:ext cx="3254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1" name="Object 29"/>
          <p:cNvGraphicFramePr>
            <a:graphicFrameLocks noChangeAspect="1"/>
          </p:cNvGraphicFramePr>
          <p:nvPr/>
        </p:nvGraphicFramePr>
        <p:xfrm>
          <a:off x="809625" y="4598988"/>
          <a:ext cx="398463" cy="506412"/>
        </p:xfrm>
        <a:graphic>
          <a:graphicData uri="http://schemas.openxmlformats.org/presentationml/2006/ole">
            <mc:AlternateContent xmlns:mc="http://schemas.openxmlformats.org/markup-compatibility/2006">
              <mc:Choice xmlns:v="urn:schemas-microsoft-com:vml" Requires="v">
                <p:oleObj name="Equation" r:id="rId22" imgW="66723" imgH="104760" progId="Equation.3">
                  <p:embed/>
                </p:oleObj>
              </mc:Choice>
              <mc:Fallback>
                <p:oleObj name="Equation" r:id="rId22" imgW="66723" imgH="104760" progId="Equation.3">
                  <p:embed/>
                  <p:pic>
                    <p:nvPicPr>
                      <p:cNvPr id="8221" name="Object 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09625" y="4598988"/>
                        <a:ext cx="398463"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30"/>
          <p:cNvGraphicFramePr>
            <a:graphicFrameLocks noChangeAspect="1"/>
          </p:cNvGraphicFramePr>
          <p:nvPr/>
        </p:nvGraphicFramePr>
        <p:xfrm>
          <a:off x="3509963" y="4724400"/>
          <a:ext cx="325437" cy="396875"/>
        </p:xfrm>
        <a:graphic>
          <a:graphicData uri="http://schemas.openxmlformats.org/presentationml/2006/ole">
            <mc:AlternateContent xmlns:mc="http://schemas.openxmlformats.org/markup-compatibility/2006">
              <mc:Choice xmlns:v="urn:schemas-microsoft-com:vml" Requires="v">
                <p:oleObj name="Equation" r:id="rId24" imgW="38089" imgH="66690" progId="Equation.3">
                  <p:embed/>
                </p:oleObj>
              </mc:Choice>
              <mc:Fallback>
                <p:oleObj name="Equation" r:id="rId24" imgW="38089" imgH="66690" progId="Equation.3">
                  <p:embed/>
                  <p:pic>
                    <p:nvPicPr>
                      <p:cNvPr id="8222" name="Object 3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509963" y="4724400"/>
                        <a:ext cx="3254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3" name="Object 31"/>
          <p:cNvGraphicFramePr>
            <a:graphicFrameLocks noChangeAspect="1"/>
          </p:cNvGraphicFramePr>
          <p:nvPr/>
        </p:nvGraphicFramePr>
        <p:xfrm>
          <a:off x="4859338" y="5661025"/>
          <a:ext cx="3621087" cy="650875"/>
        </p:xfrm>
        <a:graphic>
          <a:graphicData uri="http://schemas.openxmlformats.org/presentationml/2006/ole">
            <mc:AlternateContent xmlns:mc="http://schemas.openxmlformats.org/markup-compatibility/2006">
              <mc:Choice xmlns:v="urn:schemas-microsoft-com:vml" Requires="v">
                <p:oleObj name="Equation" r:id="rId26" imgW="1190746" imgH="152280" progId="Equation.3">
                  <p:embed/>
                </p:oleObj>
              </mc:Choice>
              <mc:Fallback>
                <p:oleObj name="Equation" r:id="rId26" imgW="1190746" imgH="152280" progId="Equation.3">
                  <p:embed/>
                  <p:pic>
                    <p:nvPicPr>
                      <p:cNvPr id="8223" name="Object 3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859338" y="5661025"/>
                        <a:ext cx="3621087"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24" name="Line 32"/>
          <p:cNvSpPr>
            <a:spLocks noChangeShapeType="1"/>
          </p:cNvSpPr>
          <p:nvPr/>
        </p:nvSpPr>
        <p:spPr bwMode="auto">
          <a:xfrm flipH="1">
            <a:off x="5435600" y="2276475"/>
            <a:ext cx="936625" cy="865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5" name="Line 33"/>
          <p:cNvSpPr>
            <a:spLocks noChangeShapeType="1"/>
          </p:cNvSpPr>
          <p:nvPr/>
        </p:nvSpPr>
        <p:spPr bwMode="auto">
          <a:xfrm>
            <a:off x="5364163" y="3213100"/>
            <a:ext cx="1512887"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6" name="Line 34"/>
          <p:cNvSpPr>
            <a:spLocks noChangeShapeType="1"/>
          </p:cNvSpPr>
          <p:nvPr/>
        </p:nvSpPr>
        <p:spPr bwMode="auto">
          <a:xfrm flipH="1" flipV="1">
            <a:off x="6443663" y="2420938"/>
            <a:ext cx="576262" cy="2160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7" name="Line 35"/>
          <p:cNvSpPr>
            <a:spLocks noChangeShapeType="1"/>
          </p:cNvSpPr>
          <p:nvPr/>
        </p:nvSpPr>
        <p:spPr bwMode="auto">
          <a:xfrm flipH="1">
            <a:off x="5940425" y="2420938"/>
            <a:ext cx="43180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8" name="Line 36"/>
          <p:cNvSpPr>
            <a:spLocks noChangeShapeType="1"/>
          </p:cNvSpPr>
          <p:nvPr/>
        </p:nvSpPr>
        <p:spPr bwMode="auto">
          <a:xfrm flipH="1" flipV="1">
            <a:off x="5364163" y="3357563"/>
            <a:ext cx="503237"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29" name="Line 37"/>
          <p:cNvSpPr>
            <a:spLocks noChangeShapeType="1"/>
          </p:cNvSpPr>
          <p:nvPr/>
        </p:nvSpPr>
        <p:spPr bwMode="auto">
          <a:xfrm>
            <a:off x="5435600" y="3213100"/>
            <a:ext cx="1873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0" name="Line 38"/>
          <p:cNvSpPr>
            <a:spLocks noChangeShapeType="1"/>
          </p:cNvSpPr>
          <p:nvPr/>
        </p:nvSpPr>
        <p:spPr bwMode="auto">
          <a:xfrm flipH="1">
            <a:off x="6084888" y="3284538"/>
            <a:ext cx="1366837"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1" name="Line 39"/>
          <p:cNvSpPr>
            <a:spLocks noChangeShapeType="1"/>
          </p:cNvSpPr>
          <p:nvPr/>
        </p:nvSpPr>
        <p:spPr bwMode="auto">
          <a:xfrm>
            <a:off x="6084888" y="4652963"/>
            <a:ext cx="792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2" name="Line 40"/>
          <p:cNvSpPr>
            <a:spLocks noChangeShapeType="1"/>
          </p:cNvSpPr>
          <p:nvPr/>
        </p:nvSpPr>
        <p:spPr bwMode="auto">
          <a:xfrm flipV="1">
            <a:off x="7092950" y="3357563"/>
            <a:ext cx="431800"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3" name="Line 41"/>
          <p:cNvSpPr>
            <a:spLocks noChangeShapeType="1"/>
          </p:cNvSpPr>
          <p:nvPr/>
        </p:nvSpPr>
        <p:spPr bwMode="auto">
          <a:xfrm flipH="1" flipV="1">
            <a:off x="6588125" y="2420938"/>
            <a:ext cx="8636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4" name="Freeform 42"/>
          <p:cNvSpPr>
            <a:spLocks/>
          </p:cNvSpPr>
          <p:nvPr/>
        </p:nvSpPr>
        <p:spPr bwMode="auto">
          <a:xfrm>
            <a:off x="1429644" y="3402807"/>
            <a:ext cx="1873250" cy="444500"/>
          </a:xfrm>
          <a:custGeom>
            <a:avLst/>
            <a:gdLst>
              <a:gd name="T0" fmla="*/ 0 w 1180"/>
              <a:gd name="T1" fmla="*/ 0 h 280"/>
              <a:gd name="T2" fmla="*/ 2147483647 w 1180"/>
              <a:gd name="T3" fmla="*/ 2147483647 h 280"/>
              <a:gd name="T4" fmla="*/ 2147483647 w 1180"/>
              <a:gd name="T5" fmla="*/ 2147483647 h 280"/>
              <a:gd name="T6" fmla="*/ 0 60000 65536"/>
              <a:gd name="T7" fmla="*/ 0 60000 65536"/>
              <a:gd name="T8" fmla="*/ 0 60000 65536"/>
              <a:gd name="T9" fmla="*/ 0 w 1180"/>
              <a:gd name="T10" fmla="*/ 0 h 280"/>
              <a:gd name="T11" fmla="*/ 1180 w 1180"/>
              <a:gd name="T12" fmla="*/ 280 h 280"/>
            </a:gdLst>
            <a:ahLst/>
            <a:cxnLst>
              <a:cxn ang="T6">
                <a:pos x="T0" y="T1"/>
              </a:cxn>
              <a:cxn ang="T7">
                <a:pos x="T2" y="T3"/>
              </a:cxn>
              <a:cxn ang="T8">
                <a:pos x="T4" y="T5"/>
              </a:cxn>
            </a:cxnLst>
            <a:rect l="T9" t="T10" r="T11" b="T12"/>
            <a:pathLst>
              <a:path w="1180" h="280">
                <a:moveTo>
                  <a:pt x="0" y="0"/>
                </a:moveTo>
                <a:cubicBezTo>
                  <a:pt x="264" y="132"/>
                  <a:pt x="529" y="264"/>
                  <a:pt x="726" y="272"/>
                </a:cubicBezTo>
                <a:cubicBezTo>
                  <a:pt x="923" y="280"/>
                  <a:pt x="1051" y="162"/>
                  <a:pt x="1180" y="45"/>
                </a:cubicBezTo>
              </a:path>
            </a:pathLst>
          </a:custGeom>
          <a:noFill/>
          <a:ln w="127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Line 32">
            <a:extLst>
              <a:ext uri="{FF2B5EF4-FFF2-40B4-BE49-F238E27FC236}">
                <a16:creationId xmlns:a16="http://schemas.microsoft.com/office/drawing/2014/main" id="{AF569FA6-DF68-4E47-9563-B32F4A195D36}"/>
              </a:ext>
            </a:extLst>
          </p:cNvPr>
          <p:cNvSpPr>
            <a:spLocks noChangeShapeType="1"/>
          </p:cNvSpPr>
          <p:nvPr/>
        </p:nvSpPr>
        <p:spPr bwMode="auto">
          <a:xfrm flipH="1">
            <a:off x="5436096" y="2275780"/>
            <a:ext cx="936625" cy="865188"/>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33">
            <a:extLst>
              <a:ext uri="{FF2B5EF4-FFF2-40B4-BE49-F238E27FC236}">
                <a16:creationId xmlns:a16="http://schemas.microsoft.com/office/drawing/2014/main" id="{07F27F54-53A7-3D46-964C-8DE22F7ADB1F}"/>
              </a:ext>
            </a:extLst>
          </p:cNvPr>
          <p:cNvSpPr>
            <a:spLocks noChangeShapeType="1"/>
          </p:cNvSpPr>
          <p:nvPr/>
        </p:nvSpPr>
        <p:spPr bwMode="auto">
          <a:xfrm>
            <a:off x="5364088" y="3212976"/>
            <a:ext cx="1512887" cy="129540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34">
            <a:extLst>
              <a:ext uri="{FF2B5EF4-FFF2-40B4-BE49-F238E27FC236}">
                <a16:creationId xmlns:a16="http://schemas.microsoft.com/office/drawing/2014/main" id="{62CC8B90-E52C-C84E-BE71-ACA8609E6CE8}"/>
              </a:ext>
            </a:extLst>
          </p:cNvPr>
          <p:cNvSpPr>
            <a:spLocks noChangeShapeType="1"/>
          </p:cNvSpPr>
          <p:nvPr/>
        </p:nvSpPr>
        <p:spPr bwMode="auto">
          <a:xfrm flipH="1" flipV="1">
            <a:off x="6442075" y="2420837"/>
            <a:ext cx="578395" cy="2232645"/>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35">
            <a:extLst>
              <a:ext uri="{FF2B5EF4-FFF2-40B4-BE49-F238E27FC236}">
                <a16:creationId xmlns:a16="http://schemas.microsoft.com/office/drawing/2014/main" id="{EFA01DF5-0D1E-9243-AFFA-DBB9ACA0EADC}"/>
              </a:ext>
            </a:extLst>
          </p:cNvPr>
          <p:cNvSpPr>
            <a:spLocks noChangeShapeType="1"/>
          </p:cNvSpPr>
          <p:nvPr/>
        </p:nvSpPr>
        <p:spPr bwMode="auto">
          <a:xfrm flipH="1">
            <a:off x="5940152" y="2420888"/>
            <a:ext cx="431800" cy="2016125"/>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36">
            <a:extLst>
              <a:ext uri="{FF2B5EF4-FFF2-40B4-BE49-F238E27FC236}">
                <a16:creationId xmlns:a16="http://schemas.microsoft.com/office/drawing/2014/main" id="{E0F25531-55D9-4242-B65A-FB67237E04AF}"/>
              </a:ext>
            </a:extLst>
          </p:cNvPr>
          <p:cNvSpPr>
            <a:spLocks noChangeShapeType="1"/>
          </p:cNvSpPr>
          <p:nvPr/>
        </p:nvSpPr>
        <p:spPr bwMode="auto">
          <a:xfrm flipH="1" flipV="1">
            <a:off x="5364088" y="3356992"/>
            <a:ext cx="503237" cy="1223962"/>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37">
            <a:extLst>
              <a:ext uri="{FF2B5EF4-FFF2-40B4-BE49-F238E27FC236}">
                <a16:creationId xmlns:a16="http://schemas.microsoft.com/office/drawing/2014/main" id="{63BD6B5E-BBE9-5445-AAC4-B5DF1E4CE098}"/>
              </a:ext>
            </a:extLst>
          </p:cNvPr>
          <p:cNvSpPr>
            <a:spLocks noChangeShapeType="1"/>
          </p:cNvSpPr>
          <p:nvPr/>
        </p:nvSpPr>
        <p:spPr bwMode="auto">
          <a:xfrm>
            <a:off x="5436096" y="3212976"/>
            <a:ext cx="1873250"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38">
            <a:extLst>
              <a:ext uri="{FF2B5EF4-FFF2-40B4-BE49-F238E27FC236}">
                <a16:creationId xmlns:a16="http://schemas.microsoft.com/office/drawing/2014/main" id="{975DD62B-38D9-0842-9B22-2E971E22AFF6}"/>
              </a:ext>
            </a:extLst>
          </p:cNvPr>
          <p:cNvSpPr>
            <a:spLocks noChangeShapeType="1"/>
          </p:cNvSpPr>
          <p:nvPr/>
        </p:nvSpPr>
        <p:spPr bwMode="auto">
          <a:xfrm flipH="1">
            <a:off x="6084168" y="3285158"/>
            <a:ext cx="1366837" cy="1223962"/>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39">
            <a:extLst>
              <a:ext uri="{FF2B5EF4-FFF2-40B4-BE49-F238E27FC236}">
                <a16:creationId xmlns:a16="http://schemas.microsoft.com/office/drawing/2014/main" id="{3F5C1455-E911-3344-B1B2-8932CA052D72}"/>
              </a:ext>
            </a:extLst>
          </p:cNvPr>
          <p:cNvSpPr>
            <a:spLocks noChangeShapeType="1"/>
          </p:cNvSpPr>
          <p:nvPr/>
        </p:nvSpPr>
        <p:spPr bwMode="auto">
          <a:xfrm>
            <a:off x="6084168" y="4653136"/>
            <a:ext cx="792162" cy="0"/>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40">
            <a:extLst>
              <a:ext uri="{FF2B5EF4-FFF2-40B4-BE49-F238E27FC236}">
                <a16:creationId xmlns:a16="http://schemas.microsoft.com/office/drawing/2014/main" id="{7930E2CF-6A10-9745-B8FF-0B406FFC437B}"/>
              </a:ext>
            </a:extLst>
          </p:cNvPr>
          <p:cNvSpPr>
            <a:spLocks noChangeShapeType="1"/>
          </p:cNvSpPr>
          <p:nvPr/>
        </p:nvSpPr>
        <p:spPr bwMode="auto">
          <a:xfrm flipV="1">
            <a:off x="7092280" y="3356992"/>
            <a:ext cx="431800" cy="1223962"/>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Line 41">
            <a:extLst>
              <a:ext uri="{FF2B5EF4-FFF2-40B4-BE49-F238E27FC236}">
                <a16:creationId xmlns:a16="http://schemas.microsoft.com/office/drawing/2014/main" id="{2C88F93D-6042-8A4B-A036-7C0B13B0B360}"/>
              </a:ext>
            </a:extLst>
          </p:cNvPr>
          <p:cNvSpPr>
            <a:spLocks noChangeShapeType="1"/>
          </p:cNvSpPr>
          <p:nvPr/>
        </p:nvSpPr>
        <p:spPr bwMode="auto">
          <a:xfrm flipH="1" flipV="1">
            <a:off x="6588224" y="2420888"/>
            <a:ext cx="863600" cy="576262"/>
          </a:xfrm>
          <a:prstGeom prst="line">
            <a:avLst/>
          </a:prstGeom>
          <a:noFill/>
          <a:ln w="285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34"/>
                                        </p:tgtEl>
                                        <p:attrNameLst>
                                          <p:attrName>style.visibility</p:attrName>
                                        </p:attrNameLst>
                                      </p:cBhvr>
                                      <p:to>
                                        <p:strVal val="visible"/>
                                      </p:to>
                                    </p:set>
                                    <p:animEffect transition="in" filter="wipe(left)">
                                      <p:cBhvr>
                                        <p:cTn id="7" dur="500"/>
                                        <p:tgtEl>
                                          <p:spTgt spid="82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4"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4"/>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p:txBody>
      </p:sp>
      <p:sp>
        <p:nvSpPr>
          <p:cNvPr id="9219" name="Oval 5"/>
          <p:cNvSpPr>
            <a:spLocks noChangeArrowheads="1"/>
          </p:cNvSpPr>
          <p:nvPr/>
        </p:nvSpPr>
        <p:spPr bwMode="auto">
          <a:xfrm>
            <a:off x="3346450" y="24225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9220" name="Oval 6"/>
          <p:cNvSpPr>
            <a:spLocks noChangeArrowheads="1"/>
          </p:cNvSpPr>
          <p:nvPr/>
        </p:nvSpPr>
        <p:spPr bwMode="auto">
          <a:xfrm>
            <a:off x="5578475" y="2349500"/>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9221" name="Oval 7"/>
          <p:cNvSpPr>
            <a:spLocks noChangeArrowheads="1"/>
          </p:cNvSpPr>
          <p:nvPr/>
        </p:nvSpPr>
        <p:spPr bwMode="auto">
          <a:xfrm>
            <a:off x="3994150" y="3862388"/>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9222" name="Oval 8"/>
          <p:cNvSpPr>
            <a:spLocks noChangeArrowheads="1"/>
          </p:cNvSpPr>
          <p:nvPr/>
        </p:nvSpPr>
        <p:spPr bwMode="auto">
          <a:xfrm>
            <a:off x="5075238" y="386238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9223" name="Object 9"/>
          <p:cNvGraphicFramePr>
            <a:graphicFrameLocks noChangeAspect="1"/>
          </p:cNvGraphicFramePr>
          <p:nvPr/>
        </p:nvGraphicFramePr>
        <p:xfrm>
          <a:off x="4283075" y="838200"/>
          <a:ext cx="396875" cy="612775"/>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9223"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075" y="838200"/>
                        <a:ext cx="39687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4" name="Object 10"/>
          <p:cNvGraphicFramePr>
            <a:graphicFrameLocks noChangeAspect="1"/>
          </p:cNvGraphicFramePr>
          <p:nvPr/>
        </p:nvGraphicFramePr>
        <p:xfrm>
          <a:off x="2735263" y="2133600"/>
          <a:ext cx="468312" cy="612775"/>
        </p:xfrm>
        <a:graphic>
          <a:graphicData uri="http://schemas.openxmlformats.org/presentationml/2006/ole">
            <mc:AlternateContent xmlns:mc="http://schemas.openxmlformats.org/markup-compatibility/2006">
              <mc:Choice xmlns:v="urn:schemas-microsoft-com:vml" Requires="v">
                <p:oleObj name="Equation" r:id="rId4" imgW="85632" imgH="142830" progId="Equation.3">
                  <p:embed/>
                </p:oleObj>
              </mc:Choice>
              <mc:Fallback>
                <p:oleObj name="Equation" r:id="rId4" imgW="85632" imgH="142830" progId="Equation.3">
                  <p:embed/>
                  <p:pic>
                    <p:nvPicPr>
                      <p:cNvPr id="9224"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5263" y="2133600"/>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5" name="Object 11"/>
          <p:cNvGraphicFramePr>
            <a:graphicFrameLocks noChangeAspect="1"/>
          </p:cNvGraphicFramePr>
          <p:nvPr/>
        </p:nvGraphicFramePr>
        <p:xfrm>
          <a:off x="3402013" y="3916363"/>
          <a:ext cx="433387" cy="649287"/>
        </p:xfrm>
        <a:graphic>
          <a:graphicData uri="http://schemas.openxmlformats.org/presentationml/2006/ole">
            <mc:AlternateContent xmlns:mc="http://schemas.openxmlformats.org/markup-compatibility/2006">
              <mc:Choice xmlns:v="urn:schemas-microsoft-com:vml" Requires="v">
                <p:oleObj name="Equation" r:id="rId6" imgW="76177" imgH="152280" progId="Equation.3">
                  <p:embed/>
                </p:oleObj>
              </mc:Choice>
              <mc:Fallback>
                <p:oleObj name="Equation" r:id="rId6" imgW="76177" imgH="152280" progId="Equation.3">
                  <p:embed/>
                  <p:pic>
                    <p:nvPicPr>
                      <p:cNvPr id="9225"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2013" y="3916363"/>
                        <a:ext cx="433387" cy="64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12"/>
          <p:cNvGraphicFramePr>
            <a:graphicFrameLocks noChangeAspect="1"/>
          </p:cNvGraphicFramePr>
          <p:nvPr/>
        </p:nvGraphicFramePr>
        <p:xfrm>
          <a:off x="5256213" y="4005263"/>
          <a:ext cx="468312" cy="612775"/>
        </p:xfrm>
        <a:graphic>
          <a:graphicData uri="http://schemas.openxmlformats.org/presentationml/2006/ole">
            <mc:AlternateContent xmlns:mc="http://schemas.openxmlformats.org/markup-compatibility/2006">
              <mc:Choice xmlns:v="urn:schemas-microsoft-com:vml" Requires="v">
                <p:oleObj name="Equation" r:id="rId8" imgW="85632" imgH="142830" progId="Equation.3">
                  <p:embed/>
                </p:oleObj>
              </mc:Choice>
              <mc:Fallback>
                <p:oleObj name="Equation" r:id="rId8" imgW="85632" imgH="142830" progId="Equation.3">
                  <p:embed/>
                  <p:pic>
                    <p:nvPicPr>
                      <p:cNvPr id="9226"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6213" y="4005263"/>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7" name="Object 13"/>
          <p:cNvGraphicFramePr>
            <a:graphicFrameLocks noChangeAspect="1"/>
          </p:cNvGraphicFramePr>
          <p:nvPr/>
        </p:nvGraphicFramePr>
        <p:xfrm>
          <a:off x="5921375" y="2116138"/>
          <a:ext cx="433388" cy="647700"/>
        </p:xfrm>
        <a:graphic>
          <a:graphicData uri="http://schemas.openxmlformats.org/presentationml/2006/ole">
            <mc:AlternateContent xmlns:mc="http://schemas.openxmlformats.org/markup-compatibility/2006">
              <mc:Choice xmlns:v="urn:schemas-microsoft-com:vml" Requires="v">
                <p:oleObj name="Equation" r:id="rId10" imgW="76177" imgH="152280" progId="Equation.3">
                  <p:embed/>
                </p:oleObj>
              </mc:Choice>
              <mc:Fallback>
                <p:oleObj name="Equation" r:id="rId10" imgW="76177" imgH="152280" progId="Equation.3">
                  <p:embed/>
                  <p:pic>
                    <p:nvPicPr>
                      <p:cNvPr id="9227"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21375" y="2116138"/>
                        <a:ext cx="43338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8" name="Line 14"/>
          <p:cNvSpPr>
            <a:spLocks noChangeShapeType="1"/>
          </p:cNvSpPr>
          <p:nvPr/>
        </p:nvSpPr>
        <p:spPr bwMode="auto">
          <a:xfrm flipH="1">
            <a:off x="3562350" y="1557338"/>
            <a:ext cx="936625" cy="8651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9" name="Line 15"/>
          <p:cNvSpPr>
            <a:spLocks noChangeShapeType="1"/>
          </p:cNvSpPr>
          <p:nvPr/>
        </p:nvSpPr>
        <p:spPr bwMode="auto">
          <a:xfrm>
            <a:off x="3490913" y="2493963"/>
            <a:ext cx="1512887"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0" name="Line 16"/>
          <p:cNvSpPr>
            <a:spLocks noChangeShapeType="1"/>
          </p:cNvSpPr>
          <p:nvPr/>
        </p:nvSpPr>
        <p:spPr bwMode="auto">
          <a:xfrm flipH="1" flipV="1">
            <a:off x="4570413" y="1701800"/>
            <a:ext cx="576262" cy="2160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1" name="Line 17"/>
          <p:cNvSpPr>
            <a:spLocks noChangeShapeType="1"/>
          </p:cNvSpPr>
          <p:nvPr/>
        </p:nvSpPr>
        <p:spPr bwMode="auto">
          <a:xfrm flipH="1">
            <a:off x="4067175" y="1701800"/>
            <a:ext cx="43180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2" name="Line 18"/>
          <p:cNvSpPr>
            <a:spLocks noChangeShapeType="1"/>
          </p:cNvSpPr>
          <p:nvPr/>
        </p:nvSpPr>
        <p:spPr bwMode="auto">
          <a:xfrm flipH="1" flipV="1">
            <a:off x="3490913" y="2638425"/>
            <a:ext cx="503237" cy="1223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3" name="Line 19"/>
          <p:cNvSpPr>
            <a:spLocks noChangeShapeType="1"/>
          </p:cNvSpPr>
          <p:nvPr/>
        </p:nvSpPr>
        <p:spPr bwMode="auto">
          <a:xfrm>
            <a:off x="3562350" y="2493963"/>
            <a:ext cx="18732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4" name="Line 20"/>
          <p:cNvSpPr>
            <a:spLocks noChangeShapeType="1"/>
          </p:cNvSpPr>
          <p:nvPr/>
        </p:nvSpPr>
        <p:spPr bwMode="auto">
          <a:xfrm flipH="1">
            <a:off x="4211638" y="2565400"/>
            <a:ext cx="1366837" cy="1223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5" name="Line 21"/>
          <p:cNvSpPr>
            <a:spLocks noChangeShapeType="1"/>
          </p:cNvSpPr>
          <p:nvPr/>
        </p:nvSpPr>
        <p:spPr bwMode="auto">
          <a:xfrm>
            <a:off x="4211638" y="3933825"/>
            <a:ext cx="792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6" name="Line 22"/>
          <p:cNvSpPr>
            <a:spLocks noChangeShapeType="1"/>
          </p:cNvSpPr>
          <p:nvPr/>
        </p:nvSpPr>
        <p:spPr bwMode="auto">
          <a:xfrm flipV="1">
            <a:off x="5219700" y="2638425"/>
            <a:ext cx="431800" cy="1223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47" name="Line 23"/>
          <p:cNvSpPr>
            <a:spLocks noChangeShapeType="1"/>
          </p:cNvSpPr>
          <p:nvPr/>
        </p:nvSpPr>
        <p:spPr bwMode="auto">
          <a:xfrm flipH="1" flipV="1">
            <a:off x="4714875" y="1701800"/>
            <a:ext cx="863600"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38" name="Oval 24"/>
          <p:cNvSpPr>
            <a:spLocks noChangeArrowheads="1"/>
          </p:cNvSpPr>
          <p:nvPr/>
        </p:nvSpPr>
        <p:spPr bwMode="auto">
          <a:xfrm>
            <a:off x="4500563" y="1484313"/>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41"/>
                                        </p:tgtEl>
                                        <p:attrNameLst>
                                          <p:attrName>style.visibility</p:attrName>
                                        </p:attrNameLst>
                                      </p:cBhvr>
                                      <p:to>
                                        <p:strVal val="visible"/>
                                      </p:to>
                                    </p:set>
                                    <p:animEffect transition="in" filter="blinds(horizontal)">
                                      <p:cBhvr>
                                        <p:cTn id="7" dur="500"/>
                                        <p:tgtEl>
                                          <p:spTgt spid="266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45"/>
                                        </p:tgtEl>
                                        <p:attrNameLst>
                                          <p:attrName>style.visibility</p:attrName>
                                        </p:attrNameLst>
                                      </p:cBhvr>
                                      <p:to>
                                        <p:strVal val="visible"/>
                                      </p:to>
                                    </p:set>
                                    <p:animEffect transition="in" filter="blinds(horizontal)">
                                      <p:cBhvr>
                                        <p:cTn id="12" dur="500"/>
                                        <p:tgtEl>
                                          <p:spTgt spid="266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46"/>
                                        </p:tgtEl>
                                        <p:attrNameLst>
                                          <p:attrName>style.visibility</p:attrName>
                                        </p:attrNameLst>
                                      </p:cBhvr>
                                      <p:to>
                                        <p:strVal val="visible"/>
                                      </p:to>
                                    </p:set>
                                    <p:animEffect transition="in" filter="blinds(horizontal)">
                                      <p:cBhvr>
                                        <p:cTn id="17" dur="500"/>
                                        <p:tgtEl>
                                          <p:spTgt spid="266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44"/>
                                        </p:tgtEl>
                                        <p:attrNameLst>
                                          <p:attrName>style.visibility</p:attrName>
                                        </p:attrNameLst>
                                      </p:cBhvr>
                                      <p:to>
                                        <p:strVal val="visible"/>
                                      </p:to>
                                    </p:set>
                                    <p:animEffect transition="in" filter="blinds(horizontal)">
                                      <p:cBhvr>
                                        <p:cTn id="22" dur="500"/>
                                        <p:tgtEl>
                                          <p:spTgt spid="266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42"/>
                                        </p:tgtEl>
                                        <p:attrNameLst>
                                          <p:attrName>style.visibility</p:attrName>
                                        </p:attrNameLst>
                                      </p:cBhvr>
                                      <p:to>
                                        <p:strVal val="visible"/>
                                      </p:to>
                                    </p:set>
                                    <p:animEffect transition="in" filter="blinds(horizontal)">
                                      <p:cBhvr>
                                        <p:cTn id="27" dur="500"/>
                                        <p:tgtEl>
                                          <p:spTgt spid="266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43"/>
                                        </p:tgtEl>
                                        <p:attrNameLst>
                                          <p:attrName>style.visibility</p:attrName>
                                        </p:attrNameLst>
                                      </p:cBhvr>
                                      <p:to>
                                        <p:strVal val="visible"/>
                                      </p:to>
                                    </p:set>
                                    <p:animEffect transition="in" filter="blinds(horizontal)">
                                      <p:cBhvr>
                                        <p:cTn id="32" dur="500"/>
                                        <p:tgtEl>
                                          <p:spTgt spid="266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47"/>
                                        </p:tgtEl>
                                        <p:attrNameLst>
                                          <p:attrName>style.visibility</p:attrName>
                                        </p:attrNameLst>
                                      </p:cBhvr>
                                      <p:to>
                                        <p:strVal val="visible"/>
                                      </p:to>
                                    </p:set>
                                    <p:animEffect transition="in" filter="blinds(horizontal)">
                                      <p:cBhvr>
                                        <p:cTn id="37" dur="500"/>
                                        <p:tgtEl>
                                          <p:spTgt spid="266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6638"/>
                                        </p:tgtEl>
                                        <p:attrNameLst>
                                          <p:attrName>style.visibility</p:attrName>
                                        </p:attrNameLst>
                                      </p:cBhvr>
                                      <p:to>
                                        <p:strVal val="visible"/>
                                      </p:to>
                                    </p:set>
                                    <p:animEffect transition="in" filter="blinds(horizontal)">
                                      <p:cBhvr>
                                        <p:cTn id="42" dur="500"/>
                                        <p:tgtEl>
                                          <p:spTgt spid="2663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639"/>
                                        </p:tgtEl>
                                        <p:attrNameLst>
                                          <p:attrName>style.visibility</p:attrName>
                                        </p:attrNameLst>
                                      </p:cBhvr>
                                      <p:to>
                                        <p:strVal val="visible"/>
                                      </p:to>
                                    </p:set>
                                    <p:animEffect transition="in" filter="blinds(horizontal)">
                                      <p:cBhvr>
                                        <p:cTn id="47" dur="500"/>
                                        <p:tgtEl>
                                          <p:spTgt spid="266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40"/>
                                        </p:tgtEl>
                                        <p:attrNameLst>
                                          <p:attrName>style.visibility</p:attrName>
                                        </p:attrNameLst>
                                      </p:cBhvr>
                                      <p:to>
                                        <p:strVal val="visible"/>
                                      </p:to>
                                    </p:set>
                                    <p:animEffect transition="in" filter="blinds(horizontal)">
                                      <p:cBhvr>
                                        <p:cTn id="52" dur="500"/>
                                        <p:tgtEl>
                                          <p:spTgt spid="26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8" grpId="0" animBg="1"/>
      <p:bldP spid="26639" grpId="0" animBg="1"/>
      <p:bldP spid="26640" grpId="0" animBg="1"/>
      <p:bldP spid="26641" grpId="0" animBg="1"/>
      <p:bldP spid="26642" grpId="0" animBg="1"/>
      <p:bldP spid="26643" grpId="0" animBg="1"/>
      <p:bldP spid="26644" grpId="0" animBg="1"/>
      <p:bldP spid="26645" grpId="0" animBg="1"/>
      <p:bldP spid="26646" grpId="0" animBg="1"/>
      <p:bldP spid="266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p:nvPr>
        </p:nvSpPr>
        <p:spPr>
          <a:xfrm>
            <a:off x="457200" y="274639"/>
            <a:ext cx="8229600" cy="2649536"/>
          </a:xfrm>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7.1.2 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本节主要定理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7-1(</a:t>
            </a:r>
            <a:r>
              <a:rPr lang="en-US" altLang="zh-CN" b="1" dirty="0">
                <a:solidFill>
                  <a:schemeClr val="folHlink"/>
                </a:solidFill>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solidFill>
                  <a:schemeClr val="folHlink"/>
                </a:solidFill>
                <a:latin typeface="Times New Roman" panose="02020603050405020304" pitchFamily="18" charset="0"/>
                <a:ea typeface="楷体" panose="02010609060101010101" pitchFamily="49" charset="-122"/>
                <a:cs typeface="Times New Roman" panose="02020603050405020304" pitchFamily="18" charset="0"/>
              </a:rPr>
              <a:t>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是非平凡连通无向图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图的充要条件是</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的每节点度数为偶数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显然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endParaRPr lang="en-US" altLang="zh-CN" b="1" dirty="0">
              <a:latin typeface="Times New Roman" pitchFamily="18" charset="0"/>
              <a:ea typeface="楷体_GB2312" pitchFamily="49" charset="-122"/>
            </a:endParaRPr>
          </a:p>
          <a:p>
            <a:pPr eaLnBrk="1" hangingPunct="1"/>
            <a:endParaRPr lang="en-US" altLang="zh-CN" dirty="0">
              <a:latin typeface="Times New Roman" pitchFamily="18" charset="0"/>
            </a:endParaRPr>
          </a:p>
        </p:txBody>
      </p:sp>
      <p:sp>
        <p:nvSpPr>
          <p:cNvPr id="10243" name="Oval 3"/>
          <p:cNvSpPr>
            <a:spLocks noChangeArrowheads="1"/>
          </p:cNvSpPr>
          <p:nvPr/>
        </p:nvSpPr>
        <p:spPr bwMode="auto">
          <a:xfrm>
            <a:off x="1116013" y="47974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4" name="Oval 4"/>
          <p:cNvSpPr>
            <a:spLocks noChangeArrowheads="1"/>
          </p:cNvSpPr>
          <p:nvPr/>
        </p:nvSpPr>
        <p:spPr bwMode="auto">
          <a:xfrm>
            <a:off x="2195513" y="4005263"/>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5" name="Oval 5"/>
          <p:cNvSpPr>
            <a:spLocks noChangeArrowheads="1"/>
          </p:cNvSpPr>
          <p:nvPr/>
        </p:nvSpPr>
        <p:spPr bwMode="auto">
          <a:xfrm>
            <a:off x="2843213" y="515778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6" name="Oval 6"/>
          <p:cNvSpPr>
            <a:spLocks noChangeArrowheads="1"/>
          </p:cNvSpPr>
          <p:nvPr/>
        </p:nvSpPr>
        <p:spPr bwMode="auto">
          <a:xfrm>
            <a:off x="3779838" y="41497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7" name="Oval 7"/>
          <p:cNvSpPr>
            <a:spLocks noChangeArrowheads="1"/>
          </p:cNvSpPr>
          <p:nvPr/>
        </p:nvSpPr>
        <p:spPr bwMode="auto">
          <a:xfrm>
            <a:off x="4500563" y="515778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8" name="Oval 8"/>
          <p:cNvSpPr>
            <a:spLocks noChangeArrowheads="1"/>
          </p:cNvSpPr>
          <p:nvPr/>
        </p:nvSpPr>
        <p:spPr bwMode="auto">
          <a:xfrm>
            <a:off x="5076825" y="39338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49" name="Oval 9"/>
          <p:cNvSpPr>
            <a:spLocks noChangeArrowheads="1"/>
          </p:cNvSpPr>
          <p:nvPr/>
        </p:nvSpPr>
        <p:spPr bwMode="auto">
          <a:xfrm>
            <a:off x="5940425" y="4292600"/>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50" name="Oval 10"/>
          <p:cNvSpPr>
            <a:spLocks noChangeArrowheads="1"/>
          </p:cNvSpPr>
          <p:nvPr/>
        </p:nvSpPr>
        <p:spPr bwMode="auto">
          <a:xfrm>
            <a:off x="5651500" y="5589588"/>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251" name="Line 11"/>
          <p:cNvSpPr>
            <a:spLocks noChangeShapeType="1"/>
          </p:cNvSpPr>
          <p:nvPr/>
        </p:nvSpPr>
        <p:spPr bwMode="auto">
          <a:xfrm flipH="1">
            <a:off x="1187450" y="4149725"/>
            <a:ext cx="1008063"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 name="Line 12"/>
          <p:cNvSpPr>
            <a:spLocks noChangeShapeType="1"/>
          </p:cNvSpPr>
          <p:nvPr/>
        </p:nvSpPr>
        <p:spPr bwMode="auto">
          <a:xfrm>
            <a:off x="1187450" y="4868863"/>
            <a:ext cx="1655763"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3" name="Line 13"/>
          <p:cNvSpPr>
            <a:spLocks noChangeShapeType="1"/>
          </p:cNvSpPr>
          <p:nvPr/>
        </p:nvSpPr>
        <p:spPr bwMode="auto">
          <a:xfrm>
            <a:off x="2268538" y="4076700"/>
            <a:ext cx="647700" cy="1152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4" name="Line 14"/>
          <p:cNvSpPr>
            <a:spLocks noChangeShapeType="1"/>
          </p:cNvSpPr>
          <p:nvPr/>
        </p:nvSpPr>
        <p:spPr bwMode="auto">
          <a:xfrm flipV="1">
            <a:off x="2916238" y="4221163"/>
            <a:ext cx="935037" cy="10080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5" name="Line 15"/>
          <p:cNvSpPr>
            <a:spLocks noChangeShapeType="1"/>
          </p:cNvSpPr>
          <p:nvPr/>
        </p:nvSpPr>
        <p:spPr bwMode="auto">
          <a:xfrm>
            <a:off x="3851275" y="4221163"/>
            <a:ext cx="720725" cy="10080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6" name="Line 16"/>
          <p:cNvSpPr>
            <a:spLocks noChangeShapeType="1"/>
          </p:cNvSpPr>
          <p:nvPr/>
        </p:nvSpPr>
        <p:spPr bwMode="auto">
          <a:xfrm>
            <a:off x="2916238" y="5229225"/>
            <a:ext cx="165576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7" name="Line 17"/>
          <p:cNvSpPr>
            <a:spLocks noChangeShapeType="1"/>
          </p:cNvSpPr>
          <p:nvPr/>
        </p:nvSpPr>
        <p:spPr bwMode="auto">
          <a:xfrm flipV="1">
            <a:off x="4572000" y="3933825"/>
            <a:ext cx="576263"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8" name="Line 18"/>
          <p:cNvSpPr>
            <a:spLocks noChangeShapeType="1"/>
          </p:cNvSpPr>
          <p:nvPr/>
        </p:nvSpPr>
        <p:spPr bwMode="auto">
          <a:xfrm>
            <a:off x="5148263" y="4005263"/>
            <a:ext cx="86360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9" name="Line 19"/>
          <p:cNvSpPr>
            <a:spLocks noChangeShapeType="1"/>
          </p:cNvSpPr>
          <p:nvPr/>
        </p:nvSpPr>
        <p:spPr bwMode="auto">
          <a:xfrm flipH="1">
            <a:off x="5724525" y="4365625"/>
            <a:ext cx="287338" cy="1223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Line 20"/>
          <p:cNvSpPr>
            <a:spLocks noChangeShapeType="1"/>
          </p:cNvSpPr>
          <p:nvPr/>
        </p:nvSpPr>
        <p:spPr bwMode="auto">
          <a:xfrm>
            <a:off x="4572000" y="5229225"/>
            <a:ext cx="11525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261" name="Object 21"/>
          <p:cNvGraphicFramePr>
            <a:graphicFrameLocks noChangeAspect="1"/>
          </p:cNvGraphicFramePr>
          <p:nvPr/>
        </p:nvGraphicFramePr>
        <p:xfrm>
          <a:off x="1835150" y="4365625"/>
          <a:ext cx="504825" cy="612775"/>
        </p:xfrm>
        <a:graphic>
          <a:graphicData uri="http://schemas.openxmlformats.org/presentationml/2006/ole">
            <mc:AlternateContent xmlns:mc="http://schemas.openxmlformats.org/markup-compatibility/2006">
              <mc:Choice xmlns:v="urn:schemas-microsoft-com:vml" Requires="v">
                <p:oleObj name="Equation" r:id="rId2" imgW="104812" imgH="142830" progId="Equation.3">
                  <p:embed/>
                </p:oleObj>
              </mc:Choice>
              <mc:Fallback>
                <p:oleObj name="Equation" r:id="rId2" imgW="104812" imgH="142830" progId="Equation.3">
                  <p:embed/>
                  <p:pic>
                    <p:nvPicPr>
                      <p:cNvPr id="10261"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4365625"/>
                        <a:ext cx="50482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2" name="Object 22"/>
          <p:cNvGraphicFramePr>
            <a:graphicFrameLocks noChangeAspect="1"/>
          </p:cNvGraphicFramePr>
          <p:nvPr/>
        </p:nvGraphicFramePr>
        <p:xfrm>
          <a:off x="4986338" y="4508500"/>
          <a:ext cx="541337" cy="612775"/>
        </p:xfrm>
        <a:graphic>
          <a:graphicData uri="http://schemas.openxmlformats.org/presentationml/2006/ole">
            <mc:AlternateContent xmlns:mc="http://schemas.openxmlformats.org/markup-compatibility/2006">
              <mc:Choice xmlns:v="urn:schemas-microsoft-com:vml" Requires="v">
                <p:oleObj name="Equation" r:id="rId4" imgW="114266" imgH="142830" progId="Equation.3">
                  <p:embed/>
                </p:oleObj>
              </mc:Choice>
              <mc:Fallback>
                <p:oleObj name="Equation" r:id="rId4" imgW="114266" imgH="142830" progId="Equation.3">
                  <p:embed/>
                  <p:pic>
                    <p:nvPicPr>
                      <p:cNvPr id="10262"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6338" y="4508500"/>
                        <a:ext cx="541337"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3" name="Object 23"/>
          <p:cNvGraphicFramePr>
            <a:graphicFrameLocks noChangeAspect="1"/>
          </p:cNvGraphicFramePr>
          <p:nvPr/>
        </p:nvGraphicFramePr>
        <p:xfrm>
          <a:off x="3635375" y="4652963"/>
          <a:ext cx="369888" cy="433387"/>
        </p:xfrm>
        <a:graphic>
          <a:graphicData uri="http://schemas.openxmlformats.org/presentationml/2006/ole">
            <mc:AlternateContent xmlns:mc="http://schemas.openxmlformats.org/markup-compatibility/2006">
              <mc:Choice xmlns:v="urn:schemas-microsoft-com:vml" Requires="v">
                <p:oleObj name="Equation" r:id="rId6" imgW="76177" imgH="104760" progId="Equation.3">
                  <p:embed/>
                </p:oleObj>
              </mc:Choice>
              <mc:Fallback>
                <p:oleObj name="Equation" r:id="rId6" imgW="76177" imgH="104760" progId="Equation.3">
                  <p:embed/>
                  <p:pic>
                    <p:nvPicPr>
                      <p:cNvPr id="10263"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4652963"/>
                        <a:ext cx="369888"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边数</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归纳</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当</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结论显然成立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假设对于边数小于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且每个节点度数均为偶数的连通图结论成立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是欧拉图</a:t>
            </a:r>
            <a:r>
              <a:rPr lang="en-US" altLang="zh-Hans"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不妨设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由于每个节点度数均为偶数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中闭存在一个圈</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去掉</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的所有边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得到的图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其每个连通分支的每个节点度数均为偶数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于是每个连通分支是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进而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B6C4ABD-D452-0544-A228-F77E74C5C008}"/>
              </a:ext>
            </a:extLst>
          </p:cNvPr>
          <p:cNvSpPr>
            <a:spLocks noGrp="1"/>
          </p:cNvSpPr>
          <p:nvPr>
            <p:ph/>
          </p:nvPr>
        </p:nvSpPr>
        <p:spPr>
          <a:xfrm>
            <a:off x="457200" y="2636912"/>
            <a:ext cx="8435280" cy="3744416"/>
          </a:xfrm>
        </p:spPr>
        <p:txBody>
          <a:bodyPr/>
          <a:lstStyle/>
          <a:p>
            <a:r>
              <a:rPr kumimoji="1" lang="zh-Hans" altLang="en-US" dirty="0"/>
              <a:t>遍历圈</a:t>
            </a:r>
            <a:r>
              <a:rPr kumimoji="1" lang="en-US" altLang="zh-Hans" i="1" dirty="0">
                <a:latin typeface="Times" pitchFamily="2" charset="0"/>
              </a:rPr>
              <a:t>C</a:t>
            </a:r>
            <a:r>
              <a:rPr kumimoji="1" lang="zh-Hans" altLang="en-US" dirty="0"/>
              <a:t>：</a:t>
            </a:r>
            <a:r>
              <a:rPr kumimoji="1" lang="en-US" altLang="zh-Hans" dirty="0"/>
              <a:t>1</a:t>
            </a:r>
            <a:r>
              <a:rPr kumimoji="1" lang="zh-Hans" altLang="en-US" dirty="0"/>
              <a:t>，</a:t>
            </a:r>
            <a:r>
              <a:rPr kumimoji="1" lang="en-US" altLang="zh-Hans" dirty="0"/>
              <a:t>e</a:t>
            </a:r>
            <a:r>
              <a:rPr kumimoji="1" lang="en-US" altLang="zh-Hans" baseline="-25000" dirty="0"/>
              <a:t>1</a:t>
            </a:r>
            <a:r>
              <a:rPr kumimoji="1" lang="zh-Hans" altLang="en-US" dirty="0"/>
              <a:t>，</a:t>
            </a:r>
            <a:r>
              <a:rPr kumimoji="1" lang="en-US" altLang="zh-Hans" dirty="0"/>
              <a:t>2</a:t>
            </a:r>
            <a:r>
              <a:rPr kumimoji="1" lang="zh-Hans" altLang="en-US" dirty="0"/>
              <a:t>，</a:t>
            </a:r>
            <a:r>
              <a:rPr kumimoji="1" lang="en-US" altLang="zh-Hans" dirty="0"/>
              <a:t>e</a:t>
            </a:r>
            <a:r>
              <a:rPr kumimoji="1" lang="en-US" altLang="zh-Hans" baseline="-25000" dirty="0"/>
              <a:t>2</a:t>
            </a:r>
            <a:r>
              <a:rPr kumimoji="1" lang="zh-Hans" altLang="en-US" dirty="0"/>
              <a:t>，</a:t>
            </a:r>
            <a:r>
              <a:rPr kumimoji="1" lang="en-US" altLang="zh-Hans" dirty="0"/>
              <a:t>3</a:t>
            </a:r>
            <a:r>
              <a:rPr kumimoji="1" lang="zh-Hans" altLang="en-US" dirty="0"/>
              <a:t>，</a:t>
            </a:r>
            <a:r>
              <a:rPr kumimoji="1" lang="en-US" altLang="zh-Hans" dirty="0"/>
              <a:t>e</a:t>
            </a:r>
            <a:r>
              <a:rPr kumimoji="1" lang="en-US" altLang="zh-Hans" baseline="-25000" dirty="0"/>
              <a:t>3</a:t>
            </a:r>
            <a:r>
              <a:rPr kumimoji="1" lang="zh-Hans" altLang="en-US" dirty="0"/>
              <a:t>，</a:t>
            </a:r>
            <a:r>
              <a:rPr kumimoji="1" lang="en-US" altLang="zh-Hans" dirty="0"/>
              <a:t>1</a:t>
            </a:r>
          </a:p>
          <a:p>
            <a:r>
              <a:rPr kumimoji="1" lang="zh-Hans" altLang="en-US" dirty="0"/>
              <a:t>按照圈</a:t>
            </a:r>
            <a:r>
              <a:rPr kumimoji="1" lang="en-US" altLang="zh-Hans" i="1" dirty="0">
                <a:latin typeface="Times" pitchFamily="2" charset="0"/>
              </a:rPr>
              <a:t>C</a:t>
            </a:r>
            <a:r>
              <a:rPr kumimoji="1" lang="zh-Hans" altLang="en-US" dirty="0">
                <a:latin typeface="Times" pitchFamily="2" charset="0"/>
              </a:rPr>
              <a:t>节点出现的次序分别找到每个连通分枝均是 </a:t>
            </a:r>
            <a:r>
              <a:rPr kumimoji="1" lang="en-US" altLang="zh-Hans" dirty="0">
                <a:latin typeface="Times" pitchFamily="2" charset="0"/>
              </a:rPr>
              <a:t>Euler</a:t>
            </a:r>
            <a:r>
              <a:rPr kumimoji="1" lang="zh-Hans" altLang="en-US" dirty="0">
                <a:latin typeface="Times" pitchFamily="2" charset="0"/>
              </a:rPr>
              <a:t>图，</a:t>
            </a:r>
            <a:r>
              <a:rPr kumimoji="1" lang="zh-Hans" altLang="en-US" dirty="0"/>
              <a:t>节点</a:t>
            </a:r>
            <a:r>
              <a:rPr kumimoji="1" lang="en-US" altLang="zh-Hans" dirty="0"/>
              <a:t>1</a:t>
            </a:r>
            <a:r>
              <a:rPr kumimoji="1" lang="zh-Hans" altLang="en-US" dirty="0"/>
              <a:t>所在的连通分枝，可找到欧拉回路：</a:t>
            </a:r>
            <a:r>
              <a:rPr kumimoji="1" lang="en-US" altLang="zh-Hans" i="1" dirty="0">
                <a:latin typeface="Times" pitchFamily="2" charset="0"/>
              </a:rPr>
              <a:t>C</a:t>
            </a:r>
            <a:r>
              <a:rPr kumimoji="1" lang="en-US" altLang="zh-Hans" baseline="-25000" dirty="0">
                <a:latin typeface="Times" pitchFamily="2" charset="0"/>
              </a:rPr>
              <a:t>2</a:t>
            </a:r>
            <a:r>
              <a:rPr kumimoji="1" lang="zh-Hans" altLang="en-US" dirty="0">
                <a:latin typeface="Times" pitchFamily="2" charset="0"/>
              </a:rPr>
              <a:t>；节点</a:t>
            </a:r>
            <a:r>
              <a:rPr kumimoji="1" lang="en-US" altLang="zh-Hans" dirty="0">
                <a:latin typeface="Times" pitchFamily="2" charset="0"/>
              </a:rPr>
              <a:t>2</a:t>
            </a:r>
            <a:r>
              <a:rPr kumimoji="1" lang="zh-Hans" altLang="en-US" dirty="0">
                <a:latin typeface="Times" pitchFamily="2" charset="0"/>
              </a:rPr>
              <a:t>所在的连通分枝</a:t>
            </a:r>
            <a:r>
              <a:rPr kumimoji="1" lang="zh-Hans" altLang="en-US" dirty="0"/>
              <a:t>可找到欧拉回路：</a:t>
            </a:r>
            <a:r>
              <a:rPr kumimoji="1" lang="en-US" altLang="zh-Hans" i="1" dirty="0">
                <a:latin typeface="Times" pitchFamily="2" charset="0"/>
              </a:rPr>
              <a:t>C</a:t>
            </a:r>
            <a:r>
              <a:rPr kumimoji="1" lang="en-US" altLang="zh-Hans" baseline="-25000" dirty="0">
                <a:latin typeface="Times" pitchFamily="2" charset="0"/>
              </a:rPr>
              <a:t>1</a:t>
            </a:r>
            <a:endParaRPr kumimoji="1" lang="zh-CN" altLang="en-US" dirty="0">
              <a:latin typeface="Times" pitchFamily="2" charset="0"/>
            </a:endParaRPr>
          </a:p>
          <a:p>
            <a:endParaRPr kumimoji="1" lang="zh-CN" altLang="en-US" dirty="0"/>
          </a:p>
          <a:p>
            <a:endParaRPr kumimoji="1" lang="zh-CN" altLang="en-US" dirty="0"/>
          </a:p>
          <a:p>
            <a:endParaRPr kumimoji="1" lang="zh-CN" altLang="en-US" dirty="0"/>
          </a:p>
        </p:txBody>
      </p:sp>
      <p:sp>
        <p:nvSpPr>
          <p:cNvPr id="24" name="Oval 3">
            <a:extLst>
              <a:ext uri="{FF2B5EF4-FFF2-40B4-BE49-F238E27FC236}">
                <a16:creationId xmlns:a16="http://schemas.microsoft.com/office/drawing/2014/main" id="{2E7AFB08-3C38-2C45-A349-1A268E286E8B}"/>
              </a:ext>
            </a:extLst>
          </p:cNvPr>
          <p:cNvSpPr>
            <a:spLocks noChangeArrowheads="1"/>
          </p:cNvSpPr>
          <p:nvPr/>
        </p:nvSpPr>
        <p:spPr bwMode="auto">
          <a:xfrm>
            <a:off x="1691357" y="1484288"/>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5" name="Oval 4">
            <a:extLst>
              <a:ext uri="{FF2B5EF4-FFF2-40B4-BE49-F238E27FC236}">
                <a16:creationId xmlns:a16="http://schemas.microsoft.com/office/drawing/2014/main" id="{841ECD73-7992-8F4B-BFC5-C6C561E951F2}"/>
              </a:ext>
            </a:extLst>
          </p:cNvPr>
          <p:cNvSpPr>
            <a:spLocks noChangeArrowheads="1"/>
          </p:cNvSpPr>
          <p:nvPr/>
        </p:nvSpPr>
        <p:spPr bwMode="auto">
          <a:xfrm>
            <a:off x="2770857" y="692126"/>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6" name="Oval 5">
            <a:extLst>
              <a:ext uri="{FF2B5EF4-FFF2-40B4-BE49-F238E27FC236}">
                <a16:creationId xmlns:a16="http://schemas.microsoft.com/office/drawing/2014/main" id="{F364C6A6-C2D0-BB42-8593-E9C2F6610E2C}"/>
              </a:ext>
            </a:extLst>
          </p:cNvPr>
          <p:cNvSpPr>
            <a:spLocks noChangeArrowheads="1"/>
          </p:cNvSpPr>
          <p:nvPr/>
        </p:nvSpPr>
        <p:spPr bwMode="auto">
          <a:xfrm>
            <a:off x="3418557" y="1844651"/>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7" name="Oval 6">
            <a:extLst>
              <a:ext uri="{FF2B5EF4-FFF2-40B4-BE49-F238E27FC236}">
                <a16:creationId xmlns:a16="http://schemas.microsoft.com/office/drawing/2014/main" id="{2E9F40D6-5775-4A4D-961A-194CE6A761E7}"/>
              </a:ext>
            </a:extLst>
          </p:cNvPr>
          <p:cNvSpPr>
            <a:spLocks noChangeArrowheads="1"/>
          </p:cNvSpPr>
          <p:nvPr/>
        </p:nvSpPr>
        <p:spPr bwMode="auto">
          <a:xfrm>
            <a:off x="4355182" y="836588"/>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8" name="Oval 7">
            <a:extLst>
              <a:ext uri="{FF2B5EF4-FFF2-40B4-BE49-F238E27FC236}">
                <a16:creationId xmlns:a16="http://schemas.microsoft.com/office/drawing/2014/main" id="{AD2C5925-CA12-0245-884B-EB975C6F49D4}"/>
              </a:ext>
            </a:extLst>
          </p:cNvPr>
          <p:cNvSpPr>
            <a:spLocks noChangeArrowheads="1"/>
          </p:cNvSpPr>
          <p:nvPr/>
        </p:nvSpPr>
        <p:spPr bwMode="auto">
          <a:xfrm>
            <a:off x="5075907" y="1844651"/>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 name="Oval 8">
            <a:extLst>
              <a:ext uri="{FF2B5EF4-FFF2-40B4-BE49-F238E27FC236}">
                <a16:creationId xmlns:a16="http://schemas.microsoft.com/office/drawing/2014/main" id="{8C76F6E5-07CB-1143-A56F-D29080951435}"/>
              </a:ext>
            </a:extLst>
          </p:cNvPr>
          <p:cNvSpPr>
            <a:spLocks noChangeArrowheads="1"/>
          </p:cNvSpPr>
          <p:nvPr/>
        </p:nvSpPr>
        <p:spPr bwMode="auto">
          <a:xfrm>
            <a:off x="5652169" y="620688"/>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0" name="Oval 9">
            <a:extLst>
              <a:ext uri="{FF2B5EF4-FFF2-40B4-BE49-F238E27FC236}">
                <a16:creationId xmlns:a16="http://schemas.microsoft.com/office/drawing/2014/main" id="{FDA34E6A-97E0-D34A-B5AF-04D03441F8D7}"/>
              </a:ext>
            </a:extLst>
          </p:cNvPr>
          <p:cNvSpPr>
            <a:spLocks noChangeArrowheads="1"/>
          </p:cNvSpPr>
          <p:nvPr/>
        </p:nvSpPr>
        <p:spPr bwMode="auto">
          <a:xfrm>
            <a:off x="6515769" y="979463"/>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 name="Oval 10">
            <a:extLst>
              <a:ext uri="{FF2B5EF4-FFF2-40B4-BE49-F238E27FC236}">
                <a16:creationId xmlns:a16="http://schemas.microsoft.com/office/drawing/2014/main" id="{D23B51D1-0642-544B-AB5C-39EAA0BB0C75}"/>
              </a:ext>
            </a:extLst>
          </p:cNvPr>
          <p:cNvSpPr>
            <a:spLocks noChangeArrowheads="1"/>
          </p:cNvSpPr>
          <p:nvPr/>
        </p:nvSpPr>
        <p:spPr bwMode="auto">
          <a:xfrm>
            <a:off x="6226844" y="2276451"/>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2" name="Line 11">
            <a:extLst>
              <a:ext uri="{FF2B5EF4-FFF2-40B4-BE49-F238E27FC236}">
                <a16:creationId xmlns:a16="http://schemas.microsoft.com/office/drawing/2014/main" id="{36F32637-AC79-1849-975E-65F34DBA6301}"/>
              </a:ext>
            </a:extLst>
          </p:cNvPr>
          <p:cNvSpPr>
            <a:spLocks noChangeShapeType="1"/>
          </p:cNvSpPr>
          <p:nvPr/>
        </p:nvSpPr>
        <p:spPr bwMode="auto">
          <a:xfrm flipH="1">
            <a:off x="1762794" y="836588"/>
            <a:ext cx="1008063"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12">
            <a:extLst>
              <a:ext uri="{FF2B5EF4-FFF2-40B4-BE49-F238E27FC236}">
                <a16:creationId xmlns:a16="http://schemas.microsoft.com/office/drawing/2014/main" id="{B97331E3-E6ED-B84B-8C89-ED103716B516}"/>
              </a:ext>
            </a:extLst>
          </p:cNvPr>
          <p:cNvSpPr>
            <a:spLocks noChangeShapeType="1"/>
          </p:cNvSpPr>
          <p:nvPr/>
        </p:nvSpPr>
        <p:spPr bwMode="auto">
          <a:xfrm>
            <a:off x="1762794" y="1555726"/>
            <a:ext cx="1655763"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13">
            <a:extLst>
              <a:ext uri="{FF2B5EF4-FFF2-40B4-BE49-F238E27FC236}">
                <a16:creationId xmlns:a16="http://schemas.microsoft.com/office/drawing/2014/main" id="{1FF48482-187D-514C-A3F2-50BF4D6949CC}"/>
              </a:ext>
            </a:extLst>
          </p:cNvPr>
          <p:cNvSpPr>
            <a:spLocks noChangeShapeType="1"/>
          </p:cNvSpPr>
          <p:nvPr/>
        </p:nvSpPr>
        <p:spPr bwMode="auto">
          <a:xfrm>
            <a:off x="2843882" y="763563"/>
            <a:ext cx="647700" cy="1152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4">
            <a:extLst>
              <a:ext uri="{FF2B5EF4-FFF2-40B4-BE49-F238E27FC236}">
                <a16:creationId xmlns:a16="http://schemas.microsoft.com/office/drawing/2014/main" id="{60552143-00DC-1349-B71C-8635F1F20D03}"/>
              </a:ext>
            </a:extLst>
          </p:cNvPr>
          <p:cNvSpPr>
            <a:spLocks noChangeShapeType="1"/>
          </p:cNvSpPr>
          <p:nvPr/>
        </p:nvSpPr>
        <p:spPr bwMode="auto">
          <a:xfrm flipV="1">
            <a:off x="3491582" y="908026"/>
            <a:ext cx="935037" cy="10080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5">
            <a:extLst>
              <a:ext uri="{FF2B5EF4-FFF2-40B4-BE49-F238E27FC236}">
                <a16:creationId xmlns:a16="http://schemas.microsoft.com/office/drawing/2014/main" id="{2C0AC862-BB01-5345-8E21-B3CD8EDABD67}"/>
              </a:ext>
            </a:extLst>
          </p:cNvPr>
          <p:cNvSpPr>
            <a:spLocks noChangeShapeType="1"/>
          </p:cNvSpPr>
          <p:nvPr/>
        </p:nvSpPr>
        <p:spPr bwMode="auto">
          <a:xfrm>
            <a:off x="4426619" y="908026"/>
            <a:ext cx="720725" cy="10080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16">
            <a:extLst>
              <a:ext uri="{FF2B5EF4-FFF2-40B4-BE49-F238E27FC236}">
                <a16:creationId xmlns:a16="http://schemas.microsoft.com/office/drawing/2014/main" id="{0399E4F8-97A1-7C40-B9B1-4F739D817F50}"/>
              </a:ext>
            </a:extLst>
          </p:cNvPr>
          <p:cNvSpPr>
            <a:spLocks noChangeShapeType="1"/>
          </p:cNvSpPr>
          <p:nvPr/>
        </p:nvSpPr>
        <p:spPr bwMode="auto">
          <a:xfrm>
            <a:off x="3491582" y="1916088"/>
            <a:ext cx="165576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17">
            <a:extLst>
              <a:ext uri="{FF2B5EF4-FFF2-40B4-BE49-F238E27FC236}">
                <a16:creationId xmlns:a16="http://schemas.microsoft.com/office/drawing/2014/main" id="{38823FEA-9DEE-E04E-B3D0-2A259107D7C8}"/>
              </a:ext>
            </a:extLst>
          </p:cNvPr>
          <p:cNvSpPr>
            <a:spLocks noChangeShapeType="1"/>
          </p:cNvSpPr>
          <p:nvPr/>
        </p:nvSpPr>
        <p:spPr bwMode="auto">
          <a:xfrm flipV="1">
            <a:off x="5147344" y="620688"/>
            <a:ext cx="576263"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8">
            <a:extLst>
              <a:ext uri="{FF2B5EF4-FFF2-40B4-BE49-F238E27FC236}">
                <a16:creationId xmlns:a16="http://schemas.microsoft.com/office/drawing/2014/main" id="{357E31E9-9D60-C843-8CDA-AF96AB505C59}"/>
              </a:ext>
            </a:extLst>
          </p:cNvPr>
          <p:cNvSpPr>
            <a:spLocks noChangeShapeType="1"/>
          </p:cNvSpPr>
          <p:nvPr/>
        </p:nvSpPr>
        <p:spPr bwMode="auto">
          <a:xfrm>
            <a:off x="5723607" y="692126"/>
            <a:ext cx="86360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9">
            <a:extLst>
              <a:ext uri="{FF2B5EF4-FFF2-40B4-BE49-F238E27FC236}">
                <a16:creationId xmlns:a16="http://schemas.microsoft.com/office/drawing/2014/main" id="{E916028A-0DFD-E943-89D0-DB881958028C}"/>
              </a:ext>
            </a:extLst>
          </p:cNvPr>
          <p:cNvSpPr>
            <a:spLocks noChangeShapeType="1"/>
          </p:cNvSpPr>
          <p:nvPr/>
        </p:nvSpPr>
        <p:spPr bwMode="auto">
          <a:xfrm flipH="1">
            <a:off x="6299869" y="1052488"/>
            <a:ext cx="287338" cy="1223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20">
            <a:extLst>
              <a:ext uri="{FF2B5EF4-FFF2-40B4-BE49-F238E27FC236}">
                <a16:creationId xmlns:a16="http://schemas.microsoft.com/office/drawing/2014/main" id="{3B2681AC-20E6-9845-AA75-9226400DCD69}"/>
              </a:ext>
            </a:extLst>
          </p:cNvPr>
          <p:cNvSpPr>
            <a:spLocks noChangeShapeType="1"/>
          </p:cNvSpPr>
          <p:nvPr/>
        </p:nvSpPr>
        <p:spPr bwMode="auto">
          <a:xfrm>
            <a:off x="5147344" y="1916088"/>
            <a:ext cx="115252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2" name="Object 21">
            <a:extLst>
              <a:ext uri="{FF2B5EF4-FFF2-40B4-BE49-F238E27FC236}">
                <a16:creationId xmlns:a16="http://schemas.microsoft.com/office/drawing/2014/main" id="{9F2545FD-B147-DA46-96FA-6F7F9117521D}"/>
              </a:ext>
            </a:extLst>
          </p:cNvPr>
          <p:cNvGraphicFramePr>
            <a:graphicFrameLocks noChangeAspect="1"/>
          </p:cNvGraphicFramePr>
          <p:nvPr/>
        </p:nvGraphicFramePr>
        <p:xfrm>
          <a:off x="2410494" y="1052488"/>
          <a:ext cx="504825" cy="612775"/>
        </p:xfrm>
        <a:graphic>
          <a:graphicData uri="http://schemas.openxmlformats.org/presentationml/2006/ole">
            <mc:AlternateContent xmlns:mc="http://schemas.openxmlformats.org/markup-compatibility/2006">
              <mc:Choice xmlns:v="urn:schemas-microsoft-com:vml" Requires="v">
                <p:oleObj name="Equation" r:id="rId2" imgW="104812" imgH="142830" progId="Equation.3">
                  <p:embed/>
                </p:oleObj>
              </mc:Choice>
              <mc:Fallback>
                <p:oleObj name="Equation" r:id="rId2" imgW="104812" imgH="142830" progId="Equation.3">
                  <p:embed/>
                  <p:pic>
                    <p:nvPicPr>
                      <p:cNvPr id="42" name="Object 21">
                        <a:extLst>
                          <a:ext uri="{FF2B5EF4-FFF2-40B4-BE49-F238E27FC236}">
                            <a16:creationId xmlns:a16="http://schemas.microsoft.com/office/drawing/2014/main" id="{9F2545FD-B147-DA46-96FA-6F7F91175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0494" y="1052488"/>
                        <a:ext cx="50482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22">
            <a:extLst>
              <a:ext uri="{FF2B5EF4-FFF2-40B4-BE49-F238E27FC236}">
                <a16:creationId xmlns:a16="http://schemas.microsoft.com/office/drawing/2014/main" id="{21729EF0-FA07-834A-A05E-9E46098579D4}"/>
              </a:ext>
            </a:extLst>
          </p:cNvPr>
          <p:cNvGraphicFramePr>
            <a:graphicFrameLocks noChangeAspect="1"/>
          </p:cNvGraphicFramePr>
          <p:nvPr/>
        </p:nvGraphicFramePr>
        <p:xfrm>
          <a:off x="5561682" y="1195363"/>
          <a:ext cx="541337" cy="612775"/>
        </p:xfrm>
        <a:graphic>
          <a:graphicData uri="http://schemas.openxmlformats.org/presentationml/2006/ole">
            <mc:AlternateContent xmlns:mc="http://schemas.openxmlformats.org/markup-compatibility/2006">
              <mc:Choice xmlns:v="urn:schemas-microsoft-com:vml" Requires="v">
                <p:oleObj name="Equation" r:id="rId4" imgW="114266" imgH="142830" progId="Equation.3">
                  <p:embed/>
                </p:oleObj>
              </mc:Choice>
              <mc:Fallback>
                <p:oleObj name="Equation" r:id="rId4" imgW="114266" imgH="142830" progId="Equation.3">
                  <p:embed/>
                  <p:pic>
                    <p:nvPicPr>
                      <p:cNvPr id="43" name="Object 22">
                        <a:extLst>
                          <a:ext uri="{FF2B5EF4-FFF2-40B4-BE49-F238E27FC236}">
                            <a16:creationId xmlns:a16="http://schemas.microsoft.com/office/drawing/2014/main" id="{21729EF0-FA07-834A-A05E-9E46098579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1682" y="1195363"/>
                        <a:ext cx="541337"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23">
            <a:extLst>
              <a:ext uri="{FF2B5EF4-FFF2-40B4-BE49-F238E27FC236}">
                <a16:creationId xmlns:a16="http://schemas.microsoft.com/office/drawing/2014/main" id="{D8949DAB-9811-6245-AF63-0059066D28E9}"/>
              </a:ext>
            </a:extLst>
          </p:cNvPr>
          <p:cNvGraphicFramePr>
            <a:graphicFrameLocks noChangeAspect="1"/>
          </p:cNvGraphicFramePr>
          <p:nvPr/>
        </p:nvGraphicFramePr>
        <p:xfrm>
          <a:off x="4210719" y="1339826"/>
          <a:ext cx="369888" cy="433387"/>
        </p:xfrm>
        <a:graphic>
          <a:graphicData uri="http://schemas.openxmlformats.org/presentationml/2006/ole">
            <mc:AlternateContent xmlns:mc="http://schemas.openxmlformats.org/markup-compatibility/2006">
              <mc:Choice xmlns:v="urn:schemas-microsoft-com:vml" Requires="v">
                <p:oleObj name="Equation" r:id="rId6" imgW="76177" imgH="104760" progId="Equation.3">
                  <p:embed/>
                </p:oleObj>
              </mc:Choice>
              <mc:Fallback>
                <p:oleObj name="Equation" r:id="rId6" imgW="76177" imgH="104760" progId="Equation.3">
                  <p:embed/>
                  <p:pic>
                    <p:nvPicPr>
                      <p:cNvPr id="44" name="Object 23">
                        <a:extLst>
                          <a:ext uri="{FF2B5EF4-FFF2-40B4-BE49-F238E27FC236}">
                            <a16:creationId xmlns:a16="http://schemas.microsoft.com/office/drawing/2014/main" id="{D8949DAB-9811-6245-AF63-0059066D28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10719" y="1339826"/>
                        <a:ext cx="369888"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 name="文本框 44">
            <a:extLst>
              <a:ext uri="{FF2B5EF4-FFF2-40B4-BE49-F238E27FC236}">
                <a16:creationId xmlns:a16="http://schemas.microsoft.com/office/drawing/2014/main" id="{ACD851D3-F278-CB4F-B850-664975EC5C68}"/>
              </a:ext>
            </a:extLst>
          </p:cNvPr>
          <p:cNvSpPr txBox="1"/>
          <p:nvPr/>
        </p:nvSpPr>
        <p:spPr>
          <a:xfrm>
            <a:off x="5004048" y="1989113"/>
            <a:ext cx="216321" cy="369332"/>
          </a:xfrm>
          <a:prstGeom prst="rect">
            <a:avLst/>
          </a:prstGeom>
          <a:noFill/>
        </p:spPr>
        <p:txBody>
          <a:bodyPr wrap="square" rtlCol="0">
            <a:spAutoFit/>
          </a:bodyPr>
          <a:lstStyle/>
          <a:p>
            <a:r>
              <a:rPr kumimoji="1" lang="en-US" altLang="zh-Hans" dirty="0"/>
              <a:t>1</a:t>
            </a:r>
            <a:endParaRPr kumimoji="1" lang="zh-CN" altLang="en-US" dirty="0"/>
          </a:p>
        </p:txBody>
      </p:sp>
      <p:sp>
        <p:nvSpPr>
          <p:cNvPr id="46" name="文本框 45">
            <a:extLst>
              <a:ext uri="{FF2B5EF4-FFF2-40B4-BE49-F238E27FC236}">
                <a16:creationId xmlns:a16="http://schemas.microsoft.com/office/drawing/2014/main" id="{DF49500B-008E-EF43-9017-C862575315FC}"/>
              </a:ext>
            </a:extLst>
          </p:cNvPr>
          <p:cNvSpPr txBox="1"/>
          <p:nvPr/>
        </p:nvSpPr>
        <p:spPr>
          <a:xfrm>
            <a:off x="4211960" y="1844824"/>
            <a:ext cx="504477" cy="369332"/>
          </a:xfrm>
          <a:prstGeom prst="rect">
            <a:avLst/>
          </a:prstGeom>
          <a:noFill/>
        </p:spPr>
        <p:txBody>
          <a:bodyPr wrap="square" rtlCol="0">
            <a:spAutoFit/>
          </a:bodyPr>
          <a:lstStyle/>
          <a:p>
            <a:r>
              <a:rPr kumimoji="1" lang="en-US" altLang="zh-Hans" dirty="0"/>
              <a:t>e</a:t>
            </a:r>
            <a:r>
              <a:rPr kumimoji="1" lang="en-US" altLang="zh-Hans" baseline="-25000" dirty="0"/>
              <a:t>1</a:t>
            </a:r>
            <a:endParaRPr kumimoji="1" lang="zh-CN" altLang="en-US" baseline="-25000" dirty="0"/>
          </a:p>
        </p:txBody>
      </p:sp>
      <p:sp>
        <p:nvSpPr>
          <p:cNvPr id="47" name="文本框 46">
            <a:extLst>
              <a:ext uri="{FF2B5EF4-FFF2-40B4-BE49-F238E27FC236}">
                <a16:creationId xmlns:a16="http://schemas.microsoft.com/office/drawing/2014/main" id="{DE274156-277A-264C-B980-3BD8EF6A8A39}"/>
              </a:ext>
            </a:extLst>
          </p:cNvPr>
          <p:cNvSpPr txBox="1"/>
          <p:nvPr/>
        </p:nvSpPr>
        <p:spPr>
          <a:xfrm>
            <a:off x="3635896" y="1124744"/>
            <a:ext cx="504477" cy="369332"/>
          </a:xfrm>
          <a:prstGeom prst="rect">
            <a:avLst/>
          </a:prstGeom>
          <a:noFill/>
        </p:spPr>
        <p:txBody>
          <a:bodyPr wrap="square" rtlCol="0">
            <a:spAutoFit/>
          </a:bodyPr>
          <a:lstStyle/>
          <a:p>
            <a:r>
              <a:rPr kumimoji="1" lang="en-US" altLang="zh-Hans" dirty="0"/>
              <a:t>e</a:t>
            </a:r>
            <a:r>
              <a:rPr kumimoji="1" lang="en-US" altLang="zh-Hans" baseline="-25000" dirty="0"/>
              <a:t>2</a:t>
            </a:r>
            <a:endParaRPr kumimoji="1" lang="zh-CN" altLang="en-US" baseline="-25000" dirty="0"/>
          </a:p>
        </p:txBody>
      </p:sp>
      <p:sp>
        <p:nvSpPr>
          <p:cNvPr id="48" name="文本框 47">
            <a:extLst>
              <a:ext uri="{FF2B5EF4-FFF2-40B4-BE49-F238E27FC236}">
                <a16:creationId xmlns:a16="http://schemas.microsoft.com/office/drawing/2014/main" id="{CCD908D5-3C91-D74B-8FA2-7B33581CDA05}"/>
              </a:ext>
            </a:extLst>
          </p:cNvPr>
          <p:cNvSpPr txBox="1"/>
          <p:nvPr/>
        </p:nvSpPr>
        <p:spPr>
          <a:xfrm>
            <a:off x="4787603" y="1124744"/>
            <a:ext cx="504477" cy="369332"/>
          </a:xfrm>
          <a:prstGeom prst="rect">
            <a:avLst/>
          </a:prstGeom>
          <a:noFill/>
        </p:spPr>
        <p:txBody>
          <a:bodyPr wrap="square" rtlCol="0">
            <a:spAutoFit/>
          </a:bodyPr>
          <a:lstStyle/>
          <a:p>
            <a:r>
              <a:rPr kumimoji="1" lang="en-US" altLang="zh-Hans" dirty="0"/>
              <a:t>e</a:t>
            </a:r>
            <a:r>
              <a:rPr kumimoji="1" lang="en-US" altLang="zh-Hans" baseline="-25000" dirty="0"/>
              <a:t>3</a:t>
            </a:r>
            <a:endParaRPr kumimoji="1" lang="zh-CN" altLang="en-US" baseline="-25000" dirty="0"/>
          </a:p>
        </p:txBody>
      </p:sp>
      <p:sp>
        <p:nvSpPr>
          <p:cNvPr id="49" name="文本框 48">
            <a:extLst>
              <a:ext uri="{FF2B5EF4-FFF2-40B4-BE49-F238E27FC236}">
                <a16:creationId xmlns:a16="http://schemas.microsoft.com/office/drawing/2014/main" id="{214B39D6-32E8-9642-9145-0C20B46A9F25}"/>
              </a:ext>
            </a:extLst>
          </p:cNvPr>
          <p:cNvSpPr txBox="1"/>
          <p:nvPr/>
        </p:nvSpPr>
        <p:spPr>
          <a:xfrm>
            <a:off x="3419872" y="1916832"/>
            <a:ext cx="216321" cy="369332"/>
          </a:xfrm>
          <a:prstGeom prst="rect">
            <a:avLst/>
          </a:prstGeom>
          <a:noFill/>
        </p:spPr>
        <p:txBody>
          <a:bodyPr wrap="square" rtlCol="0">
            <a:spAutoFit/>
          </a:bodyPr>
          <a:lstStyle/>
          <a:p>
            <a:r>
              <a:rPr kumimoji="1" lang="en-US" altLang="zh-Hans" dirty="0"/>
              <a:t>2</a:t>
            </a:r>
            <a:endParaRPr kumimoji="1" lang="zh-CN" altLang="en-US" dirty="0"/>
          </a:p>
        </p:txBody>
      </p:sp>
      <p:sp>
        <p:nvSpPr>
          <p:cNvPr id="50" name="文本框 49">
            <a:extLst>
              <a:ext uri="{FF2B5EF4-FFF2-40B4-BE49-F238E27FC236}">
                <a16:creationId xmlns:a16="http://schemas.microsoft.com/office/drawing/2014/main" id="{1F97497B-92ED-AA48-B48F-8683393C5DA0}"/>
              </a:ext>
            </a:extLst>
          </p:cNvPr>
          <p:cNvSpPr txBox="1"/>
          <p:nvPr/>
        </p:nvSpPr>
        <p:spPr>
          <a:xfrm>
            <a:off x="4427687" y="611396"/>
            <a:ext cx="216321" cy="369332"/>
          </a:xfrm>
          <a:prstGeom prst="rect">
            <a:avLst/>
          </a:prstGeom>
          <a:noFill/>
        </p:spPr>
        <p:txBody>
          <a:bodyPr wrap="square" rtlCol="0">
            <a:spAutoFit/>
          </a:bodyPr>
          <a:lstStyle/>
          <a:p>
            <a:r>
              <a:rPr kumimoji="1" lang="en-US" altLang="zh-Hans" dirty="0"/>
              <a:t>3</a:t>
            </a:r>
            <a:endParaRPr kumimoji="1" lang="zh-CN" altLang="en-US" dirty="0"/>
          </a:p>
        </p:txBody>
      </p:sp>
      <p:cxnSp>
        <p:nvCxnSpPr>
          <p:cNvPr id="52" name="直线箭头连接符 51">
            <a:extLst>
              <a:ext uri="{FF2B5EF4-FFF2-40B4-BE49-F238E27FC236}">
                <a16:creationId xmlns:a16="http://schemas.microsoft.com/office/drawing/2014/main" id="{1C4E3136-5E00-5843-8535-4526EB13463B}"/>
              </a:ext>
            </a:extLst>
          </p:cNvPr>
          <p:cNvCxnSpPr>
            <a:cxnSpLocks/>
          </p:cNvCxnSpPr>
          <p:nvPr/>
        </p:nvCxnSpPr>
        <p:spPr>
          <a:xfrm flipH="1" flipV="1">
            <a:off x="2987825" y="3140968"/>
            <a:ext cx="1152548" cy="129614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53">
            <a:extLst>
              <a:ext uri="{FF2B5EF4-FFF2-40B4-BE49-F238E27FC236}">
                <a16:creationId xmlns:a16="http://schemas.microsoft.com/office/drawing/2014/main" id="{D150B1C5-723A-0C47-B662-3290CF46357D}"/>
              </a:ext>
            </a:extLst>
          </p:cNvPr>
          <p:cNvCxnSpPr>
            <a:cxnSpLocks/>
          </p:cNvCxnSpPr>
          <p:nvPr/>
        </p:nvCxnSpPr>
        <p:spPr>
          <a:xfrm flipH="1" flipV="1">
            <a:off x="4355182" y="3150954"/>
            <a:ext cx="409994" cy="165586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206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p:nvPr>
        </p:nvSpPr>
        <p:spPr/>
        <p:txBody>
          <a:bodyPr/>
          <a:lstStyle/>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类似于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定理有</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是非平凡弱连通图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图的充要条件是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的每节点的</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入度等于出度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a:p>
            <a:pPr eaLnBrk="1" hangingPunct="1">
              <a:lnSpc>
                <a:spcPct val="120000"/>
              </a:lnSpc>
            </a:pPr>
            <a:r>
              <a:rPr lang="en-US" altLang="zh-CN" b="1" dirty="0">
                <a:latin typeface="Times New Roman" pitchFamily="18" charset="0"/>
                <a:ea typeface="楷体_GB2312" pitchFamily="49" charset="-122"/>
              </a:rPr>
              <a:t>See Figure 7-1(b).</a:t>
            </a:r>
          </a:p>
        </p:txBody>
      </p:sp>
      <p:grpSp>
        <p:nvGrpSpPr>
          <p:cNvPr id="2" name="组合 1">
            <a:extLst>
              <a:ext uri="{FF2B5EF4-FFF2-40B4-BE49-F238E27FC236}">
                <a16:creationId xmlns:a16="http://schemas.microsoft.com/office/drawing/2014/main" id="{D5106C91-16C0-EE4F-ABD6-0C969939152B}"/>
              </a:ext>
            </a:extLst>
          </p:cNvPr>
          <p:cNvGrpSpPr/>
          <p:nvPr/>
        </p:nvGrpSpPr>
        <p:grpSpPr>
          <a:xfrm>
            <a:off x="4788024" y="3429000"/>
            <a:ext cx="2647901" cy="2555701"/>
            <a:chOff x="4608513" y="2924944"/>
            <a:chExt cx="3619500" cy="3779837"/>
          </a:xfrm>
        </p:grpSpPr>
        <p:sp>
          <p:nvSpPr>
            <p:cNvPr id="3" name="Oval 14">
              <a:extLst>
                <a:ext uri="{FF2B5EF4-FFF2-40B4-BE49-F238E27FC236}">
                  <a16:creationId xmlns:a16="http://schemas.microsoft.com/office/drawing/2014/main" id="{C4D3FB4A-E8F8-D247-BEC3-D55E3AE1D003}"/>
                </a:ext>
              </a:extLst>
            </p:cNvPr>
            <p:cNvSpPr>
              <a:spLocks noChangeArrowheads="1"/>
            </p:cNvSpPr>
            <p:nvPr/>
          </p:nvSpPr>
          <p:spPr bwMode="auto">
            <a:xfrm>
              <a:off x="6300788" y="3572644"/>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 name="Oval 15">
              <a:extLst>
                <a:ext uri="{FF2B5EF4-FFF2-40B4-BE49-F238E27FC236}">
                  <a16:creationId xmlns:a16="http://schemas.microsoft.com/office/drawing/2014/main" id="{ED4AB749-6834-B545-8CCC-95DCCC39880E}"/>
                </a:ext>
              </a:extLst>
            </p:cNvPr>
            <p:cNvSpPr>
              <a:spLocks noChangeArrowheads="1"/>
            </p:cNvSpPr>
            <p:nvPr/>
          </p:nvSpPr>
          <p:spPr bwMode="auto">
            <a:xfrm>
              <a:off x="5219700" y="4509269"/>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 name="Oval 16">
              <a:extLst>
                <a:ext uri="{FF2B5EF4-FFF2-40B4-BE49-F238E27FC236}">
                  <a16:creationId xmlns:a16="http://schemas.microsoft.com/office/drawing/2014/main" id="{31A5FC49-2276-7347-95DF-FD72D7D5A52B}"/>
                </a:ext>
              </a:extLst>
            </p:cNvPr>
            <p:cNvSpPr>
              <a:spLocks noChangeArrowheads="1"/>
            </p:cNvSpPr>
            <p:nvPr/>
          </p:nvSpPr>
          <p:spPr bwMode="auto">
            <a:xfrm>
              <a:off x="7451725" y="4436244"/>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 name="Oval 17">
              <a:extLst>
                <a:ext uri="{FF2B5EF4-FFF2-40B4-BE49-F238E27FC236}">
                  <a16:creationId xmlns:a16="http://schemas.microsoft.com/office/drawing/2014/main" id="{3E1D5F52-9486-7F45-8157-82C070BFA972}"/>
                </a:ext>
              </a:extLst>
            </p:cNvPr>
            <p:cNvSpPr>
              <a:spLocks noChangeArrowheads="1"/>
            </p:cNvSpPr>
            <p:nvPr/>
          </p:nvSpPr>
          <p:spPr bwMode="auto">
            <a:xfrm>
              <a:off x="5867400" y="5949131"/>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 name="Oval 18">
              <a:extLst>
                <a:ext uri="{FF2B5EF4-FFF2-40B4-BE49-F238E27FC236}">
                  <a16:creationId xmlns:a16="http://schemas.microsoft.com/office/drawing/2014/main" id="{5E79A412-1D62-584F-A052-4E65B3F1E436}"/>
                </a:ext>
              </a:extLst>
            </p:cNvPr>
            <p:cNvSpPr>
              <a:spLocks noChangeArrowheads="1"/>
            </p:cNvSpPr>
            <p:nvPr/>
          </p:nvSpPr>
          <p:spPr bwMode="auto">
            <a:xfrm>
              <a:off x="6948488" y="5949131"/>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8" name="Object 19">
              <a:extLst>
                <a:ext uri="{FF2B5EF4-FFF2-40B4-BE49-F238E27FC236}">
                  <a16:creationId xmlns:a16="http://schemas.microsoft.com/office/drawing/2014/main" id="{D6B72974-7F4B-924A-A02F-EF234D39F617}"/>
                </a:ext>
              </a:extLst>
            </p:cNvPr>
            <p:cNvGraphicFramePr>
              <a:graphicFrameLocks noChangeAspect="1"/>
            </p:cNvGraphicFramePr>
            <p:nvPr/>
          </p:nvGraphicFramePr>
          <p:xfrm>
            <a:off x="6156325" y="2924944"/>
            <a:ext cx="396875" cy="612775"/>
          </p:xfrm>
          <a:graphic>
            <a:graphicData uri="http://schemas.openxmlformats.org/presentationml/2006/ole">
              <mc:AlternateContent xmlns:mc="http://schemas.openxmlformats.org/markup-compatibility/2006">
                <mc:Choice xmlns:v="urn:schemas-microsoft-com:vml" Requires="v">
                  <p:oleObj name="Equation" r:id="rId3" imgW="66723" imgH="142830" progId="Equation.3">
                    <p:embed/>
                  </p:oleObj>
                </mc:Choice>
                <mc:Fallback>
                  <p:oleObj name="Equation" r:id="rId3" imgW="66723" imgH="142830" progId="Equation.3">
                    <p:embed/>
                    <p:pic>
                      <p:nvPicPr>
                        <p:cNvPr id="8" name="Object 19">
                          <a:extLst>
                            <a:ext uri="{FF2B5EF4-FFF2-40B4-BE49-F238E27FC236}">
                              <a16:creationId xmlns:a16="http://schemas.microsoft.com/office/drawing/2014/main" id="{D6B72974-7F4B-924A-A02F-EF234D39F6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2924944"/>
                          <a:ext cx="396875"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20">
              <a:extLst>
                <a:ext uri="{FF2B5EF4-FFF2-40B4-BE49-F238E27FC236}">
                  <a16:creationId xmlns:a16="http://schemas.microsoft.com/office/drawing/2014/main" id="{4707A672-B88A-AE4A-973F-3E9A492227DE}"/>
                </a:ext>
              </a:extLst>
            </p:cNvPr>
            <p:cNvGraphicFramePr>
              <a:graphicFrameLocks noChangeAspect="1"/>
            </p:cNvGraphicFramePr>
            <p:nvPr/>
          </p:nvGraphicFramePr>
          <p:xfrm>
            <a:off x="4608513" y="4220344"/>
            <a:ext cx="468312" cy="612775"/>
          </p:xfrm>
          <a:graphic>
            <a:graphicData uri="http://schemas.openxmlformats.org/presentationml/2006/ole">
              <mc:AlternateContent xmlns:mc="http://schemas.openxmlformats.org/markup-compatibility/2006">
                <mc:Choice xmlns:v="urn:schemas-microsoft-com:vml" Requires="v">
                  <p:oleObj name="Equation" r:id="rId5" imgW="85632" imgH="142830" progId="Equation.3">
                    <p:embed/>
                  </p:oleObj>
                </mc:Choice>
                <mc:Fallback>
                  <p:oleObj name="Equation" r:id="rId5" imgW="85632" imgH="142830" progId="Equation.3">
                    <p:embed/>
                    <p:pic>
                      <p:nvPicPr>
                        <p:cNvPr id="9" name="Object 20">
                          <a:extLst>
                            <a:ext uri="{FF2B5EF4-FFF2-40B4-BE49-F238E27FC236}">
                              <a16:creationId xmlns:a16="http://schemas.microsoft.com/office/drawing/2014/main" id="{4707A672-B88A-AE4A-973F-3E9A492227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8513" y="4220344"/>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1">
              <a:extLst>
                <a:ext uri="{FF2B5EF4-FFF2-40B4-BE49-F238E27FC236}">
                  <a16:creationId xmlns:a16="http://schemas.microsoft.com/office/drawing/2014/main" id="{CA145312-4263-7A4A-93EC-E039922F2A02}"/>
                </a:ext>
              </a:extLst>
            </p:cNvPr>
            <p:cNvGraphicFramePr>
              <a:graphicFrameLocks noChangeAspect="1"/>
            </p:cNvGraphicFramePr>
            <p:nvPr/>
          </p:nvGraphicFramePr>
          <p:xfrm>
            <a:off x="5275263" y="6003106"/>
            <a:ext cx="433387" cy="649288"/>
          </p:xfrm>
          <a:graphic>
            <a:graphicData uri="http://schemas.openxmlformats.org/presentationml/2006/ole">
              <mc:AlternateContent xmlns:mc="http://schemas.openxmlformats.org/markup-compatibility/2006">
                <mc:Choice xmlns:v="urn:schemas-microsoft-com:vml" Requires="v">
                  <p:oleObj name="Equation" r:id="rId7" imgW="76177" imgH="152280" progId="Equation.3">
                    <p:embed/>
                  </p:oleObj>
                </mc:Choice>
                <mc:Fallback>
                  <p:oleObj name="Equation" r:id="rId7" imgW="76177" imgH="152280" progId="Equation.3">
                    <p:embed/>
                    <p:pic>
                      <p:nvPicPr>
                        <p:cNvPr id="10" name="Object 21">
                          <a:extLst>
                            <a:ext uri="{FF2B5EF4-FFF2-40B4-BE49-F238E27FC236}">
                              <a16:creationId xmlns:a16="http://schemas.microsoft.com/office/drawing/2014/main" id="{CA145312-4263-7A4A-93EC-E039922F2A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5263" y="6003106"/>
                          <a:ext cx="433387"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2">
              <a:extLst>
                <a:ext uri="{FF2B5EF4-FFF2-40B4-BE49-F238E27FC236}">
                  <a16:creationId xmlns:a16="http://schemas.microsoft.com/office/drawing/2014/main" id="{AC14CBD7-FBF5-7B40-887D-D71AFE7CC17B}"/>
                </a:ext>
              </a:extLst>
            </p:cNvPr>
            <p:cNvGraphicFramePr>
              <a:graphicFrameLocks noChangeAspect="1"/>
            </p:cNvGraphicFramePr>
            <p:nvPr/>
          </p:nvGraphicFramePr>
          <p:xfrm>
            <a:off x="7129463" y="6092006"/>
            <a:ext cx="468312" cy="612775"/>
          </p:xfrm>
          <a:graphic>
            <a:graphicData uri="http://schemas.openxmlformats.org/presentationml/2006/ole">
              <mc:AlternateContent xmlns:mc="http://schemas.openxmlformats.org/markup-compatibility/2006">
                <mc:Choice xmlns:v="urn:schemas-microsoft-com:vml" Requires="v">
                  <p:oleObj name="Equation" r:id="rId9" imgW="85632" imgH="142830" progId="Equation.3">
                    <p:embed/>
                  </p:oleObj>
                </mc:Choice>
                <mc:Fallback>
                  <p:oleObj name="Equation" r:id="rId9" imgW="85632" imgH="142830" progId="Equation.3">
                    <p:embed/>
                    <p:pic>
                      <p:nvPicPr>
                        <p:cNvPr id="11" name="Object 22">
                          <a:extLst>
                            <a:ext uri="{FF2B5EF4-FFF2-40B4-BE49-F238E27FC236}">
                              <a16:creationId xmlns:a16="http://schemas.microsoft.com/office/drawing/2014/main" id="{AC14CBD7-FBF5-7B40-887D-D71AFE7CC1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9463" y="6092006"/>
                          <a:ext cx="4683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3">
              <a:extLst>
                <a:ext uri="{FF2B5EF4-FFF2-40B4-BE49-F238E27FC236}">
                  <a16:creationId xmlns:a16="http://schemas.microsoft.com/office/drawing/2014/main" id="{120A9273-FC46-5041-B290-644F29C08C8D}"/>
                </a:ext>
              </a:extLst>
            </p:cNvPr>
            <p:cNvGraphicFramePr>
              <a:graphicFrameLocks noChangeAspect="1"/>
            </p:cNvGraphicFramePr>
            <p:nvPr/>
          </p:nvGraphicFramePr>
          <p:xfrm>
            <a:off x="7794625" y="4202881"/>
            <a:ext cx="433388" cy="647700"/>
          </p:xfrm>
          <a:graphic>
            <a:graphicData uri="http://schemas.openxmlformats.org/presentationml/2006/ole">
              <mc:AlternateContent xmlns:mc="http://schemas.openxmlformats.org/markup-compatibility/2006">
                <mc:Choice xmlns:v="urn:schemas-microsoft-com:vml" Requires="v">
                  <p:oleObj name="Equation" r:id="rId11" imgW="76177" imgH="152280" progId="Equation.3">
                    <p:embed/>
                  </p:oleObj>
                </mc:Choice>
                <mc:Fallback>
                  <p:oleObj name="Equation" r:id="rId11" imgW="76177" imgH="152280" progId="Equation.3">
                    <p:embed/>
                    <p:pic>
                      <p:nvPicPr>
                        <p:cNvPr id="12" name="Object 23">
                          <a:extLst>
                            <a:ext uri="{FF2B5EF4-FFF2-40B4-BE49-F238E27FC236}">
                              <a16:creationId xmlns:a16="http://schemas.microsoft.com/office/drawing/2014/main" id="{120A9273-FC46-5041-B290-644F29C08C8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4625" y="4202881"/>
                          <a:ext cx="43338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Line 32">
              <a:extLst>
                <a:ext uri="{FF2B5EF4-FFF2-40B4-BE49-F238E27FC236}">
                  <a16:creationId xmlns:a16="http://schemas.microsoft.com/office/drawing/2014/main" id="{0982641A-E6D3-3745-94D9-675086F7B500}"/>
                </a:ext>
              </a:extLst>
            </p:cNvPr>
            <p:cNvSpPr>
              <a:spLocks noChangeShapeType="1"/>
            </p:cNvSpPr>
            <p:nvPr/>
          </p:nvSpPr>
          <p:spPr bwMode="auto">
            <a:xfrm flipH="1">
              <a:off x="5435600" y="3644081"/>
              <a:ext cx="936625" cy="865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33">
              <a:extLst>
                <a:ext uri="{FF2B5EF4-FFF2-40B4-BE49-F238E27FC236}">
                  <a16:creationId xmlns:a16="http://schemas.microsoft.com/office/drawing/2014/main" id="{E0983A7D-25E6-CA4F-BF20-2FD83988BE51}"/>
                </a:ext>
              </a:extLst>
            </p:cNvPr>
            <p:cNvSpPr>
              <a:spLocks noChangeShapeType="1"/>
            </p:cNvSpPr>
            <p:nvPr/>
          </p:nvSpPr>
          <p:spPr bwMode="auto">
            <a:xfrm>
              <a:off x="5364163" y="4580706"/>
              <a:ext cx="1512887"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34">
              <a:extLst>
                <a:ext uri="{FF2B5EF4-FFF2-40B4-BE49-F238E27FC236}">
                  <a16:creationId xmlns:a16="http://schemas.microsoft.com/office/drawing/2014/main" id="{EB9AD249-9EB4-5740-A087-0E4C3D6C1463}"/>
                </a:ext>
              </a:extLst>
            </p:cNvPr>
            <p:cNvSpPr>
              <a:spLocks noChangeShapeType="1"/>
            </p:cNvSpPr>
            <p:nvPr/>
          </p:nvSpPr>
          <p:spPr bwMode="auto">
            <a:xfrm flipH="1" flipV="1">
              <a:off x="6443663" y="3788544"/>
              <a:ext cx="576262" cy="2160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35">
              <a:extLst>
                <a:ext uri="{FF2B5EF4-FFF2-40B4-BE49-F238E27FC236}">
                  <a16:creationId xmlns:a16="http://schemas.microsoft.com/office/drawing/2014/main" id="{3FE185E6-362B-1F4A-ADD2-AAA7EB589803}"/>
                </a:ext>
              </a:extLst>
            </p:cNvPr>
            <p:cNvSpPr>
              <a:spLocks noChangeShapeType="1"/>
            </p:cNvSpPr>
            <p:nvPr/>
          </p:nvSpPr>
          <p:spPr bwMode="auto">
            <a:xfrm flipH="1">
              <a:off x="5940425" y="3788544"/>
              <a:ext cx="431800" cy="2016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36">
              <a:extLst>
                <a:ext uri="{FF2B5EF4-FFF2-40B4-BE49-F238E27FC236}">
                  <a16:creationId xmlns:a16="http://schemas.microsoft.com/office/drawing/2014/main" id="{1511FCC9-09FA-8848-BC89-150DB1C7B222}"/>
                </a:ext>
              </a:extLst>
            </p:cNvPr>
            <p:cNvSpPr>
              <a:spLocks noChangeShapeType="1"/>
            </p:cNvSpPr>
            <p:nvPr/>
          </p:nvSpPr>
          <p:spPr bwMode="auto">
            <a:xfrm flipH="1" flipV="1">
              <a:off x="5364163" y="4725169"/>
              <a:ext cx="503237"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37">
              <a:extLst>
                <a:ext uri="{FF2B5EF4-FFF2-40B4-BE49-F238E27FC236}">
                  <a16:creationId xmlns:a16="http://schemas.microsoft.com/office/drawing/2014/main" id="{52FB996C-8F4A-8E48-B384-F8D3A2DCD2C5}"/>
                </a:ext>
              </a:extLst>
            </p:cNvPr>
            <p:cNvSpPr>
              <a:spLocks noChangeShapeType="1"/>
            </p:cNvSpPr>
            <p:nvPr/>
          </p:nvSpPr>
          <p:spPr bwMode="auto">
            <a:xfrm flipV="1">
              <a:off x="5435600" y="4535880"/>
              <a:ext cx="2016126" cy="448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38">
              <a:extLst>
                <a:ext uri="{FF2B5EF4-FFF2-40B4-BE49-F238E27FC236}">
                  <a16:creationId xmlns:a16="http://schemas.microsoft.com/office/drawing/2014/main" id="{EAB95C41-8C36-004D-BE39-2457345ACC79}"/>
                </a:ext>
              </a:extLst>
            </p:cNvPr>
            <p:cNvSpPr>
              <a:spLocks noChangeShapeType="1"/>
            </p:cNvSpPr>
            <p:nvPr/>
          </p:nvSpPr>
          <p:spPr bwMode="auto">
            <a:xfrm flipH="1">
              <a:off x="6084888" y="4652144"/>
              <a:ext cx="1366837"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39">
              <a:extLst>
                <a:ext uri="{FF2B5EF4-FFF2-40B4-BE49-F238E27FC236}">
                  <a16:creationId xmlns:a16="http://schemas.microsoft.com/office/drawing/2014/main" id="{50A6B47F-764F-3B4A-9F08-B44DEBE2D37E}"/>
                </a:ext>
              </a:extLst>
            </p:cNvPr>
            <p:cNvSpPr>
              <a:spLocks noChangeShapeType="1"/>
            </p:cNvSpPr>
            <p:nvPr/>
          </p:nvSpPr>
          <p:spPr bwMode="auto">
            <a:xfrm>
              <a:off x="6084888" y="6020569"/>
              <a:ext cx="792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40">
              <a:extLst>
                <a:ext uri="{FF2B5EF4-FFF2-40B4-BE49-F238E27FC236}">
                  <a16:creationId xmlns:a16="http://schemas.microsoft.com/office/drawing/2014/main" id="{C16F2671-2AE3-AC45-99D4-6B517D81F9E5}"/>
                </a:ext>
              </a:extLst>
            </p:cNvPr>
            <p:cNvSpPr>
              <a:spLocks noChangeShapeType="1"/>
            </p:cNvSpPr>
            <p:nvPr/>
          </p:nvSpPr>
          <p:spPr bwMode="auto">
            <a:xfrm flipV="1">
              <a:off x="7092950" y="4725169"/>
              <a:ext cx="431800" cy="12239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41">
              <a:extLst>
                <a:ext uri="{FF2B5EF4-FFF2-40B4-BE49-F238E27FC236}">
                  <a16:creationId xmlns:a16="http://schemas.microsoft.com/office/drawing/2014/main" id="{47D8EB58-8B53-ED40-B7B7-6CCB35923DA6}"/>
                </a:ext>
              </a:extLst>
            </p:cNvPr>
            <p:cNvSpPr>
              <a:spLocks noChangeShapeType="1"/>
            </p:cNvSpPr>
            <p:nvPr/>
          </p:nvSpPr>
          <p:spPr bwMode="auto">
            <a:xfrm flipH="1" flipV="1">
              <a:off x="6443661" y="3722821"/>
              <a:ext cx="1008064" cy="7207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根据</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定理容易得出</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Theorem 7-3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连通无向图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中存在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轨迹的充要条件是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的度数为奇数的节点个数为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或为</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2.</a:t>
            </a:r>
          </a:p>
          <a:p>
            <a:pPr eaLnBrk="1" hangingPunct="1">
              <a:lnSpc>
                <a:spcPct val="120000"/>
              </a:lnSpc>
            </a:pPr>
            <a:endParaRPr lang="en-US" altLang="zh-CN" b="1" dirty="0">
              <a:latin typeface="Times New Roman" pitchFamily="18" charset="0"/>
              <a:ea typeface="楷体_GB2312" pitchFamily="49" charset="-122"/>
              <a:sym typeface="Symbol" pitchFamily="18" charset="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根据该定理知</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solidFill>
                  <a:schemeClr val="folHlink"/>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solidFill>
                  <a:schemeClr val="folHlink"/>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七桥问题”无解</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甚至不存在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轨迹</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endParaRPr lang="en-US" altLang="zh-CN" dirty="0"/>
          </a:p>
        </p:txBody>
      </p:sp>
      <p:sp>
        <p:nvSpPr>
          <p:cNvPr id="14339" name="Line 5"/>
          <p:cNvSpPr>
            <a:spLocks noChangeShapeType="1"/>
          </p:cNvSpPr>
          <p:nvPr/>
        </p:nvSpPr>
        <p:spPr bwMode="auto">
          <a:xfrm>
            <a:off x="4067175" y="3059732"/>
            <a:ext cx="17287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0" name="Line 6"/>
          <p:cNvSpPr>
            <a:spLocks noChangeShapeType="1"/>
          </p:cNvSpPr>
          <p:nvPr/>
        </p:nvSpPr>
        <p:spPr bwMode="auto">
          <a:xfrm flipV="1">
            <a:off x="4067175" y="3131170"/>
            <a:ext cx="1728788" cy="1008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41" name="Freeform 7"/>
          <p:cNvSpPr>
            <a:spLocks/>
          </p:cNvSpPr>
          <p:nvPr/>
        </p:nvSpPr>
        <p:spPr bwMode="auto">
          <a:xfrm>
            <a:off x="3995738" y="2123107"/>
            <a:ext cx="311150" cy="863600"/>
          </a:xfrm>
          <a:custGeom>
            <a:avLst/>
            <a:gdLst>
              <a:gd name="T0" fmla="*/ 0 w 196"/>
              <a:gd name="T1" fmla="*/ 0 h 544"/>
              <a:gd name="T2" fmla="*/ 2147483647 w 196"/>
              <a:gd name="T3" fmla="*/ 2147483647 h 544"/>
              <a:gd name="T4" fmla="*/ 2147483647 w 196"/>
              <a:gd name="T5" fmla="*/ 2147483647 h 544"/>
              <a:gd name="T6" fmla="*/ 0 60000 65536"/>
              <a:gd name="T7" fmla="*/ 0 60000 65536"/>
              <a:gd name="T8" fmla="*/ 0 60000 65536"/>
              <a:gd name="T9" fmla="*/ 0 w 196"/>
              <a:gd name="T10" fmla="*/ 0 h 544"/>
              <a:gd name="T11" fmla="*/ 196 w 196"/>
              <a:gd name="T12" fmla="*/ 544 h 544"/>
            </a:gdLst>
            <a:ahLst/>
            <a:cxnLst>
              <a:cxn ang="T6">
                <a:pos x="T0" y="T1"/>
              </a:cxn>
              <a:cxn ang="T7">
                <a:pos x="T2" y="T3"/>
              </a:cxn>
              <a:cxn ang="T8">
                <a:pos x="T4" y="T5"/>
              </a:cxn>
            </a:cxnLst>
            <a:rect l="T9" t="T10" r="T11" b="T12"/>
            <a:pathLst>
              <a:path w="196" h="544">
                <a:moveTo>
                  <a:pt x="0" y="0"/>
                </a:moveTo>
                <a:cubicBezTo>
                  <a:pt x="83" y="45"/>
                  <a:pt x="166" y="91"/>
                  <a:pt x="181" y="182"/>
                </a:cubicBezTo>
                <a:cubicBezTo>
                  <a:pt x="196" y="273"/>
                  <a:pt x="143" y="408"/>
                  <a:pt x="91" y="54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2" name="Freeform 8"/>
          <p:cNvSpPr>
            <a:spLocks/>
          </p:cNvSpPr>
          <p:nvPr/>
        </p:nvSpPr>
        <p:spPr bwMode="auto">
          <a:xfrm>
            <a:off x="4067175" y="3059732"/>
            <a:ext cx="288925" cy="1152525"/>
          </a:xfrm>
          <a:custGeom>
            <a:avLst/>
            <a:gdLst>
              <a:gd name="T0" fmla="*/ 0 w 182"/>
              <a:gd name="T1" fmla="*/ 0 h 726"/>
              <a:gd name="T2" fmla="*/ 2147483647 w 182"/>
              <a:gd name="T3" fmla="*/ 2147483647 h 726"/>
              <a:gd name="T4" fmla="*/ 0 w 182"/>
              <a:gd name="T5" fmla="*/ 2147483647 h 726"/>
              <a:gd name="T6" fmla="*/ 0 60000 65536"/>
              <a:gd name="T7" fmla="*/ 0 60000 65536"/>
              <a:gd name="T8" fmla="*/ 0 60000 65536"/>
              <a:gd name="T9" fmla="*/ 0 w 182"/>
              <a:gd name="T10" fmla="*/ 0 h 726"/>
              <a:gd name="T11" fmla="*/ 182 w 182"/>
              <a:gd name="T12" fmla="*/ 726 h 726"/>
            </a:gdLst>
            <a:ahLst/>
            <a:cxnLst>
              <a:cxn ang="T6">
                <a:pos x="T0" y="T1"/>
              </a:cxn>
              <a:cxn ang="T7">
                <a:pos x="T2" y="T3"/>
              </a:cxn>
              <a:cxn ang="T8">
                <a:pos x="T4" y="T5"/>
              </a:cxn>
            </a:cxnLst>
            <a:rect l="T9" t="T10" r="T11" b="T12"/>
            <a:pathLst>
              <a:path w="182" h="726">
                <a:moveTo>
                  <a:pt x="0" y="0"/>
                </a:moveTo>
                <a:cubicBezTo>
                  <a:pt x="91" y="53"/>
                  <a:pt x="182" y="106"/>
                  <a:pt x="182" y="227"/>
                </a:cubicBezTo>
                <a:cubicBezTo>
                  <a:pt x="182" y="348"/>
                  <a:pt x="91" y="537"/>
                  <a:pt x="0" y="72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4343" name="Object 9"/>
          <p:cNvGraphicFramePr>
            <a:graphicFrameLocks noChangeAspect="1"/>
          </p:cNvGraphicFramePr>
          <p:nvPr/>
        </p:nvGraphicFramePr>
        <p:xfrm>
          <a:off x="3779838" y="1619870"/>
          <a:ext cx="307975" cy="358775"/>
        </p:xfrm>
        <a:graphic>
          <a:graphicData uri="http://schemas.openxmlformats.org/presentationml/2006/ole">
            <mc:AlternateContent xmlns:mc="http://schemas.openxmlformats.org/markup-compatibility/2006">
              <mc:Choice xmlns:v="urn:schemas-microsoft-com:vml" Requires="v">
                <p:oleObj name="Equation" r:id="rId2" imgW="76177" imgH="104760" progId="Equation.3">
                  <p:embed/>
                </p:oleObj>
              </mc:Choice>
              <mc:Fallback>
                <p:oleObj name="Equation" r:id="rId2" imgW="76177" imgH="104760" progId="Equation.3">
                  <p:embed/>
                  <p:pic>
                    <p:nvPicPr>
                      <p:cNvPr id="14343"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619870"/>
                        <a:ext cx="3079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Freeform 10"/>
          <p:cNvSpPr>
            <a:spLocks/>
          </p:cNvSpPr>
          <p:nvPr/>
        </p:nvSpPr>
        <p:spPr bwMode="auto">
          <a:xfrm>
            <a:off x="3706813" y="3059732"/>
            <a:ext cx="360362" cy="1079500"/>
          </a:xfrm>
          <a:custGeom>
            <a:avLst/>
            <a:gdLst>
              <a:gd name="T0" fmla="*/ 2147483647 w 227"/>
              <a:gd name="T1" fmla="*/ 0 h 680"/>
              <a:gd name="T2" fmla="*/ 0 w 227"/>
              <a:gd name="T3" fmla="*/ 2147483647 h 680"/>
              <a:gd name="T4" fmla="*/ 2147483647 w 227"/>
              <a:gd name="T5" fmla="*/ 2147483647 h 680"/>
              <a:gd name="T6" fmla="*/ 0 60000 65536"/>
              <a:gd name="T7" fmla="*/ 0 60000 65536"/>
              <a:gd name="T8" fmla="*/ 0 60000 65536"/>
              <a:gd name="T9" fmla="*/ 0 w 227"/>
              <a:gd name="T10" fmla="*/ 0 h 680"/>
              <a:gd name="T11" fmla="*/ 227 w 227"/>
              <a:gd name="T12" fmla="*/ 680 h 680"/>
            </a:gdLst>
            <a:ahLst/>
            <a:cxnLst>
              <a:cxn ang="T6">
                <a:pos x="T0" y="T1"/>
              </a:cxn>
              <a:cxn ang="T7">
                <a:pos x="T2" y="T3"/>
              </a:cxn>
              <a:cxn ang="T8">
                <a:pos x="T4" y="T5"/>
              </a:cxn>
            </a:cxnLst>
            <a:rect l="T9" t="T10" r="T11" b="T12"/>
            <a:pathLst>
              <a:path w="227" h="680">
                <a:moveTo>
                  <a:pt x="227" y="0"/>
                </a:moveTo>
                <a:cubicBezTo>
                  <a:pt x="113" y="79"/>
                  <a:pt x="0" y="159"/>
                  <a:pt x="0" y="272"/>
                </a:cubicBezTo>
                <a:cubicBezTo>
                  <a:pt x="0" y="385"/>
                  <a:pt x="113" y="532"/>
                  <a:pt x="227" y="68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4345" name="Object 11"/>
          <p:cNvGraphicFramePr>
            <a:graphicFrameLocks noChangeAspect="1"/>
          </p:cNvGraphicFramePr>
          <p:nvPr/>
        </p:nvGraphicFramePr>
        <p:xfrm>
          <a:off x="3490913" y="2843832"/>
          <a:ext cx="322262" cy="347663"/>
        </p:xfrm>
        <a:graphic>
          <a:graphicData uri="http://schemas.openxmlformats.org/presentationml/2006/ole">
            <mc:AlternateContent xmlns:mc="http://schemas.openxmlformats.org/markup-compatibility/2006">
              <mc:Choice xmlns:v="urn:schemas-microsoft-com:vml" Requires="v">
                <p:oleObj name="Equation" r:id="rId4" imgW="76177" imgH="85860" progId="Equation.3">
                  <p:embed/>
                </p:oleObj>
              </mc:Choice>
              <mc:Fallback>
                <p:oleObj name="Equation" r:id="rId4" imgW="76177" imgH="85860" progId="Equation.3">
                  <p:embed/>
                  <p:pic>
                    <p:nvPicPr>
                      <p:cNvPr id="14345"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0913" y="2843832"/>
                        <a:ext cx="322262"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6" name="Object 12"/>
          <p:cNvGraphicFramePr>
            <a:graphicFrameLocks noChangeAspect="1"/>
          </p:cNvGraphicFramePr>
          <p:nvPr/>
        </p:nvGraphicFramePr>
        <p:xfrm>
          <a:off x="3635375" y="4139232"/>
          <a:ext cx="371475" cy="369888"/>
        </p:xfrm>
        <a:graphic>
          <a:graphicData uri="http://schemas.openxmlformats.org/presentationml/2006/ole">
            <mc:AlternateContent xmlns:mc="http://schemas.openxmlformats.org/markup-compatibility/2006">
              <mc:Choice xmlns:v="urn:schemas-microsoft-com:vml" Requires="v">
                <p:oleObj name="Equation" r:id="rId6" imgW="85632" imgH="85860" progId="Equation.3">
                  <p:embed/>
                </p:oleObj>
              </mc:Choice>
              <mc:Fallback>
                <p:oleObj name="Equation" r:id="rId6" imgW="85632" imgH="85860" progId="Equation.3">
                  <p:embed/>
                  <p:pic>
                    <p:nvPicPr>
                      <p:cNvPr id="14346"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4139232"/>
                        <a:ext cx="371475"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7" name="Object 13"/>
          <p:cNvGraphicFramePr>
            <a:graphicFrameLocks noChangeAspect="1"/>
          </p:cNvGraphicFramePr>
          <p:nvPr/>
        </p:nvGraphicFramePr>
        <p:xfrm>
          <a:off x="6156325" y="2915270"/>
          <a:ext cx="333375" cy="360362"/>
        </p:xfrm>
        <a:graphic>
          <a:graphicData uri="http://schemas.openxmlformats.org/presentationml/2006/ole">
            <mc:AlternateContent xmlns:mc="http://schemas.openxmlformats.org/markup-compatibility/2006">
              <mc:Choice xmlns:v="urn:schemas-microsoft-com:vml" Requires="v">
                <p:oleObj name="Equation" r:id="rId8" imgW="76177" imgH="85860" progId="Equation.3">
                  <p:embed/>
                </p:oleObj>
              </mc:Choice>
              <mc:Fallback>
                <p:oleObj name="Equation" r:id="rId8" imgW="76177" imgH="85860" progId="Equation.3">
                  <p:embed/>
                  <p:pic>
                    <p:nvPicPr>
                      <p:cNvPr id="14347"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6325" y="2915270"/>
                        <a:ext cx="333375"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8" name="Object 14"/>
          <p:cNvGraphicFramePr>
            <a:graphicFrameLocks noChangeAspect="1"/>
          </p:cNvGraphicFramePr>
          <p:nvPr/>
        </p:nvGraphicFramePr>
        <p:xfrm>
          <a:off x="5003800" y="2051670"/>
          <a:ext cx="314325" cy="484187"/>
        </p:xfrm>
        <a:graphic>
          <a:graphicData uri="http://schemas.openxmlformats.org/presentationml/2006/ole">
            <mc:AlternateContent xmlns:mc="http://schemas.openxmlformats.org/markup-compatibility/2006">
              <mc:Choice xmlns:v="urn:schemas-microsoft-com:vml" Requires="v">
                <p:oleObj name="Equation" r:id="rId10" imgW="66723" imgH="142830" progId="Equation.3">
                  <p:embed/>
                </p:oleObj>
              </mc:Choice>
              <mc:Fallback>
                <p:oleObj name="Equation" r:id="rId10" imgW="66723" imgH="142830" progId="Equation.3">
                  <p:embed/>
                  <p:pic>
                    <p:nvPicPr>
                      <p:cNvPr id="14348"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03800" y="2051670"/>
                        <a:ext cx="31432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9" name="Object 15"/>
          <p:cNvGraphicFramePr>
            <a:graphicFrameLocks noChangeAspect="1"/>
          </p:cNvGraphicFramePr>
          <p:nvPr/>
        </p:nvGraphicFramePr>
        <p:xfrm>
          <a:off x="5148263" y="3562970"/>
          <a:ext cx="371475" cy="484187"/>
        </p:xfrm>
        <a:graphic>
          <a:graphicData uri="http://schemas.openxmlformats.org/presentationml/2006/ole">
            <mc:AlternateContent xmlns:mc="http://schemas.openxmlformats.org/markup-compatibility/2006">
              <mc:Choice xmlns:v="urn:schemas-microsoft-com:vml" Requires="v">
                <p:oleObj name="Equation" r:id="rId12" imgW="85632" imgH="142830" progId="Equation.3">
                  <p:embed/>
                </p:oleObj>
              </mc:Choice>
              <mc:Fallback>
                <p:oleObj name="Equation" r:id="rId12" imgW="85632" imgH="142830" progId="Equation.3">
                  <p:embed/>
                  <p:pic>
                    <p:nvPicPr>
                      <p:cNvPr id="14349"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48263" y="3562970"/>
                        <a:ext cx="3714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16"/>
          <p:cNvGraphicFramePr>
            <a:graphicFrameLocks noChangeAspect="1"/>
          </p:cNvGraphicFramePr>
          <p:nvPr/>
        </p:nvGraphicFramePr>
        <p:xfrm>
          <a:off x="4643438" y="2699370"/>
          <a:ext cx="342900" cy="512762"/>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1435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3438" y="2699370"/>
                        <a:ext cx="3429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1" name="Object 17"/>
          <p:cNvGraphicFramePr>
            <a:graphicFrameLocks noChangeAspect="1"/>
          </p:cNvGraphicFramePr>
          <p:nvPr/>
        </p:nvGraphicFramePr>
        <p:xfrm>
          <a:off x="4067175" y="2339007"/>
          <a:ext cx="371475" cy="484188"/>
        </p:xfrm>
        <a:graphic>
          <a:graphicData uri="http://schemas.openxmlformats.org/presentationml/2006/ole">
            <mc:AlternateContent xmlns:mc="http://schemas.openxmlformats.org/markup-compatibility/2006">
              <mc:Choice xmlns:v="urn:schemas-microsoft-com:vml" Requires="v">
                <p:oleObj name="Equation" r:id="rId16" imgW="85632" imgH="142830" progId="Equation.3">
                  <p:embed/>
                </p:oleObj>
              </mc:Choice>
              <mc:Fallback>
                <p:oleObj name="Equation" r:id="rId16" imgW="85632" imgH="142830" progId="Equation.3">
                  <p:embed/>
                  <p:pic>
                    <p:nvPicPr>
                      <p:cNvPr id="14351"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67175" y="2339007"/>
                        <a:ext cx="371475"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2" name="Object 18"/>
          <p:cNvGraphicFramePr>
            <a:graphicFrameLocks noChangeAspect="1"/>
          </p:cNvGraphicFramePr>
          <p:nvPr/>
        </p:nvGraphicFramePr>
        <p:xfrm>
          <a:off x="3419475" y="2194545"/>
          <a:ext cx="342900" cy="512762"/>
        </p:xfrm>
        <a:graphic>
          <a:graphicData uri="http://schemas.openxmlformats.org/presentationml/2006/ole">
            <mc:AlternateContent xmlns:mc="http://schemas.openxmlformats.org/markup-compatibility/2006">
              <mc:Choice xmlns:v="urn:schemas-microsoft-com:vml" Requires="v">
                <p:oleObj name="Equation" r:id="rId18" imgW="76177" imgH="152280" progId="Equation.3">
                  <p:embed/>
                </p:oleObj>
              </mc:Choice>
              <mc:Fallback>
                <p:oleObj name="Equation" r:id="rId18" imgW="76177" imgH="152280" progId="Equation.3">
                  <p:embed/>
                  <p:pic>
                    <p:nvPicPr>
                      <p:cNvPr id="14352"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19475" y="2194545"/>
                        <a:ext cx="342900"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3" name="Object 19"/>
          <p:cNvGraphicFramePr>
            <a:graphicFrameLocks noChangeAspect="1"/>
          </p:cNvGraphicFramePr>
          <p:nvPr/>
        </p:nvGraphicFramePr>
        <p:xfrm>
          <a:off x="4211638" y="3347070"/>
          <a:ext cx="371475" cy="512762"/>
        </p:xfrm>
        <a:graphic>
          <a:graphicData uri="http://schemas.openxmlformats.org/presentationml/2006/ole">
            <mc:AlternateContent xmlns:mc="http://schemas.openxmlformats.org/markup-compatibility/2006">
              <mc:Choice xmlns:v="urn:schemas-microsoft-com:vml" Requires="v">
                <p:oleObj name="Equation" r:id="rId20" imgW="85632" imgH="152280" progId="Equation.3">
                  <p:embed/>
                </p:oleObj>
              </mc:Choice>
              <mc:Fallback>
                <p:oleObj name="Equation" r:id="rId20" imgW="85632" imgH="152280" progId="Equation.3">
                  <p:embed/>
                  <p:pic>
                    <p:nvPicPr>
                      <p:cNvPr id="14353"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11638" y="3347070"/>
                        <a:ext cx="371475"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4" name="Object 20"/>
          <p:cNvGraphicFramePr>
            <a:graphicFrameLocks noChangeAspect="1"/>
          </p:cNvGraphicFramePr>
          <p:nvPr/>
        </p:nvGraphicFramePr>
        <p:xfrm>
          <a:off x="3348038" y="3275632"/>
          <a:ext cx="371475" cy="512763"/>
        </p:xfrm>
        <a:graphic>
          <a:graphicData uri="http://schemas.openxmlformats.org/presentationml/2006/ole">
            <mc:AlternateContent xmlns:mc="http://schemas.openxmlformats.org/markup-compatibility/2006">
              <mc:Choice xmlns:v="urn:schemas-microsoft-com:vml" Requires="v">
                <p:oleObj name="Equation" r:id="rId22" imgW="85632" imgH="152280" progId="Equation.3">
                  <p:embed/>
                </p:oleObj>
              </mc:Choice>
              <mc:Fallback>
                <p:oleObj name="Equation" r:id="rId22" imgW="85632" imgH="152280" progId="Equation.3">
                  <p:embed/>
                  <p:pic>
                    <p:nvPicPr>
                      <p:cNvPr id="14354" name="Object 2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348038" y="3275632"/>
                        <a:ext cx="371475"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5" name="Line 21"/>
          <p:cNvSpPr>
            <a:spLocks noChangeShapeType="1"/>
          </p:cNvSpPr>
          <p:nvPr/>
        </p:nvSpPr>
        <p:spPr bwMode="auto">
          <a:xfrm>
            <a:off x="4067175" y="2050082"/>
            <a:ext cx="1800225"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6" name="Oval 23"/>
          <p:cNvSpPr>
            <a:spLocks noChangeArrowheads="1"/>
          </p:cNvSpPr>
          <p:nvPr/>
        </p:nvSpPr>
        <p:spPr bwMode="auto">
          <a:xfrm>
            <a:off x="5724525" y="2986707"/>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4357" name="Freeform 24"/>
          <p:cNvSpPr>
            <a:spLocks/>
          </p:cNvSpPr>
          <p:nvPr/>
        </p:nvSpPr>
        <p:spPr bwMode="auto">
          <a:xfrm>
            <a:off x="3708400" y="2123107"/>
            <a:ext cx="300038" cy="936625"/>
          </a:xfrm>
          <a:custGeom>
            <a:avLst/>
            <a:gdLst>
              <a:gd name="T0" fmla="*/ 2147483647 w 189"/>
              <a:gd name="T1" fmla="*/ 0 h 590"/>
              <a:gd name="T2" fmla="*/ 2147483647 w 189"/>
              <a:gd name="T3" fmla="*/ 2147483647 h 590"/>
              <a:gd name="T4" fmla="*/ 2147483647 w 189"/>
              <a:gd name="T5" fmla="*/ 2147483647 h 590"/>
              <a:gd name="T6" fmla="*/ 0 60000 65536"/>
              <a:gd name="T7" fmla="*/ 0 60000 65536"/>
              <a:gd name="T8" fmla="*/ 0 60000 65536"/>
              <a:gd name="T9" fmla="*/ 0 w 189"/>
              <a:gd name="T10" fmla="*/ 0 h 590"/>
              <a:gd name="T11" fmla="*/ 189 w 189"/>
              <a:gd name="T12" fmla="*/ 590 h 590"/>
            </a:gdLst>
            <a:ahLst/>
            <a:cxnLst>
              <a:cxn ang="T6">
                <a:pos x="T0" y="T1"/>
              </a:cxn>
              <a:cxn ang="T7">
                <a:pos x="T2" y="T3"/>
              </a:cxn>
              <a:cxn ang="T8">
                <a:pos x="T4" y="T5"/>
              </a:cxn>
            </a:cxnLst>
            <a:rect l="T9" t="T10" r="T11" b="T12"/>
            <a:pathLst>
              <a:path w="189" h="590">
                <a:moveTo>
                  <a:pt x="144" y="0"/>
                </a:moveTo>
                <a:cubicBezTo>
                  <a:pt x="72" y="19"/>
                  <a:pt x="0" y="38"/>
                  <a:pt x="7" y="136"/>
                </a:cubicBezTo>
                <a:cubicBezTo>
                  <a:pt x="14" y="234"/>
                  <a:pt x="101" y="412"/>
                  <a:pt x="189" y="59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4358" name="Object 25"/>
          <p:cNvGraphicFramePr>
            <a:graphicFrameLocks noChangeAspect="1"/>
          </p:cNvGraphicFramePr>
          <p:nvPr/>
        </p:nvGraphicFramePr>
        <p:xfrm>
          <a:off x="5580063" y="2481882"/>
          <a:ext cx="342900" cy="512763"/>
        </p:xfrm>
        <a:graphic>
          <a:graphicData uri="http://schemas.openxmlformats.org/presentationml/2006/ole">
            <mc:AlternateContent xmlns:mc="http://schemas.openxmlformats.org/markup-compatibility/2006">
              <mc:Choice xmlns:v="urn:schemas-microsoft-com:vml" Requires="v">
                <p:oleObj name="Equation" r:id="rId18" imgW="76177" imgH="152280" progId="Equation.3">
                  <p:embed/>
                </p:oleObj>
              </mc:Choice>
              <mc:Fallback>
                <p:oleObj name="Equation" r:id="rId18" imgW="76177" imgH="152280" progId="Equation.3">
                  <p:embed/>
                  <p:pic>
                    <p:nvPicPr>
                      <p:cNvPr id="14358" name="Object 2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580063" y="2481882"/>
                        <a:ext cx="34290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9" name="Oval 26"/>
          <p:cNvSpPr>
            <a:spLocks noChangeArrowheads="1"/>
          </p:cNvSpPr>
          <p:nvPr/>
        </p:nvSpPr>
        <p:spPr bwMode="auto">
          <a:xfrm>
            <a:off x="3997325" y="4066207"/>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4360" name="Oval 27"/>
          <p:cNvSpPr>
            <a:spLocks noChangeArrowheads="1"/>
          </p:cNvSpPr>
          <p:nvPr/>
        </p:nvSpPr>
        <p:spPr bwMode="auto">
          <a:xfrm>
            <a:off x="3924300" y="1978645"/>
            <a:ext cx="142875"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4361" name="Oval 28"/>
          <p:cNvSpPr>
            <a:spLocks noChangeArrowheads="1"/>
          </p:cNvSpPr>
          <p:nvPr/>
        </p:nvSpPr>
        <p:spPr bwMode="auto">
          <a:xfrm>
            <a:off x="3997325" y="2986707"/>
            <a:ext cx="142875"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 name="文本框 1">
            <a:extLst>
              <a:ext uri="{FF2B5EF4-FFF2-40B4-BE49-F238E27FC236}">
                <a16:creationId xmlns:a16="http://schemas.microsoft.com/office/drawing/2014/main" id="{77A244D6-55B5-ED4E-8F07-ECB7C5467EEC}"/>
              </a:ext>
            </a:extLst>
          </p:cNvPr>
          <p:cNvSpPr txBox="1"/>
          <p:nvPr/>
        </p:nvSpPr>
        <p:spPr>
          <a:xfrm>
            <a:off x="1085502" y="5051502"/>
            <a:ext cx="5646737" cy="523220"/>
          </a:xfrm>
          <a:prstGeom prst="rect">
            <a:avLst/>
          </a:prstGeom>
          <a:noFill/>
        </p:spPr>
        <p:txBody>
          <a:bodyPr wrap="square" rtlCol="0">
            <a:spAutoFit/>
          </a:bodyPr>
          <a:lstStyle/>
          <a:p>
            <a:r>
              <a:rPr kumimoji="1" lang="zh-Hans" altLang="en-US" sz="2800" dirty="0">
                <a:latin typeface="KaiTi" panose="02010609060101010101" pitchFamily="49" charset="-122"/>
                <a:ea typeface="KaiTi" panose="02010609060101010101" pitchFamily="49" charset="-122"/>
              </a:rPr>
              <a:t>思考：</a:t>
            </a:r>
            <a:r>
              <a:rPr kumimoji="1" lang="en-US" altLang="zh-Hans" sz="2800" i="1" dirty="0">
                <a:latin typeface="Times" pitchFamily="2" charset="0"/>
                <a:ea typeface="KaiTi" panose="02010609060101010101" pitchFamily="49" charset="-122"/>
              </a:rPr>
              <a:t>n(n</a:t>
            </a:r>
            <a:r>
              <a:rPr kumimoji="1" lang="zh-CN" altLang="en-US" sz="2800" i="1" dirty="0">
                <a:latin typeface="Times" pitchFamily="2" charset="0"/>
                <a:ea typeface="KaiTi" panose="02010609060101010101" pitchFamily="49" charset="-122"/>
              </a:rPr>
              <a:t>≥</a:t>
            </a:r>
            <a:r>
              <a:rPr kumimoji="1" lang="en-US" altLang="zh-CN" sz="2800" i="1" dirty="0">
                <a:latin typeface="Times" pitchFamily="2" charset="0"/>
                <a:ea typeface="KaiTi" panose="02010609060101010101" pitchFamily="49" charset="-122"/>
              </a:rPr>
              <a:t>3</a:t>
            </a:r>
            <a:r>
              <a:rPr kumimoji="1" lang="en-US" altLang="zh-Hans" sz="2800" i="1" dirty="0">
                <a:latin typeface="Times" pitchFamily="2" charset="0"/>
                <a:ea typeface="KaiTi" panose="02010609060101010101" pitchFamily="49" charset="-122"/>
              </a:rPr>
              <a:t>)</a:t>
            </a:r>
            <a:r>
              <a:rPr kumimoji="1" lang="zh-Hans" altLang="en-US" sz="2800" dirty="0">
                <a:latin typeface="KaiTi" panose="02010609060101010101" pitchFamily="49" charset="-122"/>
                <a:ea typeface="KaiTi" panose="02010609060101010101" pitchFamily="49" charset="-122"/>
              </a:rPr>
              <a:t>阶完全图是</a:t>
            </a:r>
            <a:r>
              <a:rPr kumimoji="1" lang="en-US" altLang="zh-Hans" sz="2800" i="1" dirty="0">
                <a:latin typeface="Times" pitchFamily="2" charset="0"/>
                <a:ea typeface="KaiTi" panose="02010609060101010101" pitchFamily="49" charset="-122"/>
              </a:rPr>
              <a:t>Euler</a:t>
            </a:r>
            <a:r>
              <a:rPr kumimoji="1" lang="zh-Hans" altLang="en-US" sz="2800" dirty="0">
                <a:latin typeface="KaiTi" panose="02010609060101010101" pitchFamily="49" charset="-122"/>
                <a:ea typeface="KaiTi" panose="02010609060101010101" pitchFamily="49" charset="-122"/>
              </a:rPr>
              <a:t>图？</a:t>
            </a:r>
            <a:endParaRPr kumimoji="1" lang="zh-CN" altLang="en-US" sz="2800" dirty="0">
              <a:latin typeface="KaiTi" panose="02010609060101010101" pitchFamily="49" charset="-122"/>
              <a:ea typeface="KaiTi"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p:cNvSpPr>
            <a:spLocks noGrp="1" noChangeArrowheads="1"/>
          </p:cNvSpPr>
          <p:nvPr>
            <p:ph/>
          </p:nvPr>
        </p:nvSpPr>
        <p:spPr/>
        <p:txBody>
          <a:bodyPr/>
          <a:lstStyle/>
          <a:p>
            <a:pPr eaLnBrk="1" hangingPunct="1">
              <a:lnSpc>
                <a:spcPct val="120000"/>
              </a:lnSpc>
            </a:pPr>
            <a:r>
              <a:rPr lang="zh-CN" altLang="en-US" b="1" dirty="0">
                <a:solidFill>
                  <a:schemeClr val="folHlink"/>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一笔画问题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所谓一个图能一笔画出是指从图的某节点出发</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线可以相交但不能重合</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不起笔就可以将图画完</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p:txBody>
      </p:sp>
      <p:sp>
        <p:nvSpPr>
          <p:cNvPr id="15363" name="Rectangle 3"/>
          <p:cNvSpPr>
            <a:spLocks noChangeArrowheads="1"/>
          </p:cNvSpPr>
          <p:nvPr/>
        </p:nvSpPr>
        <p:spPr bwMode="auto">
          <a:xfrm>
            <a:off x="1403350" y="2276475"/>
            <a:ext cx="2881313" cy="2089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64" name="Rectangle 4"/>
          <p:cNvSpPr>
            <a:spLocks noChangeArrowheads="1"/>
          </p:cNvSpPr>
          <p:nvPr/>
        </p:nvSpPr>
        <p:spPr bwMode="auto">
          <a:xfrm>
            <a:off x="2051050" y="2781300"/>
            <a:ext cx="1512888" cy="935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65" name="Rectangle 5"/>
          <p:cNvSpPr>
            <a:spLocks noChangeArrowheads="1"/>
          </p:cNvSpPr>
          <p:nvPr/>
        </p:nvSpPr>
        <p:spPr bwMode="auto">
          <a:xfrm>
            <a:off x="2411413" y="3068638"/>
            <a:ext cx="792162" cy="3603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66" name="Line 6"/>
          <p:cNvSpPr>
            <a:spLocks noChangeShapeType="1"/>
          </p:cNvSpPr>
          <p:nvPr/>
        </p:nvSpPr>
        <p:spPr bwMode="auto">
          <a:xfrm>
            <a:off x="1403350" y="3284538"/>
            <a:ext cx="2881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1511" name="Group 7"/>
          <p:cNvGraphicFramePr>
            <a:graphicFrameLocks noGrp="1"/>
          </p:cNvGraphicFramePr>
          <p:nvPr/>
        </p:nvGraphicFramePr>
        <p:xfrm>
          <a:off x="5508625" y="2133600"/>
          <a:ext cx="2041525" cy="2249488"/>
        </p:xfrm>
        <a:graphic>
          <a:graphicData uri="http://schemas.openxmlformats.org/drawingml/2006/table">
            <a:tbl>
              <a:tblPr/>
              <a:tblGrid>
                <a:gridCol w="681038">
                  <a:extLst>
                    <a:ext uri="{9D8B030D-6E8A-4147-A177-3AD203B41FA5}">
                      <a16:colId xmlns:a16="http://schemas.microsoft.com/office/drawing/2014/main" val="20000"/>
                    </a:ext>
                  </a:extLst>
                </a:gridCol>
                <a:gridCol w="679450">
                  <a:extLst>
                    <a:ext uri="{9D8B030D-6E8A-4147-A177-3AD203B41FA5}">
                      <a16:colId xmlns:a16="http://schemas.microsoft.com/office/drawing/2014/main" val="20001"/>
                    </a:ext>
                  </a:extLst>
                </a:gridCol>
                <a:gridCol w="681037">
                  <a:extLst>
                    <a:ext uri="{9D8B030D-6E8A-4147-A177-3AD203B41FA5}">
                      <a16:colId xmlns:a16="http://schemas.microsoft.com/office/drawing/2014/main" val="20002"/>
                    </a:ext>
                  </a:extLst>
                </a:gridCol>
              </a:tblGrid>
              <a:tr h="749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0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5385" name="Line 25"/>
          <p:cNvSpPr>
            <a:spLocks noChangeShapeType="1"/>
          </p:cNvSpPr>
          <p:nvPr/>
        </p:nvSpPr>
        <p:spPr bwMode="auto">
          <a:xfrm>
            <a:off x="5508625" y="2133600"/>
            <a:ext cx="2041525" cy="2232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386" name="Object 26"/>
          <p:cNvGraphicFramePr>
            <a:graphicFrameLocks noChangeAspect="1"/>
          </p:cNvGraphicFramePr>
          <p:nvPr/>
        </p:nvGraphicFramePr>
        <p:xfrm>
          <a:off x="2484438" y="4508500"/>
          <a:ext cx="649287" cy="576263"/>
        </p:xfrm>
        <a:graphic>
          <a:graphicData uri="http://schemas.openxmlformats.org/presentationml/2006/ole">
            <mc:AlternateContent xmlns:mc="http://schemas.openxmlformats.org/markup-compatibility/2006">
              <mc:Choice xmlns:v="urn:schemas-microsoft-com:vml" Requires="v">
                <p:oleObj name="公式" r:id="rId3" imgW="152355" imgH="123930" progId="Equation.3">
                  <p:embed/>
                </p:oleObj>
              </mc:Choice>
              <mc:Fallback>
                <p:oleObj name="公式" r:id="rId3" imgW="152355" imgH="123930" progId="Equation.3">
                  <p:embed/>
                  <p:pic>
                    <p:nvPicPr>
                      <p:cNvPr id="15386"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4508500"/>
                        <a:ext cx="64928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87" name="Object 27"/>
          <p:cNvGraphicFramePr>
            <a:graphicFrameLocks noChangeAspect="1"/>
          </p:cNvGraphicFramePr>
          <p:nvPr/>
        </p:nvGraphicFramePr>
        <p:xfrm>
          <a:off x="6227763" y="4508500"/>
          <a:ext cx="649287" cy="576263"/>
        </p:xfrm>
        <a:graphic>
          <a:graphicData uri="http://schemas.openxmlformats.org/presentationml/2006/ole">
            <mc:AlternateContent xmlns:mc="http://schemas.openxmlformats.org/markup-compatibility/2006">
              <mc:Choice xmlns:v="urn:schemas-microsoft-com:vml" Requires="v">
                <p:oleObj name="公式" r:id="rId5" imgW="152355" imgH="123930" progId="Equation.3">
                  <p:embed/>
                </p:oleObj>
              </mc:Choice>
              <mc:Fallback>
                <p:oleObj name="公式" r:id="rId5" imgW="152355" imgH="123930" progId="Equation.3">
                  <p:embed/>
                  <p:pic>
                    <p:nvPicPr>
                      <p:cNvPr id="15387"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4508500"/>
                        <a:ext cx="64928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是弱连通图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存在</a:t>
            </a:r>
            <a:r>
              <a:rPr lang="en-US" altLang="zh-CN"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路</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的充要条件是</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的每节点的入度等于其出度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或者</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中存在一个节点出度比入度多</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存在一个节点入度比出度多</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而其余所有节点的入度等于其出度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6387" name="Oval 3"/>
          <p:cNvSpPr>
            <a:spLocks noChangeArrowheads="1"/>
          </p:cNvSpPr>
          <p:nvPr/>
        </p:nvSpPr>
        <p:spPr bwMode="auto">
          <a:xfrm>
            <a:off x="2843213" y="47974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388" name="Oval 4"/>
          <p:cNvSpPr>
            <a:spLocks noChangeArrowheads="1"/>
          </p:cNvSpPr>
          <p:nvPr/>
        </p:nvSpPr>
        <p:spPr bwMode="auto">
          <a:xfrm>
            <a:off x="4356100" y="47974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389" name="Oval 5"/>
          <p:cNvSpPr>
            <a:spLocks noChangeArrowheads="1"/>
          </p:cNvSpPr>
          <p:nvPr/>
        </p:nvSpPr>
        <p:spPr bwMode="auto">
          <a:xfrm>
            <a:off x="3708400" y="4221163"/>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390" name="Oval 6"/>
          <p:cNvSpPr>
            <a:spLocks noChangeArrowheads="1"/>
          </p:cNvSpPr>
          <p:nvPr/>
        </p:nvSpPr>
        <p:spPr bwMode="auto">
          <a:xfrm>
            <a:off x="4356100" y="60928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391" name="Oval 7"/>
          <p:cNvSpPr>
            <a:spLocks noChangeArrowheads="1"/>
          </p:cNvSpPr>
          <p:nvPr/>
        </p:nvSpPr>
        <p:spPr bwMode="auto">
          <a:xfrm>
            <a:off x="2843213" y="60928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392" name="Line 8"/>
          <p:cNvSpPr>
            <a:spLocks noChangeShapeType="1"/>
          </p:cNvSpPr>
          <p:nvPr/>
        </p:nvSpPr>
        <p:spPr bwMode="auto">
          <a:xfrm>
            <a:off x="2916238" y="4868863"/>
            <a:ext cx="0" cy="11525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3" name="Line 9"/>
          <p:cNvSpPr>
            <a:spLocks noChangeShapeType="1"/>
          </p:cNvSpPr>
          <p:nvPr/>
        </p:nvSpPr>
        <p:spPr bwMode="auto">
          <a:xfrm>
            <a:off x="3059113" y="6165850"/>
            <a:ext cx="1225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Line 10"/>
          <p:cNvSpPr>
            <a:spLocks noChangeShapeType="1"/>
          </p:cNvSpPr>
          <p:nvPr/>
        </p:nvSpPr>
        <p:spPr bwMode="auto">
          <a:xfrm flipV="1">
            <a:off x="4427538" y="5013325"/>
            <a:ext cx="0" cy="1079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5" name="Line 11"/>
          <p:cNvSpPr>
            <a:spLocks noChangeShapeType="1"/>
          </p:cNvSpPr>
          <p:nvPr/>
        </p:nvSpPr>
        <p:spPr bwMode="auto">
          <a:xfrm flipH="1">
            <a:off x="3059113" y="4868863"/>
            <a:ext cx="12969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6" name="Line 12"/>
          <p:cNvSpPr>
            <a:spLocks noChangeShapeType="1"/>
          </p:cNvSpPr>
          <p:nvPr/>
        </p:nvSpPr>
        <p:spPr bwMode="auto">
          <a:xfrm flipV="1">
            <a:off x="2916238" y="4365625"/>
            <a:ext cx="719137" cy="5032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Line 13"/>
          <p:cNvSpPr>
            <a:spLocks noChangeShapeType="1"/>
          </p:cNvSpPr>
          <p:nvPr/>
        </p:nvSpPr>
        <p:spPr bwMode="auto">
          <a:xfrm>
            <a:off x="3851275" y="4365625"/>
            <a:ext cx="504825"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7.1.3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中国邮递员问题</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一位邮递员从邮局选好邮件去投递</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然后返回邮局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要求邮递员必须经过其负责的每一条街至少一次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请利用图论建立模型</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为这位邮递员设计一条投递线路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使其所走的路最短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7411" name="Oval 3"/>
          <p:cNvSpPr>
            <a:spLocks noChangeArrowheads="1"/>
          </p:cNvSpPr>
          <p:nvPr/>
        </p:nvSpPr>
        <p:spPr bwMode="auto">
          <a:xfrm>
            <a:off x="2123281"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2" name="Oval 4"/>
          <p:cNvSpPr>
            <a:spLocks noChangeArrowheads="1"/>
          </p:cNvSpPr>
          <p:nvPr/>
        </p:nvSpPr>
        <p:spPr bwMode="auto">
          <a:xfrm>
            <a:off x="3707606"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3" name="Oval 5"/>
          <p:cNvSpPr>
            <a:spLocks noChangeArrowheads="1"/>
          </p:cNvSpPr>
          <p:nvPr/>
        </p:nvSpPr>
        <p:spPr bwMode="auto">
          <a:xfrm>
            <a:off x="5149056"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4" name="Oval 6"/>
          <p:cNvSpPr>
            <a:spLocks noChangeArrowheads="1"/>
          </p:cNvSpPr>
          <p:nvPr/>
        </p:nvSpPr>
        <p:spPr bwMode="auto">
          <a:xfrm>
            <a:off x="4499769" y="393310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5" name="Oval 7"/>
          <p:cNvSpPr>
            <a:spLocks noChangeArrowheads="1"/>
          </p:cNvSpPr>
          <p:nvPr/>
        </p:nvSpPr>
        <p:spPr bwMode="auto">
          <a:xfrm>
            <a:off x="6588919" y="479670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6" name="Oval 8"/>
          <p:cNvSpPr>
            <a:spLocks noChangeArrowheads="1"/>
          </p:cNvSpPr>
          <p:nvPr/>
        </p:nvSpPr>
        <p:spPr bwMode="auto">
          <a:xfrm>
            <a:off x="4499769" y="580476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417" name="Line 9"/>
          <p:cNvSpPr>
            <a:spLocks noChangeShapeType="1"/>
          </p:cNvSpPr>
          <p:nvPr/>
        </p:nvSpPr>
        <p:spPr bwMode="auto">
          <a:xfrm>
            <a:off x="2123281" y="4869730"/>
            <a:ext cx="4537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8" name="Line 10"/>
          <p:cNvSpPr>
            <a:spLocks noChangeShapeType="1"/>
          </p:cNvSpPr>
          <p:nvPr/>
        </p:nvSpPr>
        <p:spPr bwMode="auto">
          <a:xfrm flipH="1">
            <a:off x="2196306" y="4004543"/>
            <a:ext cx="2376488"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9" name="Line 11"/>
          <p:cNvSpPr>
            <a:spLocks noChangeShapeType="1"/>
          </p:cNvSpPr>
          <p:nvPr/>
        </p:nvSpPr>
        <p:spPr bwMode="auto">
          <a:xfrm>
            <a:off x="2196306" y="4869730"/>
            <a:ext cx="23764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0" name="Line 12"/>
          <p:cNvSpPr>
            <a:spLocks noChangeShapeType="1"/>
          </p:cNvSpPr>
          <p:nvPr/>
        </p:nvSpPr>
        <p:spPr bwMode="auto">
          <a:xfrm>
            <a:off x="4572794" y="4004543"/>
            <a:ext cx="215900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13"/>
          <p:cNvSpPr>
            <a:spLocks noChangeShapeType="1"/>
          </p:cNvSpPr>
          <p:nvPr/>
        </p:nvSpPr>
        <p:spPr bwMode="auto">
          <a:xfrm flipV="1">
            <a:off x="4572794" y="4941168"/>
            <a:ext cx="2016125"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2" name="Line 14"/>
          <p:cNvSpPr>
            <a:spLocks noChangeShapeType="1"/>
          </p:cNvSpPr>
          <p:nvPr/>
        </p:nvSpPr>
        <p:spPr bwMode="auto">
          <a:xfrm>
            <a:off x="4572794" y="4004543"/>
            <a:ext cx="64770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15"/>
          <p:cNvSpPr>
            <a:spLocks noChangeShapeType="1"/>
          </p:cNvSpPr>
          <p:nvPr/>
        </p:nvSpPr>
        <p:spPr bwMode="auto">
          <a:xfrm flipH="1">
            <a:off x="3707606" y="4004543"/>
            <a:ext cx="865188"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Line 16"/>
          <p:cNvSpPr>
            <a:spLocks noChangeShapeType="1"/>
          </p:cNvSpPr>
          <p:nvPr/>
        </p:nvSpPr>
        <p:spPr bwMode="auto">
          <a:xfrm>
            <a:off x="3780631" y="4869730"/>
            <a:ext cx="792163"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5" name="Line 17"/>
          <p:cNvSpPr>
            <a:spLocks noChangeShapeType="1"/>
          </p:cNvSpPr>
          <p:nvPr/>
        </p:nvSpPr>
        <p:spPr bwMode="auto">
          <a:xfrm flipH="1">
            <a:off x="4499769" y="4869730"/>
            <a:ext cx="720725"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30" name="Object 22"/>
          <p:cNvGraphicFramePr>
            <a:graphicFrameLocks noChangeAspect="1"/>
          </p:cNvGraphicFramePr>
          <p:nvPr>
            <p:extLst>
              <p:ext uri="{D42A27DB-BD31-4B8C-83A1-F6EECF244321}">
                <p14:modId xmlns:p14="http://schemas.microsoft.com/office/powerpoint/2010/main" val="1097393639"/>
              </p:ext>
            </p:extLst>
          </p:nvPr>
        </p:nvGraphicFramePr>
        <p:xfrm>
          <a:off x="3110310" y="4003724"/>
          <a:ext cx="309562" cy="433388"/>
        </p:xfrm>
        <a:graphic>
          <a:graphicData uri="http://schemas.openxmlformats.org/presentationml/2006/ole">
            <mc:AlternateContent xmlns:mc="http://schemas.openxmlformats.org/markup-compatibility/2006">
              <mc:Choice xmlns:v="urn:schemas-microsoft-com:vml" Requires="v">
                <p:oleObj name="Equation" r:id="rId3" imgW="47543" imgH="104760" progId="Equation.3">
                  <p:embed/>
                </p:oleObj>
              </mc:Choice>
              <mc:Fallback>
                <p:oleObj name="Equation" r:id="rId3" imgW="47543" imgH="104760" progId="Equation.3">
                  <p:embed/>
                  <p:pic>
                    <p:nvPicPr>
                      <p:cNvPr id="1743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310" y="4003724"/>
                        <a:ext cx="309562"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1" name="Object 23"/>
          <p:cNvGraphicFramePr>
            <a:graphicFrameLocks noChangeAspect="1"/>
          </p:cNvGraphicFramePr>
          <p:nvPr>
            <p:extLst>
              <p:ext uri="{D42A27DB-BD31-4B8C-83A1-F6EECF244321}">
                <p14:modId xmlns:p14="http://schemas.microsoft.com/office/powerpoint/2010/main" val="58429336"/>
              </p:ext>
            </p:extLst>
          </p:nvPr>
        </p:nvGraphicFramePr>
        <p:xfrm>
          <a:off x="3867944" y="4220443"/>
          <a:ext cx="277812" cy="433387"/>
        </p:xfrm>
        <a:graphic>
          <a:graphicData uri="http://schemas.openxmlformats.org/presentationml/2006/ole">
            <mc:AlternateContent xmlns:mc="http://schemas.openxmlformats.org/markup-compatibility/2006">
              <mc:Choice xmlns:v="urn:schemas-microsoft-com:vml" Requires="v">
                <p:oleObj name="Equation" r:id="rId5" imgW="38089" imgH="104760" progId="Equation.3">
                  <p:embed/>
                </p:oleObj>
              </mc:Choice>
              <mc:Fallback>
                <p:oleObj name="Equation" r:id="rId5" imgW="38089" imgH="104760" progId="Equation.3">
                  <p:embed/>
                  <p:pic>
                    <p:nvPicPr>
                      <p:cNvPr id="17431"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7944" y="4220443"/>
                        <a:ext cx="2778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2" name="Object 24"/>
          <p:cNvGraphicFramePr>
            <a:graphicFrameLocks noChangeAspect="1"/>
          </p:cNvGraphicFramePr>
          <p:nvPr>
            <p:extLst>
              <p:ext uri="{D42A27DB-BD31-4B8C-83A1-F6EECF244321}">
                <p14:modId xmlns:p14="http://schemas.microsoft.com/office/powerpoint/2010/main" val="3185156963"/>
              </p:ext>
            </p:extLst>
          </p:nvPr>
        </p:nvGraphicFramePr>
        <p:xfrm>
          <a:off x="3131344" y="4653830"/>
          <a:ext cx="277812" cy="433388"/>
        </p:xfrm>
        <a:graphic>
          <a:graphicData uri="http://schemas.openxmlformats.org/presentationml/2006/ole">
            <mc:AlternateContent xmlns:mc="http://schemas.openxmlformats.org/markup-compatibility/2006">
              <mc:Choice xmlns:v="urn:schemas-microsoft-com:vml" Requires="v">
                <p:oleObj name="Equation" r:id="rId7" imgW="38089" imgH="104760" progId="Equation.3">
                  <p:embed/>
                </p:oleObj>
              </mc:Choice>
              <mc:Fallback>
                <p:oleObj name="Equation" r:id="rId7" imgW="38089" imgH="104760" progId="Equation.3">
                  <p:embed/>
                  <p:pic>
                    <p:nvPicPr>
                      <p:cNvPr id="17432"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1344" y="4653830"/>
                        <a:ext cx="277812"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3" name="Object 25"/>
          <p:cNvGraphicFramePr>
            <a:graphicFrameLocks noChangeAspect="1"/>
          </p:cNvGraphicFramePr>
          <p:nvPr>
            <p:extLst>
              <p:ext uri="{D42A27DB-BD31-4B8C-83A1-F6EECF244321}">
                <p14:modId xmlns:p14="http://schemas.microsoft.com/office/powerpoint/2010/main" val="1792926724"/>
              </p:ext>
            </p:extLst>
          </p:nvPr>
        </p:nvGraphicFramePr>
        <p:xfrm>
          <a:off x="4788694" y="4220443"/>
          <a:ext cx="309562" cy="401637"/>
        </p:xfrm>
        <a:graphic>
          <a:graphicData uri="http://schemas.openxmlformats.org/presentationml/2006/ole">
            <mc:AlternateContent xmlns:mc="http://schemas.openxmlformats.org/markup-compatibility/2006">
              <mc:Choice xmlns:v="urn:schemas-microsoft-com:vml" Requires="v">
                <p:oleObj name="Equation" r:id="rId9" imgW="47543" imgH="85860" progId="Equation.3">
                  <p:embed/>
                </p:oleObj>
              </mc:Choice>
              <mc:Fallback>
                <p:oleObj name="Equation" r:id="rId9" imgW="47543" imgH="85860" progId="Equation.3">
                  <p:embed/>
                  <p:pic>
                    <p:nvPicPr>
                      <p:cNvPr id="17433"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8694" y="4220443"/>
                        <a:ext cx="309562"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4" name="Object 26"/>
          <p:cNvGraphicFramePr>
            <a:graphicFrameLocks noChangeAspect="1"/>
          </p:cNvGraphicFramePr>
          <p:nvPr>
            <p:extLst>
              <p:ext uri="{D42A27DB-BD31-4B8C-83A1-F6EECF244321}">
                <p14:modId xmlns:p14="http://schemas.microsoft.com/office/powerpoint/2010/main" val="2908764343"/>
              </p:ext>
            </p:extLst>
          </p:nvPr>
        </p:nvGraphicFramePr>
        <p:xfrm>
          <a:off x="3275806" y="5228505"/>
          <a:ext cx="309563" cy="401638"/>
        </p:xfrm>
        <a:graphic>
          <a:graphicData uri="http://schemas.openxmlformats.org/presentationml/2006/ole">
            <mc:AlternateContent xmlns:mc="http://schemas.openxmlformats.org/markup-compatibility/2006">
              <mc:Choice xmlns:v="urn:schemas-microsoft-com:vml" Requires="v">
                <p:oleObj name="Equation" r:id="rId11" imgW="47543" imgH="85860" progId="Equation.3">
                  <p:embed/>
                </p:oleObj>
              </mc:Choice>
              <mc:Fallback>
                <p:oleObj name="Equation" r:id="rId11" imgW="47543" imgH="85860" progId="Equation.3">
                  <p:embed/>
                  <p:pic>
                    <p:nvPicPr>
                      <p:cNvPr id="17434"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5806" y="5228505"/>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5" name="Object 27"/>
          <p:cNvGraphicFramePr>
            <a:graphicFrameLocks noChangeAspect="1"/>
          </p:cNvGraphicFramePr>
          <p:nvPr>
            <p:extLst>
              <p:ext uri="{D42A27DB-BD31-4B8C-83A1-F6EECF244321}">
                <p14:modId xmlns:p14="http://schemas.microsoft.com/office/powerpoint/2010/main" val="141552878"/>
              </p:ext>
            </p:extLst>
          </p:nvPr>
        </p:nvGraphicFramePr>
        <p:xfrm>
          <a:off x="4212431" y="4653830"/>
          <a:ext cx="309563" cy="401638"/>
        </p:xfrm>
        <a:graphic>
          <a:graphicData uri="http://schemas.openxmlformats.org/presentationml/2006/ole">
            <mc:AlternateContent xmlns:mc="http://schemas.openxmlformats.org/markup-compatibility/2006">
              <mc:Choice xmlns:v="urn:schemas-microsoft-com:vml" Requires="v">
                <p:oleObj name="Equation" r:id="rId13" imgW="47543" imgH="85860" progId="Equation.3">
                  <p:embed/>
                </p:oleObj>
              </mc:Choice>
              <mc:Fallback>
                <p:oleObj name="Equation" r:id="rId13" imgW="47543" imgH="85860" progId="Equation.3">
                  <p:embed/>
                  <p:pic>
                    <p:nvPicPr>
                      <p:cNvPr id="17435"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12431" y="4653830"/>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6" name="Object 28"/>
          <p:cNvGraphicFramePr>
            <a:graphicFrameLocks noChangeAspect="1"/>
          </p:cNvGraphicFramePr>
          <p:nvPr>
            <p:extLst>
              <p:ext uri="{D42A27DB-BD31-4B8C-83A1-F6EECF244321}">
                <p14:modId xmlns:p14="http://schemas.microsoft.com/office/powerpoint/2010/main" val="3980244436"/>
              </p:ext>
            </p:extLst>
          </p:nvPr>
        </p:nvGraphicFramePr>
        <p:xfrm>
          <a:off x="3923506" y="5012605"/>
          <a:ext cx="309563" cy="401638"/>
        </p:xfrm>
        <a:graphic>
          <a:graphicData uri="http://schemas.openxmlformats.org/presentationml/2006/ole">
            <mc:AlternateContent xmlns:mc="http://schemas.openxmlformats.org/markup-compatibility/2006">
              <mc:Choice xmlns:v="urn:schemas-microsoft-com:vml" Requires="v">
                <p:oleObj name="Equation" r:id="rId15" imgW="47543" imgH="85860" progId="Equation.3">
                  <p:embed/>
                </p:oleObj>
              </mc:Choice>
              <mc:Fallback>
                <p:oleObj name="Equation" r:id="rId15" imgW="47543" imgH="85860" progId="Equation.3">
                  <p:embed/>
                  <p:pic>
                    <p:nvPicPr>
                      <p:cNvPr id="17436"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3506" y="5012605"/>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7437" name="Object 29"/>
              <p:cNvSpPr txBox="1"/>
              <p:nvPr/>
            </p:nvSpPr>
            <p:spPr bwMode="auto">
              <a:xfrm>
                <a:off x="5410994" y="4077568"/>
                <a:ext cx="215900" cy="4016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oMath>
                  </m:oMathPara>
                </a14:m>
                <a:endParaRPr lang="zh-CN" altLang="en-US" dirty="0"/>
              </a:p>
            </p:txBody>
          </p:sp>
        </mc:Choice>
        <mc:Fallback xmlns="">
          <p:sp>
            <p:nvSpPr>
              <p:cNvPr id="17437" name="Object 29"/>
              <p:cNvSpPr txBox="1">
                <a:spLocks noRot="1" noChangeAspect="1" noMove="1" noResize="1" noEditPoints="1" noAdjustHandles="1" noChangeArrowheads="1" noChangeShapeType="1" noTextEdit="1"/>
              </p:cNvSpPr>
              <p:nvPr/>
            </p:nvSpPr>
            <p:spPr bwMode="auto">
              <a:xfrm>
                <a:off x="5410994" y="4077568"/>
                <a:ext cx="215900" cy="401637"/>
              </a:xfrm>
              <a:prstGeom prst="rect">
                <a:avLst/>
              </a:prstGeom>
              <a:blipFill>
                <a:blip r:embed="rId17"/>
                <a:stretch>
                  <a:fillRect r="-4000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438" name="Object 30"/>
              <p:cNvSpPr txBox="1"/>
              <p:nvPr/>
            </p:nvSpPr>
            <p:spPr bwMode="auto">
              <a:xfrm>
                <a:off x="4644231" y="5085630"/>
                <a:ext cx="215900" cy="4016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1</m:t>
                      </m:r>
                    </m:oMath>
                  </m:oMathPara>
                </a14:m>
                <a:endParaRPr lang="zh-CN" altLang="en-US" dirty="0"/>
              </a:p>
            </p:txBody>
          </p:sp>
        </mc:Choice>
        <mc:Fallback xmlns="">
          <p:sp>
            <p:nvSpPr>
              <p:cNvPr id="17438" name="Object 30"/>
              <p:cNvSpPr txBox="1">
                <a:spLocks noRot="1" noChangeAspect="1" noMove="1" noResize="1" noEditPoints="1" noAdjustHandles="1" noChangeArrowheads="1" noChangeShapeType="1" noTextEdit="1"/>
              </p:cNvSpPr>
              <p:nvPr/>
            </p:nvSpPr>
            <p:spPr bwMode="auto">
              <a:xfrm>
                <a:off x="4644231" y="5085630"/>
                <a:ext cx="215900" cy="401638"/>
              </a:xfrm>
              <a:prstGeom prst="rect">
                <a:avLst/>
              </a:prstGeom>
              <a:blipFill>
                <a:blip r:embed="rId18"/>
                <a:stretch>
                  <a:fillRect r="-40000"/>
                </a:stretch>
              </a:blipFill>
              <a:ln>
                <a:noFill/>
              </a:ln>
              <a:effectLst/>
            </p:spPr>
            <p:txBody>
              <a:bodyPr/>
              <a:lstStyle/>
              <a:p>
                <a:r>
                  <a:rPr lang="zh-CN" altLang="en-US">
                    <a:noFill/>
                  </a:rPr>
                  <a:t> </a:t>
                </a:r>
              </a:p>
            </p:txBody>
          </p:sp>
        </mc:Fallback>
      </mc:AlternateContent>
      <p:graphicFrame>
        <p:nvGraphicFramePr>
          <p:cNvPr id="17439" name="Object 31"/>
          <p:cNvGraphicFramePr>
            <a:graphicFrameLocks noChangeAspect="1"/>
          </p:cNvGraphicFramePr>
          <p:nvPr>
            <p:extLst>
              <p:ext uri="{D42A27DB-BD31-4B8C-83A1-F6EECF244321}">
                <p14:modId xmlns:p14="http://schemas.microsoft.com/office/powerpoint/2010/main" val="228572276"/>
              </p:ext>
            </p:extLst>
          </p:nvPr>
        </p:nvGraphicFramePr>
        <p:xfrm>
          <a:off x="5606256" y="4725268"/>
          <a:ext cx="309563" cy="401637"/>
        </p:xfrm>
        <a:graphic>
          <a:graphicData uri="http://schemas.openxmlformats.org/presentationml/2006/ole">
            <mc:AlternateContent xmlns:mc="http://schemas.openxmlformats.org/markup-compatibility/2006">
              <mc:Choice xmlns:v="urn:schemas-microsoft-com:vml" Requires="v">
                <p:oleObj name="Equation" r:id="rId19" imgW="47543" imgH="85860" progId="Equation.3">
                  <p:embed/>
                </p:oleObj>
              </mc:Choice>
              <mc:Fallback>
                <p:oleObj name="Equation" r:id="rId19" imgW="47543" imgH="85860" progId="Equation.3">
                  <p:embed/>
                  <p:pic>
                    <p:nvPicPr>
                      <p:cNvPr id="17439"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06256" y="4725268"/>
                        <a:ext cx="309563"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40" name="Object 32"/>
          <p:cNvGraphicFramePr>
            <a:graphicFrameLocks noChangeAspect="1"/>
          </p:cNvGraphicFramePr>
          <p:nvPr>
            <p:extLst>
              <p:ext uri="{D42A27DB-BD31-4B8C-83A1-F6EECF244321}">
                <p14:modId xmlns:p14="http://schemas.microsoft.com/office/powerpoint/2010/main" val="677182963"/>
              </p:ext>
            </p:extLst>
          </p:nvPr>
        </p:nvGraphicFramePr>
        <p:xfrm>
          <a:off x="5595144" y="5214218"/>
          <a:ext cx="279400" cy="431800"/>
        </p:xfrm>
        <a:graphic>
          <a:graphicData uri="http://schemas.openxmlformats.org/presentationml/2006/ole">
            <mc:AlternateContent xmlns:mc="http://schemas.openxmlformats.org/markup-compatibility/2006">
              <mc:Choice xmlns:v="urn:schemas-microsoft-com:vml" Requires="v">
                <p:oleObj name="Equation" r:id="rId21" imgW="38089" imgH="104760" progId="Equation.3">
                  <p:embed/>
                </p:oleObj>
              </mc:Choice>
              <mc:Fallback>
                <p:oleObj name="Equation" r:id="rId21" imgW="38089" imgH="104760" progId="Equation.3">
                  <p:embed/>
                  <p:pic>
                    <p:nvPicPr>
                      <p:cNvPr id="1744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595144" y="5214218"/>
                        <a:ext cx="279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1" name="Oval 33"/>
          <p:cNvSpPr>
            <a:spLocks noChangeArrowheads="1"/>
          </p:cNvSpPr>
          <p:nvPr/>
        </p:nvSpPr>
        <p:spPr bwMode="auto">
          <a:xfrm>
            <a:off x="3707606" y="4796705"/>
            <a:ext cx="144463" cy="144463"/>
          </a:xfrm>
          <a:prstGeom prst="ellipse">
            <a:avLst/>
          </a:prstGeom>
          <a:solidFill>
            <a:srgbClr val="FF0000"/>
          </a:solidFill>
          <a:ln w="9525">
            <a:solidFill>
              <a:schemeClr val="tx1"/>
            </a:solidFill>
            <a:round/>
            <a:headEnd/>
            <a:tailEnd/>
          </a:ln>
        </p:spPr>
        <p:txBody>
          <a:bodyPr wrap="none" anchor="ctr"/>
          <a:lstStyle/>
          <a:p>
            <a:endParaRPr lang="zh-CN" alt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p:nvPr>
        </p:nvSpPr>
        <p:spPr/>
        <p:txBody>
          <a:bodyPr/>
          <a:lstStyle/>
          <a:p>
            <a:r>
              <a:rPr lang="en-US" altLang="zh-CN" dirty="0"/>
              <a:t> </a:t>
            </a:r>
            <a:endParaRPr lang="zh-CN" altLang="en-US"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6760" y="980728"/>
            <a:ext cx="5590477" cy="2580953"/>
          </a:xfrm>
          <a:prstGeom prst="rect">
            <a:avLst/>
          </a:prstGeom>
        </p:spPr>
      </p:pic>
    </p:spTree>
    <p:extLst>
      <p:ext uri="{BB962C8B-B14F-4D97-AF65-F5344CB8AC3E}">
        <p14:creationId xmlns:p14="http://schemas.microsoft.com/office/powerpoint/2010/main" val="1037403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若连通无向图有度数为奇数的节点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由于必须返回邮局</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邮递员必须得重复走一些街道</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问题是怎样才能使得完成投递任务所走的路最短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这是一个允许添加多重边后求最短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Euler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回路的问题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楷体_GB2312" pitchFamily="49" charset="-122"/>
              <a:ea typeface="楷体_GB2312" pitchFamily="49" charset="-122"/>
            </a:endParaRPr>
          </a:p>
          <a:p>
            <a:pPr eaLnBrk="1" hangingPunct="1"/>
            <a:endParaRPr lang="en-US" altLang="zh-CN" b="1" dirty="0">
              <a:latin typeface="楷体_GB2312" pitchFamily="49" charset="-122"/>
              <a:ea typeface="楷体_GB2312" pitchFamily="49" charset="-122"/>
              <a:sym typeface="Symbol" pitchFamily="18" charset="2"/>
            </a:endParaRPr>
          </a:p>
          <a:p>
            <a:pPr eaLnBrk="1" hangingPunct="1"/>
            <a:endParaRPr lang="en-US" altLang="zh-CN" dirty="0">
              <a:latin typeface="Times New Roman" pitchFamily="18" charset="0"/>
            </a:endParaRPr>
          </a:p>
        </p:txBody>
      </p:sp>
      <p:sp>
        <p:nvSpPr>
          <p:cNvPr id="3" name="Oval 3">
            <a:extLst>
              <a:ext uri="{FF2B5EF4-FFF2-40B4-BE49-F238E27FC236}">
                <a16:creationId xmlns:a16="http://schemas.microsoft.com/office/drawing/2014/main" id="{9C50EFF3-1B9D-5058-461F-1B0D2BF83A0C}"/>
              </a:ext>
            </a:extLst>
          </p:cNvPr>
          <p:cNvSpPr>
            <a:spLocks noChangeArrowheads="1"/>
          </p:cNvSpPr>
          <p:nvPr/>
        </p:nvSpPr>
        <p:spPr bwMode="auto">
          <a:xfrm>
            <a:off x="2123281"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 name="Oval 4">
            <a:extLst>
              <a:ext uri="{FF2B5EF4-FFF2-40B4-BE49-F238E27FC236}">
                <a16:creationId xmlns:a16="http://schemas.microsoft.com/office/drawing/2014/main" id="{B3F1EBAE-0EDA-144B-BB3F-D63BC833261A}"/>
              </a:ext>
            </a:extLst>
          </p:cNvPr>
          <p:cNvSpPr>
            <a:spLocks noChangeArrowheads="1"/>
          </p:cNvSpPr>
          <p:nvPr/>
        </p:nvSpPr>
        <p:spPr bwMode="auto">
          <a:xfrm>
            <a:off x="3707606"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 name="Oval 5">
            <a:extLst>
              <a:ext uri="{FF2B5EF4-FFF2-40B4-BE49-F238E27FC236}">
                <a16:creationId xmlns:a16="http://schemas.microsoft.com/office/drawing/2014/main" id="{514B3618-CDF6-F64F-4992-F3167E2B9D69}"/>
              </a:ext>
            </a:extLst>
          </p:cNvPr>
          <p:cNvSpPr>
            <a:spLocks noChangeArrowheads="1"/>
          </p:cNvSpPr>
          <p:nvPr/>
        </p:nvSpPr>
        <p:spPr bwMode="auto">
          <a:xfrm>
            <a:off x="5149056" y="479670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 name="Oval 6">
            <a:extLst>
              <a:ext uri="{FF2B5EF4-FFF2-40B4-BE49-F238E27FC236}">
                <a16:creationId xmlns:a16="http://schemas.microsoft.com/office/drawing/2014/main" id="{CC70145A-BE9F-9103-6B43-A66B768FB336}"/>
              </a:ext>
            </a:extLst>
          </p:cNvPr>
          <p:cNvSpPr>
            <a:spLocks noChangeArrowheads="1"/>
          </p:cNvSpPr>
          <p:nvPr/>
        </p:nvSpPr>
        <p:spPr bwMode="auto">
          <a:xfrm>
            <a:off x="4499769" y="393310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 name="Oval 7">
            <a:extLst>
              <a:ext uri="{FF2B5EF4-FFF2-40B4-BE49-F238E27FC236}">
                <a16:creationId xmlns:a16="http://schemas.microsoft.com/office/drawing/2014/main" id="{85318864-B7E4-6619-E05C-36BA09F72A57}"/>
              </a:ext>
            </a:extLst>
          </p:cNvPr>
          <p:cNvSpPr>
            <a:spLocks noChangeArrowheads="1"/>
          </p:cNvSpPr>
          <p:nvPr/>
        </p:nvSpPr>
        <p:spPr bwMode="auto">
          <a:xfrm>
            <a:off x="6588919" y="479670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 name="Oval 8">
            <a:extLst>
              <a:ext uri="{FF2B5EF4-FFF2-40B4-BE49-F238E27FC236}">
                <a16:creationId xmlns:a16="http://schemas.microsoft.com/office/drawing/2014/main" id="{998D8825-8F93-CB6F-6812-146B78B48AC2}"/>
              </a:ext>
            </a:extLst>
          </p:cNvPr>
          <p:cNvSpPr>
            <a:spLocks noChangeArrowheads="1"/>
          </p:cNvSpPr>
          <p:nvPr/>
        </p:nvSpPr>
        <p:spPr bwMode="auto">
          <a:xfrm>
            <a:off x="4499769" y="580476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9" name="Line 9">
            <a:extLst>
              <a:ext uri="{FF2B5EF4-FFF2-40B4-BE49-F238E27FC236}">
                <a16:creationId xmlns:a16="http://schemas.microsoft.com/office/drawing/2014/main" id="{8DE19311-7400-2747-2EBC-6FEADF1549D9}"/>
              </a:ext>
            </a:extLst>
          </p:cNvPr>
          <p:cNvSpPr>
            <a:spLocks noChangeShapeType="1"/>
          </p:cNvSpPr>
          <p:nvPr/>
        </p:nvSpPr>
        <p:spPr bwMode="auto">
          <a:xfrm>
            <a:off x="2123281" y="4869730"/>
            <a:ext cx="4537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10">
            <a:extLst>
              <a:ext uri="{FF2B5EF4-FFF2-40B4-BE49-F238E27FC236}">
                <a16:creationId xmlns:a16="http://schemas.microsoft.com/office/drawing/2014/main" id="{777F2758-1CD6-94D0-4112-3D68112C3BB4}"/>
              </a:ext>
            </a:extLst>
          </p:cNvPr>
          <p:cNvSpPr>
            <a:spLocks noChangeShapeType="1"/>
          </p:cNvSpPr>
          <p:nvPr/>
        </p:nvSpPr>
        <p:spPr bwMode="auto">
          <a:xfrm flipH="1">
            <a:off x="2196306" y="4004543"/>
            <a:ext cx="2376488"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11">
            <a:extLst>
              <a:ext uri="{FF2B5EF4-FFF2-40B4-BE49-F238E27FC236}">
                <a16:creationId xmlns:a16="http://schemas.microsoft.com/office/drawing/2014/main" id="{6C962163-C4E4-554A-E057-E2036811CC28}"/>
              </a:ext>
            </a:extLst>
          </p:cNvPr>
          <p:cNvSpPr>
            <a:spLocks noChangeShapeType="1"/>
          </p:cNvSpPr>
          <p:nvPr/>
        </p:nvSpPr>
        <p:spPr bwMode="auto">
          <a:xfrm>
            <a:off x="2196306" y="4869730"/>
            <a:ext cx="2376488"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2">
            <a:extLst>
              <a:ext uri="{FF2B5EF4-FFF2-40B4-BE49-F238E27FC236}">
                <a16:creationId xmlns:a16="http://schemas.microsoft.com/office/drawing/2014/main" id="{C45D3C8B-0449-B61A-B99C-AFA4986528DD}"/>
              </a:ext>
            </a:extLst>
          </p:cNvPr>
          <p:cNvSpPr>
            <a:spLocks noChangeShapeType="1"/>
          </p:cNvSpPr>
          <p:nvPr/>
        </p:nvSpPr>
        <p:spPr bwMode="auto">
          <a:xfrm>
            <a:off x="4572794" y="4004543"/>
            <a:ext cx="215900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3">
            <a:extLst>
              <a:ext uri="{FF2B5EF4-FFF2-40B4-BE49-F238E27FC236}">
                <a16:creationId xmlns:a16="http://schemas.microsoft.com/office/drawing/2014/main" id="{BED8BEA2-D755-6652-8EF8-59429BA5F8AD}"/>
              </a:ext>
            </a:extLst>
          </p:cNvPr>
          <p:cNvSpPr>
            <a:spLocks noChangeShapeType="1"/>
          </p:cNvSpPr>
          <p:nvPr/>
        </p:nvSpPr>
        <p:spPr bwMode="auto">
          <a:xfrm flipV="1">
            <a:off x="4572794" y="4941168"/>
            <a:ext cx="2016125"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4">
            <a:extLst>
              <a:ext uri="{FF2B5EF4-FFF2-40B4-BE49-F238E27FC236}">
                <a16:creationId xmlns:a16="http://schemas.microsoft.com/office/drawing/2014/main" id="{9826FCF7-B643-7E64-8E93-3DEF3C70E843}"/>
              </a:ext>
            </a:extLst>
          </p:cNvPr>
          <p:cNvSpPr>
            <a:spLocks noChangeShapeType="1"/>
          </p:cNvSpPr>
          <p:nvPr/>
        </p:nvSpPr>
        <p:spPr bwMode="auto">
          <a:xfrm>
            <a:off x="4572794" y="4004543"/>
            <a:ext cx="64770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5">
            <a:extLst>
              <a:ext uri="{FF2B5EF4-FFF2-40B4-BE49-F238E27FC236}">
                <a16:creationId xmlns:a16="http://schemas.microsoft.com/office/drawing/2014/main" id="{12822A59-DF2D-DFBF-8B97-250C7028BC15}"/>
              </a:ext>
            </a:extLst>
          </p:cNvPr>
          <p:cNvSpPr>
            <a:spLocks noChangeShapeType="1"/>
          </p:cNvSpPr>
          <p:nvPr/>
        </p:nvSpPr>
        <p:spPr bwMode="auto">
          <a:xfrm flipH="1">
            <a:off x="3707606" y="4004543"/>
            <a:ext cx="865188"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6">
            <a:extLst>
              <a:ext uri="{FF2B5EF4-FFF2-40B4-BE49-F238E27FC236}">
                <a16:creationId xmlns:a16="http://schemas.microsoft.com/office/drawing/2014/main" id="{52EF88FD-6C9A-D698-CA3C-1A3243DFDAAF}"/>
              </a:ext>
            </a:extLst>
          </p:cNvPr>
          <p:cNvSpPr>
            <a:spLocks noChangeShapeType="1"/>
          </p:cNvSpPr>
          <p:nvPr/>
        </p:nvSpPr>
        <p:spPr bwMode="auto">
          <a:xfrm>
            <a:off x="3780631" y="4869730"/>
            <a:ext cx="792163"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17">
            <a:extLst>
              <a:ext uri="{FF2B5EF4-FFF2-40B4-BE49-F238E27FC236}">
                <a16:creationId xmlns:a16="http://schemas.microsoft.com/office/drawing/2014/main" id="{471BA40B-3DE1-BD37-71CE-9CD0E459E377}"/>
              </a:ext>
            </a:extLst>
          </p:cNvPr>
          <p:cNvSpPr>
            <a:spLocks noChangeShapeType="1"/>
          </p:cNvSpPr>
          <p:nvPr/>
        </p:nvSpPr>
        <p:spPr bwMode="auto">
          <a:xfrm flipH="1">
            <a:off x="4499769" y="4869730"/>
            <a:ext cx="720725" cy="1008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Freeform 18">
            <a:extLst>
              <a:ext uri="{FF2B5EF4-FFF2-40B4-BE49-F238E27FC236}">
                <a16:creationId xmlns:a16="http://schemas.microsoft.com/office/drawing/2014/main" id="{B9897871-40C2-6847-7C5E-36595A49804A}"/>
              </a:ext>
            </a:extLst>
          </p:cNvPr>
          <p:cNvSpPr>
            <a:spLocks/>
          </p:cNvSpPr>
          <p:nvPr/>
        </p:nvSpPr>
        <p:spPr bwMode="auto">
          <a:xfrm>
            <a:off x="4572794" y="4004543"/>
            <a:ext cx="2159000" cy="865187"/>
          </a:xfrm>
          <a:custGeom>
            <a:avLst/>
            <a:gdLst>
              <a:gd name="T0" fmla="*/ 0 w 1360"/>
              <a:gd name="T1" fmla="*/ 0 h 545"/>
              <a:gd name="T2" fmla="*/ 2147483647 w 1360"/>
              <a:gd name="T3" fmla="*/ 2147483647 h 545"/>
              <a:gd name="T4" fmla="*/ 2147483647 w 1360"/>
              <a:gd name="T5" fmla="*/ 2147483647 h 545"/>
              <a:gd name="T6" fmla="*/ 0 60000 65536"/>
              <a:gd name="T7" fmla="*/ 0 60000 65536"/>
              <a:gd name="T8" fmla="*/ 0 60000 65536"/>
              <a:gd name="T9" fmla="*/ 0 w 1360"/>
              <a:gd name="T10" fmla="*/ 0 h 545"/>
              <a:gd name="T11" fmla="*/ 1360 w 1360"/>
              <a:gd name="T12" fmla="*/ 545 h 545"/>
            </a:gdLst>
            <a:ahLst/>
            <a:cxnLst>
              <a:cxn ang="T6">
                <a:pos x="T0" y="T1"/>
              </a:cxn>
              <a:cxn ang="T7">
                <a:pos x="T2" y="T3"/>
              </a:cxn>
              <a:cxn ang="T8">
                <a:pos x="T4" y="T5"/>
              </a:cxn>
            </a:cxnLst>
            <a:rect l="T9" t="T10" r="T11" b="T12"/>
            <a:pathLst>
              <a:path w="1360" h="545">
                <a:moveTo>
                  <a:pt x="0" y="0"/>
                </a:moveTo>
                <a:cubicBezTo>
                  <a:pt x="249" y="0"/>
                  <a:pt x="498" y="0"/>
                  <a:pt x="725" y="91"/>
                </a:cubicBezTo>
                <a:cubicBezTo>
                  <a:pt x="952" y="182"/>
                  <a:pt x="1156" y="363"/>
                  <a:pt x="1360" y="545"/>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Freeform 19">
            <a:extLst>
              <a:ext uri="{FF2B5EF4-FFF2-40B4-BE49-F238E27FC236}">
                <a16:creationId xmlns:a16="http://schemas.microsoft.com/office/drawing/2014/main" id="{03F41C0C-FA70-4AE3-79FD-D70BB688DB47}"/>
              </a:ext>
            </a:extLst>
          </p:cNvPr>
          <p:cNvSpPr>
            <a:spLocks/>
          </p:cNvSpPr>
          <p:nvPr/>
        </p:nvSpPr>
        <p:spPr bwMode="auto">
          <a:xfrm>
            <a:off x="4428331" y="4004543"/>
            <a:ext cx="755650" cy="865187"/>
          </a:xfrm>
          <a:custGeom>
            <a:avLst/>
            <a:gdLst>
              <a:gd name="T0" fmla="*/ 2147483647 w 476"/>
              <a:gd name="T1" fmla="*/ 0 h 545"/>
              <a:gd name="T2" fmla="*/ 2147483647 w 476"/>
              <a:gd name="T3" fmla="*/ 2147483647 h 545"/>
              <a:gd name="T4" fmla="*/ 2147483647 w 476"/>
              <a:gd name="T5" fmla="*/ 2147483647 h 545"/>
              <a:gd name="T6" fmla="*/ 0 60000 65536"/>
              <a:gd name="T7" fmla="*/ 0 60000 65536"/>
              <a:gd name="T8" fmla="*/ 0 60000 65536"/>
              <a:gd name="T9" fmla="*/ 0 w 476"/>
              <a:gd name="T10" fmla="*/ 0 h 545"/>
              <a:gd name="T11" fmla="*/ 476 w 476"/>
              <a:gd name="T12" fmla="*/ 545 h 545"/>
            </a:gdLst>
            <a:ahLst/>
            <a:cxnLst>
              <a:cxn ang="T6">
                <a:pos x="T0" y="T1"/>
              </a:cxn>
              <a:cxn ang="T7">
                <a:pos x="T2" y="T3"/>
              </a:cxn>
              <a:cxn ang="T8">
                <a:pos x="T4" y="T5"/>
              </a:cxn>
            </a:cxnLst>
            <a:rect l="T9" t="T10" r="T11" b="T12"/>
            <a:pathLst>
              <a:path w="476" h="545">
                <a:moveTo>
                  <a:pt x="68" y="0"/>
                </a:moveTo>
                <a:cubicBezTo>
                  <a:pt x="34" y="136"/>
                  <a:pt x="0" y="272"/>
                  <a:pt x="68" y="363"/>
                </a:cubicBezTo>
                <a:cubicBezTo>
                  <a:pt x="136" y="454"/>
                  <a:pt x="306" y="499"/>
                  <a:pt x="476" y="545"/>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Freeform 20">
            <a:extLst>
              <a:ext uri="{FF2B5EF4-FFF2-40B4-BE49-F238E27FC236}">
                <a16:creationId xmlns:a16="http://schemas.microsoft.com/office/drawing/2014/main" id="{DA0723E5-F203-03AD-FDAE-D66F6A75404B}"/>
              </a:ext>
            </a:extLst>
          </p:cNvPr>
          <p:cNvSpPr>
            <a:spLocks/>
          </p:cNvSpPr>
          <p:nvPr/>
        </p:nvSpPr>
        <p:spPr bwMode="auto">
          <a:xfrm>
            <a:off x="4572794" y="4869730"/>
            <a:ext cx="647700" cy="935038"/>
          </a:xfrm>
          <a:custGeom>
            <a:avLst/>
            <a:gdLst>
              <a:gd name="T0" fmla="*/ 2147483647 w 408"/>
              <a:gd name="T1" fmla="*/ 0 h 589"/>
              <a:gd name="T2" fmla="*/ 2147483647 w 408"/>
              <a:gd name="T3" fmla="*/ 2147483647 h 589"/>
              <a:gd name="T4" fmla="*/ 0 w 408"/>
              <a:gd name="T5" fmla="*/ 2147483647 h 589"/>
              <a:gd name="T6" fmla="*/ 0 60000 65536"/>
              <a:gd name="T7" fmla="*/ 0 60000 65536"/>
              <a:gd name="T8" fmla="*/ 0 60000 65536"/>
              <a:gd name="T9" fmla="*/ 0 w 408"/>
              <a:gd name="T10" fmla="*/ 0 h 589"/>
              <a:gd name="T11" fmla="*/ 408 w 408"/>
              <a:gd name="T12" fmla="*/ 589 h 589"/>
            </a:gdLst>
            <a:ahLst/>
            <a:cxnLst>
              <a:cxn ang="T6">
                <a:pos x="T0" y="T1"/>
              </a:cxn>
              <a:cxn ang="T7">
                <a:pos x="T2" y="T3"/>
              </a:cxn>
              <a:cxn ang="T8">
                <a:pos x="T4" y="T5"/>
              </a:cxn>
            </a:cxnLst>
            <a:rect l="T9" t="T10" r="T11" b="T12"/>
            <a:pathLst>
              <a:path w="408" h="589">
                <a:moveTo>
                  <a:pt x="408" y="0"/>
                </a:moveTo>
                <a:cubicBezTo>
                  <a:pt x="374" y="132"/>
                  <a:pt x="340" y="265"/>
                  <a:pt x="272" y="363"/>
                </a:cubicBezTo>
                <a:cubicBezTo>
                  <a:pt x="204" y="461"/>
                  <a:pt x="102" y="525"/>
                  <a:pt x="0" y="589"/>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 name="Freeform 21">
            <a:extLst>
              <a:ext uri="{FF2B5EF4-FFF2-40B4-BE49-F238E27FC236}">
                <a16:creationId xmlns:a16="http://schemas.microsoft.com/office/drawing/2014/main" id="{9D6B9D59-1E7E-9C98-4C2F-4DB4027A9DA9}"/>
              </a:ext>
            </a:extLst>
          </p:cNvPr>
          <p:cNvSpPr>
            <a:spLocks/>
          </p:cNvSpPr>
          <p:nvPr/>
        </p:nvSpPr>
        <p:spPr bwMode="auto">
          <a:xfrm>
            <a:off x="2267744" y="4941168"/>
            <a:ext cx="2232025" cy="1019175"/>
          </a:xfrm>
          <a:custGeom>
            <a:avLst/>
            <a:gdLst>
              <a:gd name="T0" fmla="*/ 2147483647 w 1406"/>
              <a:gd name="T1" fmla="*/ 2147483647 h 642"/>
              <a:gd name="T2" fmla="*/ 2147483647 w 1406"/>
              <a:gd name="T3" fmla="*/ 2147483647 h 642"/>
              <a:gd name="T4" fmla="*/ 0 w 1406"/>
              <a:gd name="T5" fmla="*/ 0 h 642"/>
              <a:gd name="T6" fmla="*/ 0 60000 65536"/>
              <a:gd name="T7" fmla="*/ 0 60000 65536"/>
              <a:gd name="T8" fmla="*/ 0 60000 65536"/>
              <a:gd name="T9" fmla="*/ 0 w 1406"/>
              <a:gd name="T10" fmla="*/ 0 h 642"/>
              <a:gd name="T11" fmla="*/ 1406 w 1406"/>
              <a:gd name="T12" fmla="*/ 642 h 642"/>
            </a:gdLst>
            <a:ahLst/>
            <a:cxnLst>
              <a:cxn ang="T6">
                <a:pos x="T0" y="T1"/>
              </a:cxn>
              <a:cxn ang="T7">
                <a:pos x="T2" y="T3"/>
              </a:cxn>
              <a:cxn ang="T8">
                <a:pos x="T4" y="T5"/>
              </a:cxn>
            </a:cxnLst>
            <a:rect l="T9" t="T10" r="T11" b="T12"/>
            <a:pathLst>
              <a:path w="1406" h="642">
                <a:moveTo>
                  <a:pt x="1406" y="590"/>
                </a:moveTo>
                <a:cubicBezTo>
                  <a:pt x="1092" y="616"/>
                  <a:pt x="778" y="642"/>
                  <a:pt x="544" y="544"/>
                </a:cubicBezTo>
                <a:cubicBezTo>
                  <a:pt x="310" y="446"/>
                  <a:pt x="155" y="223"/>
                  <a:pt x="0" y="0"/>
                </a:cubicBezTo>
              </a:path>
            </a:pathLst>
          </a:custGeom>
          <a:noFill/>
          <a:ln w="952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2" name="Object 22">
            <a:extLst>
              <a:ext uri="{FF2B5EF4-FFF2-40B4-BE49-F238E27FC236}">
                <a16:creationId xmlns:a16="http://schemas.microsoft.com/office/drawing/2014/main" id="{1463490C-6F57-5A40-7C65-99E6AB6111EC}"/>
              </a:ext>
            </a:extLst>
          </p:cNvPr>
          <p:cNvGraphicFramePr>
            <a:graphicFrameLocks noChangeAspect="1"/>
          </p:cNvGraphicFramePr>
          <p:nvPr>
            <p:extLst>
              <p:ext uri="{D42A27DB-BD31-4B8C-83A1-F6EECF244321}">
                <p14:modId xmlns:p14="http://schemas.microsoft.com/office/powerpoint/2010/main" val="4267024002"/>
              </p:ext>
            </p:extLst>
          </p:nvPr>
        </p:nvGraphicFramePr>
        <p:xfrm>
          <a:off x="3110310" y="4075732"/>
          <a:ext cx="309562" cy="433388"/>
        </p:xfrm>
        <a:graphic>
          <a:graphicData uri="http://schemas.openxmlformats.org/presentationml/2006/ole">
            <mc:AlternateContent xmlns:mc="http://schemas.openxmlformats.org/markup-compatibility/2006">
              <mc:Choice xmlns:v="urn:schemas-microsoft-com:vml" Requires="v">
                <p:oleObj name="Equation" r:id="rId2" imgW="47543" imgH="104760" progId="Equation.3">
                  <p:embed/>
                </p:oleObj>
              </mc:Choice>
              <mc:Fallback>
                <p:oleObj name="Equation" r:id="rId2" imgW="47543" imgH="104760" progId="Equation.3">
                  <p:embed/>
                  <p:pic>
                    <p:nvPicPr>
                      <p:cNvPr id="1743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0310" y="4075732"/>
                        <a:ext cx="309562"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3">
            <a:extLst>
              <a:ext uri="{FF2B5EF4-FFF2-40B4-BE49-F238E27FC236}">
                <a16:creationId xmlns:a16="http://schemas.microsoft.com/office/drawing/2014/main" id="{2330C446-3230-1515-4BD3-A72DAE762D11}"/>
              </a:ext>
            </a:extLst>
          </p:cNvPr>
          <p:cNvGraphicFramePr>
            <a:graphicFrameLocks noChangeAspect="1"/>
          </p:cNvGraphicFramePr>
          <p:nvPr>
            <p:extLst>
              <p:ext uri="{D42A27DB-BD31-4B8C-83A1-F6EECF244321}">
                <p14:modId xmlns:p14="http://schemas.microsoft.com/office/powerpoint/2010/main" val="4251984395"/>
              </p:ext>
            </p:extLst>
          </p:nvPr>
        </p:nvGraphicFramePr>
        <p:xfrm>
          <a:off x="3867944" y="4220443"/>
          <a:ext cx="277812" cy="433387"/>
        </p:xfrm>
        <a:graphic>
          <a:graphicData uri="http://schemas.openxmlformats.org/presentationml/2006/ole">
            <mc:AlternateContent xmlns:mc="http://schemas.openxmlformats.org/markup-compatibility/2006">
              <mc:Choice xmlns:v="urn:schemas-microsoft-com:vml" Requires="v">
                <p:oleObj name="Equation" r:id="rId4" imgW="38089" imgH="104760" progId="Equation.3">
                  <p:embed/>
                </p:oleObj>
              </mc:Choice>
              <mc:Fallback>
                <p:oleObj name="Equation" r:id="rId4" imgW="38089" imgH="104760" progId="Equation.3">
                  <p:embed/>
                  <p:pic>
                    <p:nvPicPr>
                      <p:cNvPr id="17431"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7944" y="4220443"/>
                        <a:ext cx="277812"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24">
            <a:extLst>
              <a:ext uri="{FF2B5EF4-FFF2-40B4-BE49-F238E27FC236}">
                <a16:creationId xmlns:a16="http://schemas.microsoft.com/office/drawing/2014/main" id="{C9D6D209-4858-5BA8-264B-199CE8BBBABF}"/>
              </a:ext>
            </a:extLst>
          </p:cNvPr>
          <p:cNvGraphicFramePr>
            <a:graphicFrameLocks noChangeAspect="1"/>
          </p:cNvGraphicFramePr>
          <p:nvPr>
            <p:extLst>
              <p:ext uri="{D42A27DB-BD31-4B8C-83A1-F6EECF244321}">
                <p14:modId xmlns:p14="http://schemas.microsoft.com/office/powerpoint/2010/main" val="3404903677"/>
              </p:ext>
            </p:extLst>
          </p:nvPr>
        </p:nvGraphicFramePr>
        <p:xfrm>
          <a:off x="3131344" y="4653830"/>
          <a:ext cx="277812" cy="433388"/>
        </p:xfrm>
        <a:graphic>
          <a:graphicData uri="http://schemas.openxmlformats.org/presentationml/2006/ole">
            <mc:AlternateContent xmlns:mc="http://schemas.openxmlformats.org/markup-compatibility/2006">
              <mc:Choice xmlns:v="urn:schemas-microsoft-com:vml" Requires="v">
                <p:oleObj name="Equation" r:id="rId6" imgW="38089" imgH="104760" progId="Equation.3">
                  <p:embed/>
                </p:oleObj>
              </mc:Choice>
              <mc:Fallback>
                <p:oleObj name="Equation" r:id="rId6" imgW="38089" imgH="104760" progId="Equation.3">
                  <p:embed/>
                  <p:pic>
                    <p:nvPicPr>
                      <p:cNvPr id="17432"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344" y="4653830"/>
                        <a:ext cx="277812"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5">
            <a:extLst>
              <a:ext uri="{FF2B5EF4-FFF2-40B4-BE49-F238E27FC236}">
                <a16:creationId xmlns:a16="http://schemas.microsoft.com/office/drawing/2014/main" id="{921AC072-F61C-DFF3-1815-7F782A3E2E12}"/>
              </a:ext>
            </a:extLst>
          </p:cNvPr>
          <p:cNvGraphicFramePr>
            <a:graphicFrameLocks noChangeAspect="1"/>
          </p:cNvGraphicFramePr>
          <p:nvPr>
            <p:extLst>
              <p:ext uri="{D42A27DB-BD31-4B8C-83A1-F6EECF244321}">
                <p14:modId xmlns:p14="http://schemas.microsoft.com/office/powerpoint/2010/main" val="2703576153"/>
              </p:ext>
            </p:extLst>
          </p:nvPr>
        </p:nvGraphicFramePr>
        <p:xfrm>
          <a:off x="4788694" y="4220443"/>
          <a:ext cx="309562" cy="401637"/>
        </p:xfrm>
        <a:graphic>
          <a:graphicData uri="http://schemas.openxmlformats.org/presentationml/2006/ole">
            <mc:AlternateContent xmlns:mc="http://schemas.openxmlformats.org/markup-compatibility/2006">
              <mc:Choice xmlns:v="urn:schemas-microsoft-com:vml" Requires="v">
                <p:oleObj name="Equation" r:id="rId8" imgW="47543" imgH="85860" progId="Equation.3">
                  <p:embed/>
                </p:oleObj>
              </mc:Choice>
              <mc:Fallback>
                <p:oleObj name="Equation" r:id="rId8" imgW="47543" imgH="85860" progId="Equation.3">
                  <p:embed/>
                  <p:pic>
                    <p:nvPicPr>
                      <p:cNvPr id="17433"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8694" y="4220443"/>
                        <a:ext cx="309562"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6">
            <a:extLst>
              <a:ext uri="{FF2B5EF4-FFF2-40B4-BE49-F238E27FC236}">
                <a16:creationId xmlns:a16="http://schemas.microsoft.com/office/drawing/2014/main" id="{92B64315-F4AC-1CCB-2196-8AE38D3CC3FF}"/>
              </a:ext>
            </a:extLst>
          </p:cNvPr>
          <p:cNvGraphicFramePr>
            <a:graphicFrameLocks noChangeAspect="1"/>
          </p:cNvGraphicFramePr>
          <p:nvPr>
            <p:extLst>
              <p:ext uri="{D42A27DB-BD31-4B8C-83A1-F6EECF244321}">
                <p14:modId xmlns:p14="http://schemas.microsoft.com/office/powerpoint/2010/main" val="2592859702"/>
              </p:ext>
            </p:extLst>
          </p:nvPr>
        </p:nvGraphicFramePr>
        <p:xfrm>
          <a:off x="3275806" y="5228505"/>
          <a:ext cx="309563" cy="401638"/>
        </p:xfrm>
        <a:graphic>
          <a:graphicData uri="http://schemas.openxmlformats.org/presentationml/2006/ole">
            <mc:AlternateContent xmlns:mc="http://schemas.openxmlformats.org/markup-compatibility/2006">
              <mc:Choice xmlns:v="urn:schemas-microsoft-com:vml" Requires="v">
                <p:oleObj name="Equation" r:id="rId10" imgW="47543" imgH="85860" progId="Equation.3">
                  <p:embed/>
                </p:oleObj>
              </mc:Choice>
              <mc:Fallback>
                <p:oleObj name="Equation" r:id="rId10" imgW="47543" imgH="85860" progId="Equation.3">
                  <p:embed/>
                  <p:pic>
                    <p:nvPicPr>
                      <p:cNvPr id="17434"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5806" y="5228505"/>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7">
            <a:extLst>
              <a:ext uri="{FF2B5EF4-FFF2-40B4-BE49-F238E27FC236}">
                <a16:creationId xmlns:a16="http://schemas.microsoft.com/office/drawing/2014/main" id="{DA01DE06-D4DF-BABF-A81B-2A566F939009}"/>
              </a:ext>
            </a:extLst>
          </p:cNvPr>
          <p:cNvGraphicFramePr>
            <a:graphicFrameLocks noChangeAspect="1"/>
          </p:cNvGraphicFramePr>
          <p:nvPr>
            <p:extLst>
              <p:ext uri="{D42A27DB-BD31-4B8C-83A1-F6EECF244321}">
                <p14:modId xmlns:p14="http://schemas.microsoft.com/office/powerpoint/2010/main" val="512422839"/>
              </p:ext>
            </p:extLst>
          </p:nvPr>
        </p:nvGraphicFramePr>
        <p:xfrm>
          <a:off x="4212431" y="4653830"/>
          <a:ext cx="309563" cy="401638"/>
        </p:xfrm>
        <a:graphic>
          <a:graphicData uri="http://schemas.openxmlformats.org/presentationml/2006/ole">
            <mc:AlternateContent xmlns:mc="http://schemas.openxmlformats.org/markup-compatibility/2006">
              <mc:Choice xmlns:v="urn:schemas-microsoft-com:vml" Requires="v">
                <p:oleObj name="Equation" r:id="rId12" imgW="47543" imgH="85860" progId="Equation.3">
                  <p:embed/>
                </p:oleObj>
              </mc:Choice>
              <mc:Fallback>
                <p:oleObj name="Equation" r:id="rId12" imgW="47543" imgH="85860" progId="Equation.3">
                  <p:embed/>
                  <p:pic>
                    <p:nvPicPr>
                      <p:cNvPr id="17435"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12431" y="4653830"/>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8">
            <a:extLst>
              <a:ext uri="{FF2B5EF4-FFF2-40B4-BE49-F238E27FC236}">
                <a16:creationId xmlns:a16="http://schemas.microsoft.com/office/drawing/2014/main" id="{2216825A-854E-0AC1-19D4-BAE1079AAD22}"/>
              </a:ext>
            </a:extLst>
          </p:cNvPr>
          <p:cNvGraphicFramePr>
            <a:graphicFrameLocks noChangeAspect="1"/>
          </p:cNvGraphicFramePr>
          <p:nvPr>
            <p:extLst>
              <p:ext uri="{D42A27DB-BD31-4B8C-83A1-F6EECF244321}">
                <p14:modId xmlns:p14="http://schemas.microsoft.com/office/powerpoint/2010/main" val="2642167048"/>
              </p:ext>
            </p:extLst>
          </p:nvPr>
        </p:nvGraphicFramePr>
        <p:xfrm>
          <a:off x="3923506" y="5012605"/>
          <a:ext cx="309563" cy="401638"/>
        </p:xfrm>
        <a:graphic>
          <a:graphicData uri="http://schemas.openxmlformats.org/presentationml/2006/ole">
            <mc:AlternateContent xmlns:mc="http://schemas.openxmlformats.org/markup-compatibility/2006">
              <mc:Choice xmlns:v="urn:schemas-microsoft-com:vml" Requires="v">
                <p:oleObj name="Equation" r:id="rId14" imgW="47543" imgH="85860" progId="Equation.3">
                  <p:embed/>
                </p:oleObj>
              </mc:Choice>
              <mc:Fallback>
                <p:oleObj name="Equation" r:id="rId14" imgW="47543" imgH="85860" progId="Equation.3">
                  <p:embed/>
                  <p:pic>
                    <p:nvPicPr>
                      <p:cNvPr id="17436" name="Object 2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23506" y="5012605"/>
                        <a:ext cx="30956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9" name="Object 29">
                <a:extLst>
                  <a:ext uri="{FF2B5EF4-FFF2-40B4-BE49-F238E27FC236}">
                    <a16:creationId xmlns:a16="http://schemas.microsoft.com/office/drawing/2014/main" id="{8A5E10CB-6EE3-8211-6557-99C02CC1A97D}"/>
                  </a:ext>
                </a:extLst>
              </p:cNvPr>
              <p:cNvSpPr txBox="1"/>
              <p:nvPr/>
            </p:nvSpPr>
            <p:spPr bwMode="auto">
              <a:xfrm>
                <a:off x="5508228" y="4107483"/>
                <a:ext cx="215900" cy="4016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1</m:t>
                      </m:r>
                    </m:oMath>
                  </m:oMathPara>
                </a14:m>
                <a:endParaRPr lang="zh-CN" altLang="en-US" sz="2400" dirty="0"/>
              </a:p>
            </p:txBody>
          </p:sp>
        </mc:Choice>
        <mc:Fallback xmlns="">
          <p:sp>
            <p:nvSpPr>
              <p:cNvPr id="29" name="Object 29">
                <a:extLst>
                  <a:ext uri="{FF2B5EF4-FFF2-40B4-BE49-F238E27FC236}">
                    <a16:creationId xmlns:a16="http://schemas.microsoft.com/office/drawing/2014/main" id="{8A5E10CB-6EE3-8211-6557-99C02CC1A97D}"/>
                  </a:ext>
                </a:extLst>
              </p:cNvPr>
              <p:cNvSpPr txBox="1">
                <a:spLocks noRot="1" noChangeAspect="1" noMove="1" noResize="1" noEditPoints="1" noAdjustHandles="1" noChangeArrowheads="1" noChangeShapeType="1" noTextEdit="1"/>
              </p:cNvSpPr>
              <p:nvPr/>
            </p:nvSpPr>
            <p:spPr bwMode="auto">
              <a:xfrm>
                <a:off x="5508228" y="4107483"/>
                <a:ext cx="215900" cy="401637"/>
              </a:xfrm>
              <a:prstGeom prst="rect">
                <a:avLst/>
              </a:prstGeom>
              <a:blipFill>
                <a:blip r:embed="rId16"/>
                <a:stretch>
                  <a:fillRect l="-8571" r="-71429" b="-1212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30">
                <a:extLst>
                  <a:ext uri="{FF2B5EF4-FFF2-40B4-BE49-F238E27FC236}">
                    <a16:creationId xmlns:a16="http://schemas.microsoft.com/office/drawing/2014/main" id="{8198CE8E-8984-C969-2917-E2E8EFF71939}"/>
                  </a:ext>
                </a:extLst>
              </p:cNvPr>
              <p:cNvSpPr txBox="1"/>
              <p:nvPr/>
            </p:nvSpPr>
            <p:spPr bwMode="auto">
              <a:xfrm>
                <a:off x="4644231" y="5085630"/>
                <a:ext cx="215900" cy="4016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1</m:t>
                      </m:r>
                    </m:oMath>
                  </m:oMathPara>
                </a14:m>
                <a:endParaRPr lang="zh-CN" altLang="en-US" sz="2400" dirty="0"/>
              </a:p>
            </p:txBody>
          </p:sp>
        </mc:Choice>
        <mc:Fallback xmlns="">
          <p:sp>
            <p:nvSpPr>
              <p:cNvPr id="30" name="Object 30">
                <a:extLst>
                  <a:ext uri="{FF2B5EF4-FFF2-40B4-BE49-F238E27FC236}">
                    <a16:creationId xmlns:a16="http://schemas.microsoft.com/office/drawing/2014/main" id="{8198CE8E-8984-C969-2917-E2E8EFF71939}"/>
                  </a:ext>
                </a:extLst>
              </p:cNvPr>
              <p:cNvSpPr txBox="1">
                <a:spLocks noRot="1" noChangeAspect="1" noMove="1" noResize="1" noEditPoints="1" noAdjustHandles="1" noChangeArrowheads="1" noChangeShapeType="1" noTextEdit="1"/>
              </p:cNvSpPr>
              <p:nvPr/>
            </p:nvSpPr>
            <p:spPr bwMode="auto">
              <a:xfrm>
                <a:off x="4644231" y="5085630"/>
                <a:ext cx="215900" cy="401638"/>
              </a:xfrm>
              <a:prstGeom prst="rect">
                <a:avLst/>
              </a:prstGeom>
              <a:blipFill>
                <a:blip r:embed="rId17"/>
                <a:stretch>
                  <a:fillRect l="-8571" r="-71429" b="-12121"/>
                </a:stretch>
              </a:blipFill>
              <a:ln>
                <a:noFill/>
              </a:ln>
              <a:effectLst/>
            </p:spPr>
            <p:txBody>
              <a:bodyPr/>
              <a:lstStyle/>
              <a:p>
                <a:r>
                  <a:rPr lang="zh-CN" altLang="en-US">
                    <a:noFill/>
                  </a:rPr>
                  <a:t> </a:t>
                </a:r>
              </a:p>
            </p:txBody>
          </p:sp>
        </mc:Fallback>
      </mc:AlternateContent>
      <p:graphicFrame>
        <p:nvGraphicFramePr>
          <p:cNvPr id="31" name="Object 31">
            <a:extLst>
              <a:ext uri="{FF2B5EF4-FFF2-40B4-BE49-F238E27FC236}">
                <a16:creationId xmlns:a16="http://schemas.microsoft.com/office/drawing/2014/main" id="{BD5F33BA-3A04-6E97-A1D8-6C6539798A34}"/>
              </a:ext>
            </a:extLst>
          </p:cNvPr>
          <p:cNvGraphicFramePr>
            <a:graphicFrameLocks noChangeAspect="1"/>
          </p:cNvGraphicFramePr>
          <p:nvPr>
            <p:extLst>
              <p:ext uri="{D42A27DB-BD31-4B8C-83A1-F6EECF244321}">
                <p14:modId xmlns:p14="http://schemas.microsoft.com/office/powerpoint/2010/main" val="369148794"/>
              </p:ext>
            </p:extLst>
          </p:nvPr>
        </p:nvGraphicFramePr>
        <p:xfrm>
          <a:off x="5606256" y="4725268"/>
          <a:ext cx="309563" cy="401637"/>
        </p:xfrm>
        <a:graphic>
          <a:graphicData uri="http://schemas.openxmlformats.org/presentationml/2006/ole">
            <mc:AlternateContent xmlns:mc="http://schemas.openxmlformats.org/markup-compatibility/2006">
              <mc:Choice xmlns:v="urn:schemas-microsoft-com:vml" Requires="v">
                <p:oleObj name="Equation" r:id="rId18" imgW="47543" imgH="85860" progId="Equation.3">
                  <p:embed/>
                </p:oleObj>
              </mc:Choice>
              <mc:Fallback>
                <p:oleObj name="Equation" r:id="rId18" imgW="47543" imgH="85860" progId="Equation.3">
                  <p:embed/>
                  <p:pic>
                    <p:nvPicPr>
                      <p:cNvPr id="17439"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06256" y="4725268"/>
                        <a:ext cx="309563"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 name="Object 32">
            <a:extLst>
              <a:ext uri="{FF2B5EF4-FFF2-40B4-BE49-F238E27FC236}">
                <a16:creationId xmlns:a16="http://schemas.microsoft.com/office/drawing/2014/main" id="{F7893003-A7D6-081B-8CDC-13B3D908CE4A}"/>
              </a:ext>
            </a:extLst>
          </p:cNvPr>
          <p:cNvGraphicFramePr>
            <a:graphicFrameLocks noChangeAspect="1"/>
          </p:cNvGraphicFramePr>
          <p:nvPr>
            <p:extLst>
              <p:ext uri="{D42A27DB-BD31-4B8C-83A1-F6EECF244321}">
                <p14:modId xmlns:p14="http://schemas.microsoft.com/office/powerpoint/2010/main" val="3133282810"/>
              </p:ext>
            </p:extLst>
          </p:nvPr>
        </p:nvGraphicFramePr>
        <p:xfrm>
          <a:off x="5595144" y="5214218"/>
          <a:ext cx="279400" cy="431800"/>
        </p:xfrm>
        <a:graphic>
          <a:graphicData uri="http://schemas.openxmlformats.org/presentationml/2006/ole">
            <mc:AlternateContent xmlns:mc="http://schemas.openxmlformats.org/markup-compatibility/2006">
              <mc:Choice xmlns:v="urn:schemas-microsoft-com:vml" Requires="v">
                <p:oleObj name="Equation" r:id="rId20" imgW="38089" imgH="104760" progId="Equation.3">
                  <p:embed/>
                </p:oleObj>
              </mc:Choice>
              <mc:Fallback>
                <p:oleObj name="Equation" r:id="rId20" imgW="38089" imgH="104760" progId="Equation.3">
                  <p:embed/>
                  <p:pic>
                    <p:nvPicPr>
                      <p:cNvPr id="1744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95144" y="5214218"/>
                        <a:ext cx="279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Oval 33">
            <a:extLst>
              <a:ext uri="{FF2B5EF4-FFF2-40B4-BE49-F238E27FC236}">
                <a16:creationId xmlns:a16="http://schemas.microsoft.com/office/drawing/2014/main" id="{880483BE-2A9C-285C-8F4A-4C57965B3B98}"/>
              </a:ext>
            </a:extLst>
          </p:cNvPr>
          <p:cNvSpPr>
            <a:spLocks noChangeArrowheads="1"/>
          </p:cNvSpPr>
          <p:nvPr/>
        </p:nvSpPr>
        <p:spPr bwMode="auto">
          <a:xfrm>
            <a:off x="3707606" y="4796705"/>
            <a:ext cx="144463" cy="144463"/>
          </a:xfrm>
          <a:prstGeom prst="ellipse">
            <a:avLst/>
          </a:prstGeom>
          <a:solidFill>
            <a:srgbClr val="FF0000"/>
          </a:solidFill>
          <a:ln w="9525">
            <a:solidFill>
              <a:schemeClr val="tx1"/>
            </a:solidFill>
            <a:round/>
            <a:headEnd/>
            <a:tailEnd/>
          </a:ln>
        </p:spPr>
        <p:txBody>
          <a:bodyPr wrap="none" anchor="ctr"/>
          <a:lstStyle/>
          <a:p>
            <a:endParaRPr lang="zh-CN" alt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ea typeface="宋体" charset="-122"/>
            </a:endParaRPr>
          </a:p>
        </p:txBody>
      </p:sp>
      <p:sp>
        <p:nvSpPr>
          <p:cNvPr id="21507" name="Rectangle 3"/>
          <p:cNvSpPr>
            <a:spLocks noGrp="1" noChangeArrowheads="1"/>
          </p:cNvSpPr>
          <p:nvPr>
            <p:ph type="title"/>
          </p:nvPr>
        </p:nvSpPr>
        <p:spPr/>
        <p:txBody>
          <a:bodyPr/>
          <a:lstStyle/>
          <a:p>
            <a:pPr algn="l" eaLnBrk="1" hangingPunct="1"/>
            <a:r>
              <a:rPr lang="zh-CN" altLang="en-US" sz="4000" b="1">
                <a:ea typeface="楷体_GB2312" pitchFamily="49" charset="-122"/>
              </a:rPr>
              <a:t>小结与作业</a:t>
            </a:r>
          </a:p>
        </p:txBody>
      </p:sp>
      <p:grpSp>
        <p:nvGrpSpPr>
          <p:cNvPr id="21508" name="Group 4"/>
          <p:cNvGrpSpPr>
            <a:grpSpLocks/>
          </p:cNvGrpSpPr>
          <p:nvPr/>
        </p:nvGrpSpPr>
        <p:grpSpPr bwMode="auto">
          <a:xfrm>
            <a:off x="1331913" y="1773238"/>
            <a:ext cx="5181600" cy="508000"/>
            <a:chOff x="1419" y="1480"/>
            <a:chExt cx="3575" cy="363"/>
          </a:xfrm>
        </p:grpSpPr>
        <p:grpSp>
          <p:nvGrpSpPr>
            <p:cNvPr id="21531" name="Group 5"/>
            <p:cNvGrpSpPr>
              <a:grpSpLocks/>
            </p:cNvGrpSpPr>
            <p:nvPr/>
          </p:nvGrpSpPr>
          <p:grpSpPr bwMode="auto">
            <a:xfrm>
              <a:off x="1419" y="1480"/>
              <a:ext cx="3575" cy="363"/>
              <a:chOff x="1419" y="1480"/>
              <a:chExt cx="3575" cy="363"/>
            </a:xfrm>
          </p:grpSpPr>
          <p:sp>
            <p:nvSpPr>
              <p:cNvPr id="13318"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13319"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en-US" altLang="zh-CN" sz="3200" b="1">
                    <a:latin typeface="Times New Roman" pitchFamily="18" charset="0"/>
                    <a:ea typeface="楷体_GB2312" pitchFamily="49" charset="-122"/>
                  </a:rPr>
                  <a:t>Euler</a:t>
                </a:r>
                <a:r>
                  <a:rPr lang="zh-CN" altLang="en-US" sz="3200" b="1">
                    <a:latin typeface="Times New Roman" pitchFamily="18" charset="0"/>
                    <a:ea typeface="楷体_GB2312" pitchFamily="49" charset="-122"/>
                  </a:rPr>
                  <a:t>图的有关概念</a:t>
                </a:r>
              </a:p>
            </p:txBody>
          </p:sp>
        </p:grpSp>
        <p:sp>
          <p:nvSpPr>
            <p:cNvPr id="13320"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21533"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21509" name="Group 10"/>
          <p:cNvGrpSpPr>
            <a:grpSpLocks/>
          </p:cNvGrpSpPr>
          <p:nvPr/>
        </p:nvGrpSpPr>
        <p:grpSpPr bwMode="auto">
          <a:xfrm>
            <a:off x="2195513" y="3068638"/>
            <a:ext cx="5181600" cy="508000"/>
            <a:chOff x="1419" y="1480"/>
            <a:chExt cx="3575" cy="363"/>
          </a:xfrm>
        </p:grpSpPr>
        <p:grpSp>
          <p:nvGrpSpPr>
            <p:cNvPr id="21526" name="Group 11"/>
            <p:cNvGrpSpPr>
              <a:grpSpLocks/>
            </p:cNvGrpSpPr>
            <p:nvPr/>
          </p:nvGrpSpPr>
          <p:grpSpPr bwMode="auto">
            <a:xfrm>
              <a:off x="1419" y="1480"/>
              <a:ext cx="3575" cy="363"/>
              <a:chOff x="1419" y="1480"/>
              <a:chExt cx="3575" cy="363"/>
            </a:xfrm>
          </p:grpSpPr>
          <p:sp>
            <p:nvSpPr>
              <p:cNvPr id="13324"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13325"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en-US" altLang="zh-CN" sz="3200" b="1">
                    <a:latin typeface="Times New Roman" pitchFamily="18" charset="0"/>
                    <a:ea typeface="楷体_GB2312" pitchFamily="49" charset="-122"/>
                  </a:rPr>
                  <a:t>Euler</a:t>
                </a:r>
                <a:r>
                  <a:rPr lang="zh-CN" altLang="en-US" sz="3200" b="1">
                    <a:latin typeface="Times New Roman" pitchFamily="18" charset="0"/>
                    <a:ea typeface="楷体_GB2312" pitchFamily="49" charset="-122"/>
                  </a:rPr>
                  <a:t>定理</a:t>
                </a:r>
              </a:p>
            </p:txBody>
          </p:sp>
        </p:grpSp>
        <p:sp>
          <p:nvSpPr>
            <p:cNvPr id="13326"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21528"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21510" name="Group 16"/>
          <p:cNvGrpSpPr>
            <a:grpSpLocks/>
          </p:cNvGrpSpPr>
          <p:nvPr/>
        </p:nvGrpSpPr>
        <p:grpSpPr bwMode="auto">
          <a:xfrm>
            <a:off x="2195513" y="4365625"/>
            <a:ext cx="5181600" cy="508000"/>
            <a:chOff x="1419" y="1480"/>
            <a:chExt cx="3575" cy="363"/>
          </a:xfrm>
        </p:grpSpPr>
        <p:grpSp>
          <p:nvGrpSpPr>
            <p:cNvPr id="21521" name="Group 17"/>
            <p:cNvGrpSpPr>
              <a:grpSpLocks/>
            </p:cNvGrpSpPr>
            <p:nvPr/>
          </p:nvGrpSpPr>
          <p:grpSpPr bwMode="auto">
            <a:xfrm>
              <a:off x="1419" y="1480"/>
              <a:ext cx="3575" cy="363"/>
              <a:chOff x="1419" y="1480"/>
              <a:chExt cx="3575" cy="363"/>
            </a:xfrm>
          </p:grpSpPr>
          <p:sp>
            <p:nvSpPr>
              <p:cNvPr id="13330" name="Oval 18"/>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13331" name="AutoShape 19"/>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latin typeface="Times New Roman" pitchFamily="18" charset="0"/>
                    <a:ea typeface="楷体_GB2312" pitchFamily="49" charset="-122"/>
                  </a:rPr>
                  <a:t>中国邮递员问题</a:t>
                </a:r>
              </a:p>
            </p:txBody>
          </p:sp>
        </p:grpSp>
        <p:sp>
          <p:nvSpPr>
            <p:cNvPr id="13332" name="Oval 20"/>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21523" name="Oval 21"/>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21511" name="AutoShape 28"/>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21513" name="Group 30"/>
          <p:cNvGrpSpPr>
            <a:grpSpLocks/>
          </p:cNvGrpSpPr>
          <p:nvPr/>
        </p:nvGrpSpPr>
        <p:grpSpPr bwMode="auto">
          <a:xfrm>
            <a:off x="1331913" y="5300663"/>
            <a:ext cx="5380037" cy="685800"/>
            <a:chOff x="1152" y="2832"/>
            <a:chExt cx="3408" cy="432"/>
          </a:xfrm>
        </p:grpSpPr>
        <p:grpSp>
          <p:nvGrpSpPr>
            <p:cNvPr id="21514" name="Group 31"/>
            <p:cNvGrpSpPr>
              <a:grpSpLocks/>
            </p:cNvGrpSpPr>
            <p:nvPr/>
          </p:nvGrpSpPr>
          <p:grpSpPr bwMode="auto">
            <a:xfrm>
              <a:off x="1152" y="2845"/>
              <a:ext cx="480" cy="419"/>
              <a:chOff x="3174" y="2656"/>
              <a:chExt cx="1549" cy="1351"/>
            </a:xfrm>
          </p:grpSpPr>
          <p:sp>
            <p:nvSpPr>
              <p:cNvPr id="21518" name="AutoShape 3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1519" name="AutoShape 3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3346" name="AutoShape 34"/>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21515" name="Line 35"/>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6" name="Text Box 36"/>
            <p:cNvSpPr txBox="1">
              <a:spLocks noChangeArrowheads="1"/>
            </p:cNvSpPr>
            <p:nvPr/>
          </p:nvSpPr>
          <p:spPr bwMode="auto">
            <a:xfrm>
              <a:off x="2112" y="2832"/>
              <a:ext cx="200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习题</a:t>
              </a: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7.1  </a:t>
              </a:r>
              <a:r>
                <a:rPr lang="zh-Hans" altLang="en-US" sz="3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2,    </a:t>
              </a:r>
              <a:r>
                <a:rPr lang="en-US" altLang="zh-Hans" sz="3200" b="1" dirty="0">
                  <a:latin typeface="Times New Roman" panose="02020603050405020304" pitchFamily="18" charset="0"/>
                  <a:ea typeface="楷体" panose="02010609060101010101" pitchFamily="49" charset="-122"/>
                  <a:cs typeface="Times New Roman" panose="02020603050405020304" pitchFamily="18" charset="0"/>
                </a:rPr>
                <a:t>3</a:t>
              </a:r>
              <a:endParaRPr lang="en-US" altLang="zh-CN"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1517" name="Text Box 37"/>
            <p:cNvSpPr txBox="1">
              <a:spLocks noChangeArrowheads="1"/>
            </p:cNvSpPr>
            <p:nvPr/>
          </p:nvSpPr>
          <p:spPr bwMode="gray">
            <a:xfrm>
              <a:off x="1169" y="2928"/>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ea typeface="楷体_GB2312" pitchFamily="49" charset="-122"/>
                </a:rPr>
                <a:t>作业</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611188" y="1484313"/>
            <a:ext cx="7772400" cy="1470025"/>
          </a:xfrm>
        </p:spPr>
        <p:txBody>
          <a:bodyPr/>
          <a:lstStyle/>
          <a:p>
            <a:pPr eaLnBrk="1" hangingPunct="1"/>
            <a:r>
              <a:rPr lang="zh-CN" altLang="en-US" b="1">
                <a:latin typeface="Times New Roman" pitchFamily="18" charset="0"/>
                <a:ea typeface="楷体_GB2312" pitchFamily="49" charset="-122"/>
              </a:rPr>
              <a:t>第</a:t>
            </a:r>
            <a:r>
              <a:rPr lang="en-US" altLang="zh-CN" b="1">
                <a:latin typeface="Times New Roman" pitchFamily="18" charset="0"/>
                <a:ea typeface="楷体_GB2312" pitchFamily="49" charset="-122"/>
              </a:rPr>
              <a:t>7</a:t>
            </a:r>
            <a:r>
              <a:rPr lang="zh-CN" altLang="en-US" b="1">
                <a:latin typeface="Times New Roman" pitchFamily="18" charset="0"/>
                <a:ea typeface="楷体_GB2312" pitchFamily="49" charset="-122"/>
              </a:rPr>
              <a:t>章  几类特殊的图</a:t>
            </a:r>
          </a:p>
        </p:txBody>
      </p:sp>
      <p:sp>
        <p:nvSpPr>
          <p:cNvPr id="22531" name="Rectangle 3"/>
          <p:cNvSpPr>
            <a:spLocks noGrp="1" noChangeArrowheads="1"/>
          </p:cNvSpPr>
          <p:nvPr>
            <p:ph type="subTitle" idx="1"/>
          </p:nvPr>
        </p:nvSpPr>
        <p:spPr>
          <a:xfrm>
            <a:off x="1331913" y="3500438"/>
            <a:ext cx="6400800" cy="1752600"/>
          </a:xfrm>
        </p:spPr>
        <p:txBody>
          <a:bodyPr/>
          <a:lstStyle/>
          <a:p>
            <a:pPr eaLnBrk="1" hangingPunct="1"/>
            <a:r>
              <a:rPr lang="en-US" altLang="zh-CN" sz="3600" b="1">
                <a:latin typeface="Times New Roman" pitchFamily="18" charset="0"/>
                <a:ea typeface="楷体_GB2312" pitchFamily="49" charset="-122"/>
              </a:rPr>
              <a:t>7.2  Hamilton</a:t>
            </a:r>
            <a:r>
              <a:rPr lang="zh-CN" altLang="en-US" sz="3600" b="1">
                <a:latin typeface="Times New Roman" pitchFamily="18" charset="0"/>
                <a:ea typeface="楷体_GB2312" pitchFamily="49" charset="-122"/>
              </a:rPr>
              <a:t>图</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l" eaLnBrk="1" hangingPunct="1"/>
            <a:r>
              <a:rPr lang="en-US" altLang="zh-CN" b="1">
                <a:latin typeface="Times New Roman" pitchFamily="18" charset="0"/>
                <a:ea typeface="楷体_GB2312" pitchFamily="49" charset="-122"/>
              </a:rPr>
              <a:t>7.2  Hamilton</a:t>
            </a:r>
            <a:r>
              <a:rPr lang="zh-CN" altLang="en-US" b="1">
                <a:latin typeface="Times New Roman" pitchFamily="18" charset="0"/>
                <a:ea typeface="楷体_GB2312" pitchFamily="49" charset="-122"/>
              </a:rPr>
              <a:t>图</a:t>
            </a:r>
          </a:p>
        </p:txBody>
      </p:sp>
      <p:sp>
        <p:nvSpPr>
          <p:cNvPr id="23555"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23556" name="Group 4"/>
          <p:cNvGrpSpPr>
            <a:grpSpLocks/>
          </p:cNvGrpSpPr>
          <p:nvPr/>
        </p:nvGrpSpPr>
        <p:grpSpPr bwMode="auto">
          <a:xfrm>
            <a:off x="1042988" y="1392238"/>
            <a:ext cx="5903912" cy="685800"/>
            <a:chOff x="1152" y="1118"/>
            <a:chExt cx="3719" cy="432"/>
          </a:xfrm>
        </p:grpSpPr>
        <p:grpSp>
          <p:nvGrpSpPr>
            <p:cNvPr id="23582" name="Group 5"/>
            <p:cNvGrpSpPr>
              <a:grpSpLocks/>
            </p:cNvGrpSpPr>
            <p:nvPr/>
          </p:nvGrpSpPr>
          <p:grpSpPr bwMode="auto">
            <a:xfrm>
              <a:off x="1152" y="1131"/>
              <a:ext cx="480" cy="419"/>
              <a:chOff x="1110" y="2656"/>
              <a:chExt cx="1549" cy="1351"/>
            </a:xfrm>
          </p:grpSpPr>
          <p:sp>
            <p:nvSpPr>
              <p:cNvPr id="23586"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87"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36872"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23583"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Text Box 10"/>
            <p:cNvSpPr txBox="1">
              <a:spLocks noChangeArrowheads="1"/>
            </p:cNvSpPr>
            <p:nvPr/>
          </p:nvSpPr>
          <p:spPr bwMode="auto">
            <a:xfrm>
              <a:off x="2112" y="1118"/>
              <a:ext cx="27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图的有关概念</a:t>
              </a:r>
            </a:p>
          </p:txBody>
        </p:sp>
        <p:sp>
          <p:nvSpPr>
            <p:cNvPr id="23585"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23557" name="Group 12"/>
          <p:cNvGrpSpPr>
            <a:grpSpLocks/>
          </p:cNvGrpSpPr>
          <p:nvPr/>
        </p:nvGrpSpPr>
        <p:grpSpPr bwMode="auto">
          <a:xfrm>
            <a:off x="1042988" y="2471738"/>
            <a:ext cx="5903912" cy="685800"/>
            <a:chOff x="1152" y="1694"/>
            <a:chExt cx="3719" cy="432"/>
          </a:xfrm>
        </p:grpSpPr>
        <p:grpSp>
          <p:nvGrpSpPr>
            <p:cNvPr id="23575" name="Group 13"/>
            <p:cNvGrpSpPr>
              <a:grpSpLocks/>
            </p:cNvGrpSpPr>
            <p:nvPr/>
          </p:nvGrpSpPr>
          <p:grpSpPr bwMode="auto">
            <a:xfrm>
              <a:off x="1152" y="1707"/>
              <a:ext cx="480" cy="419"/>
              <a:chOff x="3174" y="2656"/>
              <a:chExt cx="1549" cy="1351"/>
            </a:xfrm>
          </p:grpSpPr>
          <p:sp>
            <p:nvSpPr>
              <p:cNvPr id="23579"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80"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36880"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23576"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7" name="Text Box 18"/>
            <p:cNvSpPr txBox="1">
              <a:spLocks noChangeArrowheads="1"/>
            </p:cNvSpPr>
            <p:nvPr/>
          </p:nvSpPr>
          <p:spPr bwMode="auto">
            <a:xfrm>
              <a:off x="2112" y="1694"/>
              <a:ext cx="27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图的必要条件</a:t>
              </a:r>
            </a:p>
          </p:txBody>
        </p:sp>
        <p:sp>
          <p:nvSpPr>
            <p:cNvPr id="23578"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23558" name="Group 20"/>
          <p:cNvGrpSpPr>
            <a:grpSpLocks/>
          </p:cNvGrpSpPr>
          <p:nvPr/>
        </p:nvGrpSpPr>
        <p:grpSpPr bwMode="auto">
          <a:xfrm>
            <a:off x="1042988" y="3552825"/>
            <a:ext cx="5903912" cy="685800"/>
            <a:chOff x="1152" y="2256"/>
            <a:chExt cx="3719" cy="432"/>
          </a:xfrm>
        </p:grpSpPr>
        <p:grpSp>
          <p:nvGrpSpPr>
            <p:cNvPr id="23568" name="Group 21"/>
            <p:cNvGrpSpPr>
              <a:grpSpLocks/>
            </p:cNvGrpSpPr>
            <p:nvPr/>
          </p:nvGrpSpPr>
          <p:grpSpPr bwMode="auto">
            <a:xfrm>
              <a:off x="1152" y="2269"/>
              <a:ext cx="480" cy="419"/>
              <a:chOff x="1110" y="2656"/>
              <a:chExt cx="1549" cy="1351"/>
            </a:xfrm>
          </p:grpSpPr>
          <p:sp>
            <p:nvSpPr>
              <p:cNvPr id="23572"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73"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36888"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23569"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0" name="Text Box 26"/>
            <p:cNvSpPr txBox="1">
              <a:spLocks noChangeArrowheads="1"/>
            </p:cNvSpPr>
            <p:nvPr/>
          </p:nvSpPr>
          <p:spPr bwMode="auto">
            <a:xfrm>
              <a:off x="2112" y="2256"/>
              <a:ext cx="27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图的充分条件</a:t>
              </a:r>
            </a:p>
          </p:txBody>
        </p:sp>
        <p:sp>
          <p:nvSpPr>
            <p:cNvPr id="23571"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grpSp>
        <p:nvGrpSpPr>
          <p:cNvPr id="23559" name="Group 28"/>
          <p:cNvGrpSpPr>
            <a:grpSpLocks/>
          </p:cNvGrpSpPr>
          <p:nvPr/>
        </p:nvGrpSpPr>
        <p:grpSpPr bwMode="auto">
          <a:xfrm>
            <a:off x="1042988" y="4751388"/>
            <a:ext cx="5410200" cy="685800"/>
            <a:chOff x="1152" y="2832"/>
            <a:chExt cx="3408" cy="432"/>
          </a:xfrm>
        </p:grpSpPr>
        <p:grpSp>
          <p:nvGrpSpPr>
            <p:cNvPr id="23561" name="Group 29"/>
            <p:cNvGrpSpPr>
              <a:grpSpLocks/>
            </p:cNvGrpSpPr>
            <p:nvPr/>
          </p:nvGrpSpPr>
          <p:grpSpPr bwMode="auto">
            <a:xfrm>
              <a:off x="1152" y="2845"/>
              <a:ext cx="480" cy="419"/>
              <a:chOff x="3174" y="2656"/>
              <a:chExt cx="1549" cy="1351"/>
            </a:xfrm>
          </p:grpSpPr>
          <p:sp>
            <p:nvSpPr>
              <p:cNvPr id="23565"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23566"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36896" name="AutoShape 32"/>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23562"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63" name="Text Box 34"/>
            <p:cNvSpPr txBox="1">
              <a:spLocks noChangeArrowheads="1"/>
            </p:cNvSpPr>
            <p:nvPr/>
          </p:nvSpPr>
          <p:spPr bwMode="auto">
            <a:xfrm>
              <a:off x="2112" y="2832"/>
              <a:ext cx="204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20000"/>
                </a:spcBef>
              </a:pPr>
              <a:r>
                <a:rPr lang="zh-CN" altLang="en-US" sz="3200" b="1">
                  <a:latin typeface="Times New Roman" pitchFamily="18" charset="0"/>
                  <a:ea typeface="楷体_GB2312" pitchFamily="49" charset="-122"/>
                </a:rPr>
                <a:t>旅行商问题</a:t>
              </a:r>
              <a:r>
                <a:rPr lang="en-US" altLang="zh-CN" sz="3200" b="1">
                  <a:latin typeface="Times New Roman" pitchFamily="18" charset="0"/>
                  <a:ea typeface="楷体_GB2312" pitchFamily="49" charset="-122"/>
                </a:rPr>
                <a:t>(TSP)</a:t>
              </a:r>
            </a:p>
          </p:txBody>
        </p:sp>
        <p:sp>
          <p:nvSpPr>
            <p:cNvPr id="23564" name="Text Box 35"/>
            <p:cNvSpPr txBox="1">
              <a:spLocks noChangeArrowheads="1"/>
            </p:cNvSpPr>
            <p:nvPr/>
          </p:nvSpPr>
          <p:spPr bwMode="gray">
            <a:xfrm>
              <a:off x="1281"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4</a:t>
              </a:r>
            </a:p>
          </p:txBody>
        </p:sp>
      </p:grpSp>
      <p:sp>
        <p:nvSpPr>
          <p:cNvPr id="2" name="矩形 1"/>
          <p:cNvSpPr/>
          <p:nvPr/>
        </p:nvSpPr>
        <p:spPr>
          <a:xfrm>
            <a:off x="971550" y="1341438"/>
            <a:ext cx="6480175" cy="42481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b="1">
                <a:latin typeface="Times New Roman" pitchFamily="18" charset="0"/>
              </a:rPr>
              <a:t>7.2  Hamilton </a:t>
            </a:r>
            <a:r>
              <a:rPr lang="zh-CN" altLang="en-US" b="1">
                <a:latin typeface="Times New Roman" pitchFamily="18" charset="0"/>
              </a:rPr>
              <a:t>图</a:t>
            </a:r>
          </a:p>
        </p:txBody>
      </p:sp>
      <p:sp>
        <p:nvSpPr>
          <p:cNvPr id="24579" name="Rectangle 3"/>
          <p:cNvSpPr>
            <a:spLocks noGrp="1" noChangeArrowheads="1"/>
          </p:cNvSpPr>
          <p:nvPr>
            <p:ph type="body" idx="1"/>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1859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年爱尔兰数学家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W. R. 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发明了一个周游世界游戏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从这个游戏抽象出图论中一种非常重要的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且派生出至今为止仍具研究价值的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TSP (</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raveling </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S</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alesman </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roblem).</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7.2.1 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图的有关概念</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Definition 7-2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是任意图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中经过</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所有节点一次且仅一次</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路径</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称为</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路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(Hamiltonian path).</a:t>
            </a:r>
          </a:p>
          <a:p>
            <a:pPr eaLnBrk="1" hangingPunct="1">
              <a:lnSpc>
                <a:spcPct val="120000"/>
              </a:lnSpc>
            </a:pP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中经过</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所有节点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一次且仅一次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除起点重复一次外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圈</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称为</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回路</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(Hamiltonian cycle).</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回路的图称为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图或简称为</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p:nvPr>
        </p:nvSpPr>
        <p:spPr/>
        <p:txBody>
          <a:bodyPr/>
          <a:lstStyle/>
          <a:p>
            <a:pPr eaLnBrk="1" hangingPunct="1"/>
            <a:r>
              <a:rPr lang="zh-CN" altLang="en-US" b="1" dirty="0">
                <a:latin typeface="楷体" panose="02010609060101010101" pitchFamily="49" charset="-122"/>
                <a:ea typeface="楷体" panose="02010609060101010101" pitchFamily="49" charset="-122"/>
              </a:rPr>
              <a:t>例</a:t>
            </a:r>
            <a:r>
              <a:rPr lang="en-US" altLang="zh-CN" b="1" dirty="0">
                <a:latin typeface="Times New Roman" pitchFamily="18" charset="0"/>
              </a:rPr>
              <a:t>7-2</a:t>
            </a:r>
          </a:p>
          <a:p>
            <a:pPr eaLnBrk="1" hangingPunct="1"/>
            <a:r>
              <a:rPr lang="en-US" altLang="zh-CN" b="1" dirty="0">
                <a:latin typeface="Times New Roman" panose="02020603050405020304" pitchFamily="18" charset="0"/>
                <a:ea typeface="楷体" panose="02010609060101010101" pitchFamily="49" charset="-122"/>
                <a:cs typeface="Times New Roman" panose="02020603050405020304" pitchFamily="18" charset="0"/>
              </a:rPr>
              <a:t>1859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年爱尔兰数学家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W. R. 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发明了一个周游世界游戏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ndParaRPr>
          </a:p>
          <a:p>
            <a:pPr eaLnBrk="1" hangingPunct="1"/>
            <a:endParaRPr lang="en-US" altLang="zh-CN" b="1" dirty="0">
              <a:latin typeface="Times New Roman" pitchFamily="18" charset="0"/>
            </a:endParaRPr>
          </a:p>
        </p:txBody>
      </p:sp>
      <p:pic>
        <p:nvPicPr>
          <p:cNvPr id="4" name="图片 3">
            <a:extLst>
              <a:ext uri="{FF2B5EF4-FFF2-40B4-BE49-F238E27FC236}">
                <a16:creationId xmlns:a16="http://schemas.microsoft.com/office/drawing/2014/main" id="{F649B516-B7C1-DAE9-B092-627E6AA6EB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348880"/>
            <a:ext cx="6877978" cy="3460727"/>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p:nvPr>
        </p:nvSpPr>
        <p:spPr/>
        <p:txBody>
          <a:bodyPr/>
          <a:lstStyle/>
          <a:p>
            <a:endParaRPr lang="en-US" altLang="zh-CN"/>
          </a:p>
          <a:p>
            <a:endParaRPr lang="en-US" altLang="zh-CN"/>
          </a:p>
          <a:p>
            <a:endParaRPr lang="en-US" altLang="zh-CN"/>
          </a:p>
          <a:p>
            <a:endParaRPr lang="en-US" altLang="zh-CN"/>
          </a:p>
          <a:p>
            <a:endParaRPr lang="en-US" altLang="zh-CN"/>
          </a:p>
        </p:txBody>
      </p:sp>
      <p:sp>
        <p:nvSpPr>
          <p:cNvPr id="32771" name="Oval 3"/>
          <p:cNvSpPr>
            <a:spLocks noChangeArrowheads="1"/>
          </p:cNvSpPr>
          <p:nvPr/>
        </p:nvSpPr>
        <p:spPr bwMode="auto">
          <a:xfrm>
            <a:off x="4211638" y="908050"/>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2" name="Oval 4"/>
          <p:cNvSpPr>
            <a:spLocks noChangeArrowheads="1"/>
          </p:cNvSpPr>
          <p:nvPr/>
        </p:nvSpPr>
        <p:spPr bwMode="auto">
          <a:xfrm>
            <a:off x="1908175" y="2276475"/>
            <a:ext cx="144463"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3" name="Oval 5"/>
          <p:cNvSpPr>
            <a:spLocks noChangeArrowheads="1"/>
          </p:cNvSpPr>
          <p:nvPr/>
        </p:nvSpPr>
        <p:spPr bwMode="auto">
          <a:xfrm>
            <a:off x="6948488" y="2276475"/>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4" name="Oval 6"/>
          <p:cNvSpPr>
            <a:spLocks noChangeArrowheads="1"/>
          </p:cNvSpPr>
          <p:nvPr/>
        </p:nvSpPr>
        <p:spPr bwMode="auto">
          <a:xfrm>
            <a:off x="3563938" y="5300663"/>
            <a:ext cx="144462"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5" name="Oval 7"/>
          <p:cNvSpPr>
            <a:spLocks noChangeArrowheads="1"/>
          </p:cNvSpPr>
          <p:nvPr/>
        </p:nvSpPr>
        <p:spPr bwMode="auto">
          <a:xfrm>
            <a:off x="5724525" y="5300663"/>
            <a:ext cx="144463"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6" name="Oval 8"/>
          <p:cNvSpPr>
            <a:spLocks noChangeArrowheads="1"/>
          </p:cNvSpPr>
          <p:nvPr/>
        </p:nvSpPr>
        <p:spPr bwMode="auto">
          <a:xfrm>
            <a:off x="4211638" y="1773238"/>
            <a:ext cx="144462"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7" name="Oval 9"/>
          <p:cNvSpPr>
            <a:spLocks noChangeArrowheads="1"/>
          </p:cNvSpPr>
          <p:nvPr/>
        </p:nvSpPr>
        <p:spPr bwMode="auto">
          <a:xfrm>
            <a:off x="2916238" y="2492375"/>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8" name="Oval 10"/>
          <p:cNvSpPr>
            <a:spLocks noChangeArrowheads="1"/>
          </p:cNvSpPr>
          <p:nvPr/>
        </p:nvSpPr>
        <p:spPr bwMode="auto">
          <a:xfrm>
            <a:off x="6011863" y="2492375"/>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9" name="Oval 11"/>
          <p:cNvSpPr>
            <a:spLocks noChangeArrowheads="1"/>
          </p:cNvSpPr>
          <p:nvPr/>
        </p:nvSpPr>
        <p:spPr bwMode="auto">
          <a:xfrm>
            <a:off x="3924300" y="4365625"/>
            <a:ext cx="144463"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0" name="Oval 12"/>
          <p:cNvSpPr>
            <a:spLocks noChangeArrowheads="1"/>
          </p:cNvSpPr>
          <p:nvPr/>
        </p:nvSpPr>
        <p:spPr bwMode="auto">
          <a:xfrm>
            <a:off x="5435600" y="4437063"/>
            <a:ext cx="144463"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1" name="Oval 13"/>
          <p:cNvSpPr>
            <a:spLocks noChangeArrowheads="1"/>
          </p:cNvSpPr>
          <p:nvPr/>
        </p:nvSpPr>
        <p:spPr bwMode="auto">
          <a:xfrm>
            <a:off x="4211638" y="2708275"/>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2" name="Oval 14"/>
          <p:cNvSpPr>
            <a:spLocks noChangeArrowheads="1"/>
          </p:cNvSpPr>
          <p:nvPr/>
        </p:nvSpPr>
        <p:spPr bwMode="auto">
          <a:xfrm>
            <a:off x="5003800" y="2349500"/>
            <a:ext cx="144463"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3" name="Oval 15"/>
          <p:cNvSpPr>
            <a:spLocks noChangeArrowheads="1"/>
          </p:cNvSpPr>
          <p:nvPr/>
        </p:nvSpPr>
        <p:spPr bwMode="auto">
          <a:xfrm>
            <a:off x="3563938" y="3213100"/>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4" name="Oval 16"/>
          <p:cNvSpPr>
            <a:spLocks noChangeArrowheads="1"/>
          </p:cNvSpPr>
          <p:nvPr/>
        </p:nvSpPr>
        <p:spPr bwMode="auto">
          <a:xfrm>
            <a:off x="5508625" y="3213100"/>
            <a:ext cx="144463"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5" name="Oval 17"/>
          <p:cNvSpPr>
            <a:spLocks noChangeArrowheads="1"/>
          </p:cNvSpPr>
          <p:nvPr/>
        </p:nvSpPr>
        <p:spPr bwMode="auto">
          <a:xfrm>
            <a:off x="3779838" y="2349500"/>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6" name="Oval 18"/>
          <p:cNvSpPr>
            <a:spLocks noChangeArrowheads="1"/>
          </p:cNvSpPr>
          <p:nvPr/>
        </p:nvSpPr>
        <p:spPr bwMode="auto">
          <a:xfrm>
            <a:off x="4716463" y="4149725"/>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7" name="Oval 19"/>
          <p:cNvSpPr>
            <a:spLocks noChangeArrowheads="1"/>
          </p:cNvSpPr>
          <p:nvPr/>
        </p:nvSpPr>
        <p:spPr bwMode="auto">
          <a:xfrm>
            <a:off x="4716463" y="3573463"/>
            <a:ext cx="144462" cy="1444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8" name="Oval 20"/>
          <p:cNvSpPr>
            <a:spLocks noChangeArrowheads="1"/>
          </p:cNvSpPr>
          <p:nvPr/>
        </p:nvSpPr>
        <p:spPr bwMode="auto">
          <a:xfrm>
            <a:off x="4284663" y="3213100"/>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9" name="Oval 21"/>
          <p:cNvSpPr>
            <a:spLocks noChangeArrowheads="1"/>
          </p:cNvSpPr>
          <p:nvPr/>
        </p:nvSpPr>
        <p:spPr bwMode="auto">
          <a:xfrm>
            <a:off x="4787900" y="2708275"/>
            <a:ext cx="144463"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Oval 22"/>
          <p:cNvSpPr>
            <a:spLocks noChangeArrowheads="1"/>
          </p:cNvSpPr>
          <p:nvPr/>
        </p:nvSpPr>
        <p:spPr bwMode="auto">
          <a:xfrm>
            <a:off x="4932363" y="3213100"/>
            <a:ext cx="144462" cy="1444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1" name="Line 23"/>
          <p:cNvSpPr>
            <a:spLocks noChangeShapeType="1"/>
          </p:cNvSpPr>
          <p:nvPr/>
        </p:nvSpPr>
        <p:spPr bwMode="auto">
          <a:xfrm flipH="1">
            <a:off x="1979613" y="981075"/>
            <a:ext cx="2305050" cy="136842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2" name="Line 24"/>
          <p:cNvSpPr>
            <a:spLocks noChangeShapeType="1"/>
          </p:cNvSpPr>
          <p:nvPr/>
        </p:nvSpPr>
        <p:spPr bwMode="auto">
          <a:xfrm>
            <a:off x="4284663" y="981075"/>
            <a:ext cx="2808287" cy="136842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3" name="Line 25"/>
          <p:cNvSpPr>
            <a:spLocks noChangeShapeType="1"/>
          </p:cNvSpPr>
          <p:nvPr/>
        </p:nvSpPr>
        <p:spPr bwMode="auto">
          <a:xfrm>
            <a:off x="1979613" y="2349500"/>
            <a:ext cx="1584325" cy="3024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4" name="Line 26"/>
          <p:cNvSpPr>
            <a:spLocks noChangeShapeType="1"/>
          </p:cNvSpPr>
          <p:nvPr/>
        </p:nvSpPr>
        <p:spPr bwMode="auto">
          <a:xfrm>
            <a:off x="3708400" y="5373688"/>
            <a:ext cx="2087563"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5" name="Line 27"/>
          <p:cNvSpPr>
            <a:spLocks noChangeShapeType="1"/>
          </p:cNvSpPr>
          <p:nvPr/>
        </p:nvSpPr>
        <p:spPr bwMode="auto">
          <a:xfrm flipH="1">
            <a:off x="5795963" y="2349500"/>
            <a:ext cx="1296987" cy="3024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6" name="Line 28"/>
          <p:cNvSpPr>
            <a:spLocks noChangeShapeType="1"/>
          </p:cNvSpPr>
          <p:nvPr/>
        </p:nvSpPr>
        <p:spPr bwMode="auto">
          <a:xfrm>
            <a:off x="4284663" y="981075"/>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7" name="Line 29"/>
          <p:cNvSpPr>
            <a:spLocks noChangeShapeType="1"/>
          </p:cNvSpPr>
          <p:nvPr/>
        </p:nvSpPr>
        <p:spPr bwMode="auto">
          <a:xfrm flipH="1">
            <a:off x="6084888" y="2349500"/>
            <a:ext cx="935037" cy="2159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8" name="Line 30"/>
          <p:cNvSpPr>
            <a:spLocks noChangeShapeType="1"/>
          </p:cNvSpPr>
          <p:nvPr/>
        </p:nvSpPr>
        <p:spPr bwMode="auto">
          <a:xfrm>
            <a:off x="5508625" y="4508500"/>
            <a:ext cx="287337" cy="86518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9" name="Line 31"/>
          <p:cNvSpPr>
            <a:spLocks noChangeShapeType="1"/>
          </p:cNvSpPr>
          <p:nvPr/>
        </p:nvSpPr>
        <p:spPr bwMode="auto">
          <a:xfrm flipH="1">
            <a:off x="3635374" y="4508500"/>
            <a:ext cx="358775" cy="86518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0" name="Line 32"/>
          <p:cNvSpPr>
            <a:spLocks noChangeShapeType="1"/>
          </p:cNvSpPr>
          <p:nvPr/>
        </p:nvSpPr>
        <p:spPr bwMode="auto">
          <a:xfrm>
            <a:off x="1979613" y="2349500"/>
            <a:ext cx="1008062" cy="2159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1" name="Line 33"/>
          <p:cNvSpPr>
            <a:spLocks noChangeShapeType="1"/>
          </p:cNvSpPr>
          <p:nvPr/>
        </p:nvSpPr>
        <p:spPr bwMode="auto">
          <a:xfrm flipH="1">
            <a:off x="5508625" y="3285330"/>
            <a:ext cx="71438" cy="1223169"/>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2" name="Line 34"/>
          <p:cNvSpPr>
            <a:spLocks noChangeShapeType="1"/>
          </p:cNvSpPr>
          <p:nvPr/>
        </p:nvSpPr>
        <p:spPr bwMode="auto">
          <a:xfrm flipH="1">
            <a:off x="5580856" y="2565401"/>
            <a:ext cx="504029" cy="719136"/>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3" name="Line 35"/>
          <p:cNvSpPr>
            <a:spLocks noChangeShapeType="1"/>
          </p:cNvSpPr>
          <p:nvPr/>
        </p:nvSpPr>
        <p:spPr bwMode="auto">
          <a:xfrm>
            <a:off x="3635374" y="3357562"/>
            <a:ext cx="358775" cy="1008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4" name="Line 36"/>
          <p:cNvSpPr>
            <a:spLocks noChangeShapeType="1"/>
          </p:cNvSpPr>
          <p:nvPr/>
        </p:nvSpPr>
        <p:spPr bwMode="auto">
          <a:xfrm>
            <a:off x="2987675" y="2592832"/>
            <a:ext cx="576263" cy="64770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5" name="Line 37"/>
          <p:cNvSpPr>
            <a:spLocks noChangeShapeType="1"/>
          </p:cNvSpPr>
          <p:nvPr/>
        </p:nvSpPr>
        <p:spPr bwMode="auto">
          <a:xfrm>
            <a:off x="4787900" y="4221163"/>
            <a:ext cx="720725"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6" name="Line 38"/>
          <p:cNvSpPr>
            <a:spLocks noChangeShapeType="1"/>
          </p:cNvSpPr>
          <p:nvPr/>
        </p:nvSpPr>
        <p:spPr bwMode="auto">
          <a:xfrm flipH="1">
            <a:off x="4068762" y="4221164"/>
            <a:ext cx="719136" cy="2159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7" name="Line 39"/>
          <p:cNvSpPr>
            <a:spLocks noChangeShapeType="1"/>
          </p:cNvSpPr>
          <p:nvPr/>
        </p:nvSpPr>
        <p:spPr bwMode="auto">
          <a:xfrm flipH="1">
            <a:off x="3844925" y="1844675"/>
            <a:ext cx="439738" cy="60483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8" name="Line 40"/>
          <p:cNvSpPr>
            <a:spLocks noChangeShapeType="1"/>
          </p:cNvSpPr>
          <p:nvPr/>
        </p:nvSpPr>
        <p:spPr bwMode="auto">
          <a:xfrm flipV="1">
            <a:off x="2987675" y="2420938"/>
            <a:ext cx="86360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9" name="Line 41"/>
          <p:cNvSpPr>
            <a:spLocks noChangeShapeType="1"/>
          </p:cNvSpPr>
          <p:nvPr/>
        </p:nvSpPr>
        <p:spPr bwMode="auto">
          <a:xfrm>
            <a:off x="4356100" y="1844675"/>
            <a:ext cx="720725" cy="57626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0" name="Line 42"/>
          <p:cNvSpPr>
            <a:spLocks noChangeShapeType="1"/>
          </p:cNvSpPr>
          <p:nvPr/>
        </p:nvSpPr>
        <p:spPr bwMode="auto">
          <a:xfrm>
            <a:off x="5076825" y="2420938"/>
            <a:ext cx="1008063"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1" name="Line 43"/>
          <p:cNvSpPr>
            <a:spLocks noChangeShapeType="1"/>
          </p:cNvSpPr>
          <p:nvPr/>
        </p:nvSpPr>
        <p:spPr bwMode="auto">
          <a:xfrm>
            <a:off x="4284663" y="2781300"/>
            <a:ext cx="6477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2" name="Line 44"/>
          <p:cNvSpPr>
            <a:spLocks noChangeShapeType="1"/>
          </p:cNvSpPr>
          <p:nvPr/>
        </p:nvSpPr>
        <p:spPr bwMode="auto">
          <a:xfrm flipH="1">
            <a:off x="4877988" y="2420938"/>
            <a:ext cx="198836" cy="35956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3" name="Line 45"/>
          <p:cNvSpPr>
            <a:spLocks noChangeShapeType="1"/>
          </p:cNvSpPr>
          <p:nvPr/>
        </p:nvSpPr>
        <p:spPr bwMode="auto">
          <a:xfrm>
            <a:off x="3851275" y="2420938"/>
            <a:ext cx="433388" cy="360362"/>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4" name="Line 46"/>
          <p:cNvSpPr>
            <a:spLocks noChangeShapeType="1"/>
          </p:cNvSpPr>
          <p:nvPr/>
        </p:nvSpPr>
        <p:spPr bwMode="auto">
          <a:xfrm flipV="1">
            <a:off x="3708400" y="3284537"/>
            <a:ext cx="647700" cy="79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5" name="Line 47"/>
          <p:cNvSpPr>
            <a:spLocks noChangeShapeType="1"/>
          </p:cNvSpPr>
          <p:nvPr/>
        </p:nvSpPr>
        <p:spPr bwMode="auto">
          <a:xfrm>
            <a:off x="5076031" y="3284538"/>
            <a:ext cx="5040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6" name="Line 48"/>
          <p:cNvSpPr>
            <a:spLocks noChangeShapeType="1"/>
          </p:cNvSpPr>
          <p:nvPr/>
        </p:nvSpPr>
        <p:spPr bwMode="auto">
          <a:xfrm>
            <a:off x="4787900" y="3644900"/>
            <a:ext cx="0" cy="57626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7" name="Line 49"/>
          <p:cNvSpPr>
            <a:spLocks noChangeShapeType="1"/>
          </p:cNvSpPr>
          <p:nvPr/>
        </p:nvSpPr>
        <p:spPr bwMode="auto">
          <a:xfrm>
            <a:off x="4859338" y="2781300"/>
            <a:ext cx="144462" cy="4318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8" name="Line 50"/>
          <p:cNvSpPr>
            <a:spLocks noChangeShapeType="1"/>
          </p:cNvSpPr>
          <p:nvPr/>
        </p:nvSpPr>
        <p:spPr bwMode="auto">
          <a:xfrm>
            <a:off x="4284663" y="2781300"/>
            <a:ext cx="71437" cy="503238"/>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9" name="Line 51"/>
          <p:cNvSpPr>
            <a:spLocks noChangeShapeType="1"/>
          </p:cNvSpPr>
          <p:nvPr/>
        </p:nvSpPr>
        <p:spPr bwMode="auto">
          <a:xfrm>
            <a:off x="4356100" y="3284538"/>
            <a:ext cx="4318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0" name="Line 52"/>
          <p:cNvSpPr>
            <a:spLocks noChangeShapeType="1"/>
          </p:cNvSpPr>
          <p:nvPr/>
        </p:nvSpPr>
        <p:spPr bwMode="auto">
          <a:xfrm flipH="1">
            <a:off x="4787899" y="3357562"/>
            <a:ext cx="180181" cy="287337"/>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 name="对象 1"/>
          <p:cNvGraphicFramePr>
            <a:graphicFrameLocks noChangeAspect="1"/>
          </p:cNvGraphicFramePr>
          <p:nvPr>
            <p:extLst>
              <p:ext uri="{D42A27DB-BD31-4B8C-83A1-F6EECF244321}">
                <p14:modId xmlns:p14="http://schemas.microsoft.com/office/powerpoint/2010/main" val="4193311789"/>
              </p:ext>
            </p:extLst>
          </p:nvPr>
        </p:nvGraphicFramePr>
        <p:xfrm>
          <a:off x="1531938" y="2133600"/>
          <a:ext cx="247650" cy="401638"/>
        </p:xfrm>
        <a:graphic>
          <a:graphicData uri="http://schemas.openxmlformats.org/presentationml/2006/ole">
            <mc:AlternateContent xmlns:mc="http://schemas.openxmlformats.org/markup-compatibility/2006">
              <mc:Choice xmlns:v="urn:schemas-microsoft-com:vml" Requires="v">
                <p:oleObj name="公式" r:id="rId2" imgW="101520" imgH="164880" progId="Equation.3">
                  <p:embed/>
                </p:oleObj>
              </mc:Choice>
              <mc:Fallback>
                <p:oleObj name="公式" r:id="rId2" imgW="101520" imgH="1648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8" y="2133600"/>
                        <a:ext cx="247650"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060872988"/>
              </p:ext>
            </p:extLst>
          </p:nvPr>
        </p:nvGraphicFramePr>
        <p:xfrm>
          <a:off x="4165600" y="476250"/>
          <a:ext cx="307975" cy="401638"/>
        </p:xfrm>
        <a:graphic>
          <a:graphicData uri="http://schemas.openxmlformats.org/presentationml/2006/ole">
            <mc:AlternateContent xmlns:mc="http://schemas.openxmlformats.org/markup-compatibility/2006">
              <mc:Choice xmlns:v="urn:schemas-microsoft-com:vml" Requires="v">
                <p:oleObj name="公式" r:id="rId4" imgW="126720" imgH="164880" progId="Equation.3">
                  <p:embed/>
                </p:oleObj>
              </mc:Choice>
              <mc:Fallback>
                <p:oleObj name="公式" r:id="rId4" imgW="126720" imgH="164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5600" y="476250"/>
                        <a:ext cx="30797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475057105"/>
              </p:ext>
            </p:extLst>
          </p:nvPr>
        </p:nvGraphicFramePr>
        <p:xfrm>
          <a:off x="7107238" y="2046288"/>
          <a:ext cx="277812" cy="431800"/>
        </p:xfrm>
        <a:graphic>
          <a:graphicData uri="http://schemas.openxmlformats.org/presentationml/2006/ole">
            <mc:AlternateContent xmlns:mc="http://schemas.openxmlformats.org/markup-compatibility/2006">
              <mc:Choice xmlns:v="urn:schemas-microsoft-com:vml" Requires="v">
                <p:oleObj name="公式" r:id="rId6" imgW="114120" imgH="177480" progId="Equation.3">
                  <p:embed/>
                </p:oleObj>
              </mc:Choice>
              <mc:Fallback>
                <p:oleObj name="公式" r:id="rId6" imgW="114120" imgH="177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7238" y="2046288"/>
                        <a:ext cx="2778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76130585"/>
              </p:ext>
            </p:extLst>
          </p:nvPr>
        </p:nvGraphicFramePr>
        <p:xfrm>
          <a:off x="6084888" y="2492375"/>
          <a:ext cx="307975" cy="401638"/>
        </p:xfrm>
        <a:graphic>
          <a:graphicData uri="http://schemas.openxmlformats.org/presentationml/2006/ole">
            <mc:AlternateContent xmlns:mc="http://schemas.openxmlformats.org/markup-compatibility/2006">
              <mc:Choice xmlns:v="urn:schemas-microsoft-com:vml" Requires="v">
                <p:oleObj name="公式" r:id="rId8" imgW="126720" imgH="164880" progId="Equation.3">
                  <p:embed/>
                </p:oleObj>
              </mc:Choice>
              <mc:Fallback>
                <p:oleObj name="公式" r:id="rId8" imgW="126720" imgH="1648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2492375"/>
                        <a:ext cx="307975"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260368"/>
              </p:ext>
            </p:extLst>
          </p:nvPr>
        </p:nvGraphicFramePr>
        <p:xfrm>
          <a:off x="5665788" y="3140075"/>
          <a:ext cx="277812" cy="403225"/>
        </p:xfrm>
        <a:graphic>
          <a:graphicData uri="http://schemas.openxmlformats.org/presentationml/2006/ole">
            <mc:AlternateContent xmlns:mc="http://schemas.openxmlformats.org/markup-compatibility/2006">
              <mc:Choice xmlns:v="urn:schemas-microsoft-com:vml" Requires="v">
                <p:oleObj name="公式" r:id="rId10" imgW="114120" imgH="164880" progId="Equation.3">
                  <p:embed/>
                </p:oleObj>
              </mc:Choice>
              <mc:Fallback>
                <p:oleObj name="公式" r:id="rId10" imgW="114120" imgH="1648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5788" y="3140075"/>
                        <a:ext cx="277812"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009405241"/>
              </p:ext>
            </p:extLst>
          </p:nvPr>
        </p:nvGraphicFramePr>
        <p:xfrm>
          <a:off x="5578475" y="4216400"/>
          <a:ext cx="293688" cy="444500"/>
        </p:xfrm>
        <a:graphic>
          <a:graphicData uri="http://schemas.openxmlformats.org/presentationml/2006/ole">
            <mc:AlternateContent xmlns:mc="http://schemas.openxmlformats.org/markup-compatibility/2006">
              <mc:Choice xmlns:v="urn:schemas-microsoft-com:vml" Requires="v">
                <p:oleObj name="公式" r:id="rId12" imgW="114120" imgH="177480" progId="Equation.3">
                  <p:embed/>
                </p:oleObj>
              </mc:Choice>
              <mc:Fallback>
                <p:oleObj name="公式" r:id="rId12" imgW="114120" imgH="177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78475" y="4216400"/>
                        <a:ext cx="293688"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4460461"/>
              </p:ext>
            </p:extLst>
          </p:nvPr>
        </p:nvGraphicFramePr>
        <p:xfrm>
          <a:off x="5829300" y="5300663"/>
          <a:ext cx="327025" cy="414337"/>
        </p:xfrm>
        <a:graphic>
          <a:graphicData uri="http://schemas.openxmlformats.org/presentationml/2006/ole">
            <mc:AlternateContent xmlns:mc="http://schemas.openxmlformats.org/markup-compatibility/2006">
              <mc:Choice xmlns:v="urn:schemas-microsoft-com:vml" Requires="v">
                <p:oleObj name="公式" r:id="rId14" imgW="126720" imgH="164880" progId="Equation.3">
                  <p:embed/>
                </p:oleObj>
              </mc:Choice>
              <mc:Fallback>
                <p:oleObj name="公式" r:id="rId14" imgW="126720" imgH="1648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29300" y="5300663"/>
                        <a:ext cx="327025"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86216585"/>
              </p:ext>
            </p:extLst>
          </p:nvPr>
        </p:nvGraphicFramePr>
        <p:xfrm>
          <a:off x="3417888" y="5353050"/>
          <a:ext cx="293687" cy="444500"/>
        </p:xfrm>
        <a:graphic>
          <a:graphicData uri="http://schemas.openxmlformats.org/presentationml/2006/ole">
            <mc:AlternateContent xmlns:mc="http://schemas.openxmlformats.org/markup-compatibility/2006">
              <mc:Choice xmlns:v="urn:schemas-microsoft-com:vml" Requires="v">
                <p:oleObj name="公式" r:id="rId16" imgW="114120" imgH="177480" progId="Equation.3">
                  <p:embed/>
                </p:oleObj>
              </mc:Choice>
              <mc:Fallback>
                <p:oleObj name="公式" r:id="rId16" imgW="114120" imgH="177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17888" y="5353050"/>
                        <a:ext cx="293687"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6736157"/>
              </p:ext>
            </p:extLst>
          </p:nvPr>
        </p:nvGraphicFramePr>
        <p:xfrm>
          <a:off x="3708400" y="4262438"/>
          <a:ext cx="234950" cy="319087"/>
        </p:xfrm>
        <a:graphic>
          <a:graphicData uri="http://schemas.openxmlformats.org/presentationml/2006/ole">
            <mc:AlternateContent xmlns:mc="http://schemas.openxmlformats.org/markup-compatibility/2006">
              <mc:Choice xmlns:v="urn:schemas-microsoft-com:vml" Requires="v">
                <p:oleObj name="公式" r:id="rId18" imgW="126720" imgH="177480" progId="Equation.3">
                  <p:embed/>
                </p:oleObj>
              </mc:Choice>
              <mc:Fallback>
                <p:oleObj name="公式" r:id="rId18" imgW="126720" imgH="177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08400" y="4262438"/>
                        <a:ext cx="234950"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442618562"/>
              </p:ext>
            </p:extLst>
          </p:nvPr>
        </p:nvGraphicFramePr>
        <p:xfrm>
          <a:off x="4664075" y="4300538"/>
          <a:ext cx="334963" cy="306387"/>
        </p:xfrm>
        <a:graphic>
          <a:graphicData uri="http://schemas.openxmlformats.org/presentationml/2006/ole">
            <mc:AlternateContent xmlns:mc="http://schemas.openxmlformats.org/markup-compatibility/2006">
              <mc:Choice xmlns:v="urn:schemas-microsoft-com:vml" Requires="v">
                <p:oleObj name="公式" r:id="rId20" imgW="190440" imgH="177480" progId="Equation.3">
                  <p:embed/>
                </p:oleObj>
              </mc:Choice>
              <mc:Fallback>
                <p:oleObj name="公式" r:id="rId20" imgW="190440" imgH="177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64075" y="4300538"/>
                        <a:ext cx="3349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775828058"/>
              </p:ext>
            </p:extLst>
          </p:nvPr>
        </p:nvGraphicFramePr>
        <p:xfrm>
          <a:off x="4878388" y="3605213"/>
          <a:ext cx="312737" cy="280987"/>
        </p:xfrm>
        <a:graphic>
          <a:graphicData uri="http://schemas.openxmlformats.org/presentationml/2006/ole">
            <mc:AlternateContent xmlns:mc="http://schemas.openxmlformats.org/markup-compatibility/2006">
              <mc:Choice xmlns:v="urn:schemas-microsoft-com:vml" Requires="v">
                <p:oleObj name="公式" r:id="rId22" imgW="177480" imgH="164880" progId="Equation.3">
                  <p:embed/>
                </p:oleObj>
              </mc:Choice>
              <mc:Fallback>
                <p:oleObj name="公式" r:id="rId22" imgW="177480" imgH="1648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78388" y="3605213"/>
                        <a:ext cx="312737"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2546248"/>
              </p:ext>
            </p:extLst>
          </p:nvPr>
        </p:nvGraphicFramePr>
        <p:xfrm>
          <a:off x="5019675" y="3284538"/>
          <a:ext cx="334963" cy="280987"/>
        </p:xfrm>
        <a:graphic>
          <a:graphicData uri="http://schemas.openxmlformats.org/presentationml/2006/ole">
            <mc:AlternateContent xmlns:mc="http://schemas.openxmlformats.org/markup-compatibility/2006">
              <mc:Choice xmlns:v="urn:schemas-microsoft-com:vml" Requires="v">
                <p:oleObj name="公式" r:id="rId24" imgW="190440" imgH="164880" progId="Equation.3">
                  <p:embed/>
                </p:oleObj>
              </mc:Choice>
              <mc:Fallback>
                <p:oleObj name="公式" r:id="rId24" imgW="190440" imgH="16488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019675" y="3284538"/>
                        <a:ext cx="334963"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948979921"/>
              </p:ext>
            </p:extLst>
          </p:nvPr>
        </p:nvGraphicFramePr>
        <p:xfrm>
          <a:off x="4932363" y="2644775"/>
          <a:ext cx="312737" cy="301625"/>
        </p:xfrm>
        <a:graphic>
          <a:graphicData uri="http://schemas.openxmlformats.org/presentationml/2006/ole">
            <mc:AlternateContent xmlns:mc="http://schemas.openxmlformats.org/markup-compatibility/2006">
              <mc:Choice xmlns:v="urn:schemas-microsoft-com:vml" Requires="v">
                <p:oleObj name="公式" r:id="rId26" imgW="177480" imgH="177480" progId="Equation.3">
                  <p:embed/>
                </p:oleObj>
              </mc:Choice>
              <mc:Fallback>
                <p:oleObj name="公式" r:id="rId26" imgW="177480" imgH="17748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32363" y="2644775"/>
                        <a:ext cx="3127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0829797"/>
              </p:ext>
            </p:extLst>
          </p:nvPr>
        </p:nvGraphicFramePr>
        <p:xfrm>
          <a:off x="5083175" y="2068513"/>
          <a:ext cx="334963" cy="279400"/>
        </p:xfrm>
        <a:graphic>
          <a:graphicData uri="http://schemas.openxmlformats.org/presentationml/2006/ole">
            <mc:AlternateContent xmlns:mc="http://schemas.openxmlformats.org/markup-compatibility/2006">
              <mc:Choice xmlns:v="urn:schemas-microsoft-com:vml" Requires="v">
                <p:oleObj name="公式" r:id="rId28" imgW="190440" imgH="164880" progId="Equation.3">
                  <p:embed/>
                </p:oleObj>
              </mc:Choice>
              <mc:Fallback>
                <p:oleObj name="公式" r:id="rId28" imgW="190440" imgH="16488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083175" y="2068513"/>
                        <a:ext cx="334963"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267679043"/>
              </p:ext>
            </p:extLst>
          </p:nvPr>
        </p:nvGraphicFramePr>
        <p:xfrm>
          <a:off x="4373563" y="1582738"/>
          <a:ext cx="312737" cy="300037"/>
        </p:xfrm>
        <a:graphic>
          <a:graphicData uri="http://schemas.openxmlformats.org/presentationml/2006/ole">
            <mc:AlternateContent xmlns:mc="http://schemas.openxmlformats.org/markup-compatibility/2006">
              <mc:Choice xmlns:v="urn:schemas-microsoft-com:vml" Requires="v">
                <p:oleObj name="公式" r:id="rId30" imgW="177480" imgH="177480" progId="Equation.3">
                  <p:embed/>
                </p:oleObj>
              </mc:Choice>
              <mc:Fallback>
                <p:oleObj name="公式" r:id="rId30" imgW="177480" imgH="177480"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373563" y="1582738"/>
                        <a:ext cx="31273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379833502"/>
              </p:ext>
            </p:extLst>
          </p:nvPr>
        </p:nvGraphicFramePr>
        <p:xfrm>
          <a:off x="3611563" y="2057400"/>
          <a:ext cx="336550" cy="301625"/>
        </p:xfrm>
        <a:graphic>
          <a:graphicData uri="http://schemas.openxmlformats.org/presentationml/2006/ole">
            <mc:AlternateContent xmlns:mc="http://schemas.openxmlformats.org/markup-compatibility/2006">
              <mc:Choice xmlns:v="urn:schemas-microsoft-com:vml" Requires="v">
                <p:oleObj name="公式" r:id="rId32" imgW="190440" imgH="177480" progId="Equation.3">
                  <p:embed/>
                </p:oleObj>
              </mc:Choice>
              <mc:Fallback>
                <p:oleObj name="公式" r:id="rId32" imgW="190440" imgH="177480"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611563" y="2057400"/>
                        <a:ext cx="3365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495900044"/>
              </p:ext>
            </p:extLst>
          </p:nvPr>
        </p:nvGraphicFramePr>
        <p:xfrm>
          <a:off x="4241800" y="2444750"/>
          <a:ext cx="334963" cy="301625"/>
        </p:xfrm>
        <a:graphic>
          <a:graphicData uri="http://schemas.openxmlformats.org/presentationml/2006/ole">
            <mc:AlternateContent xmlns:mc="http://schemas.openxmlformats.org/markup-compatibility/2006">
              <mc:Choice xmlns:v="urn:schemas-microsoft-com:vml" Requires="v">
                <p:oleObj name="公式" r:id="rId34" imgW="190440" imgH="177480" progId="Equation.3">
                  <p:embed/>
                </p:oleObj>
              </mc:Choice>
              <mc:Fallback>
                <p:oleObj name="公式" r:id="rId34" imgW="190440" imgH="177480"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241800" y="2444750"/>
                        <a:ext cx="3349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415662319"/>
              </p:ext>
            </p:extLst>
          </p:nvPr>
        </p:nvGraphicFramePr>
        <p:xfrm>
          <a:off x="4103688" y="3313113"/>
          <a:ext cx="314325" cy="301625"/>
        </p:xfrm>
        <a:graphic>
          <a:graphicData uri="http://schemas.openxmlformats.org/presentationml/2006/ole">
            <mc:AlternateContent xmlns:mc="http://schemas.openxmlformats.org/markup-compatibility/2006">
              <mc:Choice xmlns:v="urn:schemas-microsoft-com:vml" Requires="v">
                <p:oleObj name="公式" r:id="rId36" imgW="177480" imgH="177480" progId="Equation.3">
                  <p:embed/>
                </p:oleObj>
              </mc:Choice>
              <mc:Fallback>
                <p:oleObj name="公式" r:id="rId36" imgW="177480" imgH="177480"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103688" y="3313113"/>
                        <a:ext cx="31432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679573136"/>
              </p:ext>
            </p:extLst>
          </p:nvPr>
        </p:nvGraphicFramePr>
        <p:xfrm>
          <a:off x="3668713" y="2925763"/>
          <a:ext cx="336550" cy="301625"/>
        </p:xfrm>
        <a:graphic>
          <a:graphicData uri="http://schemas.openxmlformats.org/presentationml/2006/ole">
            <mc:AlternateContent xmlns:mc="http://schemas.openxmlformats.org/markup-compatibility/2006">
              <mc:Choice xmlns:v="urn:schemas-microsoft-com:vml" Requires="v">
                <p:oleObj name="公式" r:id="rId38" imgW="190440" imgH="177480" progId="Equation.3">
                  <p:embed/>
                </p:oleObj>
              </mc:Choice>
              <mc:Fallback>
                <p:oleObj name="公式" r:id="rId38" imgW="190440" imgH="177480"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668713" y="2925763"/>
                        <a:ext cx="3365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4118896387"/>
              </p:ext>
            </p:extLst>
          </p:nvPr>
        </p:nvGraphicFramePr>
        <p:xfrm>
          <a:off x="2809875" y="2192338"/>
          <a:ext cx="360363" cy="301625"/>
        </p:xfrm>
        <a:graphic>
          <a:graphicData uri="http://schemas.openxmlformats.org/presentationml/2006/ole">
            <mc:AlternateContent xmlns:mc="http://schemas.openxmlformats.org/markup-compatibility/2006">
              <mc:Choice xmlns:v="urn:schemas-microsoft-com:vml" Requires="v">
                <p:oleObj name="公式" r:id="rId40" imgW="203040" imgH="177480" progId="Equation.3">
                  <p:embed/>
                </p:oleObj>
              </mc:Choice>
              <mc:Fallback>
                <p:oleObj name="公式" r:id="rId40" imgW="203040" imgH="177480"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809875" y="2192338"/>
                        <a:ext cx="3603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0027838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回路可得到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路不必存在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9699" name="Oval 3"/>
          <p:cNvSpPr>
            <a:spLocks noChangeArrowheads="1"/>
          </p:cNvSpPr>
          <p:nvPr/>
        </p:nvSpPr>
        <p:spPr bwMode="auto">
          <a:xfrm>
            <a:off x="1547813" y="2997200"/>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0" name="Oval 4"/>
          <p:cNvSpPr>
            <a:spLocks noChangeArrowheads="1"/>
          </p:cNvSpPr>
          <p:nvPr/>
        </p:nvSpPr>
        <p:spPr bwMode="auto">
          <a:xfrm>
            <a:off x="2627313" y="2997200"/>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1" name="Oval 5"/>
          <p:cNvSpPr>
            <a:spLocks noChangeArrowheads="1"/>
          </p:cNvSpPr>
          <p:nvPr/>
        </p:nvSpPr>
        <p:spPr bwMode="auto">
          <a:xfrm>
            <a:off x="2071688" y="3890963"/>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2" name="Oval 6"/>
          <p:cNvSpPr>
            <a:spLocks noChangeArrowheads="1"/>
          </p:cNvSpPr>
          <p:nvPr/>
        </p:nvSpPr>
        <p:spPr bwMode="auto">
          <a:xfrm>
            <a:off x="1547813" y="47974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3" name="Oval 7"/>
          <p:cNvSpPr>
            <a:spLocks noChangeArrowheads="1"/>
          </p:cNvSpPr>
          <p:nvPr/>
        </p:nvSpPr>
        <p:spPr bwMode="auto">
          <a:xfrm>
            <a:off x="2627313" y="47974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4" name="Line 8"/>
          <p:cNvSpPr>
            <a:spLocks noChangeShapeType="1"/>
          </p:cNvSpPr>
          <p:nvPr/>
        </p:nvSpPr>
        <p:spPr bwMode="auto">
          <a:xfrm>
            <a:off x="1619250" y="3068638"/>
            <a:ext cx="108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Line 9"/>
          <p:cNvSpPr>
            <a:spLocks noChangeShapeType="1"/>
          </p:cNvSpPr>
          <p:nvPr/>
        </p:nvSpPr>
        <p:spPr bwMode="auto">
          <a:xfrm>
            <a:off x="1692275" y="4868863"/>
            <a:ext cx="9350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Line 10"/>
          <p:cNvSpPr>
            <a:spLocks noChangeShapeType="1"/>
          </p:cNvSpPr>
          <p:nvPr/>
        </p:nvSpPr>
        <p:spPr bwMode="auto">
          <a:xfrm>
            <a:off x="1619250" y="3068638"/>
            <a:ext cx="1081088"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7" name="Line 11"/>
          <p:cNvSpPr>
            <a:spLocks noChangeShapeType="1"/>
          </p:cNvSpPr>
          <p:nvPr/>
        </p:nvSpPr>
        <p:spPr bwMode="auto">
          <a:xfrm flipH="1">
            <a:off x="1619250" y="3068638"/>
            <a:ext cx="1081088"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8" name="Oval 12"/>
          <p:cNvSpPr>
            <a:spLocks noChangeArrowheads="1"/>
          </p:cNvSpPr>
          <p:nvPr/>
        </p:nvSpPr>
        <p:spPr bwMode="auto">
          <a:xfrm>
            <a:off x="5580063" y="2852738"/>
            <a:ext cx="144462"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09" name="Oval 13"/>
          <p:cNvSpPr>
            <a:spLocks noChangeArrowheads="1"/>
          </p:cNvSpPr>
          <p:nvPr/>
        </p:nvSpPr>
        <p:spPr bwMode="auto">
          <a:xfrm>
            <a:off x="4787900" y="3500438"/>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10" name="Oval 14"/>
          <p:cNvSpPr>
            <a:spLocks noChangeArrowheads="1"/>
          </p:cNvSpPr>
          <p:nvPr/>
        </p:nvSpPr>
        <p:spPr bwMode="auto">
          <a:xfrm>
            <a:off x="6516216" y="3500561"/>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11" name="Oval 15"/>
          <p:cNvSpPr>
            <a:spLocks noChangeArrowheads="1"/>
          </p:cNvSpPr>
          <p:nvPr/>
        </p:nvSpPr>
        <p:spPr bwMode="auto">
          <a:xfrm>
            <a:off x="5292725" y="45815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12" name="Oval 16"/>
          <p:cNvSpPr>
            <a:spLocks noChangeArrowheads="1"/>
          </p:cNvSpPr>
          <p:nvPr/>
        </p:nvSpPr>
        <p:spPr bwMode="auto">
          <a:xfrm>
            <a:off x="6156325" y="4581525"/>
            <a:ext cx="144463"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9713" name="Line 17"/>
          <p:cNvSpPr>
            <a:spLocks noChangeShapeType="1"/>
          </p:cNvSpPr>
          <p:nvPr/>
        </p:nvSpPr>
        <p:spPr bwMode="auto">
          <a:xfrm flipV="1">
            <a:off x="4932363" y="2997200"/>
            <a:ext cx="576262" cy="5032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4" name="Line 18"/>
          <p:cNvSpPr>
            <a:spLocks noChangeShapeType="1"/>
          </p:cNvSpPr>
          <p:nvPr/>
        </p:nvSpPr>
        <p:spPr bwMode="auto">
          <a:xfrm>
            <a:off x="5724525" y="2997200"/>
            <a:ext cx="792163" cy="5032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5" name="Line 19"/>
          <p:cNvSpPr>
            <a:spLocks noChangeShapeType="1"/>
          </p:cNvSpPr>
          <p:nvPr/>
        </p:nvSpPr>
        <p:spPr bwMode="auto">
          <a:xfrm flipH="1">
            <a:off x="6372225" y="3644900"/>
            <a:ext cx="215900" cy="86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6" name="Line 20"/>
          <p:cNvSpPr>
            <a:spLocks noChangeShapeType="1"/>
          </p:cNvSpPr>
          <p:nvPr/>
        </p:nvSpPr>
        <p:spPr bwMode="auto">
          <a:xfrm flipH="1">
            <a:off x="5508625" y="4652963"/>
            <a:ext cx="64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7" name="Line 21"/>
          <p:cNvSpPr>
            <a:spLocks noChangeShapeType="1"/>
          </p:cNvSpPr>
          <p:nvPr/>
        </p:nvSpPr>
        <p:spPr bwMode="auto">
          <a:xfrm flipH="1" flipV="1">
            <a:off x="4859338" y="3789363"/>
            <a:ext cx="433387"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8" name="Line 22"/>
          <p:cNvSpPr>
            <a:spLocks noChangeShapeType="1"/>
          </p:cNvSpPr>
          <p:nvPr/>
        </p:nvSpPr>
        <p:spPr bwMode="auto">
          <a:xfrm flipH="1">
            <a:off x="5364163" y="3068638"/>
            <a:ext cx="287337" cy="13684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9" name="Line 23"/>
          <p:cNvSpPr>
            <a:spLocks noChangeShapeType="1"/>
          </p:cNvSpPr>
          <p:nvPr/>
        </p:nvSpPr>
        <p:spPr bwMode="auto">
          <a:xfrm flipH="1">
            <a:off x="5003800" y="3573463"/>
            <a:ext cx="1439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0" name="Line 24"/>
          <p:cNvSpPr>
            <a:spLocks noChangeShapeType="1"/>
          </p:cNvSpPr>
          <p:nvPr/>
        </p:nvSpPr>
        <p:spPr bwMode="auto">
          <a:xfrm flipH="1" flipV="1">
            <a:off x="5076825" y="3716338"/>
            <a:ext cx="1150938" cy="8651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1" name="Line 25"/>
          <p:cNvSpPr>
            <a:spLocks noChangeShapeType="1"/>
          </p:cNvSpPr>
          <p:nvPr/>
        </p:nvSpPr>
        <p:spPr bwMode="auto">
          <a:xfrm flipV="1">
            <a:off x="5435600" y="3716338"/>
            <a:ext cx="1008063" cy="8651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2" name="Line 26"/>
          <p:cNvSpPr>
            <a:spLocks noChangeShapeType="1"/>
          </p:cNvSpPr>
          <p:nvPr/>
        </p:nvSpPr>
        <p:spPr bwMode="auto">
          <a:xfrm>
            <a:off x="5724525" y="3141663"/>
            <a:ext cx="503238" cy="129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723" name="Object 27"/>
          <p:cNvGraphicFramePr>
            <a:graphicFrameLocks noChangeAspect="1"/>
          </p:cNvGraphicFramePr>
          <p:nvPr/>
        </p:nvGraphicFramePr>
        <p:xfrm>
          <a:off x="1887538" y="5054600"/>
          <a:ext cx="554037" cy="495300"/>
        </p:xfrm>
        <a:graphic>
          <a:graphicData uri="http://schemas.openxmlformats.org/presentationml/2006/ole">
            <mc:AlternateContent xmlns:mc="http://schemas.openxmlformats.org/markup-compatibility/2006">
              <mc:Choice xmlns:v="urn:schemas-microsoft-com:vml" Requires="v">
                <p:oleObj name="Equation" r:id="rId2" imgW="152355" imgH="123930" progId="Equation.3">
                  <p:embed/>
                </p:oleObj>
              </mc:Choice>
              <mc:Fallback>
                <p:oleObj name="Equation" r:id="rId2" imgW="152355" imgH="123930" progId="Equation.3">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5054600"/>
                        <a:ext cx="554037"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4" name="Object 28"/>
          <p:cNvGraphicFramePr>
            <a:graphicFrameLocks noChangeAspect="1"/>
          </p:cNvGraphicFramePr>
          <p:nvPr/>
        </p:nvGraphicFramePr>
        <p:xfrm>
          <a:off x="5508625" y="5013325"/>
          <a:ext cx="554038" cy="495300"/>
        </p:xfrm>
        <a:graphic>
          <a:graphicData uri="http://schemas.openxmlformats.org/presentationml/2006/ole">
            <mc:AlternateContent xmlns:mc="http://schemas.openxmlformats.org/markup-compatibility/2006">
              <mc:Choice xmlns:v="urn:schemas-microsoft-com:vml" Requires="v">
                <p:oleObj name="Equation" r:id="rId4" imgW="152355" imgH="123930" progId="Equation.3">
                  <p:embed/>
                </p:oleObj>
              </mc:Choice>
              <mc:Fallback>
                <p:oleObj name="Equation" r:id="rId4" imgW="152355" imgH="123930"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5013325"/>
                        <a:ext cx="554038"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5" name="Object 29"/>
          <p:cNvGraphicFramePr>
            <a:graphicFrameLocks noChangeAspect="1"/>
          </p:cNvGraphicFramePr>
          <p:nvPr/>
        </p:nvGraphicFramePr>
        <p:xfrm>
          <a:off x="1022350" y="2738438"/>
          <a:ext cx="307975" cy="433387"/>
        </p:xfrm>
        <a:graphic>
          <a:graphicData uri="http://schemas.openxmlformats.org/presentationml/2006/ole">
            <mc:AlternateContent xmlns:mc="http://schemas.openxmlformats.org/markup-compatibility/2006">
              <mc:Choice xmlns:v="urn:schemas-microsoft-com:vml" Requires="v">
                <p:oleObj name="Equation" r:id="rId6" imgW="47543" imgH="104760" progId="Equation.3">
                  <p:embed/>
                </p:oleObj>
              </mc:Choice>
              <mc:Fallback>
                <p:oleObj name="Equation" r:id="rId6" imgW="47543" imgH="104760" progId="Equation.3">
                  <p:embed/>
                  <p:pic>
                    <p:nvPicPr>
                      <p:cNvPr id="0"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2350" y="2738438"/>
                        <a:ext cx="3079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6" name="Object 30"/>
          <p:cNvGraphicFramePr>
            <a:graphicFrameLocks noChangeAspect="1"/>
          </p:cNvGraphicFramePr>
          <p:nvPr/>
        </p:nvGraphicFramePr>
        <p:xfrm>
          <a:off x="3003550" y="2754313"/>
          <a:ext cx="276225" cy="341312"/>
        </p:xfrm>
        <a:graphic>
          <a:graphicData uri="http://schemas.openxmlformats.org/presentationml/2006/ole">
            <mc:AlternateContent xmlns:mc="http://schemas.openxmlformats.org/markup-compatibility/2006">
              <mc:Choice xmlns:v="urn:schemas-microsoft-com:vml" Requires="v">
                <p:oleObj name="Equation" r:id="rId8" imgW="38089" imgH="66690" progId="Equation.3">
                  <p:embed/>
                </p:oleObj>
              </mc:Choice>
              <mc:Fallback>
                <p:oleObj name="Equation" r:id="rId8" imgW="38089" imgH="66690" progId="Equation.3">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03550" y="2754313"/>
                        <a:ext cx="276225"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7" name="Object 31"/>
          <p:cNvGraphicFramePr>
            <a:graphicFrameLocks noChangeAspect="1"/>
          </p:cNvGraphicFramePr>
          <p:nvPr/>
        </p:nvGraphicFramePr>
        <p:xfrm>
          <a:off x="2411413" y="3690938"/>
          <a:ext cx="307975" cy="339725"/>
        </p:xfrm>
        <a:graphic>
          <a:graphicData uri="http://schemas.openxmlformats.org/presentationml/2006/ole">
            <mc:AlternateContent xmlns:mc="http://schemas.openxmlformats.org/markup-compatibility/2006">
              <mc:Choice xmlns:v="urn:schemas-microsoft-com:vml" Requires="v">
                <p:oleObj name="Equation" r:id="rId10" imgW="47543" imgH="66690" progId="Equation.3">
                  <p:embed/>
                </p:oleObj>
              </mc:Choice>
              <mc:Fallback>
                <p:oleObj name="Equation" r:id="rId10" imgW="47543" imgH="66690" progId="Equation.3">
                  <p:embed/>
                  <p:pic>
                    <p:nvPicPr>
                      <p:cNvPr id="0" name="Object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413" y="3690938"/>
                        <a:ext cx="307975"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8" name="Object 32"/>
          <p:cNvGraphicFramePr>
            <a:graphicFrameLocks noChangeAspect="1"/>
          </p:cNvGraphicFramePr>
          <p:nvPr/>
        </p:nvGraphicFramePr>
        <p:xfrm>
          <a:off x="1100138" y="4581525"/>
          <a:ext cx="339725" cy="433388"/>
        </p:xfrm>
        <a:graphic>
          <a:graphicData uri="http://schemas.openxmlformats.org/presentationml/2006/ole">
            <mc:AlternateContent xmlns:mc="http://schemas.openxmlformats.org/markup-compatibility/2006">
              <mc:Choice xmlns:v="urn:schemas-microsoft-com:vml" Requires="v">
                <p:oleObj name="Equation" r:id="rId12" imgW="66723" imgH="104760" progId="Equation.3">
                  <p:embed/>
                </p:oleObj>
              </mc:Choice>
              <mc:Fallback>
                <p:oleObj name="Equation" r:id="rId12" imgW="66723" imgH="104760" progId="Equation.3">
                  <p:embed/>
                  <p:pic>
                    <p:nvPicPr>
                      <p:cNvPr id="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00138" y="4581525"/>
                        <a:ext cx="33972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29" name="Object 33"/>
          <p:cNvGraphicFramePr>
            <a:graphicFrameLocks noChangeAspect="1"/>
          </p:cNvGraphicFramePr>
          <p:nvPr/>
        </p:nvGraphicFramePr>
        <p:xfrm>
          <a:off x="2930525" y="4699000"/>
          <a:ext cx="277813" cy="339725"/>
        </p:xfrm>
        <a:graphic>
          <a:graphicData uri="http://schemas.openxmlformats.org/presentationml/2006/ole">
            <mc:AlternateContent xmlns:mc="http://schemas.openxmlformats.org/markup-compatibility/2006">
              <mc:Choice xmlns:v="urn:schemas-microsoft-com:vml" Requires="v">
                <p:oleObj name="Equation" r:id="rId14" imgW="38089" imgH="66690" progId="Equation.3">
                  <p:embed/>
                </p:oleObj>
              </mc:Choice>
              <mc:Fallback>
                <p:oleObj name="Equation" r:id="rId14" imgW="38089" imgH="66690" progId="Equation.3">
                  <p:embed/>
                  <p:pic>
                    <p:nvPicPr>
                      <p:cNvPr id="0" name="Object 3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0525" y="4699000"/>
                        <a:ext cx="2778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0" name="Object 34"/>
          <p:cNvGraphicFramePr>
            <a:graphicFrameLocks noChangeAspect="1"/>
          </p:cNvGraphicFramePr>
          <p:nvPr/>
        </p:nvGraphicFramePr>
        <p:xfrm>
          <a:off x="5419725" y="2303463"/>
          <a:ext cx="339725" cy="527050"/>
        </p:xfrm>
        <a:graphic>
          <a:graphicData uri="http://schemas.openxmlformats.org/presentationml/2006/ole">
            <mc:AlternateContent xmlns:mc="http://schemas.openxmlformats.org/markup-compatibility/2006">
              <mc:Choice xmlns:v="urn:schemas-microsoft-com:vml" Requires="v">
                <p:oleObj name="Equation" r:id="rId16" imgW="66723" imgH="142830" progId="Equation.3">
                  <p:embed/>
                </p:oleObj>
              </mc:Choice>
              <mc:Fallback>
                <p:oleObj name="Equation" r:id="rId16" imgW="66723" imgH="142830" progId="Equation.3">
                  <p:embed/>
                  <p:pic>
                    <p:nvPicPr>
                      <p:cNvPr id="0" name="Object 3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19725" y="2303463"/>
                        <a:ext cx="339725"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1" name="Object 35"/>
          <p:cNvGraphicFramePr>
            <a:graphicFrameLocks noChangeAspect="1"/>
          </p:cNvGraphicFramePr>
          <p:nvPr/>
        </p:nvGraphicFramePr>
        <p:xfrm>
          <a:off x="4181475" y="3284538"/>
          <a:ext cx="401638" cy="527050"/>
        </p:xfrm>
        <a:graphic>
          <a:graphicData uri="http://schemas.openxmlformats.org/presentationml/2006/ole">
            <mc:AlternateContent xmlns:mc="http://schemas.openxmlformats.org/markup-compatibility/2006">
              <mc:Choice xmlns:v="urn:schemas-microsoft-com:vml" Requires="v">
                <p:oleObj name="Equation" r:id="rId18" imgW="85632" imgH="142830" progId="Equation.3">
                  <p:embed/>
                </p:oleObj>
              </mc:Choice>
              <mc:Fallback>
                <p:oleObj name="Equation" r:id="rId18" imgW="85632" imgH="142830" progId="Equation.3">
                  <p:embed/>
                  <p:pic>
                    <p:nvPicPr>
                      <p:cNvPr id="0" name="Object 3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81475" y="3284538"/>
                        <a:ext cx="40163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2" name="Object 36"/>
          <p:cNvGraphicFramePr>
            <a:graphicFrameLocks noChangeAspect="1"/>
          </p:cNvGraphicFramePr>
          <p:nvPr/>
        </p:nvGraphicFramePr>
        <p:xfrm>
          <a:off x="4772025" y="4421188"/>
          <a:ext cx="371475" cy="558800"/>
        </p:xfrm>
        <a:graphic>
          <a:graphicData uri="http://schemas.openxmlformats.org/presentationml/2006/ole">
            <mc:AlternateContent xmlns:mc="http://schemas.openxmlformats.org/markup-compatibility/2006">
              <mc:Choice xmlns:v="urn:schemas-microsoft-com:vml" Requires="v">
                <p:oleObj name="Equation" r:id="rId20" imgW="76177" imgH="152280" progId="Equation.3">
                  <p:embed/>
                </p:oleObj>
              </mc:Choice>
              <mc:Fallback>
                <p:oleObj name="Equation" r:id="rId20" imgW="76177" imgH="152280" progId="Equation.3">
                  <p:embed/>
                  <p:pic>
                    <p:nvPicPr>
                      <p:cNvPr id="0" name="Object 3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772025" y="4421188"/>
                        <a:ext cx="3714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3" name="Object 37"/>
          <p:cNvGraphicFramePr>
            <a:graphicFrameLocks noChangeAspect="1"/>
          </p:cNvGraphicFramePr>
          <p:nvPr/>
        </p:nvGraphicFramePr>
        <p:xfrm>
          <a:off x="6413500" y="4508500"/>
          <a:ext cx="401638" cy="527050"/>
        </p:xfrm>
        <a:graphic>
          <a:graphicData uri="http://schemas.openxmlformats.org/presentationml/2006/ole">
            <mc:AlternateContent xmlns:mc="http://schemas.openxmlformats.org/markup-compatibility/2006">
              <mc:Choice xmlns:v="urn:schemas-microsoft-com:vml" Requires="v">
                <p:oleObj name="Equation" r:id="rId22" imgW="85632" imgH="142830" progId="Equation.3">
                  <p:embed/>
                </p:oleObj>
              </mc:Choice>
              <mc:Fallback>
                <p:oleObj name="Equation" r:id="rId22" imgW="85632" imgH="142830" progId="Equation.3">
                  <p:embed/>
                  <p:pic>
                    <p:nvPicPr>
                      <p:cNvPr id="0" name="Object 3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413500" y="4508500"/>
                        <a:ext cx="40163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4" name="Object 38"/>
          <p:cNvGraphicFramePr>
            <a:graphicFrameLocks noChangeAspect="1"/>
          </p:cNvGraphicFramePr>
          <p:nvPr/>
        </p:nvGraphicFramePr>
        <p:xfrm>
          <a:off x="6804025" y="3141663"/>
          <a:ext cx="369888" cy="558800"/>
        </p:xfrm>
        <a:graphic>
          <a:graphicData uri="http://schemas.openxmlformats.org/presentationml/2006/ole">
            <mc:AlternateContent xmlns:mc="http://schemas.openxmlformats.org/markup-compatibility/2006">
              <mc:Choice xmlns:v="urn:schemas-microsoft-com:vml" Requires="v">
                <p:oleObj name="Equation" r:id="rId24" imgW="76177" imgH="152280" progId="Equation.3">
                  <p:embed/>
                </p:oleObj>
              </mc:Choice>
              <mc:Fallback>
                <p:oleObj name="Equation" r:id="rId24" imgW="76177" imgH="152280" progId="Equation.3">
                  <p:embed/>
                  <p:pic>
                    <p:nvPicPr>
                      <p:cNvPr id="0" name="Object 3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804025" y="3141663"/>
                        <a:ext cx="369888"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判断一个图是否是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图是非常困难的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NP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难问题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下面分别介绍</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图的必要条件和</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图的充分条件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dirty="0">
              <a:latin typeface="Times New Roman" pitchFamily="18"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7.2.2 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图的必要条件</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则对于任意</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W</a:t>
            </a:r>
            <a:r>
              <a:rPr lang="en-US" altLang="zh-CN"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均有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W</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根据已知条件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显然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C</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W</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31747" name="Oval 3"/>
          <p:cNvSpPr>
            <a:spLocks noChangeArrowheads="1"/>
          </p:cNvSpPr>
          <p:nvPr/>
        </p:nvSpPr>
        <p:spPr bwMode="auto">
          <a:xfrm>
            <a:off x="2195513" y="3644900"/>
            <a:ext cx="144462" cy="144463"/>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31748" name="Oval 4"/>
          <p:cNvSpPr>
            <a:spLocks noChangeArrowheads="1"/>
          </p:cNvSpPr>
          <p:nvPr/>
        </p:nvSpPr>
        <p:spPr bwMode="auto">
          <a:xfrm>
            <a:off x="2484438" y="4292600"/>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749" name="Oval 5"/>
          <p:cNvSpPr>
            <a:spLocks noChangeArrowheads="1"/>
          </p:cNvSpPr>
          <p:nvPr/>
        </p:nvSpPr>
        <p:spPr bwMode="auto">
          <a:xfrm>
            <a:off x="3276600" y="4581525"/>
            <a:ext cx="144463" cy="144463"/>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31750" name="Oval 6"/>
          <p:cNvSpPr>
            <a:spLocks noChangeArrowheads="1"/>
          </p:cNvSpPr>
          <p:nvPr/>
        </p:nvSpPr>
        <p:spPr bwMode="auto">
          <a:xfrm>
            <a:off x="4284663" y="4365625"/>
            <a:ext cx="144462" cy="144463"/>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751" name="Oval 7"/>
          <p:cNvSpPr>
            <a:spLocks noChangeArrowheads="1"/>
          </p:cNvSpPr>
          <p:nvPr/>
        </p:nvSpPr>
        <p:spPr bwMode="auto">
          <a:xfrm>
            <a:off x="4356100" y="3573463"/>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752" name="Oval 8"/>
          <p:cNvSpPr>
            <a:spLocks noChangeArrowheads="1"/>
          </p:cNvSpPr>
          <p:nvPr/>
        </p:nvSpPr>
        <p:spPr bwMode="auto">
          <a:xfrm>
            <a:off x="2987675" y="3141663"/>
            <a:ext cx="144463" cy="144462"/>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1753" name="Oval 9"/>
          <p:cNvSpPr>
            <a:spLocks noChangeArrowheads="1"/>
          </p:cNvSpPr>
          <p:nvPr/>
        </p:nvSpPr>
        <p:spPr bwMode="auto">
          <a:xfrm>
            <a:off x="3851275" y="3068638"/>
            <a:ext cx="144463" cy="144462"/>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31754" name="Line 10"/>
          <p:cNvSpPr>
            <a:spLocks noChangeShapeType="1"/>
          </p:cNvSpPr>
          <p:nvPr/>
        </p:nvSpPr>
        <p:spPr bwMode="auto">
          <a:xfrm flipH="1">
            <a:off x="2268538" y="3213100"/>
            <a:ext cx="790575" cy="503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Line 11"/>
          <p:cNvSpPr>
            <a:spLocks noChangeShapeType="1"/>
          </p:cNvSpPr>
          <p:nvPr/>
        </p:nvSpPr>
        <p:spPr bwMode="auto">
          <a:xfrm>
            <a:off x="2268538" y="3716338"/>
            <a:ext cx="287337" cy="649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6" name="Line 12"/>
          <p:cNvSpPr>
            <a:spLocks noChangeShapeType="1"/>
          </p:cNvSpPr>
          <p:nvPr/>
        </p:nvSpPr>
        <p:spPr bwMode="auto">
          <a:xfrm>
            <a:off x="2555875" y="4365625"/>
            <a:ext cx="792163"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7" name="Line 13"/>
          <p:cNvSpPr>
            <a:spLocks noChangeShapeType="1"/>
          </p:cNvSpPr>
          <p:nvPr/>
        </p:nvSpPr>
        <p:spPr bwMode="auto">
          <a:xfrm flipV="1">
            <a:off x="3419475" y="4437063"/>
            <a:ext cx="936625"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8" name="Line 14"/>
          <p:cNvSpPr>
            <a:spLocks noChangeShapeType="1"/>
          </p:cNvSpPr>
          <p:nvPr/>
        </p:nvSpPr>
        <p:spPr bwMode="auto">
          <a:xfrm flipV="1">
            <a:off x="4356100" y="3716338"/>
            <a:ext cx="7143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9" name="Line 15"/>
          <p:cNvSpPr>
            <a:spLocks noChangeShapeType="1"/>
          </p:cNvSpPr>
          <p:nvPr/>
        </p:nvSpPr>
        <p:spPr bwMode="auto">
          <a:xfrm>
            <a:off x="3924300" y="3141663"/>
            <a:ext cx="503238" cy="503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0" name="Line 16"/>
          <p:cNvSpPr>
            <a:spLocks noChangeShapeType="1"/>
          </p:cNvSpPr>
          <p:nvPr/>
        </p:nvSpPr>
        <p:spPr bwMode="auto">
          <a:xfrm flipV="1">
            <a:off x="3132138" y="3141663"/>
            <a:ext cx="792162"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1" name="Line 17"/>
          <p:cNvSpPr>
            <a:spLocks noChangeShapeType="1"/>
          </p:cNvSpPr>
          <p:nvPr/>
        </p:nvSpPr>
        <p:spPr bwMode="auto">
          <a:xfrm flipH="1">
            <a:off x="2555875" y="3213100"/>
            <a:ext cx="503238" cy="11525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7.2.3 Hamilton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图的充分条件</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7-6 (Ore, 1960)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3</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阶简单无向图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若对于</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任意的不相邻节点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Remark  Ore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定理的条件不是必要的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a:p>
            <a:pPr eaLnBrk="1" hangingPunct="1">
              <a:lnSpc>
                <a:spcPct val="120000"/>
              </a:lnSpc>
            </a:pPr>
            <a:endParaRPr lang="en-US" altLang="zh-CN" b="1" dirty="0">
              <a:latin typeface="Times New Roman" pitchFamily="18" charset="0"/>
              <a:ea typeface="楷体_GB2312" pitchFamily="49" charset="-122"/>
            </a:endParaRPr>
          </a:p>
        </p:txBody>
      </p:sp>
      <p:sp>
        <p:nvSpPr>
          <p:cNvPr id="35843" name="AutoShape 3"/>
          <p:cNvSpPr>
            <a:spLocks noChangeArrowheads="1"/>
          </p:cNvSpPr>
          <p:nvPr/>
        </p:nvSpPr>
        <p:spPr bwMode="auto">
          <a:xfrm>
            <a:off x="3348038" y="1773238"/>
            <a:ext cx="2519362" cy="2232025"/>
          </a:xfrm>
          <a:prstGeom prst="hexagon">
            <a:avLst>
              <a:gd name="adj" fmla="val 28218"/>
              <a:gd name="vf" fmla="val 1154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44" name="Oval 4"/>
          <p:cNvSpPr>
            <a:spLocks noChangeArrowheads="1"/>
          </p:cNvSpPr>
          <p:nvPr/>
        </p:nvSpPr>
        <p:spPr bwMode="auto">
          <a:xfrm>
            <a:off x="3851275" y="1628775"/>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5845" name="Oval 5"/>
          <p:cNvSpPr>
            <a:spLocks noChangeArrowheads="1"/>
          </p:cNvSpPr>
          <p:nvPr/>
        </p:nvSpPr>
        <p:spPr bwMode="auto">
          <a:xfrm>
            <a:off x="5148263" y="1628775"/>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5846" name="Oval 6"/>
          <p:cNvSpPr>
            <a:spLocks noChangeArrowheads="1"/>
          </p:cNvSpPr>
          <p:nvPr/>
        </p:nvSpPr>
        <p:spPr bwMode="auto">
          <a:xfrm>
            <a:off x="3203575" y="2781300"/>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5847" name="Oval 7"/>
          <p:cNvSpPr>
            <a:spLocks noChangeArrowheads="1"/>
          </p:cNvSpPr>
          <p:nvPr/>
        </p:nvSpPr>
        <p:spPr bwMode="auto">
          <a:xfrm>
            <a:off x="3851275" y="3933825"/>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5848" name="Oval 8"/>
          <p:cNvSpPr>
            <a:spLocks noChangeArrowheads="1"/>
          </p:cNvSpPr>
          <p:nvPr/>
        </p:nvSpPr>
        <p:spPr bwMode="auto">
          <a:xfrm>
            <a:off x="5148263" y="3860800"/>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5849" name="Oval 9"/>
          <p:cNvSpPr>
            <a:spLocks noChangeArrowheads="1"/>
          </p:cNvSpPr>
          <p:nvPr/>
        </p:nvSpPr>
        <p:spPr bwMode="auto">
          <a:xfrm>
            <a:off x="5724525" y="2781300"/>
            <a:ext cx="215900" cy="217488"/>
          </a:xfrm>
          <a:prstGeom prst="ellipse">
            <a:avLst/>
          </a:prstGeom>
          <a:solidFill>
            <a:schemeClr val="accent1"/>
          </a:solidFill>
          <a:ln w="9525">
            <a:solidFill>
              <a:schemeClr val="tx1"/>
            </a:solidFill>
            <a:round/>
            <a:headEnd/>
            <a:tailEnd/>
          </a:ln>
        </p:spPr>
        <p:txBody>
          <a:bodyPr wrap="none" anchor="ctr"/>
          <a:lstStyle/>
          <a:p>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p:nvPr>
        </p:nvSpPr>
        <p:spPr>
          <a:xfrm>
            <a:off x="395536" y="188640"/>
            <a:ext cx="8229600" cy="5851525"/>
          </a:xfrm>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Ore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的上述结果推广了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1952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年</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Dirac</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的结果</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Corollary (Dirac, 1952)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3</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阶简单无向图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若对于任意节点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类似于定理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7-6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7-7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3</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阶简单无向图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若对于任意的不相邻节点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deg(</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deg(</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中存在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7.2.4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旅行商问题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(TSP)</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个城镇</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其中任意两个城镇间都有道路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若没有则规定该边上的权为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一个售货员要去这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个城镇售货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从某城镇出发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依次访问其余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个城镇且每个城镇只能</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访问一次</a:t>
            </a:r>
            <a:r>
              <a:rPr lang="en-US" altLang="zh-CN"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最后又回到原出发地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问售货员要如何安排经过个城镇的行走路线才能使他所走的路程最短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这就是“货郎担问题”或旅行商问题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(TSP, Traveling Salesman Problem).</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E1BFD2B-C131-2664-DD52-31122E437ADB}"/>
              </a:ext>
            </a:extLst>
          </p:cNvPr>
          <p:cNvPicPr>
            <a:picLocks noChangeAspect="1"/>
          </p:cNvPicPr>
          <p:nvPr/>
        </p:nvPicPr>
        <p:blipFill>
          <a:blip r:embed="rId2"/>
          <a:stretch>
            <a:fillRect/>
          </a:stretch>
        </p:blipFill>
        <p:spPr>
          <a:xfrm>
            <a:off x="827584" y="764704"/>
            <a:ext cx="7330903" cy="5040560"/>
          </a:xfrm>
          <a:prstGeom prst="rect">
            <a:avLst/>
          </a:prstGeom>
        </p:spPr>
      </p:pic>
    </p:spTree>
    <p:extLst>
      <p:ext uri="{BB962C8B-B14F-4D97-AF65-F5344CB8AC3E}">
        <p14:creationId xmlns:p14="http://schemas.microsoft.com/office/powerpoint/2010/main" val="38566503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91A5433-EB21-496C-17FA-1655BDE0C038}"/>
              </a:ext>
            </a:extLst>
          </p:cNvPr>
          <p:cNvPicPr>
            <a:picLocks noChangeAspect="1"/>
          </p:cNvPicPr>
          <p:nvPr/>
        </p:nvPicPr>
        <p:blipFill>
          <a:blip r:embed="rId2"/>
          <a:stretch>
            <a:fillRect/>
          </a:stretch>
        </p:blipFill>
        <p:spPr>
          <a:xfrm>
            <a:off x="323528" y="836712"/>
            <a:ext cx="8620125" cy="4838700"/>
          </a:xfrm>
          <a:prstGeom prst="rect">
            <a:avLst/>
          </a:prstGeom>
        </p:spPr>
      </p:pic>
    </p:spTree>
    <p:extLst>
      <p:ext uri="{BB962C8B-B14F-4D97-AF65-F5344CB8AC3E}">
        <p14:creationId xmlns:p14="http://schemas.microsoft.com/office/powerpoint/2010/main" val="3336840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求解</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TSP</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就是要在一个赋权图中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找出一条权最小的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这是一个比判断一个图是否是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图更困难的问题</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求解</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TSP,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可以先将</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所有的</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Hamilton</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回路找出来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再比较其权的大小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求出权最小的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回路即可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但对于阶数较大的赋权图这样计算的工作量太大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ea typeface="宋体" charset="-122"/>
            </a:endParaRPr>
          </a:p>
        </p:txBody>
      </p:sp>
      <p:sp>
        <p:nvSpPr>
          <p:cNvPr id="43011" name="Rectangle 3"/>
          <p:cNvSpPr>
            <a:spLocks noGrp="1" noChangeArrowheads="1"/>
          </p:cNvSpPr>
          <p:nvPr>
            <p:ph type="title"/>
          </p:nvPr>
        </p:nvSpPr>
        <p:spPr/>
        <p:txBody>
          <a:bodyPr/>
          <a:lstStyle/>
          <a:p>
            <a:pPr algn="l" eaLnBrk="1" hangingPunct="1"/>
            <a:r>
              <a:rPr lang="zh-CN" altLang="en-US" sz="4000" b="1">
                <a:ea typeface="楷体_GB2312" pitchFamily="49" charset="-122"/>
              </a:rPr>
              <a:t>小结与作业</a:t>
            </a:r>
          </a:p>
        </p:txBody>
      </p:sp>
      <p:grpSp>
        <p:nvGrpSpPr>
          <p:cNvPr id="43012" name="Group 4"/>
          <p:cNvGrpSpPr>
            <a:grpSpLocks/>
          </p:cNvGrpSpPr>
          <p:nvPr/>
        </p:nvGrpSpPr>
        <p:grpSpPr bwMode="auto">
          <a:xfrm>
            <a:off x="1331913" y="1773238"/>
            <a:ext cx="5181600" cy="508000"/>
            <a:chOff x="1419" y="1480"/>
            <a:chExt cx="3575" cy="363"/>
          </a:xfrm>
        </p:grpSpPr>
        <p:grpSp>
          <p:nvGrpSpPr>
            <p:cNvPr id="43041" name="Group 5"/>
            <p:cNvGrpSpPr>
              <a:grpSpLocks/>
            </p:cNvGrpSpPr>
            <p:nvPr/>
          </p:nvGrpSpPr>
          <p:grpSpPr bwMode="auto">
            <a:xfrm>
              <a:off x="1419" y="1480"/>
              <a:ext cx="3575" cy="363"/>
              <a:chOff x="1419" y="1480"/>
              <a:chExt cx="3575" cy="363"/>
            </a:xfrm>
          </p:grpSpPr>
          <p:sp>
            <p:nvSpPr>
              <p:cNvPr id="56326"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56327"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eaLnBrk="0" hangingPunct="0">
                  <a:defRPr/>
                </a:pPr>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图的有关概念</a:t>
                </a:r>
              </a:p>
            </p:txBody>
          </p:sp>
        </p:grpSp>
        <p:sp>
          <p:nvSpPr>
            <p:cNvPr id="56328"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43043"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43013" name="Group 10"/>
          <p:cNvGrpSpPr>
            <a:grpSpLocks/>
          </p:cNvGrpSpPr>
          <p:nvPr/>
        </p:nvGrpSpPr>
        <p:grpSpPr bwMode="auto">
          <a:xfrm>
            <a:off x="1979613" y="2636838"/>
            <a:ext cx="5181600" cy="508000"/>
            <a:chOff x="1419" y="1480"/>
            <a:chExt cx="3575" cy="363"/>
          </a:xfrm>
        </p:grpSpPr>
        <p:grpSp>
          <p:nvGrpSpPr>
            <p:cNvPr id="43036" name="Group 11"/>
            <p:cNvGrpSpPr>
              <a:grpSpLocks/>
            </p:cNvGrpSpPr>
            <p:nvPr/>
          </p:nvGrpSpPr>
          <p:grpSpPr bwMode="auto">
            <a:xfrm>
              <a:off x="1419" y="1480"/>
              <a:ext cx="3575" cy="363"/>
              <a:chOff x="1419" y="1480"/>
              <a:chExt cx="3575" cy="363"/>
            </a:xfrm>
          </p:grpSpPr>
          <p:sp>
            <p:nvSpPr>
              <p:cNvPr id="56332"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56333"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图的必要条件</a:t>
                </a:r>
              </a:p>
            </p:txBody>
          </p:sp>
        </p:grpSp>
        <p:sp>
          <p:nvSpPr>
            <p:cNvPr id="56334"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43038"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43014" name="Group 16"/>
          <p:cNvGrpSpPr>
            <a:grpSpLocks/>
          </p:cNvGrpSpPr>
          <p:nvPr/>
        </p:nvGrpSpPr>
        <p:grpSpPr bwMode="auto">
          <a:xfrm>
            <a:off x="2251075" y="3573463"/>
            <a:ext cx="5181600" cy="508000"/>
            <a:chOff x="1419" y="1480"/>
            <a:chExt cx="3575" cy="363"/>
          </a:xfrm>
        </p:grpSpPr>
        <p:grpSp>
          <p:nvGrpSpPr>
            <p:cNvPr id="43031" name="Group 17"/>
            <p:cNvGrpSpPr>
              <a:grpSpLocks/>
            </p:cNvGrpSpPr>
            <p:nvPr/>
          </p:nvGrpSpPr>
          <p:grpSpPr bwMode="auto">
            <a:xfrm>
              <a:off x="1419" y="1480"/>
              <a:ext cx="3575" cy="363"/>
              <a:chOff x="1419" y="1480"/>
              <a:chExt cx="3575" cy="363"/>
            </a:xfrm>
          </p:grpSpPr>
          <p:sp>
            <p:nvSpPr>
              <p:cNvPr id="56338" name="Oval 18"/>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56339" name="AutoShape 19"/>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en-US" altLang="zh-CN" sz="3200" b="1">
                    <a:latin typeface="Times New Roman" pitchFamily="18" charset="0"/>
                    <a:ea typeface="楷体_GB2312" pitchFamily="49" charset="-122"/>
                  </a:rPr>
                  <a:t>Hamilton </a:t>
                </a:r>
                <a:r>
                  <a:rPr lang="zh-CN" altLang="en-US" sz="3200" b="1">
                    <a:latin typeface="Times New Roman" pitchFamily="18" charset="0"/>
                    <a:ea typeface="楷体_GB2312" pitchFamily="49" charset="-122"/>
                  </a:rPr>
                  <a:t>图的充分条件</a:t>
                </a:r>
              </a:p>
            </p:txBody>
          </p:sp>
        </p:grpSp>
        <p:sp>
          <p:nvSpPr>
            <p:cNvPr id="56340" name="Oval 20"/>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43033" name="Oval 21"/>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43015" name="Group 22"/>
          <p:cNvGrpSpPr>
            <a:grpSpLocks/>
          </p:cNvGrpSpPr>
          <p:nvPr/>
        </p:nvGrpSpPr>
        <p:grpSpPr bwMode="auto">
          <a:xfrm>
            <a:off x="2051050" y="4581525"/>
            <a:ext cx="5181600" cy="508000"/>
            <a:chOff x="1419" y="1480"/>
            <a:chExt cx="3575" cy="363"/>
          </a:xfrm>
        </p:grpSpPr>
        <p:grpSp>
          <p:nvGrpSpPr>
            <p:cNvPr id="43026" name="Group 23"/>
            <p:cNvGrpSpPr>
              <a:grpSpLocks/>
            </p:cNvGrpSpPr>
            <p:nvPr/>
          </p:nvGrpSpPr>
          <p:grpSpPr bwMode="auto">
            <a:xfrm>
              <a:off x="1419" y="1480"/>
              <a:ext cx="3575" cy="363"/>
              <a:chOff x="1419" y="1480"/>
              <a:chExt cx="3575" cy="363"/>
            </a:xfrm>
          </p:grpSpPr>
          <p:sp>
            <p:nvSpPr>
              <p:cNvPr id="56344" name="Oval 24"/>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56345" name="AutoShape 25"/>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spcBef>
                    <a:spcPct val="20000"/>
                  </a:spcBef>
                  <a:defRPr/>
                </a:pPr>
                <a:r>
                  <a:rPr lang="zh-CN" altLang="en-US" sz="3200" b="1">
                    <a:latin typeface="Times New Roman" pitchFamily="18" charset="0"/>
                    <a:ea typeface="楷体_GB2312" pitchFamily="49" charset="-122"/>
                  </a:rPr>
                  <a:t>旅行商问题</a:t>
                </a:r>
                <a:r>
                  <a:rPr lang="en-US" altLang="zh-CN" sz="3200" b="1">
                    <a:latin typeface="Times New Roman" pitchFamily="18" charset="0"/>
                    <a:ea typeface="楷体_GB2312" pitchFamily="49" charset="-122"/>
                  </a:rPr>
                  <a:t>(TSP)</a:t>
                </a:r>
              </a:p>
            </p:txBody>
          </p:sp>
        </p:grpSp>
        <p:sp>
          <p:nvSpPr>
            <p:cNvPr id="56346" name="Oval 26"/>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43028" name="Oval 27"/>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43016" name="AutoShape 28"/>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sp>
        <p:nvSpPr>
          <p:cNvPr id="43017" name="AutoShape 29"/>
          <p:cNvSpPr>
            <a:spLocks noChangeArrowheads="1"/>
          </p:cNvSpPr>
          <p:nvPr/>
        </p:nvSpPr>
        <p:spPr bwMode="ltGray">
          <a:xfrm rot="5400000">
            <a:off x="935038" y="3178175"/>
            <a:ext cx="301625" cy="949325"/>
          </a:xfrm>
          <a:prstGeom prst="moon">
            <a:avLst>
              <a:gd name="adj" fmla="val 14597"/>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rot="10800000" vert="eaVert" wrap="none" anchor="ctr"/>
          <a:lstStyle/>
          <a:p>
            <a:pPr algn="ctr" eaLnBrk="0" hangingPunct="0"/>
            <a:endParaRPr lang="en-US" altLang="zh-CN" b="1">
              <a:solidFill>
                <a:schemeClr val="tx2"/>
              </a:solidFill>
              <a:latin typeface="Times New Roman" pitchFamily="18" charset="0"/>
              <a:ea typeface="Gulim" pitchFamily="34" charset="-127"/>
            </a:endParaRPr>
          </a:p>
        </p:txBody>
      </p:sp>
      <p:grpSp>
        <p:nvGrpSpPr>
          <p:cNvPr id="43018" name="Group 30"/>
          <p:cNvGrpSpPr>
            <a:grpSpLocks/>
          </p:cNvGrpSpPr>
          <p:nvPr/>
        </p:nvGrpSpPr>
        <p:grpSpPr bwMode="auto">
          <a:xfrm>
            <a:off x="1331913" y="5321300"/>
            <a:ext cx="5380037" cy="665163"/>
            <a:chOff x="1152" y="2845"/>
            <a:chExt cx="3408" cy="419"/>
          </a:xfrm>
        </p:grpSpPr>
        <p:grpSp>
          <p:nvGrpSpPr>
            <p:cNvPr id="43019" name="Group 31"/>
            <p:cNvGrpSpPr>
              <a:grpSpLocks/>
            </p:cNvGrpSpPr>
            <p:nvPr/>
          </p:nvGrpSpPr>
          <p:grpSpPr bwMode="auto">
            <a:xfrm>
              <a:off x="1152" y="2845"/>
              <a:ext cx="480" cy="419"/>
              <a:chOff x="3174" y="2656"/>
              <a:chExt cx="1549" cy="1351"/>
            </a:xfrm>
          </p:grpSpPr>
          <p:sp>
            <p:nvSpPr>
              <p:cNvPr id="43023" name="AutoShape 3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3024" name="AutoShape 3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56354" name="AutoShape 34"/>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43020" name="Line 35"/>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Text Box 36"/>
            <p:cNvSpPr txBox="1">
              <a:spLocks noChangeArrowheads="1"/>
            </p:cNvSpPr>
            <p:nvPr/>
          </p:nvSpPr>
          <p:spPr bwMode="auto">
            <a:xfrm>
              <a:off x="2112" y="2862"/>
              <a:ext cx="131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2800" b="1" dirty="0">
                  <a:latin typeface="Times New Roman" pitchFamily="18" charset="0"/>
                  <a:ea typeface="楷体_GB2312" pitchFamily="49" charset="-122"/>
                </a:rPr>
                <a:t>习题</a:t>
              </a:r>
              <a:r>
                <a:rPr lang="en-US" altLang="zh-CN" sz="2800" b="1" dirty="0">
                  <a:latin typeface="Times New Roman" pitchFamily="18" charset="0"/>
                  <a:ea typeface="楷体_GB2312" pitchFamily="49" charset="-122"/>
                </a:rPr>
                <a:t>7.2      7</a:t>
              </a:r>
            </a:p>
          </p:txBody>
        </p:sp>
        <p:sp>
          <p:nvSpPr>
            <p:cNvPr id="43022" name="Text Box 37"/>
            <p:cNvSpPr txBox="1">
              <a:spLocks noChangeArrowheads="1"/>
            </p:cNvSpPr>
            <p:nvPr/>
          </p:nvSpPr>
          <p:spPr bwMode="gray">
            <a:xfrm>
              <a:off x="1169" y="2928"/>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ea typeface="楷体_GB2312" pitchFamily="49" charset="-122"/>
                </a:rPr>
                <a:t>作业</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ctrTitle"/>
          </p:nvPr>
        </p:nvSpPr>
        <p:spPr>
          <a:xfrm>
            <a:off x="684213" y="1484313"/>
            <a:ext cx="7772400" cy="1470025"/>
          </a:xfrm>
        </p:spPr>
        <p:txBody>
          <a:bodyPr/>
          <a:lstStyle/>
          <a:p>
            <a:pPr eaLnBrk="1" hangingPunct="1"/>
            <a:r>
              <a:rPr lang="zh-CN" altLang="en-US" b="1">
                <a:latin typeface="Times New Roman" pitchFamily="18" charset="0"/>
                <a:ea typeface="楷体_GB2312" pitchFamily="49" charset="-122"/>
              </a:rPr>
              <a:t>第</a:t>
            </a:r>
            <a:r>
              <a:rPr lang="en-US" altLang="zh-CN" b="1">
                <a:latin typeface="Times New Roman" pitchFamily="18" charset="0"/>
                <a:ea typeface="楷体_GB2312" pitchFamily="49" charset="-122"/>
              </a:rPr>
              <a:t>7</a:t>
            </a:r>
            <a:r>
              <a:rPr lang="zh-CN" altLang="en-US" b="1">
                <a:latin typeface="Times New Roman" pitchFamily="18" charset="0"/>
                <a:ea typeface="楷体_GB2312" pitchFamily="49" charset="-122"/>
              </a:rPr>
              <a:t>章  几类特殊的图</a:t>
            </a:r>
          </a:p>
        </p:txBody>
      </p:sp>
      <p:sp>
        <p:nvSpPr>
          <p:cNvPr id="44035" name="Rectangle 3"/>
          <p:cNvSpPr>
            <a:spLocks noGrp="1" noChangeArrowheads="1"/>
          </p:cNvSpPr>
          <p:nvPr>
            <p:ph type="subTitle" idx="1"/>
          </p:nvPr>
        </p:nvSpPr>
        <p:spPr>
          <a:xfrm>
            <a:off x="1331913" y="3141663"/>
            <a:ext cx="6400800" cy="838200"/>
          </a:xfrm>
        </p:spPr>
        <p:txBody>
          <a:bodyPr/>
          <a:lstStyle/>
          <a:p>
            <a:pPr eaLnBrk="1" hangingPunct="1"/>
            <a:r>
              <a:rPr lang="en-US" altLang="zh-CN" sz="3600" b="1" dirty="0">
                <a:latin typeface="Times New Roman" pitchFamily="18" charset="0"/>
                <a:ea typeface="楷体_GB2312" pitchFamily="49" charset="-122"/>
              </a:rPr>
              <a:t>7.3 </a:t>
            </a:r>
            <a:r>
              <a:rPr lang="zh-CN" altLang="en-US" sz="3600" b="1" dirty="0">
                <a:latin typeface="Times New Roman" pitchFamily="18" charset="0"/>
                <a:ea typeface="楷体_GB2312" pitchFamily="49" charset="-122"/>
              </a:rPr>
              <a:t>无向树</a:t>
            </a:r>
            <a:endParaRPr lang="zh-CN" altLang="en-US" b="1" dirty="0">
              <a:latin typeface="Times New Roman" pitchFamily="18" charset="0"/>
              <a:ea typeface="楷体_GB2312"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l" eaLnBrk="1" hangingPunct="1"/>
            <a:r>
              <a:rPr lang="en-US" altLang="zh-CN" b="1">
                <a:latin typeface="Times New Roman" pitchFamily="18" charset="0"/>
                <a:ea typeface="楷体_GB2312" pitchFamily="49" charset="-122"/>
              </a:rPr>
              <a:t>7.3 </a:t>
            </a:r>
            <a:r>
              <a:rPr lang="zh-CN" altLang="en-US" b="1">
                <a:latin typeface="Times New Roman" pitchFamily="18" charset="0"/>
                <a:ea typeface="楷体_GB2312" pitchFamily="49" charset="-122"/>
              </a:rPr>
              <a:t>无向树</a:t>
            </a:r>
          </a:p>
        </p:txBody>
      </p:sp>
      <p:sp>
        <p:nvSpPr>
          <p:cNvPr id="46083"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46084" name="Group 4"/>
          <p:cNvGrpSpPr>
            <a:grpSpLocks/>
          </p:cNvGrpSpPr>
          <p:nvPr/>
        </p:nvGrpSpPr>
        <p:grpSpPr bwMode="auto">
          <a:xfrm>
            <a:off x="1042988" y="1365250"/>
            <a:ext cx="5410200" cy="712788"/>
            <a:chOff x="1152" y="1101"/>
            <a:chExt cx="3408" cy="449"/>
          </a:xfrm>
        </p:grpSpPr>
        <p:grpSp>
          <p:nvGrpSpPr>
            <p:cNvPr id="46110" name="Group 5"/>
            <p:cNvGrpSpPr>
              <a:grpSpLocks/>
            </p:cNvGrpSpPr>
            <p:nvPr/>
          </p:nvGrpSpPr>
          <p:grpSpPr bwMode="auto">
            <a:xfrm>
              <a:off x="1152" y="1131"/>
              <a:ext cx="480" cy="419"/>
              <a:chOff x="1110" y="2656"/>
              <a:chExt cx="1549" cy="1351"/>
            </a:xfrm>
          </p:grpSpPr>
          <p:sp>
            <p:nvSpPr>
              <p:cNvPr id="46114"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6115"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58376"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46111"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2" name="Text Box 10"/>
            <p:cNvSpPr txBox="1">
              <a:spLocks noChangeArrowheads="1"/>
            </p:cNvSpPr>
            <p:nvPr/>
          </p:nvSpPr>
          <p:spPr bwMode="auto">
            <a:xfrm>
              <a:off x="2112" y="1101"/>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20000"/>
                </a:spcBef>
              </a:pPr>
              <a:r>
                <a:rPr lang="zh-CN" altLang="en-US" sz="3200" b="1">
                  <a:latin typeface="Times New Roman" pitchFamily="18" charset="0"/>
                  <a:ea typeface="楷体_GB2312" pitchFamily="49" charset="-122"/>
                </a:rPr>
                <a:t>无向树的定义</a:t>
              </a:r>
            </a:p>
          </p:txBody>
        </p:sp>
        <p:sp>
          <p:nvSpPr>
            <p:cNvPr id="46113"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46085" name="Group 12"/>
          <p:cNvGrpSpPr>
            <a:grpSpLocks/>
          </p:cNvGrpSpPr>
          <p:nvPr/>
        </p:nvGrpSpPr>
        <p:grpSpPr bwMode="auto">
          <a:xfrm>
            <a:off x="1042988" y="2444750"/>
            <a:ext cx="5410200" cy="712788"/>
            <a:chOff x="1152" y="1677"/>
            <a:chExt cx="3408" cy="449"/>
          </a:xfrm>
        </p:grpSpPr>
        <p:grpSp>
          <p:nvGrpSpPr>
            <p:cNvPr id="46103" name="Group 13"/>
            <p:cNvGrpSpPr>
              <a:grpSpLocks/>
            </p:cNvGrpSpPr>
            <p:nvPr/>
          </p:nvGrpSpPr>
          <p:grpSpPr bwMode="auto">
            <a:xfrm>
              <a:off x="1152" y="1707"/>
              <a:ext cx="480" cy="419"/>
              <a:chOff x="3174" y="2656"/>
              <a:chExt cx="1549" cy="1351"/>
            </a:xfrm>
          </p:grpSpPr>
          <p:sp>
            <p:nvSpPr>
              <p:cNvPr id="46107"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6108"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58384"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46104"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05" name="Text Box 18"/>
            <p:cNvSpPr txBox="1">
              <a:spLocks noChangeArrowheads="1"/>
            </p:cNvSpPr>
            <p:nvPr/>
          </p:nvSpPr>
          <p:spPr bwMode="auto">
            <a:xfrm>
              <a:off x="2112" y="1677"/>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无向树的性质</a:t>
              </a:r>
            </a:p>
          </p:txBody>
        </p:sp>
        <p:sp>
          <p:nvSpPr>
            <p:cNvPr id="46106"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46086" name="Group 20"/>
          <p:cNvGrpSpPr>
            <a:grpSpLocks/>
          </p:cNvGrpSpPr>
          <p:nvPr/>
        </p:nvGrpSpPr>
        <p:grpSpPr bwMode="auto">
          <a:xfrm>
            <a:off x="1042988" y="3525838"/>
            <a:ext cx="5410200" cy="712787"/>
            <a:chOff x="1152" y="2239"/>
            <a:chExt cx="3408" cy="449"/>
          </a:xfrm>
        </p:grpSpPr>
        <p:grpSp>
          <p:nvGrpSpPr>
            <p:cNvPr id="46096" name="Group 21"/>
            <p:cNvGrpSpPr>
              <a:grpSpLocks/>
            </p:cNvGrpSpPr>
            <p:nvPr/>
          </p:nvGrpSpPr>
          <p:grpSpPr bwMode="auto">
            <a:xfrm>
              <a:off x="1152" y="2269"/>
              <a:ext cx="480" cy="419"/>
              <a:chOff x="1110" y="2656"/>
              <a:chExt cx="1549" cy="1351"/>
            </a:xfrm>
          </p:grpSpPr>
          <p:sp>
            <p:nvSpPr>
              <p:cNvPr id="46100"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6101"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58392"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46097"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8" name="Text Box 26"/>
            <p:cNvSpPr txBox="1">
              <a:spLocks noChangeArrowheads="1"/>
            </p:cNvSpPr>
            <p:nvPr/>
          </p:nvSpPr>
          <p:spPr bwMode="auto">
            <a:xfrm>
              <a:off x="2112" y="2239"/>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3200" b="1">
                  <a:latin typeface="Times New Roman" pitchFamily="18" charset="0"/>
                  <a:ea typeface="楷体_GB2312" pitchFamily="49" charset="-122"/>
                </a:rPr>
                <a:t>生成树</a:t>
              </a:r>
            </a:p>
          </p:txBody>
        </p:sp>
        <p:sp>
          <p:nvSpPr>
            <p:cNvPr id="46099"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grpSp>
        <p:nvGrpSpPr>
          <p:cNvPr id="46087" name="Group 28"/>
          <p:cNvGrpSpPr>
            <a:grpSpLocks/>
          </p:cNvGrpSpPr>
          <p:nvPr/>
        </p:nvGrpSpPr>
        <p:grpSpPr bwMode="auto">
          <a:xfrm>
            <a:off x="1042988" y="4821238"/>
            <a:ext cx="5410200" cy="712787"/>
            <a:chOff x="1152" y="2815"/>
            <a:chExt cx="3408" cy="449"/>
          </a:xfrm>
        </p:grpSpPr>
        <p:grpSp>
          <p:nvGrpSpPr>
            <p:cNvPr id="46089" name="Group 29"/>
            <p:cNvGrpSpPr>
              <a:grpSpLocks/>
            </p:cNvGrpSpPr>
            <p:nvPr/>
          </p:nvGrpSpPr>
          <p:grpSpPr bwMode="auto">
            <a:xfrm>
              <a:off x="1152" y="2845"/>
              <a:ext cx="480" cy="419"/>
              <a:chOff x="3174" y="2656"/>
              <a:chExt cx="1549" cy="1351"/>
            </a:xfrm>
          </p:grpSpPr>
          <p:sp>
            <p:nvSpPr>
              <p:cNvPr id="46093"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6094"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58400" name="AutoShape 32"/>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46090"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1" name="Text Box 34"/>
            <p:cNvSpPr txBox="1">
              <a:spLocks noChangeArrowheads="1"/>
            </p:cNvSpPr>
            <p:nvPr/>
          </p:nvSpPr>
          <p:spPr bwMode="auto">
            <a:xfrm>
              <a:off x="2112" y="2815"/>
              <a:ext cx="184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最小</a:t>
              </a:r>
              <a:r>
                <a:rPr lang="en-US" altLang="zh-CN" sz="3200" b="1">
                  <a:latin typeface="Times New Roman" pitchFamily="18" charset="0"/>
                  <a:ea typeface="楷体_GB2312" pitchFamily="49" charset="-122"/>
                </a:rPr>
                <a:t>(</a:t>
              </a:r>
              <a:r>
                <a:rPr lang="zh-CN" altLang="en-US" sz="3200" b="1">
                  <a:latin typeface="Times New Roman" pitchFamily="18" charset="0"/>
                  <a:ea typeface="楷体_GB2312" pitchFamily="49" charset="-122"/>
                </a:rPr>
                <a:t>优</a:t>
              </a:r>
              <a:r>
                <a:rPr lang="en-US" altLang="zh-CN" sz="3200" b="1">
                  <a:latin typeface="Times New Roman" pitchFamily="18" charset="0"/>
                  <a:ea typeface="楷体_GB2312" pitchFamily="49" charset="-122"/>
                </a:rPr>
                <a:t>)</a:t>
              </a:r>
              <a:r>
                <a:rPr lang="zh-CN" altLang="en-US" sz="3200" b="1">
                  <a:latin typeface="Times New Roman" pitchFamily="18" charset="0"/>
                  <a:ea typeface="楷体_GB2312" pitchFamily="49" charset="-122"/>
                </a:rPr>
                <a:t>生成树</a:t>
              </a:r>
            </a:p>
          </p:txBody>
        </p:sp>
        <p:sp>
          <p:nvSpPr>
            <p:cNvPr id="46092" name="Text Box 35"/>
            <p:cNvSpPr txBox="1">
              <a:spLocks noChangeArrowheads="1"/>
            </p:cNvSpPr>
            <p:nvPr/>
          </p:nvSpPr>
          <p:spPr bwMode="gray">
            <a:xfrm>
              <a:off x="1281"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4</a:t>
              </a:r>
            </a:p>
          </p:txBody>
        </p:sp>
      </p:grpSp>
      <p:sp>
        <p:nvSpPr>
          <p:cNvPr id="46088" name="Rectangle 36"/>
          <p:cNvSpPr>
            <a:spLocks noChangeArrowheads="1"/>
          </p:cNvSpPr>
          <p:nvPr/>
        </p:nvSpPr>
        <p:spPr bwMode="auto">
          <a:xfrm>
            <a:off x="971550" y="1196975"/>
            <a:ext cx="4679950" cy="22320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内容占位符 1"/>
          <p:cNvSpPr>
            <a:spLocks noGrp="1"/>
          </p:cNvSpPr>
          <p:nvPr>
            <p:ph/>
          </p:nvPr>
        </p:nvSpPr>
        <p:spPr/>
        <p:txBody>
          <a:bodyPr/>
          <a:lstStyle/>
          <a:p>
            <a:r>
              <a:rPr lang="en-US" altLang="zh-CN"/>
              <a:t> </a:t>
            </a:r>
            <a:endParaRPr lang="zh-CN" altLang="en-US"/>
          </a:p>
        </p:txBody>
      </p:sp>
      <p:pic>
        <p:nvPicPr>
          <p:cNvPr id="49155"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1063625"/>
            <a:ext cx="2600325" cy="359251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9156"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139825"/>
            <a:ext cx="29337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1"/>
          <p:cNvSpPr>
            <a:spLocks noGrp="1"/>
          </p:cNvSpPr>
          <p:nvPr>
            <p:ph/>
          </p:nvPr>
        </p:nvSpPr>
        <p:spPr/>
        <p:txBody>
          <a:bodyPr/>
          <a:lstStyle/>
          <a:p>
            <a:r>
              <a:rPr lang="en-US" altLang="zh-CN"/>
              <a:t> </a:t>
            </a:r>
            <a:endParaRPr lang="zh-CN" altLang="en-US"/>
          </a:p>
        </p:txBody>
      </p:sp>
      <p:pic>
        <p:nvPicPr>
          <p:cNvPr id="50179"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4355976" y="3165922"/>
            <a:ext cx="2601912" cy="359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99732" y="76200"/>
            <a:ext cx="347821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2">
            <a:extLst>
              <a:ext uri="{FF2B5EF4-FFF2-40B4-BE49-F238E27FC236}">
                <a16:creationId xmlns:a16="http://schemas.microsoft.com/office/drawing/2014/main" id="{DFCE33BD-2C86-9F49-8516-951F440145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7584" y="737394"/>
            <a:ext cx="2601912" cy="359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ea typeface="楷体_GB2312" pitchFamily="49" charset="-122"/>
              </a:rPr>
              <a:t>Def 7-3 </a:t>
            </a:r>
            <a:r>
              <a:rPr lang="zh-CN" altLang="en-US" b="1" u="sng" dirty="0">
                <a:solidFill>
                  <a:srgbClr val="FF0000"/>
                </a:solidFill>
                <a:latin typeface="KaiTi" panose="02010609060101010101" pitchFamily="49" charset="-122"/>
                <a:ea typeface="KaiTi" panose="02010609060101010101" pitchFamily="49" charset="-122"/>
              </a:rPr>
              <a:t>不含圈</a:t>
            </a:r>
            <a:r>
              <a:rPr lang="zh-CN" altLang="en-US" b="1" dirty="0">
                <a:latin typeface="KaiTi" panose="02010609060101010101" pitchFamily="49" charset="-122"/>
                <a:ea typeface="KaiTi" panose="02010609060101010101" pitchFamily="49" charset="-122"/>
              </a:rPr>
              <a:t>的</a:t>
            </a:r>
            <a:r>
              <a:rPr lang="zh-CN" altLang="en-US" b="1" u="sng" dirty="0">
                <a:solidFill>
                  <a:srgbClr val="C00000"/>
                </a:solidFill>
                <a:latin typeface="KaiTi" panose="02010609060101010101" pitchFamily="49" charset="-122"/>
                <a:ea typeface="KaiTi" panose="02010609060101010101" pitchFamily="49" charset="-122"/>
              </a:rPr>
              <a:t>连通</a:t>
            </a:r>
            <a:r>
              <a:rPr lang="zh-CN" altLang="en-US" b="1" dirty="0">
                <a:latin typeface="KaiTi" panose="02010609060101010101" pitchFamily="49" charset="-122"/>
                <a:ea typeface="KaiTi" panose="02010609060101010101" pitchFamily="49" charset="-122"/>
              </a:rPr>
              <a:t>无向图称为</a:t>
            </a:r>
            <a:r>
              <a:rPr lang="zh-CN" altLang="en-US" b="1" dirty="0">
                <a:solidFill>
                  <a:srgbClr val="C00000"/>
                </a:solidFill>
                <a:latin typeface="KaiTi" panose="02010609060101010101" pitchFamily="49" charset="-122"/>
                <a:ea typeface="KaiTi" panose="02010609060101010101" pitchFamily="49" charset="-122"/>
              </a:rPr>
              <a:t>无向树</a:t>
            </a:r>
            <a:r>
              <a:rPr lang="en-US" altLang="zh-CN" b="1" dirty="0">
                <a:latin typeface="Times New Roman" pitchFamily="18" charset="0"/>
                <a:ea typeface="楷体_GB2312" pitchFamily="49" charset="-122"/>
              </a:rPr>
              <a:t>(undirected tree = tree in graph theory = free tree).</a:t>
            </a:r>
          </a:p>
          <a:p>
            <a:pPr eaLnBrk="1" hangingPunct="1">
              <a:lnSpc>
                <a:spcPct val="120000"/>
              </a:lnSpc>
            </a:pPr>
            <a:r>
              <a:rPr lang="en-US" altLang="zh-CN" b="1" dirty="0">
                <a:latin typeface="Times New Roman" pitchFamily="18" charset="0"/>
                <a:ea typeface="楷体_GB2312" pitchFamily="49" charset="-122"/>
              </a:rPr>
              <a:t>Note tree in computer Science = Rooted tree</a:t>
            </a:r>
          </a:p>
          <a:p>
            <a:pPr eaLnBrk="1" hangingPunct="1">
              <a:lnSpc>
                <a:spcPct val="120000"/>
              </a:lnSpc>
            </a:pPr>
            <a:r>
              <a:rPr lang="en-US" altLang="zh-CN" b="1" dirty="0">
                <a:latin typeface="Times New Roman" pitchFamily="18" charset="0"/>
                <a:ea typeface="楷体_GB2312" pitchFamily="49" charset="-122"/>
              </a:rPr>
              <a:t>Cycle:</a:t>
            </a:r>
          </a:p>
        </p:txBody>
      </p:sp>
      <p:sp>
        <p:nvSpPr>
          <p:cNvPr id="51203" name="Oval 3"/>
          <p:cNvSpPr>
            <a:spLocks noChangeArrowheads="1"/>
          </p:cNvSpPr>
          <p:nvPr/>
        </p:nvSpPr>
        <p:spPr bwMode="auto">
          <a:xfrm>
            <a:off x="1763713" y="398938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4" name="Oval 4"/>
          <p:cNvSpPr>
            <a:spLocks noChangeArrowheads="1"/>
          </p:cNvSpPr>
          <p:nvPr/>
        </p:nvSpPr>
        <p:spPr bwMode="auto">
          <a:xfrm>
            <a:off x="3276600" y="32131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5" name="Oval 5"/>
          <p:cNvSpPr>
            <a:spLocks noChangeArrowheads="1"/>
          </p:cNvSpPr>
          <p:nvPr/>
        </p:nvSpPr>
        <p:spPr bwMode="auto">
          <a:xfrm>
            <a:off x="3276600" y="49022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6" name="Oval 6"/>
          <p:cNvSpPr>
            <a:spLocks noChangeArrowheads="1"/>
          </p:cNvSpPr>
          <p:nvPr/>
        </p:nvSpPr>
        <p:spPr bwMode="auto">
          <a:xfrm>
            <a:off x="5003800" y="34290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7" name="Oval 7"/>
          <p:cNvSpPr>
            <a:spLocks noChangeArrowheads="1"/>
          </p:cNvSpPr>
          <p:nvPr/>
        </p:nvSpPr>
        <p:spPr bwMode="auto">
          <a:xfrm>
            <a:off x="4572000" y="479742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8" name="Oval 8"/>
          <p:cNvSpPr>
            <a:spLocks noChangeArrowheads="1"/>
          </p:cNvSpPr>
          <p:nvPr/>
        </p:nvSpPr>
        <p:spPr bwMode="auto">
          <a:xfrm>
            <a:off x="5508625" y="479742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09" name="Oval 9"/>
          <p:cNvSpPr>
            <a:spLocks noChangeArrowheads="1"/>
          </p:cNvSpPr>
          <p:nvPr/>
        </p:nvSpPr>
        <p:spPr bwMode="auto">
          <a:xfrm>
            <a:off x="6732588" y="34290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10" name="Oval 10"/>
          <p:cNvSpPr>
            <a:spLocks noChangeArrowheads="1"/>
          </p:cNvSpPr>
          <p:nvPr/>
        </p:nvSpPr>
        <p:spPr bwMode="auto">
          <a:xfrm>
            <a:off x="6443663" y="443706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11" name="Oval 11"/>
          <p:cNvSpPr>
            <a:spLocks noChangeArrowheads="1"/>
          </p:cNvSpPr>
          <p:nvPr/>
        </p:nvSpPr>
        <p:spPr bwMode="auto">
          <a:xfrm>
            <a:off x="7164388" y="501332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12" name="Oval 12"/>
          <p:cNvSpPr>
            <a:spLocks noChangeArrowheads="1"/>
          </p:cNvSpPr>
          <p:nvPr/>
        </p:nvSpPr>
        <p:spPr bwMode="auto">
          <a:xfrm>
            <a:off x="7812088" y="45085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1213" name="Line 13"/>
          <p:cNvSpPr>
            <a:spLocks noChangeShapeType="1"/>
          </p:cNvSpPr>
          <p:nvPr/>
        </p:nvSpPr>
        <p:spPr bwMode="auto">
          <a:xfrm flipH="1">
            <a:off x="4643438" y="3500438"/>
            <a:ext cx="433387"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4" name="Line 14"/>
          <p:cNvSpPr>
            <a:spLocks noChangeShapeType="1"/>
          </p:cNvSpPr>
          <p:nvPr/>
        </p:nvSpPr>
        <p:spPr bwMode="auto">
          <a:xfrm>
            <a:off x="4643438" y="4868863"/>
            <a:ext cx="936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5" name="Line 15"/>
          <p:cNvSpPr>
            <a:spLocks noChangeShapeType="1"/>
          </p:cNvSpPr>
          <p:nvPr/>
        </p:nvSpPr>
        <p:spPr bwMode="auto">
          <a:xfrm>
            <a:off x="5076825" y="3500438"/>
            <a:ext cx="503238"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Line 16"/>
          <p:cNvSpPr>
            <a:spLocks noChangeShapeType="1"/>
          </p:cNvSpPr>
          <p:nvPr/>
        </p:nvSpPr>
        <p:spPr bwMode="auto">
          <a:xfrm flipH="1">
            <a:off x="6516688" y="3500438"/>
            <a:ext cx="287337" cy="1008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7" name="Line 17"/>
          <p:cNvSpPr>
            <a:spLocks noChangeShapeType="1"/>
          </p:cNvSpPr>
          <p:nvPr/>
        </p:nvSpPr>
        <p:spPr bwMode="auto">
          <a:xfrm>
            <a:off x="6516688" y="4508500"/>
            <a:ext cx="719137"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8" name="Line 18"/>
          <p:cNvSpPr>
            <a:spLocks noChangeShapeType="1"/>
          </p:cNvSpPr>
          <p:nvPr/>
        </p:nvSpPr>
        <p:spPr bwMode="auto">
          <a:xfrm flipV="1">
            <a:off x="7235825" y="4581525"/>
            <a:ext cx="649288" cy="503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9" name="Line 19"/>
          <p:cNvSpPr>
            <a:spLocks noChangeShapeType="1"/>
          </p:cNvSpPr>
          <p:nvPr/>
        </p:nvSpPr>
        <p:spPr bwMode="auto">
          <a:xfrm>
            <a:off x="6804025" y="3500438"/>
            <a:ext cx="1081088"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0" name="Freeform 20"/>
          <p:cNvSpPr>
            <a:spLocks/>
          </p:cNvSpPr>
          <p:nvPr/>
        </p:nvSpPr>
        <p:spPr bwMode="auto">
          <a:xfrm>
            <a:off x="2905125" y="3284538"/>
            <a:ext cx="442913" cy="1657350"/>
          </a:xfrm>
          <a:custGeom>
            <a:avLst/>
            <a:gdLst>
              <a:gd name="T0" fmla="*/ 2147483647 w 279"/>
              <a:gd name="T1" fmla="*/ 0 h 1044"/>
              <a:gd name="T2" fmla="*/ 2147483647 w 279"/>
              <a:gd name="T3" fmla="*/ 2147483647 h 1044"/>
              <a:gd name="T4" fmla="*/ 2147483647 w 279"/>
              <a:gd name="T5" fmla="*/ 2147483647 h 1044"/>
              <a:gd name="T6" fmla="*/ 0 60000 65536"/>
              <a:gd name="T7" fmla="*/ 0 60000 65536"/>
              <a:gd name="T8" fmla="*/ 0 60000 65536"/>
              <a:gd name="T9" fmla="*/ 0 w 279"/>
              <a:gd name="T10" fmla="*/ 0 h 1044"/>
              <a:gd name="T11" fmla="*/ 279 w 279"/>
              <a:gd name="T12" fmla="*/ 1044 h 1044"/>
            </a:gdLst>
            <a:ahLst/>
            <a:cxnLst>
              <a:cxn ang="T6">
                <a:pos x="T0" y="T1"/>
              </a:cxn>
              <a:cxn ang="T7">
                <a:pos x="T2" y="T3"/>
              </a:cxn>
              <a:cxn ang="T8">
                <a:pos x="T4" y="T5"/>
              </a:cxn>
            </a:cxnLst>
            <a:rect l="T9" t="T10" r="T11" b="T12"/>
            <a:pathLst>
              <a:path w="279" h="1044">
                <a:moveTo>
                  <a:pt x="279" y="0"/>
                </a:moveTo>
                <a:cubicBezTo>
                  <a:pt x="146" y="162"/>
                  <a:pt x="14" y="325"/>
                  <a:pt x="7" y="499"/>
                </a:cubicBezTo>
                <a:cubicBezTo>
                  <a:pt x="0" y="673"/>
                  <a:pt x="117" y="858"/>
                  <a:pt x="234" y="1044"/>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1" name="Freeform 21"/>
          <p:cNvSpPr>
            <a:spLocks/>
          </p:cNvSpPr>
          <p:nvPr/>
        </p:nvSpPr>
        <p:spPr bwMode="auto">
          <a:xfrm>
            <a:off x="3348038" y="3284538"/>
            <a:ext cx="576262" cy="1728787"/>
          </a:xfrm>
          <a:custGeom>
            <a:avLst/>
            <a:gdLst>
              <a:gd name="T0" fmla="*/ 0 w 363"/>
              <a:gd name="T1" fmla="*/ 0 h 1089"/>
              <a:gd name="T2" fmla="*/ 2147483647 w 363"/>
              <a:gd name="T3" fmla="*/ 2147483647 h 1089"/>
              <a:gd name="T4" fmla="*/ 0 w 363"/>
              <a:gd name="T5" fmla="*/ 2147483647 h 1089"/>
              <a:gd name="T6" fmla="*/ 0 60000 65536"/>
              <a:gd name="T7" fmla="*/ 0 60000 65536"/>
              <a:gd name="T8" fmla="*/ 0 60000 65536"/>
              <a:gd name="T9" fmla="*/ 0 w 363"/>
              <a:gd name="T10" fmla="*/ 0 h 1089"/>
              <a:gd name="T11" fmla="*/ 363 w 363"/>
              <a:gd name="T12" fmla="*/ 1089 h 1089"/>
            </a:gdLst>
            <a:ahLst/>
            <a:cxnLst>
              <a:cxn ang="T6">
                <a:pos x="T0" y="T1"/>
              </a:cxn>
              <a:cxn ang="T7">
                <a:pos x="T2" y="T3"/>
              </a:cxn>
              <a:cxn ang="T8">
                <a:pos x="T4" y="T5"/>
              </a:cxn>
            </a:cxnLst>
            <a:rect l="T9" t="T10" r="T11" b="T12"/>
            <a:pathLst>
              <a:path w="363" h="1089">
                <a:moveTo>
                  <a:pt x="0" y="0"/>
                </a:moveTo>
                <a:cubicBezTo>
                  <a:pt x="181" y="136"/>
                  <a:pt x="363" y="273"/>
                  <a:pt x="363" y="454"/>
                </a:cubicBezTo>
                <a:cubicBezTo>
                  <a:pt x="363" y="635"/>
                  <a:pt x="181" y="862"/>
                  <a:pt x="0" y="1089"/>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2" name="Freeform 22"/>
          <p:cNvSpPr>
            <a:spLocks/>
          </p:cNvSpPr>
          <p:nvPr/>
        </p:nvSpPr>
        <p:spPr bwMode="auto">
          <a:xfrm>
            <a:off x="1006475" y="3489325"/>
            <a:ext cx="889000" cy="1128713"/>
          </a:xfrm>
          <a:custGeom>
            <a:avLst/>
            <a:gdLst>
              <a:gd name="T0" fmla="*/ 2147483647 w 560"/>
              <a:gd name="T1" fmla="*/ 2147483647 h 711"/>
              <a:gd name="T2" fmla="*/ 2147483647 w 560"/>
              <a:gd name="T3" fmla="*/ 2147483647 h 711"/>
              <a:gd name="T4" fmla="*/ 2147483647 w 560"/>
              <a:gd name="T5" fmla="*/ 2147483647 h 711"/>
              <a:gd name="T6" fmla="*/ 2147483647 w 560"/>
              <a:gd name="T7" fmla="*/ 2147483647 h 711"/>
              <a:gd name="T8" fmla="*/ 2147483647 w 560"/>
              <a:gd name="T9" fmla="*/ 2147483647 h 711"/>
              <a:gd name="T10" fmla="*/ 0 60000 65536"/>
              <a:gd name="T11" fmla="*/ 0 60000 65536"/>
              <a:gd name="T12" fmla="*/ 0 60000 65536"/>
              <a:gd name="T13" fmla="*/ 0 60000 65536"/>
              <a:gd name="T14" fmla="*/ 0 60000 65536"/>
              <a:gd name="T15" fmla="*/ 0 w 560"/>
              <a:gd name="T16" fmla="*/ 0 h 711"/>
              <a:gd name="T17" fmla="*/ 560 w 560"/>
              <a:gd name="T18" fmla="*/ 711 h 711"/>
            </a:gdLst>
            <a:ahLst/>
            <a:cxnLst>
              <a:cxn ang="T10">
                <a:pos x="T0" y="T1"/>
              </a:cxn>
              <a:cxn ang="T11">
                <a:pos x="T2" y="T3"/>
              </a:cxn>
              <a:cxn ang="T12">
                <a:pos x="T4" y="T5"/>
              </a:cxn>
              <a:cxn ang="T13">
                <a:pos x="T6" y="T7"/>
              </a:cxn>
              <a:cxn ang="T14">
                <a:pos x="T8" y="T9"/>
              </a:cxn>
            </a:cxnLst>
            <a:rect l="T15" t="T16" r="T17" b="T18"/>
            <a:pathLst>
              <a:path w="560" h="711">
                <a:moveTo>
                  <a:pt x="522" y="325"/>
                </a:moveTo>
                <a:cubicBezTo>
                  <a:pt x="541" y="169"/>
                  <a:pt x="560" y="14"/>
                  <a:pt x="477" y="7"/>
                </a:cubicBezTo>
                <a:cubicBezTo>
                  <a:pt x="394" y="0"/>
                  <a:pt x="46" y="167"/>
                  <a:pt x="23" y="280"/>
                </a:cubicBezTo>
                <a:cubicBezTo>
                  <a:pt x="0" y="393"/>
                  <a:pt x="258" y="665"/>
                  <a:pt x="341" y="688"/>
                </a:cubicBezTo>
                <a:cubicBezTo>
                  <a:pt x="424" y="711"/>
                  <a:pt x="473" y="563"/>
                  <a:pt x="522" y="41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23" name="TextBox 1"/>
          <p:cNvSpPr txBox="1">
            <a:spLocks noChangeArrowheads="1"/>
          </p:cNvSpPr>
          <p:nvPr/>
        </p:nvSpPr>
        <p:spPr bwMode="auto">
          <a:xfrm>
            <a:off x="1450975" y="5229225"/>
            <a:ext cx="436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i="1">
                <a:latin typeface="Times New Roman" pitchFamily="18" charset="0"/>
                <a:cs typeface="Times New Roman" pitchFamily="18" charset="0"/>
              </a:rPr>
              <a:t>C</a:t>
            </a:r>
            <a:r>
              <a:rPr lang="en-US" altLang="zh-CN" baseline="-25000"/>
              <a:t>1</a:t>
            </a:r>
            <a:endParaRPr lang="zh-CN" altLang="en-US" baseline="-25000"/>
          </a:p>
        </p:txBody>
      </p:sp>
      <p:sp>
        <p:nvSpPr>
          <p:cNvPr id="51224" name="TextBox 23"/>
          <p:cNvSpPr txBox="1">
            <a:spLocks noChangeArrowheads="1"/>
          </p:cNvSpPr>
          <p:nvPr/>
        </p:nvSpPr>
        <p:spPr bwMode="auto">
          <a:xfrm>
            <a:off x="3125788" y="5229225"/>
            <a:ext cx="423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i="1">
                <a:latin typeface="Times New Roman" pitchFamily="18" charset="0"/>
                <a:cs typeface="Times New Roman" pitchFamily="18" charset="0"/>
              </a:rPr>
              <a:t>C</a:t>
            </a:r>
            <a:r>
              <a:rPr lang="en-US" altLang="zh-CN" baseline="-25000"/>
              <a:t>2</a:t>
            </a:r>
            <a:endParaRPr lang="zh-CN" altLang="en-US" baseline="-25000"/>
          </a:p>
        </p:txBody>
      </p:sp>
      <p:sp>
        <p:nvSpPr>
          <p:cNvPr id="51225" name="TextBox 24"/>
          <p:cNvSpPr txBox="1">
            <a:spLocks noChangeArrowheads="1"/>
          </p:cNvSpPr>
          <p:nvPr/>
        </p:nvSpPr>
        <p:spPr bwMode="auto">
          <a:xfrm>
            <a:off x="4929188" y="5241925"/>
            <a:ext cx="422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i="1">
                <a:latin typeface="Times New Roman" pitchFamily="18" charset="0"/>
                <a:cs typeface="Times New Roman" pitchFamily="18" charset="0"/>
              </a:rPr>
              <a:t>C</a:t>
            </a:r>
            <a:r>
              <a:rPr lang="en-US" altLang="zh-CN" baseline="-25000"/>
              <a:t>3</a:t>
            </a:r>
            <a:endParaRPr lang="zh-CN" altLang="en-US" baseline="-25000"/>
          </a:p>
        </p:txBody>
      </p:sp>
      <p:sp>
        <p:nvSpPr>
          <p:cNvPr id="51226" name="TextBox 25"/>
          <p:cNvSpPr txBox="1">
            <a:spLocks noChangeArrowheads="1"/>
          </p:cNvSpPr>
          <p:nvPr/>
        </p:nvSpPr>
        <p:spPr bwMode="auto">
          <a:xfrm>
            <a:off x="6946900" y="5241925"/>
            <a:ext cx="422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i="1">
                <a:latin typeface="Times New Roman" pitchFamily="18" charset="0"/>
                <a:cs typeface="Times New Roman" pitchFamily="18" charset="0"/>
              </a:rPr>
              <a:t>C</a:t>
            </a:r>
            <a:r>
              <a:rPr lang="en-US" altLang="zh-CN" baseline="-25000"/>
              <a:t>4</a:t>
            </a:r>
            <a:endParaRPr lang="zh-CN" altLang="en-US" baseline="-250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1"/>
          <p:cNvSpPr>
            <a:spLocks noGrp="1"/>
          </p:cNvSpPr>
          <p:nvPr>
            <p:ph/>
          </p:nvPr>
        </p:nvSpPr>
        <p:spPr/>
        <p:txBody>
          <a:bodyPr/>
          <a:lstStyle/>
          <a:p>
            <a:r>
              <a:rPr lang="en-US" altLang="zh-CN" dirty="0">
                <a:latin typeface="Times New Roman" pitchFamily="18" charset="0"/>
                <a:cs typeface="Times New Roman" pitchFamily="18" charset="0"/>
              </a:rPr>
              <a:t>Undirected trees</a:t>
            </a:r>
            <a:r>
              <a:rPr lang="en-US" altLang="zh-CN" dirty="0">
                <a:latin typeface="Times" pitchFamily="2" charset="0"/>
              </a:rPr>
              <a:t>?</a:t>
            </a:r>
          </a:p>
          <a:p>
            <a:endParaRPr lang="en-US" altLang="zh-CN" dirty="0"/>
          </a:p>
          <a:p>
            <a:endParaRPr lang="en-US" altLang="zh-CN" dirty="0"/>
          </a:p>
          <a:p>
            <a:endParaRPr lang="en-US" altLang="zh-CN" dirty="0"/>
          </a:p>
          <a:p>
            <a:endParaRPr lang="en-US" altLang="zh-CN" dirty="0"/>
          </a:p>
          <a:p>
            <a:endParaRPr lang="en-US" altLang="zh-CN" dirty="0"/>
          </a:p>
          <a:p>
            <a:r>
              <a:rPr lang="zh-CN" altLang="en-US" b="1" dirty="0">
                <a:latin typeface="+mn-ea"/>
              </a:rPr>
              <a:t>含</a:t>
            </a:r>
            <a:r>
              <a:rPr lang="en-US" altLang="zh-CN" b="1" i="1" dirty="0">
                <a:latin typeface="Times New Roman" panose="02020603050405020304" pitchFamily="18" charset="0"/>
                <a:cs typeface="Times New Roman" panose="02020603050405020304" pitchFamily="18" charset="0"/>
              </a:rPr>
              <a:t>n</a:t>
            </a:r>
            <a:r>
              <a:rPr lang="en-US" altLang="zh-CN" b="1" dirty="0">
                <a:latin typeface="+mn-ea"/>
              </a:rPr>
              <a:t>(</a:t>
            </a:r>
            <a:r>
              <a:rPr lang="en-US" altLang="zh-CN" b="1" i="1" dirty="0">
                <a:latin typeface="Times New Roman" panose="02020603050405020304" pitchFamily="18" charset="0"/>
                <a:cs typeface="Times New Roman" panose="02020603050405020304" pitchFamily="18" charset="0"/>
              </a:rPr>
              <a:t>n </a:t>
            </a:r>
            <a:r>
              <a:rPr lang="en-US" altLang="zh-CN" b="1" dirty="0">
                <a:latin typeface="Times New Roman" panose="02020603050405020304" pitchFamily="18" charset="0"/>
                <a:cs typeface="Times New Roman" panose="02020603050405020304" pitchFamily="18" charset="0"/>
              </a:rPr>
              <a:t>≥ 1</a:t>
            </a:r>
            <a:r>
              <a:rPr lang="en-US" altLang="zh-CN" b="1" dirty="0">
                <a:latin typeface="+mn-ea"/>
              </a:rPr>
              <a:t>)</a:t>
            </a:r>
            <a:r>
              <a:rPr lang="zh-CN" altLang="en-US" b="1" dirty="0">
                <a:latin typeface="+mn-ea"/>
              </a:rPr>
              <a:t>个节点的树称为</a:t>
            </a:r>
            <a:r>
              <a:rPr lang="en-US" altLang="zh-CN" b="1" i="1" dirty="0">
                <a:solidFill>
                  <a:srgbClr val="FF0000"/>
                </a:solidFill>
                <a:latin typeface="Times New Roman" panose="02020603050405020304" pitchFamily="18" charset="0"/>
                <a:cs typeface="Times New Roman" panose="02020603050405020304" pitchFamily="18" charset="0"/>
              </a:rPr>
              <a:t>n</a:t>
            </a:r>
            <a:r>
              <a:rPr lang="zh-CN" altLang="en-US" b="1" dirty="0">
                <a:solidFill>
                  <a:srgbClr val="FF0000"/>
                </a:solidFill>
                <a:latin typeface="+mn-ea"/>
              </a:rPr>
              <a:t>阶树</a:t>
            </a:r>
            <a:r>
              <a:rPr lang="en-US" altLang="zh-CN" b="1" dirty="0">
                <a:latin typeface="+mn-ea"/>
              </a:rPr>
              <a:t>. </a:t>
            </a:r>
            <a:r>
              <a:rPr lang="zh-CN" altLang="en-US" b="1" dirty="0">
                <a:latin typeface="+mn-ea"/>
              </a:rPr>
              <a:t>不含任意节点的树称为空树</a:t>
            </a:r>
            <a:r>
              <a:rPr lang="en-US" altLang="zh-CN" b="1" dirty="0">
                <a:latin typeface="+mn-ea"/>
              </a:rPr>
              <a:t>.</a:t>
            </a:r>
          </a:p>
          <a:p>
            <a:endParaRPr lang="en-US" altLang="zh-CN" b="1" dirty="0">
              <a:latin typeface="Times New Roman" pitchFamily="18" charset="0"/>
              <a:ea typeface="楷体_GB2312" pitchFamily="49" charset="-122"/>
            </a:endParaRPr>
          </a:p>
          <a:p>
            <a:endParaRPr lang="en-US" altLang="zh-CN" dirty="0"/>
          </a:p>
          <a:p>
            <a:endParaRPr lang="en-US" altLang="zh-CN" dirty="0"/>
          </a:p>
          <a:p>
            <a:endParaRPr lang="en-US" altLang="zh-CN" dirty="0"/>
          </a:p>
          <a:p>
            <a:endParaRPr lang="zh-CN" altLang="en-US" dirty="0"/>
          </a:p>
        </p:txBody>
      </p:sp>
      <p:sp>
        <p:nvSpPr>
          <p:cNvPr id="52227" name="Oval 4"/>
          <p:cNvSpPr>
            <a:spLocks noChangeArrowheads="1"/>
          </p:cNvSpPr>
          <p:nvPr/>
        </p:nvSpPr>
        <p:spPr bwMode="auto">
          <a:xfrm>
            <a:off x="1763713" y="10541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2228" name="Oval 4"/>
          <p:cNvSpPr>
            <a:spLocks noChangeArrowheads="1"/>
          </p:cNvSpPr>
          <p:nvPr/>
        </p:nvSpPr>
        <p:spPr bwMode="auto">
          <a:xfrm>
            <a:off x="1692275" y="20605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2229" name="Oval 4"/>
          <p:cNvSpPr>
            <a:spLocks noChangeArrowheads="1"/>
          </p:cNvSpPr>
          <p:nvPr/>
        </p:nvSpPr>
        <p:spPr bwMode="auto">
          <a:xfrm>
            <a:off x="2627313" y="204152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2230" name="Oval 4"/>
          <p:cNvSpPr>
            <a:spLocks noChangeArrowheads="1"/>
          </p:cNvSpPr>
          <p:nvPr/>
        </p:nvSpPr>
        <p:spPr bwMode="auto">
          <a:xfrm>
            <a:off x="2554288" y="27813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2231" name="Oval 4"/>
          <p:cNvSpPr>
            <a:spLocks noChangeArrowheads="1"/>
          </p:cNvSpPr>
          <p:nvPr/>
        </p:nvSpPr>
        <p:spPr bwMode="auto">
          <a:xfrm>
            <a:off x="2770188" y="10668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2232" name="Oval 4"/>
          <p:cNvSpPr>
            <a:spLocks noChangeArrowheads="1"/>
          </p:cNvSpPr>
          <p:nvPr/>
        </p:nvSpPr>
        <p:spPr bwMode="auto">
          <a:xfrm>
            <a:off x="1620838" y="27813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cxnSp>
        <p:nvCxnSpPr>
          <p:cNvPr id="10" name="直接连接符 9"/>
          <p:cNvCxnSpPr>
            <a:stCxn id="52227" idx="4"/>
            <a:endCxn id="52229" idx="1"/>
          </p:cNvCxnSpPr>
          <p:nvPr/>
        </p:nvCxnSpPr>
        <p:spPr>
          <a:xfrm>
            <a:off x="1835150" y="1196975"/>
            <a:ext cx="812800" cy="8651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647950" y="2184400"/>
            <a:ext cx="22225" cy="596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52228" idx="7"/>
          </p:cNvCxnSpPr>
          <p:nvPr/>
        </p:nvCxnSpPr>
        <p:spPr>
          <a:xfrm flipV="1">
            <a:off x="1812925" y="1209675"/>
            <a:ext cx="957263" cy="8715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52228" idx="4"/>
          </p:cNvCxnSpPr>
          <p:nvPr/>
        </p:nvCxnSpPr>
        <p:spPr>
          <a:xfrm flipH="1">
            <a:off x="1703388" y="2203450"/>
            <a:ext cx="60325" cy="577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2237" name="TextBox 26"/>
          <p:cNvSpPr txBox="1">
            <a:spLocks noChangeArrowheads="1"/>
          </p:cNvSpPr>
          <p:nvPr/>
        </p:nvSpPr>
        <p:spPr bwMode="auto">
          <a:xfrm>
            <a:off x="1906588" y="32845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endParaRPr lang="zh-CN" altLang="en-US"/>
          </a:p>
        </p:txBody>
      </p:sp>
      <p:sp>
        <p:nvSpPr>
          <p:cNvPr id="52238" name="TextBox 27"/>
          <p:cNvSpPr txBox="1">
            <a:spLocks noChangeArrowheads="1"/>
          </p:cNvSpPr>
          <p:nvPr/>
        </p:nvSpPr>
        <p:spPr bwMode="auto">
          <a:xfrm>
            <a:off x="4356100" y="3290888"/>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endParaRPr lang="zh-CN" altLang="en-US"/>
          </a:p>
        </p:txBody>
      </p:sp>
      <p:pic>
        <p:nvPicPr>
          <p:cNvPr id="52239" name="图片 3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7638" y="825500"/>
            <a:ext cx="1716087" cy="243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0" name="TextBox 31"/>
          <p:cNvSpPr txBox="1">
            <a:spLocks noChangeArrowheads="1"/>
          </p:cNvSpPr>
          <p:nvPr/>
        </p:nvSpPr>
        <p:spPr bwMode="auto">
          <a:xfrm>
            <a:off x="7092950" y="3284538"/>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a:t>
            </a:r>
            <a:endParaRPr lang="zh-CN" altLang="en-US"/>
          </a:p>
        </p:txBody>
      </p:sp>
      <p:pic>
        <p:nvPicPr>
          <p:cNvPr id="52241" name="图片 3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825500"/>
            <a:ext cx="1914525"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p:nvPr>
        </p:nvSpPr>
        <p:spPr/>
        <p:txBody>
          <a:bodyPr/>
          <a:lstStyle/>
          <a:p>
            <a:pPr eaLnBrk="1" hangingPunct="1"/>
            <a:endParaRPr lang="en-US" altLang="zh-CN">
              <a:latin typeface="Times New Roman" pitchFamily="18" charset="0"/>
            </a:endParaRPr>
          </a:p>
          <a:p>
            <a:pPr eaLnBrk="1" hangingPunct="1"/>
            <a:endParaRPr lang="en-US" altLang="zh-CN">
              <a:latin typeface="Times New Roman" pitchFamily="18" charset="0"/>
            </a:endParaRPr>
          </a:p>
        </p:txBody>
      </p:sp>
      <p:sp>
        <p:nvSpPr>
          <p:cNvPr id="53251" name="Oval 3"/>
          <p:cNvSpPr>
            <a:spLocks noChangeArrowheads="1"/>
          </p:cNvSpPr>
          <p:nvPr/>
        </p:nvSpPr>
        <p:spPr bwMode="auto">
          <a:xfrm>
            <a:off x="3203575" y="23495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2" name="Oval 4"/>
          <p:cNvSpPr>
            <a:spLocks noChangeArrowheads="1"/>
          </p:cNvSpPr>
          <p:nvPr/>
        </p:nvSpPr>
        <p:spPr bwMode="auto">
          <a:xfrm>
            <a:off x="3203575" y="62071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3" name="Line 5"/>
          <p:cNvSpPr>
            <a:spLocks noChangeShapeType="1"/>
          </p:cNvSpPr>
          <p:nvPr/>
        </p:nvSpPr>
        <p:spPr bwMode="auto">
          <a:xfrm flipV="1">
            <a:off x="3276600" y="692150"/>
            <a:ext cx="0" cy="16557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4" name="Oval 6"/>
          <p:cNvSpPr>
            <a:spLocks noChangeArrowheads="1"/>
          </p:cNvSpPr>
          <p:nvPr/>
        </p:nvSpPr>
        <p:spPr bwMode="auto">
          <a:xfrm>
            <a:off x="4643438" y="5492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5" name="Oval 7"/>
          <p:cNvSpPr>
            <a:spLocks noChangeArrowheads="1"/>
          </p:cNvSpPr>
          <p:nvPr/>
        </p:nvSpPr>
        <p:spPr bwMode="auto">
          <a:xfrm>
            <a:off x="4643438" y="242093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6" name="Oval 8"/>
          <p:cNvSpPr>
            <a:spLocks noChangeArrowheads="1"/>
          </p:cNvSpPr>
          <p:nvPr/>
        </p:nvSpPr>
        <p:spPr bwMode="auto">
          <a:xfrm>
            <a:off x="4643438" y="155733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7" name="Oval 9"/>
          <p:cNvSpPr>
            <a:spLocks noChangeArrowheads="1"/>
          </p:cNvSpPr>
          <p:nvPr/>
        </p:nvSpPr>
        <p:spPr bwMode="auto">
          <a:xfrm>
            <a:off x="5148263" y="45085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8" name="Oval 10"/>
          <p:cNvSpPr>
            <a:spLocks noChangeArrowheads="1"/>
          </p:cNvSpPr>
          <p:nvPr/>
        </p:nvSpPr>
        <p:spPr bwMode="auto">
          <a:xfrm>
            <a:off x="5724525" y="36449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59" name="Oval 11"/>
          <p:cNvSpPr>
            <a:spLocks noChangeArrowheads="1"/>
          </p:cNvSpPr>
          <p:nvPr/>
        </p:nvSpPr>
        <p:spPr bwMode="auto">
          <a:xfrm>
            <a:off x="4716463" y="357346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0" name="Oval 12"/>
          <p:cNvSpPr>
            <a:spLocks noChangeArrowheads="1"/>
          </p:cNvSpPr>
          <p:nvPr/>
        </p:nvSpPr>
        <p:spPr bwMode="auto">
          <a:xfrm>
            <a:off x="5148263" y="551656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1" name="Line 13"/>
          <p:cNvSpPr>
            <a:spLocks noChangeShapeType="1"/>
          </p:cNvSpPr>
          <p:nvPr/>
        </p:nvSpPr>
        <p:spPr bwMode="auto">
          <a:xfrm>
            <a:off x="4787900" y="3716338"/>
            <a:ext cx="431800" cy="865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14"/>
          <p:cNvSpPr>
            <a:spLocks noChangeShapeType="1"/>
          </p:cNvSpPr>
          <p:nvPr/>
        </p:nvSpPr>
        <p:spPr bwMode="auto">
          <a:xfrm flipH="1">
            <a:off x="5219700" y="3787775"/>
            <a:ext cx="504825" cy="792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Line 15"/>
          <p:cNvSpPr>
            <a:spLocks noChangeShapeType="1"/>
          </p:cNvSpPr>
          <p:nvPr/>
        </p:nvSpPr>
        <p:spPr bwMode="auto">
          <a:xfrm>
            <a:off x="5219700" y="4581525"/>
            <a:ext cx="0" cy="10080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4" name="Oval 16"/>
          <p:cNvSpPr>
            <a:spLocks noChangeArrowheads="1"/>
          </p:cNvSpPr>
          <p:nvPr/>
        </p:nvSpPr>
        <p:spPr bwMode="auto">
          <a:xfrm>
            <a:off x="1763713" y="11969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5" name="Oval 17"/>
          <p:cNvSpPr>
            <a:spLocks noChangeArrowheads="1"/>
          </p:cNvSpPr>
          <p:nvPr/>
        </p:nvSpPr>
        <p:spPr bwMode="auto">
          <a:xfrm>
            <a:off x="3563938" y="36449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6" name="Oval 18"/>
          <p:cNvSpPr>
            <a:spLocks noChangeArrowheads="1"/>
          </p:cNvSpPr>
          <p:nvPr/>
        </p:nvSpPr>
        <p:spPr bwMode="auto">
          <a:xfrm>
            <a:off x="3563938" y="443706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7" name="Oval 19"/>
          <p:cNvSpPr>
            <a:spLocks noChangeArrowheads="1"/>
          </p:cNvSpPr>
          <p:nvPr/>
        </p:nvSpPr>
        <p:spPr bwMode="auto">
          <a:xfrm>
            <a:off x="3563938" y="501332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8" name="Oval 20"/>
          <p:cNvSpPr>
            <a:spLocks noChangeArrowheads="1"/>
          </p:cNvSpPr>
          <p:nvPr/>
        </p:nvSpPr>
        <p:spPr bwMode="auto">
          <a:xfrm>
            <a:off x="3563938" y="558958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69" name="Line 22"/>
          <p:cNvSpPr>
            <a:spLocks noChangeShapeType="1"/>
          </p:cNvSpPr>
          <p:nvPr/>
        </p:nvSpPr>
        <p:spPr bwMode="auto">
          <a:xfrm>
            <a:off x="4716463" y="620713"/>
            <a:ext cx="0" cy="935037"/>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0" name="Line 23"/>
          <p:cNvSpPr>
            <a:spLocks noChangeShapeType="1"/>
          </p:cNvSpPr>
          <p:nvPr/>
        </p:nvSpPr>
        <p:spPr bwMode="auto">
          <a:xfrm>
            <a:off x="4716463" y="1700213"/>
            <a:ext cx="0" cy="7921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1" name="Oval 24"/>
          <p:cNvSpPr>
            <a:spLocks noChangeArrowheads="1"/>
          </p:cNvSpPr>
          <p:nvPr/>
        </p:nvSpPr>
        <p:spPr bwMode="auto">
          <a:xfrm>
            <a:off x="6732588" y="90805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2" name="Oval 25"/>
          <p:cNvSpPr>
            <a:spLocks noChangeArrowheads="1"/>
          </p:cNvSpPr>
          <p:nvPr/>
        </p:nvSpPr>
        <p:spPr bwMode="auto">
          <a:xfrm>
            <a:off x="6732588" y="16287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3" name="Oval 26"/>
          <p:cNvSpPr>
            <a:spLocks noChangeArrowheads="1"/>
          </p:cNvSpPr>
          <p:nvPr/>
        </p:nvSpPr>
        <p:spPr bwMode="auto">
          <a:xfrm>
            <a:off x="7308850" y="16287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4" name="Line 27"/>
          <p:cNvSpPr>
            <a:spLocks noChangeShapeType="1"/>
          </p:cNvSpPr>
          <p:nvPr/>
        </p:nvSpPr>
        <p:spPr bwMode="auto">
          <a:xfrm>
            <a:off x="6804025" y="104775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5" name="Line 28"/>
          <p:cNvSpPr>
            <a:spLocks noChangeShapeType="1"/>
          </p:cNvSpPr>
          <p:nvPr/>
        </p:nvSpPr>
        <p:spPr bwMode="auto">
          <a:xfrm>
            <a:off x="6804025" y="170021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6" name="Oval 29"/>
          <p:cNvSpPr>
            <a:spLocks noChangeArrowheads="1"/>
          </p:cNvSpPr>
          <p:nvPr/>
        </p:nvSpPr>
        <p:spPr bwMode="auto">
          <a:xfrm>
            <a:off x="8027988" y="83661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7" name="Oval 30"/>
          <p:cNvSpPr>
            <a:spLocks noChangeArrowheads="1"/>
          </p:cNvSpPr>
          <p:nvPr/>
        </p:nvSpPr>
        <p:spPr bwMode="auto">
          <a:xfrm>
            <a:off x="7812088" y="16287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8" name="Oval 31"/>
          <p:cNvSpPr>
            <a:spLocks noChangeArrowheads="1"/>
          </p:cNvSpPr>
          <p:nvPr/>
        </p:nvSpPr>
        <p:spPr bwMode="auto">
          <a:xfrm>
            <a:off x="8316913" y="16287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79" name="Line 32"/>
          <p:cNvSpPr>
            <a:spLocks noChangeShapeType="1"/>
          </p:cNvSpPr>
          <p:nvPr/>
        </p:nvSpPr>
        <p:spPr bwMode="auto">
          <a:xfrm flipH="1">
            <a:off x="7885113" y="908050"/>
            <a:ext cx="215900"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0" name="Line 33"/>
          <p:cNvSpPr>
            <a:spLocks noChangeShapeType="1"/>
          </p:cNvSpPr>
          <p:nvPr/>
        </p:nvSpPr>
        <p:spPr bwMode="auto">
          <a:xfrm>
            <a:off x="8101013" y="908050"/>
            <a:ext cx="287337"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1" name="Oval 34"/>
          <p:cNvSpPr>
            <a:spLocks noChangeArrowheads="1"/>
          </p:cNvSpPr>
          <p:nvPr/>
        </p:nvSpPr>
        <p:spPr bwMode="auto">
          <a:xfrm>
            <a:off x="7451725" y="2060575"/>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82" name="Oval 35"/>
          <p:cNvSpPr>
            <a:spLocks noChangeArrowheads="1"/>
          </p:cNvSpPr>
          <p:nvPr/>
        </p:nvSpPr>
        <p:spPr bwMode="auto">
          <a:xfrm>
            <a:off x="7480300" y="2565400"/>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83" name="Oval 36"/>
          <p:cNvSpPr>
            <a:spLocks noChangeArrowheads="1"/>
          </p:cNvSpPr>
          <p:nvPr/>
        </p:nvSpPr>
        <p:spPr bwMode="auto">
          <a:xfrm>
            <a:off x="7524750" y="306863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3284" name="Freeform 37"/>
          <p:cNvSpPr>
            <a:spLocks/>
          </p:cNvSpPr>
          <p:nvPr/>
        </p:nvSpPr>
        <p:spPr bwMode="auto">
          <a:xfrm>
            <a:off x="7164388" y="2168525"/>
            <a:ext cx="360362" cy="971550"/>
          </a:xfrm>
          <a:custGeom>
            <a:avLst/>
            <a:gdLst>
              <a:gd name="T0" fmla="*/ 2147483647 w 227"/>
              <a:gd name="T1" fmla="*/ 0 h 635"/>
              <a:gd name="T2" fmla="*/ 0 w 227"/>
              <a:gd name="T3" fmla="*/ 2147483647 h 635"/>
              <a:gd name="T4" fmla="*/ 2147483647 w 227"/>
              <a:gd name="T5" fmla="*/ 2147483647 h 635"/>
              <a:gd name="T6" fmla="*/ 0 60000 65536"/>
              <a:gd name="T7" fmla="*/ 0 60000 65536"/>
              <a:gd name="T8" fmla="*/ 0 60000 65536"/>
              <a:gd name="T9" fmla="*/ 0 w 227"/>
              <a:gd name="T10" fmla="*/ 0 h 635"/>
              <a:gd name="T11" fmla="*/ 227 w 227"/>
              <a:gd name="T12" fmla="*/ 635 h 635"/>
            </a:gdLst>
            <a:ahLst/>
            <a:cxnLst>
              <a:cxn ang="T6">
                <a:pos x="T0" y="T1"/>
              </a:cxn>
              <a:cxn ang="T7">
                <a:pos x="T2" y="T3"/>
              </a:cxn>
              <a:cxn ang="T8">
                <a:pos x="T4" y="T5"/>
              </a:cxn>
            </a:cxnLst>
            <a:rect l="T9" t="T10" r="T11" b="T12"/>
            <a:pathLst>
              <a:path w="227" h="635">
                <a:moveTo>
                  <a:pt x="227" y="0"/>
                </a:moveTo>
                <a:cubicBezTo>
                  <a:pt x="113" y="105"/>
                  <a:pt x="0" y="211"/>
                  <a:pt x="0" y="317"/>
                </a:cubicBezTo>
                <a:cubicBezTo>
                  <a:pt x="0" y="423"/>
                  <a:pt x="113" y="529"/>
                  <a:pt x="227" y="635"/>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3285" name="Line 38"/>
          <p:cNvSpPr>
            <a:spLocks noChangeShapeType="1"/>
          </p:cNvSpPr>
          <p:nvPr/>
        </p:nvSpPr>
        <p:spPr bwMode="auto">
          <a:xfrm>
            <a:off x="7551738" y="2708275"/>
            <a:ext cx="28575" cy="4333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6" name="Rectangle 39"/>
          <p:cNvSpPr>
            <a:spLocks noChangeArrowheads="1"/>
          </p:cNvSpPr>
          <p:nvPr/>
        </p:nvSpPr>
        <p:spPr bwMode="auto">
          <a:xfrm>
            <a:off x="6300788" y="549275"/>
            <a:ext cx="2519362" cy="2951163"/>
          </a:xfrm>
          <a:prstGeom prst="rect">
            <a:avLst/>
          </a:prstGeom>
          <a:noFill/>
          <a:ln w="508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cxnSp>
        <p:nvCxnSpPr>
          <p:cNvPr id="3" name="直接连接符 2"/>
          <p:cNvCxnSpPr>
            <a:stCxn id="53268" idx="0"/>
            <a:endCxn id="53267" idx="4"/>
          </p:cNvCxnSpPr>
          <p:nvPr/>
        </p:nvCxnSpPr>
        <p:spPr>
          <a:xfrm flipV="1">
            <a:off x="3635375" y="5156200"/>
            <a:ext cx="0" cy="4333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3635375" y="4579938"/>
            <a:ext cx="0" cy="4333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3635375" y="3787775"/>
            <a:ext cx="0" cy="6492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290" name="TextBox 9"/>
          <p:cNvSpPr txBox="1">
            <a:spLocks noChangeArrowheads="1"/>
          </p:cNvSpPr>
          <p:nvPr/>
        </p:nvSpPr>
        <p:spPr bwMode="auto">
          <a:xfrm>
            <a:off x="1768475" y="281622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(1)</a:t>
            </a:r>
            <a:endParaRPr lang="zh-CN" altLang="en-US"/>
          </a:p>
        </p:txBody>
      </p:sp>
      <p:sp>
        <p:nvSpPr>
          <p:cNvPr id="53291" name="TextBox 50"/>
          <p:cNvSpPr txBox="1">
            <a:spLocks noChangeArrowheads="1"/>
          </p:cNvSpPr>
          <p:nvPr/>
        </p:nvSpPr>
        <p:spPr bwMode="auto">
          <a:xfrm>
            <a:off x="3043238" y="279717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(2)</a:t>
            </a:r>
            <a:endParaRPr lang="zh-CN" altLang="en-US"/>
          </a:p>
        </p:txBody>
      </p:sp>
      <p:sp>
        <p:nvSpPr>
          <p:cNvPr id="53292" name="TextBox 51"/>
          <p:cNvSpPr txBox="1">
            <a:spLocks noChangeArrowheads="1"/>
          </p:cNvSpPr>
          <p:nvPr/>
        </p:nvSpPr>
        <p:spPr bwMode="auto">
          <a:xfrm>
            <a:off x="4554538" y="27797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a:t>
            </a:r>
            <a:endParaRPr lang="zh-CN" altLang="en-US"/>
          </a:p>
        </p:txBody>
      </p:sp>
      <p:sp>
        <p:nvSpPr>
          <p:cNvPr id="53293" name="TextBox 52"/>
          <p:cNvSpPr txBox="1">
            <a:spLocks noChangeArrowheads="1"/>
          </p:cNvSpPr>
          <p:nvPr/>
        </p:nvSpPr>
        <p:spPr bwMode="auto">
          <a:xfrm>
            <a:off x="3371850" y="5876925"/>
            <a:ext cx="658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(4.1)</a:t>
            </a:r>
            <a:endParaRPr lang="zh-CN" altLang="en-US"/>
          </a:p>
        </p:txBody>
      </p:sp>
      <p:sp>
        <p:nvSpPr>
          <p:cNvPr id="53294" name="TextBox 53"/>
          <p:cNvSpPr txBox="1">
            <a:spLocks noChangeArrowheads="1"/>
          </p:cNvSpPr>
          <p:nvPr/>
        </p:nvSpPr>
        <p:spPr bwMode="auto">
          <a:xfrm>
            <a:off x="4919663" y="5846763"/>
            <a:ext cx="65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(4.2)</a:t>
            </a:r>
            <a:endParaRPr lang="zh-CN" altLang="en-US"/>
          </a:p>
        </p:txBody>
      </p:sp>
      <p:sp>
        <p:nvSpPr>
          <p:cNvPr id="53295" name="TextBox 54"/>
          <p:cNvSpPr txBox="1">
            <a:spLocks noChangeArrowheads="1"/>
          </p:cNvSpPr>
          <p:nvPr/>
        </p:nvSpPr>
        <p:spPr bwMode="auto">
          <a:xfrm>
            <a:off x="6505575" y="1822450"/>
            <a:ext cx="658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(3.1)</a:t>
            </a:r>
            <a:endParaRPr lang="zh-CN" altLang="en-US"/>
          </a:p>
        </p:txBody>
      </p:sp>
      <p:sp>
        <p:nvSpPr>
          <p:cNvPr id="53296" name="TextBox 55"/>
          <p:cNvSpPr txBox="1">
            <a:spLocks noChangeArrowheads="1"/>
          </p:cNvSpPr>
          <p:nvPr/>
        </p:nvSpPr>
        <p:spPr bwMode="auto">
          <a:xfrm>
            <a:off x="7800975" y="1800225"/>
            <a:ext cx="6588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(3.2)</a:t>
            </a:r>
            <a:endParaRPr lang="zh-CN" altLang="en-US"/>
          </a:p>
        </p:txBody>
      </p:sp>
      <p:sp>
        <p:nvSpPr>
          <p:cNvPr id="53297" name="TextBox 56"/>
          <p:cNvSpPr txBox="1">
            <a:spLocks noChangeArrowheads="1"/>
          </p:cNvSpPr>
          <p:nvPr/>
        </p:nvSpPr>
        <p:spPr bwMode="auto">
          <a:xfrm>
            <a:off x="7345363" y="3148013"/>
            <a:ext cx="6588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a:t>(3.3)</a:t>
            </a:r>
            <a:endParaRPr lang="zh-CN" altLang="en-US"/>
          </a:p>
        </p:txBody>
      </p:sp>
      <p:graphicFrame>
        <p:nvGraphicFramePr>
          <p:cNvPr id="53298" name="对象 11"/>
          <p:cNvGraphicFramePr>
            <a:graphicFrameLocks noChangeAspect="1"/>
          </p:cNvGraphicFramePr>
          <p:nvPr/>
        </p:nvGraphicFramePr>
        <p:xfrm>
          <a:off x="5219700" y="1304925"/>
          <a:ext cx="777875" cy="655638"/>
        </p:xfrm>
        <a:graphic>
          <a:graphicData uri="http://schemas.openxmlformats.org/presentationml/2006/ole">
            <mc:AlternateContent xmlns:mc="http://schemas.openxmlformats.org/markup-compatibility/2006">
              <mc:Choice xmlns:v="urn:schemas-microsoft-com:vml" Requires="v">
                <p:oleObj name="公式" r:id="rId2" imgW="95357" imgH="76140" progId="Equation.3">
                  <p:embed/>
                </p:oleObj>
              </mc:Choice>
              <mc:Fallback>
                <p:oleObj name="公式" r:id="rId2" imgW="95357" imgH="76140" progId="Equation.3">
                  <p:embed/>
                  <p:pic>
                    <p:nvPicPr>
                      <p:cNvPr id="0" name="对象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304925"/>
                        <a:ext cx="777875"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p:nvPr>
        </p:nvSpPr>
        <p:spPr/>
        <p:txBody>
          <a:bodyPr/>
          <a:lstStyle/>
          <a:p>
            <a:pPr eaLnBrk="1" hangingPunct="1">
              <a:lnSpc>
                <a:spcPct val="120000"/>
              </a:lnSpc>
            </a:pPr>
            <a:r>
              <a:rPr lang="en-US" altLang="zh-CN" b="1" dirty="0">
                <a:latin typeface="Times New Roman" pitchFamily="18" charset="0"/>
                <a:ea typeface="楷体_GB2312" pitchFamily="49" charset="-122"/>
              </a:rPr>
              <a:t>7.3.2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无向树的性质</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Chapter 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图的性质主要针对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的关系</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节点度数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路与路径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连通性等进行讨论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包括</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去掉边的方向就是无向树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无向树的基本性质</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阶无向树恰有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条边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使用数学归纳法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假设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1</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阶无向树恰有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2</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条边</a:t>
            </a:r>
            <a:r>
              <a:rPr lang="zh-CN" altLang="en-US" b="1" i="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阶无向树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由于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2 ,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于是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1.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由定理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6-3</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知</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有圈</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,C!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deg</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1: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 calcmode="lin" valueType="num">
                                      <p:cBhvr additive="base">
                                        <p:cTn id="7" dur="500" fill="hold"/>
                                        <p:tgtEl>
                                          <p:spTgt spid="563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6322">
                                            <p:txEl>
                                              <p:pRg st="1" end="1"/>
                                            </p:txEl>
                                          </p:spTgt>
                                        </p:tgtEl>
                                        <p:attrNameLst>
                                          <p:attrName>style.visibility</p:attrName>
                                        </p:attrNameLst>
                                      </p:cBhvr>
                                      <p:to>
                                        <p:strVal val="visible"/>
                                      </p:to>
                                    </p:set>
                                    <p:anim calcmode="lin" valueType="num">
                                      <p:cBhvr additive="base">
                                        <p:cTn id="13" dur="500" fill="hold"/>
                                        <p:tgtEl>
                                          <p:spTgt spid="5632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6322">
                                            <p:txEl>
                                              <p:pRg st="2" end="2"/>
                                            </p:txEl>
                                          </p:spTgt>
                                        </p:tgtEl>
                                        <p:attrNameLst>
                                          <p:attrName>style.visibility</p:attrName>
                                        </p:attrNameLst>
                                      </p:cBhvr>
                                      <p:to>
                                        <p:strVal val="visible"/>
                                      </p:to>
                                    </p:set>
                                    <p:anim calcmode="lin" valueType="num">
                                      <p:cBhvr additive="base">
                                        <p:cTn id="19" dur="500" fill="hold"/>
                                        <p:tgtEl>
                                          <p:spTgt spid="5632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6322">
                                            <p:txEl>
                                              <p:pRg st="4" end="4"/>
                                            </p:txEl>
                                          </p:spTgt>
                                        </p:tgtEl>
                                        <p:attrNameLst>
                                          <p:attrName>style.visibility</p:attrName>
                                        </p:attrNameLst>
                                      </p:cBhvr>
                                      <p:to>
                                        <p:strVal val="visible"/>
                                      </p:to>
                                    </p:set>
                                    <p:anim calcmode="lin" valueType="num">
                                      <p:cBhvr additive="base">
                                        <p:cTn id="25" dur="500" fill="hold"/>
                                        <p:tgtEl>
                                          <p:spTgt spid="5632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632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6322">
                                            <p:txEl>
                                              <p:pRg st="6" end="6"/>
                                            </p:txEl>
                                          </p:spTgt>
                                        </p:tgtEl>
                                        <p:attrNameLst>
                                          <p:attrName>style.visibility</p:attrName>
                                        </p:attrNameLst>
                                      </p:cBhvr>
                                      <p:to>
                                        <p:strVal val="visible"/>
                                      </p:to>
                                    </p:set>
                                    <p:anim calcmode="lin" valueType="num">
                                      <p:cBhvr additive="base">
                                        <p:cTn id="31" dur="500" fill="hold"/>
                                        <p:tgtEl>
                                          <p:spTgt spid="5632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632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p:nvPr>
        </p:nvSpPr>
        <p:spPr/>
        <p:txBody>
          <a:bodyPr/>
          <a:lstStyle/>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a:p>
            <a:pPr eaLnBrk="1" hangingPunct="1"/>
            <a:endParaRPr lang="en-US" altLang="zh-CN" dirty="0">
              <a:latin typeface="华文新魏" pitchFamily="2" charset="-122"/>
              <a:ea typeface="华文新魏" pitchFamily="2" charset="-122"/>
            </a:endParaRPr>
          </a:p>
        </p:txBody>
      </p:sp>
      <p:sp>
        <p:nvSpPr>
          <p:cNvPr id="57347" name="Oval 3"/>
          <p:cNvSpPr>
            <a:spLocks noChangeArrowheads="1"/>
          </p:cNvSpPr>
          <p:nvPr/>
        </p:nvSpPr>
        <p:spPr bwMode="auto">
          <a:xfrm>
            <a:off x="2771775" y="112553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7348" name="Oval 4"/>
          <p:cNvSpPr>
            <a:spLocks noChangeArrowheads="1"/>
          </p:cNvSpPr>
          <p:nvPr/>
        </p:nvSpPr>
        <p:spPr bwMode="auto">
          <a:xfrm>
            <a:off x="4067175" y="62071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7349" name="Oval 5"/>
          <p:cNvSpPr>
            <a:spLocks noChangeArrowheads="1"/>
          </p:cNvSpPr>
          <p:nvPr/>
        </p:nvSpPr>
        <p:spPr bwMode="auto">
          <a:xfrm>
            <a:off x="4067175" y="1773238"/>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7350" name="Oval 6"/>
          <p:cNvSpPr>
            <a:spLocks noChangeArrowheads="1"/>
          </p:cNvSpPr>
          <p:nvPr/>
        </p:nvSpPr>
        <p:spPr bwMode="auto">
          <a:xfrm>
            <a:off x="5148263" y="1052513"/>
            <a:ext cx="142875"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7351" name="Oval 7"/>
          <p:cNvSpPr>
            <a:spLocks noChangeArrowheads="1"/>
          </p:cNvSpPr>
          <p:nvPr/>
        </p:nvSpPr>
        <p:spPr bwMode="auto">
          <a:xfrm>
            <a:off x="1692275" y="1125538"/>
            <a:ext cx="142875" cy="142875"/>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57352" name="Line 8"/>
          <p:cNvSpPr>
            <a:spLocks noChangeShapeType="1"/>
          </p:cNvSpPr>
          <p:nvPr/>
        </p:nvSpPr>
        <p:spPr bwMode="auto">
          <a:xfrm>
            <a:off x="1763713" y="1196975"/>
            <a:ext cx="100806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3" name="Line 9"/>
          <p:cNvSpPr>
            <a:spLocks noChangeShapeType="1"/>
          </p:cNvSpPr>
          <p:nvPr/>
        </p:nvSpPr>
        <p:spPr bwMode="auto">
          <a:xfrm>
            <a:off x="2843213" y="1196975"/>
            <a:ext cx="1223962"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4" name="Line 10"/>
          <p:cNvSpPr>
            <a:spLocks noChangeShapeType="1"/>
          </p:cNvSpPr>
          <p:nvPr/>
        </p:nvSpPr>
        <p:spPr bwMode="auto">
          <a:xfrm>
            <a:off x="4140200" y="692150"/>
            <a:ext cx="1079500" cy="4333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7355" name="Object 11"/>
          <p:cNvGraphicFramePr>
            <a:graphicFrameLocks noChangeAspect="1"/>
          </p:cNvGraphicFramePr>
          <p:nvPr/>
        </p:nvGraphicFramePr>
        <p:xfrm>
          <a:off x="1116013" y="1052513"/>
          <a:ext cx="276225" cy="339725"/>
        </p:xfrm>
        <a:graphic>
          <a:graphicData uri="http://schemas.openxmlformats.org/presentationml/2006/ole">
            <mc:AlternateContent xmlns:mc="http://schemas.openxmlformats.org/markup-compatibility/2006">
              <mc:Choice xmlns:v="urn:schemas-microsoft-com:vml" Requires="v">
                <p:oleObj name="公式" r:id="rId2" imgW="38089" imgH="66690" progId="Equation.3">
                  <p:embed/>
                </p:oleObj>
              </mc:Choice>
              <mc:Fallback>
                <p:oleObj name="公式" r:id="rId2" imgW="38089" imgH="66690"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052513"/>
                        <a:ext cx="276225"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6" name="Freeform 12"/>
          <p:cNvSpPr>
            <a:spLocks/>
          </p:cNvSpPr>
          <p:nvPr/>
        </p:nvSpPr>
        <p:spPr bwMode="auto">
          <a:xfrm>
            <a:off x="2124075" y="236538"/>
            <a:ext cx="3803650" cy="2076450"/>
          </a:xfrm>
          <a:custGeom>
            <a:avLst/>
            <a:gdLst>
              <a:gd name="T0" fmla="*/ 2147483647 w 2396"/>
              <a:gd name="T1" fmla="*/ 2147483647 h 1308"/>
              <a:gd name="T2" fmla="*/ 2147483647 w 2396"/>
              <a:gd name="T3" fmla="*/ 2147483647 h 1308"/>
              <a:gd name="T4" fmla="*/ 2147483647 w 2396"/>
              <a:gd name="T5" fmla="*/ 2147483647 h 1308"/>
              <a:gd name="T6" fmla="*/ 2147483647 w 2396"/>
              <a:gd name="T7" fmla="*/ 2147483647 h 1308"/>
              <a:gd name="T8" fmla="*/ 2147483647 w 2396"/>
              <a:gd name="T9" fmla="*/ 2147483647 h 1308"/>
              <a:gd name="T10" fmla="*/ 2147483647 w 2396"/>
              <a:gd name="T11" fmla="*/ 2147483647 h 1308"/>
              <a:gd name="T12" fmla="*/ 2147483647 w 2396"/>
              <a:gd name="T13" fmla="*/ 2147483647 h 1308"/>
              <a:gd name="T14" fmla="*/ 2147483647 w 2396"/>
              <a:gd name="T15" fmla="*/ 2147483647 h 1308"/>
              <a:gd name="T16" fmla="*/ 2147483647 w 2396"/>
              <a:gd name="T17" fmla="*/ 2147483647 h 1308"/>
              <a:gd name="T18" fmla="*/ 2147483647 w 2396"/>
              <a:gd name="T19" fmla="*/ 2147483647 h 1308"/>
              <a:gd name="T20" fmla="*/ 2147483647 w 2396"/>
              <a:gd name="T21" fmla="*/ 2147483647 h 1308"/>
              <a:gd name="T22" fmla="*/ 2147483647 w 2396"/>
              <a:gd name="T23" fmla="*/ 2147483647 h 1308"/>
              <a:gd name="T24" fmla="*/ 2147483647 w 2396"/>
              <a:gd name="T25" fmla="*/ 2147483647 h 1308"/>
              <a:gd name="T26" fmla="*/ 2147483647 w 2396"/>
              <a:gd name="T27" fmla="*/ 2147483647 h 1308"/>
              <a:gd name="T28" fmla="*/ 2147483647 w 2396"/>
              <a:gd name="T29" fmla="*/ 2147483647 h 1308"/>
              <a:gd name="T30" fmla="*/ 2147483647 w 2396"/>
              <a:gd name="T31" fmla="*/ 2147483647 h 1308"/>
              <a:gd name="T32" fmla="*/ 2147483647 w 2396"/>
              <a:gd name="T33" fmla="*/ 2147483647 h 1308"/>
              <a:gd name="T34" fmla="*/ 2147483647 w 2396"/>
              <a:gd name="T35" fmla="*/ 2147483647 h 1308"/>
              <a:gd name="T36" fmla="*/ 2147483647 w 2396"/>
              <a:gd name="T37" fmla="*/ 2147483647 h 13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96"/>
              <a:gd name="T58" fmla="*/ 0 h 1308"/>
              <a:gd name="T59" fmla="*/ 2396 w 2396"/>
              <a:gd name="T60" fmla="*/ 1308 h 130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96" h="1308">
                <a:moveTo>
                  <a:pt x="862" y="15"/>
                </a:moveTo>
                <a:cubicBezTo>
                  <a:pt x="650" y="45"/>
                  <a:pt x="438" y="75"/>
                  <a:pt x="317" y="151"/>
                </a:cubicBezTo>
                <a:cubicBezTo>
                  <a:pt x="196" y="227"/>
                  <a:pt x="174" y="348"/>
                  <a:pt x="136" y="469"/>
                </a:cubicBezTo>
                <a:cubicBezTo>
                  <a:pt x="98" y="590"/>
                  <a:pt x="0" y="748"/>
                  <a:pt x="91" y="877"/>
                </a:cubicBezTo>
                <a:cubicBezTo>
                  <a:pt x="182" y="1006"/>
                  <a:pt x="529" y="1172"/>
                  <a:pt x="680" y="1240"/>
                </a:cubicBezTo>
                <a:cubicBezTo>
                  <a:pt x="831" y="1308"/>
                  <a:pt x="870" y="1285"/>
                  <a:pt x="998" y="1285"/>
                </a:cubicBezTo>
                <a:cubicBezTo>
                  <a:pt x="1126" y="1285"/>
                  <a:pt x="1315" y="1270"/>
                  <a:pt x="1451" y="1240"/>
                </a:cubicBezTo>
                <a:cubicBezTo>
                  <a:pt x="1587" y="1210"/>
                  <a:pt x="1701" y="1157"/>
                  <a:pt x="1814" y="1104"/>
                </a:cubicBezTo>
                <a:cubicBezTo>
                  <a:pt x="1927" y="1051"/>
                  <a:pt x="2041" y="990"/>
                  <a:pt x="2132" y="922"/>
                </a:cubicBezTo>
                <a:cubicBezTo>
                  <a:pt x="2223" y="854"/>
                  <a:pt x="2320" y="756"/>
                  <a:pt x="2358" y="696"/>
                </a:cubicBezTo>
                <a:cubicBezTo>
                  <a:pt x="2396" y="636"/>
                  <a:pt x="2373" y="613"/>
                  <a:pt x="2358" y="560"/>
                </a:cubicBezTo>
                <a:cubicBezTo>
                  <a:pt x="2343" y="507"/>
                  <a:pt x="2313" y="431"/>
                  <a:pt x="2268" y="378"/>
                </a:cubicBezTo>
                <a:cubicBezTo>
                  <a:pt x="2223" y="325"/>
                  <a:pt x="2146" y="280"/>
                  <a:pt x="2086" y="242"/>
                </a:cubicBezTo>
                <a:cubicBezTo>
                  <a:pt x="2026" y="204"/>
                  <a:pt x="1980" y="174"/>
                  <a:pt x="1905" y="151"/>
                </a:cubicBezTo>
                <a:cubicBezTo>
                  <a:pt x="1830" y="128"/>
                  <a:pt x="1746" y="113"/>
                  <a:pt x="1633" y="106"/>
                </a:cubicBezTo>
                <a:cubicBezTo>
                  <a:pt x="1520" y="99"/>
                  <a:pt x="1322" y="106"/>
                  <a:pt x="1224" y="106"/>
                </a:cubicBezTo>
                <a:cubicBezTo>
                  <a:pt x="1126" y="106"/>
                  <a:pt x="1088" y="121"/>
                  <a:pt x="1043" y="106"/>
                </a:cubicBezTo>
                <a:cubicBezTo>
                  <a:pt x="998" y="91"/>
                  <a:pt x="975" y="30"/>
                  <a:pt x="952" y="15"/>
                </a:cubicBezTo>
                <a:cubicBezTo>
                  <a:pt x="929" y="0"/>
                  <a:pt x="918" y="7"/>
                  <a:pt x="907" y="15"/>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57" name="Line 13"/>
          <p:cNvSpPr>
            <a:spLocks noChangeShapeType="1"/>
          </p:cNvSpPr>
          <p:nvPr/>
        </p:nvSpPr>
        <p:spPr bwMode="auto">
          <a:xfrm flipH="1">
            <a:off x="2843213" y="692150"/>
            <a:ext cx="1296987"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8" name="Text Box 14"/>
          <p:cNvSpPr txBox="1">
            <a:spLocks noChangeArrowheads="1"/>
          </p:cNvSpPr>
          <p:nvPr/>
        </p:nvSpPr>
        <p:spPr bwMode="auto">
          <a:xfrm>
            <a:off x="2484438" y="2924175"/>
            <a:ext cx="4176712"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0000"/>
              </a:lnSpc>
            </a:pP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阶无向图</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连通</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不含圈</a:t>
            </a:r>
          </a:p>
          <a:p>
            <a:pPr eaLnBrk="1" hangingPunct="1">
              <a:lnSpc>
                <a:spcPct val="120000"/>
              </a:lnSpc>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阶无向树</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r>
              <a:rPr lang="en-US" altLang="zh-CN" sz="2800" b="1" dirty="0">
                <a:latin typeface="Times New Roman" pitchFamily="18" charset="0"/>
                <a:ea typeface="楷体_GB2312" pitchFamily="49" charset="-122"/>
              </a:rPr>
              <a:t> </a:t>
            </a:r>
          </a:p>
        </p:txBody>
      </p:sp>
      <p:sp>
        <p:nvSpPr>
          <p:cNvPr id="3" name="文本框 2">
            <a:extLst>
              <a:ext uri="{FF2B5EF4-FFF2-40B4-BE49-F238E27FC236}">
                <a16:creationId xmlns:a16="http://schemas.microsoft.com/office/drawing/2014/main" id="{F1B95579-92BC-A54D-A5DD-7F3E3A2FF38B}"/>
              </a:ext>
            </a:extLst>
          </p:cNvPr>
          <p:cNvSpPr txBox="1"/>
          <p:nvPr/>
        </p:nvSpPr>
        <p:spPr>
          <a:xfrm>
            <a:off x="2483768" y="5085184"/>
            <a:ext cx="2880345" cy="523220"/>
          </a:xfrm>
          <a:prstGeom prst="rect">
            <a:avLst/>
          </a:prstGeom>
          <a:noFill/>
        </p:spPr>
        <p:txBody>
          <a:bodyPr wrap="square" rtlCol="0">
            <a:spAutoFit/>
          </a:bodyPr>
          <a:lstStyle/>
          <a:p>
            <a:r>
              <a:rPr lang="zh-CN"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v</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Hans" sz="2800" b="1" i="1" dirty="0">
                <a:latin typeface="Times New Roman" panose="02020603050405020304" pitchFamily="18" charset="0"/>
                <a:ea typeface="楷体" panose="02010609060101010101" pitchFamily="49" charset="-122"/>
                <a:cs typeface="Times New Roman" panose="02020603050405020304" pitchFamily="18" charset="0"/>
              </a:rPr>
              <a:t>n-2</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rPr>
              <a:t>条边</a:t>
            </a:r>
            <a:endParaRPr kumimoji="1" lang="zh-CN" altLang="en-US" sz="2800" dirty="0"/>
          </a:p>
        </p:txBody>
      </p:sp>
      <p:sp>
        <p:nvSpPr>
          <p:cNvPr id="17" name="文本框 16">
            <a:extLst>
              <a:ext uri="{FF2B5EF4-FFF2-40B4-BE49-F238E27FC236}">
                <a16:creationId xmlns:a16="http://schemas.microsoft.com/office/drawing/2014/main" id="{EC4940B3-BBC0-6143-B360-6B4A99893697}"/>
              </a:ext>
            </a:extLst>
          </p:cNvPr>
          <p:cNvSpPr txBox="1"/>
          <p:nvPr/>
        </p:nvSpPr>
        <p:spPr>
          <a:xfrm>
            <a:off x="2483768" y="5714092"/>
            <a:ext cx="2880345" cy="523220"/>
          </a:xfrm>
          <a:prstGeom prst="rect">
            <a:avLst/>
          </a:prstGeom>
          <a:noFill/>
        </p:spPr>
        <p:txBody>
          <a:bodyPr wrap="square" rtlCol="0">
            <a:spAutoFit/>
          </a:bodyPr>
          <a:lstStyle/>
          <a:p>
            <a:r>
              <a:rPr lang="zh-CN" altLang="en-US" sz="2800"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sz="2800" b="1" i="1" dirty="0">
                <a:latin typeface="Times New Roman" panose="02020603050405020304" pitchFamily="18" charset="0"/>
                <a:ea typeface="楷体" panose="02010609060101010101" pitchFamily="49" charset="-122"/>
                <a:cs typeface="Times New Roman" panose="02020603050405020304" pitchFamily="18" charset="0"/>
              </a:rPr>
              <a:t>G</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Hans" sz="2800" b="1" i="1" dirty="0">
                <a:latin typeface="Times New Roman" panose="02020603050405020304" pitchFamily="18" charset="0"/>
                <a:ea typeface="楷体" panose="02010609060101010101" pitchFamily="49" charset="-122"/>
                <a:cs typeface="Times New Roman" panose="02020603050405020304" pitchFamily="18" charset="0"/>
              </a:rPr>
              <a:t>n-1</a:t>
            </a:r>
            <a:r>
              <a:rPr lang="zh-Hans" altLang="en-US" sz="2800" b="1" dirty="0">
                <a:latin typeface="Times New Roman" panose="02020603050405020304" pitchFamily="18" charset="0"/>
                <a:ea typeface="楷体" panose="02010609060101010101" pitchFamily="49" charset="-122"/>
                <a:cs typeface="Times New Roman" panose="02020603050405020304" pitchFamily="18" charset="0"/>
              </a:rPr>
              <a:t>条边</a:t>
            </a:r>
            <a:endParaRPr kumimoji="1" lang="zh-CN" altLang="en-US" sz="2800" dirty="0"/>
          </a:p>
        </p:txBody>
      </p:sp>
      <p:sp>
        <p:nvSpPr>
          <p:cNvPr id="4" name="文本框 3">
            <a:extLst>
              <a:ext uri="{FF2B5EF4-FFF2-40B4-BE49-F238E27FC236}">
                <a16:creationId xmlns:a16="http://schemas.microsoft.com/office/drawing/2014/main" id="{7AF4A200-D6EC-284D-98E5-441D0B557A6A}"/>
              </a:ext>
            </a:extLst>
          </p:cNvPr>
          <p:cNvSpPr txBox="1"/>
          <p:nvPr/>
        </p:nvSpPr>
        <p:spPr>
          <a:xfrm>
            <a:off x="1547639" y="5229200"/>
            <a:ext cx="1512193" cy="338554"/>
          </a:xfrm>
          <a:prstGeom prst="rect">
            <a:avLst/>
          </a:prstGeom>
          <a:noFill/>
        </p:spPr>
        <p:txBody>
          <a:bodyPr wrap="square" rtlCol="0">
            <a:spAutoFit/>
          </a:bodyPr>
          <a:lstStyle/>
          <a:p>
            <a:r>
              <a:rPr kumimoji="1" lang="zh-Hans" altLang="en-US" sz="1600" b="1" dirty="0">
                <a:solidFill>
                  <a:srgbClr val="C00000"/>
                </a:solidFill>
              </a:rPr>
              <a:t>由假设</a:t>
            </a:r>
            <a:endParaRPr kumimoji="1" lang="zh-CN" altLang="en-US" sz="1600" b="1"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p:nvPr>
        </p:nvSpPr>
        <p:spPr/>
        <p:txBody>
          <a:bodyPr/>
          <a:lstStyle/>
          <a:p>
            <a:pPr eaLnBrk="1" hangingPunct="1">
              <a:lnSpc>
                <a:spcPct val="120000"/>
              </a:lnSpc>
            </a:pP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例</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7-6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是一棵无向树且有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度节点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度节点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其余均为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度节点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求出该无向树共有多少个节点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画出两棵</a:t>
            </a:r>
            <a:r>
              <a:rPr lang="zh-CN" altLang="en-US" b="1" dirty="0">
                <a:solidFill>
                  <a:srgbClr val="00B0F0"/>
                </a:solidFill>
                <a:latin typeface="Times New Roman" panose="02020603050405020304" pitchFamily="18" charset="0"/>
                <a:ea typeface="楷体" panose="02010609060101010101" pitchFamily="49" charset="-122"/>
                <a:cs typeface="Times New Roman" panose="02020603050405020304" pitchFamily="18" charset="0"/>
              </a:rPr>
              <a:t>不同构</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的满足上述要求的无向树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p:nvPr>
        </p:nvSpPr>
        <p:spPr>
          <a:xfrm>
            <a:off x="457200" y="274638"/>
            <a:ext cx="8075240" cy="5851525"/>
          </a:xfrm>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Solution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个节点度数为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的节点数为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+ 3 + 1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由无向树的性质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恰有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条边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握手定理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3∙3 + 1∙2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 = 2(</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+ 3),</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于是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x</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9</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两棵不同构的满足上述要求的无向树见图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7-19(</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为何不同构</a:t>
            </a:r>
            <a:r>
              <a:rPr lang="en-US" altLang="zh-CN"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a typeface="楷体_GB2312" pitchFamily="49"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p:txBody>
      </p:sp>
      <p:pic>
        <p:nvPicPr>
          <p:cNvPr id="60419" name="Picture 3"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80728"/>
            <a:ext cx="6757118"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p:nvPr>
        </p:nvSpPr>
        <p:spPr>
          <a:xfrm>
            <a:off x="457200" y="274638"/>
            <a:ext cx="8435280" cy="5851525"/>
          </a:xfrm>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阶无向树至少</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两个</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度为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sz="1600"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2</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的证明知</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至少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个度为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只有</a:t>
            </a:r>
            <a:r>
              <a:rPr lang="en-US" altLang="zh-CN"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个</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度为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a:t>
            </a:r>
            <a:r>
              <a:rPr lang="zh-Hans" altLang="en-US" b="1" dirty="0">
                <a:latin typeface="Times New Roman" panose="02020603050405020304" pitchFamily="18" charset="0"/>
                <a:ea typeface="楷体" panose="02010609060101010101" pitchFamily="49" charset="-122"/>
                <a:cs typeface="Times New Roman" panose="02020603050405020304" pitchFamily="18" charset="0"/>
              </a:rPr>
              <a:t>，其余节点度均</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2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a:p>
            <a:pPr eaLnBrk="1" hangingPunct="1">
              <a:lnSpc>
                <a:spcPct val="120000"/>
              </a:lnSpc>
            </a:pPr>
            <a:endParaRPr lang="en-US" altLang="zh-CN" b="1" dirty="0">
              <a:latin typeface="Times New Roman" pitchFamily="18" charset="0"/>
              <a:ea typeface="楷体_GB2312" pitchFamily="49" charset="-122"/>
            </a:endParaRPr>
          </a:p>
        </p:txBody>
      </p:sp>
      <p:graphicFrame>
        <p:nvGraphicFramePr>
          <p:cNvPr id="61443" name="Object 3"/>
          <p:cNvGraphicFramePr>
            <a:graphicFrameLocks noChangeAspect="1"/>
          </p:cNvGraphicFramePr>
          <p:nvPr/>
        </p:nvGraphicFramePr>
        <p:xfrm>
          <a:off x="2555875" y="3716338"/>
          <a:ext cx="3386138" cy="833437"/>
        </p:xfrm>
        <a:graphic>
          <a:graphicData uri="http://schemas.openxmlformats.org/presentationml/2006/ole">
            <mc:AlternateContent xmlns:mc="http://schemas.openxmlformats.org/markup-compatibility/2006">
              <mc:Choice xmlns:v="urn:schemas-microsoft-com:vml" Requires="v">
                <p:oleObj name="公式" r:id="rId2" imgW="1323922" imgH="266760" progId="Equation.3">
                  <p:embed/>
                </p:oleObj>
              </mc:Choice>
              <mc:Fallback>
                <p:oleObj name="公式" r:id="rId2" imgW="1323922" imgH="26676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3716338"/>
                        <a:ext cx="3386138" cy="833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4" name="Object 4"/>
          <p:cNvGraphicFramePr>
            <a:graphicFrameLocks noChangeAspect="1"/>
          </p:cNvGraphicFramePr>
          <p:nvPr>
            <p:extLst>
              <p:ext uri="{D42A27DB-BD31-4B8C-83A1-F6EECF244321}">
                <p14:modId xmlns:p14="http://schemas.microsoft.com/office/powerpoint/2010/main" val="3743731122"/>
              </p:ext>
            </p:extLst>
          </p:nvPr>
        </p:nvGraphicFramePr>
        <p:xfrm>
          <a:off x="2624187" y="4797152"/>
          <a:ext cx="2955925" cy="833437"/>
        </p:xfrm>
        <a:graphic>
          <a:graphicData uri="http://schemas.openxmlformats.org/presentationml/2006/ole">
            <mc:AlternateContent xmlns:mc="http://schemas.openxmlformats.org/markup-compatibility/2006">
              <mc:Choice xmlns:v="urn:schemas-microsoft-com:vml" Requires="v">
                <p:oleObj name="公式" r:id="rId4" imgW="1142932" imgH="266760" progId="Equation.3">
                  <p:embed/>
                </p:oleObj>
              </mc:Choice>
              <mc:Fallback>
                <p:oleObj name="公式" r:id="rId4" imgW="1142932" imgH="26676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4187" y="4797152"/>
                        <a:ext cx="2955925" cy="833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p:nvPr>
        </p:nvSpPr>
        <p:spPr>
          <a:xfrm>
            <a:off x="0" y="107193"/>
            <a:ext cx="9468544" cy="6643613"/>
          </a:xfrm>
        </p:spPr>
        <p:txBody>
          <a:bodyPr/>
          <a:lstStyle/>
          <a:p>
            <a:pPr eaLnBrk="1" hangingPunct="1">
              <a:lnSpc>
                <a:spcPct val="13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个等价命题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无向树的一些性质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7-8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以下关于</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个命题</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pairwise</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等价</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(logically).</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是一棵无向树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(b)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不含有圈且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连通且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不含有圈但</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增加一条新边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后得到一个且仅一个圈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(e)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连通但</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删除任意一条边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后便不连通</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(f)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的每一对节点有且仅有一条路径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67586">
                                            <p:txEl>
                                              <p:pRg st="4" end="4"/>
                                            </p:txEl>
                                          </p:spTgt>
                                        </p:tgtEl>
                                        <p:attrNameLst>
                                          <p:attrName>style.visibility</p:attrName>
                                        </p:attrNameLst>
                                      </p:cBhvr>
                                      <p:to>
                                        <p:strVal val="visible"/>
                                      </p:to>
                                    </p:set>
                                    <p:anim calcmode="lin" valueType="num">
                                      <p:cBhvr>
                                        <p:cTn id="7" dur="500" fill="hold"/>
                                        <p:tgtEl>
                                          <p:spTgt spid="67586">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67586">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67586">
                                            <p:txEl>
                                              <p:pRg st="4" end="4"/>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67586">
                                            <p:txEl>
                                              <p:pRg st="5" end="5"/>
                                            </p:txEl>
                                          </p:spTgt>
                                        </p:tgtEl>
                                        <p:attrNameLst>
                                          <p:attrName>style.visibility</p:attrName>
                                        </p:attrNameLst>
                                      </p:cBhvr>
                                      <p:to>
                                        <p:strVal val="visible"/>
                                      </p:to>
                                    </p:set>
                                    <p:anim calcmode="lin" valueType="num">
                                      <p:cBhvr>
                                        <p:cTn id="14" dur="500" fill="hold"/>
                                        <p:tgtEl>
                                          <p:spTgt spid="67586">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67586">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67586">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67586">
                                            <p:txEl>
                                              <p:pRg st="6" end="6"/>
                                            </p:txEl>
                                          </p:spTgt>
                                        </p:tgtEl>
                                        <p:attrNameLst>
                                          <p:attrName>style.visibility</p:attrName>
                                        </p:attrNameLst>
                                      </p:cBhvr>
                                      <p:to>
                                        <p:strVal val="visible"/>
                                      </p:to>
                                    </p:set>
                                    <p:anim calcmode="lin" valueType="num">
                                      <p:cBhvr>
                                        <p:cTn id="21" dur="500" fill="hold"/>
                                        <p:tgtEl>
                                          <p:spTgt spid="67586">
                                            <p:txEl>
                                              <p:pRg st="6" end="6"/>
                                            </p:txEl>
                                          </p:spTgt>
                                        </p:tgtEl>
                                        <p:attrNameLst>
                                          <p:attrName>ppt_w</p:attrName>
                                        </p:attrNameLst>
                                      </p:cBhvr>
                                      <p:tavLst>
                                        <p:tav tm="0">
                                          <p:val>
                                            <p:fltVal val="0"/>
                                          </p:val>
                                        </p:tav>
                                        <p:tav tm="100000">
                                          <p:val>
                                            <p:strVal val="#ppt_w"/>
                                          </p:val>
                                        </p:tav>
                                      </p:tavLst>
                                    </p:anim>
                                    <p:anim calcmode="lin" valueType="num">
                                      <p:cBhvr>
                                        <p:cTn id="22" dur="500" fill="hold"/>
                                        <p:tgtEl>
                                          <p:spTgt spid="67586">
                                            <p:txEl>
                                              <p:pRg st="6" end="6"/>
                                            </p:txEl>
                                          </p:spTgt>
                                        </p:tgtEl>
                                        <p:attrNameLst>
                                          <p:attrName>ppt_h</p:attrName>
                                        </p:attrNameLst>
                                      </p:cBhvr>
                                      <p:tavLst>
                                        <p:tav tm="0">
                                          <p:val>
                                            <p:fltVal val="0"/>
                                          </p:val>
                                        </p:tav>
                                        <p:tav tm="100000">
                                          <p:val>
                                            <p:strVal val="#ppt_h"/>
                                          </p:val>
                                        </p:tav>
                                      </p:tavLst>
                                    </p:anim>
                                    <p:animEffect transition="in" filter="fade">
                                      <p:cBhvr>
                                        <p:cTn id="23" dur="500"/>
                                        <p:tgtEl>
                                          <p:spTgt spid="67586">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67586">
                                            <p:txEl>
                                              <p:pRg st="7" end="7"/>
                                            </p:txEl>
                                          </p:spTgt>
                                        </p:tgtEl>
                                        <p:attrNameLst>
                                          <p:attrName>style.visibility</p:attrName>
                                        </p:attrNameLst>
                                      </p:cBhvr>
                                      <p:to>
                                        <p:strVal val="visible"/>
                                      </p:to>
                                    </p:set>
                                    <p:anim calcmode="lin" valueType="num">
                                      <p:cBhvr>
                                        <p:cTn id="28" dur="500" fill="hold"/>
                                        <p:tgtEl>
                                          <p:spTgt spid="67586">
                                            <p:txEl>
                                              <p:pRg st="7" end="7"/>
                                            </p:txEl>
                                          </p:spTgt>
                                        </p:tgtEl>
                                        <p:attrNameLst>
                                          <p:attrName>ppt_w</p:attrName>
                                        </p:attrNameLst>
                                      </p:cBhvr>
                                      <p:tavLst>
                                        <p:tav tm="0">
                                          <p:val>
                                            <p:fltVal val="0"/>
                                          </p:val>
                                        </p:tav>
                                        <p:tav tm="100000">
                                          <p:val>
                                            <p:strVal val="#ppt_w"/>
                                          </p:val>
                                        </p:tav>
                                      </p:tavLst>
                                    </p:anim>
                                    <p:anim calcmode="lin" valueType="num">
                                      <p:cBhvr>
                                        <p:cTn id="29" dur="500" fill="hold"/>
                                        <p:tgtEl>
                                          <p:spTgt spid="67586">
                                            <p:txEl>
                                              <p:pRg st="7" end="7"/>
                                            </p:txEl>
                                          </p:spTgt>
                                        </p:tgtEl>
                                        <p:attrNameLst>
                                          <p:attrName>ppt_h</p:attrName>
                                        </p:attrNameLst>
                                      </p:cBhvr>
                                      <p:tavLst>
                                        <p:tav tm="0">
                                          <p:val>
                                            <p:fltVal val="0"/>
                                          </p:val>
                                        </p:tav>
                                        <p:tav tm="100000">
                                          <p:val>
                                            <p:strVal val="#ppt_h"/>
                                          </p:val>
                                        </p:tav>
                                      </p:tavLst>
                                    </p:anim>
                                    <p:animEffect transition="in" filter="fade">
                                      <p:cBhvr>
                                        <p:cTn id="30" dur="500"/>
                                        <p:tgtEl>
                                          <p:spTgt spid="675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内容占位符 1"/>
          <p:cNvSpPr>
            <a:spLocks noGrp="1"/>
          </p:cNvSpPr>
          <p:nvPr>
            <p:ph/>
          </p:nvPr>
        </p:nvSpPr>
        <p:spPr>
          <a:xfrm>
            <a:off x="539750" y="215900"/>
            <a:ext cx="8229600" cy="5851525"/>
          </a:xfrm>
        </p:spPr>
        <p:txBody>
          <a:bodyPr/>
          <a:lstStyle/>
          <a:p>
            <a:r>
              <a:rPr lang="en-US" altLang="zh-CN"/>
              <a:t> </a:t>
            </a:r>
            <a:endParaRPr lang="zh-CN" altLang="en-US"/>
          </a:p>
        </p:txBody>
      </p:sp>
      <p:sp>
        <p:nvSpPr>
          <p:cNvPr id="3" name="椭圆 2"/>
          <p:cNvSpPr/>
          <p:nvPr/>
        </p:nvSpPr>
        <p:spPr>
          <a:xfrm>
            <a:off x="1476375" y="1196975"/>
            <a:ext cx="574675" cy="5762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(a)</a:t>
            </a:r>
            <a:endParaRPr lang="zh-CN" altLang="en-US" dirty="0">
              <a:solidFill>
                <a:schemeClr val="tx1"/>
              </a:solidFill>
            </a:endParaRPr>
          </a:p>
        </p:txBody>
      </p:sp>
      <p:sp>
        <p:nvSpPr>
          <p:cNvPr id="4" name="椭圆 3"/>
          <p:cNvSpPr/>
          <p:nvPr/>
        </p:nvSpPr>
        <p:spPr>
          <a:xfrm>
            <a:off x="5364163" y="1127125"/>
            <a:ext cx="576262" cy="5762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(a)</a:t>
            </a:r>
            <a:endParaRPr lang="zh-CN" altLang="en-US" dirty="0">
              <a:solidFill>
                <a:schemeClr val="tx1"/>
              </a:solidFill>
            </a:endParaRPr>
          </a:p>
        </p:txBody>
      </p:sp>
      <p:sp>
        <p:nvSpPr>
          <p:cNvPr id="5" name="椭圆 4"/>
          <p:cNvSpPr/>
          <p:nvPr/>
        </p:nvSpPr>
        <p:spPr>
          <a:xfrm>
            <a:off x="2555875" y="1162050"/>
            <a:ext cx="576263" cy="5762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(b)</a:t>
            </a:r>
            <a:endParaRPr lang="zh-CN" altLang="en-US" dirty="0">
              <a:solidFill>
                <a:schemeClr val="tx1"/>
              </a:solidFill>
            </a:endParaRPr>
          </a:p>
        </p:txBody>
      </p:sp>
      <p:sp>
        <p:nvSpPr>
          <p:cNvPr id="6" name="椭圆 5"/>
          <p:cNvSpPr/>
          <p:nvPr/>
        </p:nvSpPr>
        <p:spPr>
          <a:xfrm>
            <a:off x="6516688" y="1084263"/>
            <a:ext cx="576262"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(b)</a:t>
            </a:r>
            <a:endParaRPr lang="zh-CN" altLang="en-US" dirty="0">
              <a:solidFill>
                <a:schemeClr val="tx1"/>
              </a:solidFill>
            </a:endParaRPr>
          </a:p>
        </p:txBody>
      </p:sp>
      <p:sp>
        <p:nvSpPr>
          <p:cNvPr id="7" name="椭圆 6"/>
          <p:cNvSpPr/>
          <p:nvPr/>
        </p:nvSpPr>
        <p:spPr>
          <a:xfrm>
            <a:off x="3059113" y="2100263"/>
            <a:ext cx="576262"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(c)</a:t>
            </a:r>
            <a:endParaRPr lang="zh-CN" altLang="en-US" dirty="0">
              <a:solidFill>
                <a:schemeClr val="tx1"/>
              </a:solidFill>
            </a:endParaRPr>
          </a:p>
        </p:txBody>
      </p:sp>
      <p:sp>
        <p:nvSpPr>
          <p:cNvPr id="8" name="椭圆 7"/>
          <p:cNvSpPr/>
          <p:nvPr/>
        </p:nvSpPr>
        <p:spPr>
          <a:xfrm>
            <a:off x="7164388" y="2100263"/>
            <a:ext cx="576262"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(c)</a:t>
            </a:r>
            <a:endParaRPr lang="zh-CN" altLang="en-US" dirty="0">
              <a:solidFill>
                <a:schemeClr val="tx1"/>
              </a:solidFill>
            </a:endParaRPr>
          </a:p>
        </p:txBody>
      </p:sp>
      <p:sp>
        <p:nvSpPr>
          <p:cNvPr id="9" name="椭圆 8"/>
          <p:cNvSpPr/>
          <p:nvPr/>
        </p:nvSpPr>
        <p:spPr>
          <a:xfrm>
            <a:off x="2555875" y="3141663"/>
            <a:ext cx="576263" cy="5746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(d)</a:t>
            </a:r>
            <a:endParaRPr lang="zh-CN" altLang="en-US" dirty="0">
              <a:solidFill>
                <a:schemeClr val="tx1"/>
              </a:solidFill>
            </a:endParaRPr>
          </a:p>
        </p:txBody>
      </p:sp>
      <p:sp>
        <p:nvSpPr>
          <p:cNvPr id="10" name="椭圆 9"/>
          <p:cNvSpPr/>
          <p:nvPr/>
        </p:nvSpPr>
        <p:spPr>
          <a:xfrm>
            <a:off x="6516688" y="3005138"/>
            <a:ext cx="576262"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(d)</a:t>
            </a:r>
            <a:endParaRPr lang="zh-CN" altLang="en-US" dirty="0">
              <a:solidFill>
                <a:schemeClr val="tx1"/>
              </a:solidFill>
            </a:endParaRPr>
          </a:p>
        </p:txBody>
      </p:sp>
      <p:sp>
        <p:nvSpPr>
          <p:cNvPr id="11" name="椭圆 10"/>
          <p:cNvSpPr/>
          <p:nvPr/>
        </p:nvSpPr>
        <p:spPr>
          <a:xfrm>
            <a:off x="5364163" y="3005138"/>
            <a:ext cx="576262"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(e)</a:t>
            </a:r>
            <a:endParaRPr lang="zh-CN" altLang="en-US" dirty="0">
              <a:solidFill>
                <a:schemeClr val="tx1"/>
              </a:solidFill>
            </a:endParaRPr>
          </a:p>
        </p:txBody>
      </p:sp>
      <p:sp>
        <p:nvSpPr>
          <p:cNvPr id="12" name="椭圆 11"/>
          <p:cNvSpPr/>
          <p:nvPr/>
        </p:nvSpPr>
        <p:spPr>
          <a:xfrm>
            <a:off x="1489075" y="3141663"/>
            <a:ext cx="576263" cy="5746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(e)</a:t>
            </a:r>
            <a:endParaRPr lang="zh-CN" altLang="en-US" dirty="0">
              <a:solidFill>
                <a:schemeClr val="tx1"/>
              </a:solidFill>
            </a:endParaRPr>
          </a:p>
        </p:txBody>
      </p:sp>
      <p:sp>
        <p:nvSpPr>
          <p:cNvPr id="13" name="椭圆 12"/>
          <p:cNvSpPr/>
          <p:nvPr/>
        </p:nvSpPr>
        <p:spPr>
          <a:xfrm>
            <a:off x="755650" y="2205038"/>
            <a:ext cx="576263"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(f)</a:t>
            </a:r>
            <a:endParaRPr lang="zh-CN" altLang="en-US" dirty="0">
              <a:solidFill>
                <a:schemeClr val="tx1"/>
              </a:solidFill>
            </a:endParaRPr>
          </a:p>
        </p:txBody>
      </p:sp>
      <p:sp>
        <p:nvSpPr>
          <p:cNvPr id="14" name="椭圆 13"/>
          <p:cNvSpPr/>
          <p:nvPr/>
        </p:nvSpPr>
        <p:spPr>
          <a:xfrm>
            <a:off x="4787900" y="2205038"/>
            <a:ext cx="576263" cy="5762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solidFill>
                  <a:schemeClr val="tx1"/>
                </a:solidFill>
              </a:rPr>
              <a:t>(f)</a:t>
            </a:r>
            <a:endParaRPr lang="zh-CN" altLang="en-US" dirty="0">
              <a:solidFill>
                <a:schemeClr val="tx1"/>
              </a:solidFill>
            </a:endParaRPr>
          </a:p>
        </p:txBody>
      </p:sp>
      <p:cxnSp>
        <p:nvCxnSpPr>
          <p:cNvPr id="16" name="直接箭头连接符 15"/>
          <p:cNvCxnSpPr>
            <a:endCxn id="5" idx="2"/>
          </p:cNvCxnSpPr>
          <p:nvPr/>
        </p:nvCxnSpPr>
        <p:spPr>
          <a:xfrm flipV="1">
            <a:off x="2065338" y="1449388"/>
            <a:ext cx="490537" cy="349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5969000" y="1365250"/>
            <a:ext cx="490538" cy="349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987675" y="1738313"/>
            <a:ext cx="215900" cy="36195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7056438" y="1660525"/>
            <a:ext cx="252412" cy="43973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3059113" y="2676525"/>
            <a:ext cx="288925" cy="46513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a:off x="7054850" y="2676525"/>
            <a:ext cx="287338" cy="46513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2065338" y="3429000"/>
            <a:ext cx="49053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2" idx="1"/>
          </p:cNvCxnSpPr>
          <p:nvPr/>
        </p:nvCxnSpPr>
        <p:spPr>
          <a:xfrm flipH="1" flipV="1">
            <a:off x="1187450" y="2781300"/>
            <a:ext cx="385763" cy="4445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1187450" y="1738313"/>
            <a:ext cx="385763" cy="4667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flipV="1">
            <a:off x="5795963" y="1738313"/>
            <a:ext cx="863600" cy="12668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5651500" y="1773238"/>
            <a:ext cx="0" cy="113506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H="1" flipV="1">
            <a:off x="5172075" y="2762250"/>
            <a:ext cx="265113" cy="2936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5111750" y="1685925"/>
            <a:ext cx="385763" cy="4667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(b) </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(b)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(c)(</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反证</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有</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k</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k</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 2)</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个连通分支</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它们都是无向树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其节点数分别为</a:t>
            </a: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a:p>
            <a:pPr eaLnBrk="1" hangingPunct="1">
              <a:lnSpc>
                <a:spcPct val="120000"/>
              </a:lnSpc>
            </a:pP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(d):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先对</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n</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归纳</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证明</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不含圈</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再证</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添加一条边必有圈</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(e)</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(e)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(f)</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(f)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endParaRPr>
          </a:p>
        </p:txBody>
      </p:sp>
      <p:graphicFrame>
        <p:nvGraphicFramePr>
          <p:cNvPr id="69635" name="Object 3"/>
          <p:cNvGraphicFramePr>
            <a:graphicFrameLocks noChangeAspect="1"/>
          </p:cNvGraphicFramePr>
          <p:nvPr/>
        </p:nvGraphicFramePr>
        <p:xfrm>
          <a:off x="3276600" y="2133600"/>
          <a:ext cx="1816100" cy="555625"/>
        </p:xfrm>
        <a:graphic>
          <a:graphicData uri="http://schemas.openxmlformats.org/presentationml/2006/ole">
            <mc:AlternateContent xmlns:mc="http://schemas.openxmlformats.org/markup-compatibility/2006">
              <mc:Choice xmlns:v="urn:schemas-microsoft-com:vml" Requires="v">
                <p:oleObj name="Equation" r:id="rId2" imgW="676143" imgH="152280" progId="Equation.3">
                  <p:embed/>
                </p:oleObj>
              </mc:Choice>
              <mc:Fallback>
                <p:oleObj name="Equation" r:id="rId2" imgW="676143" imgH="1522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133600"/>
                        <a:ext cx="18161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6" name="Object 4"/>
          <p:cNvGraphicFramePr>
            <a:graphicFrameLocks noChangeAspect="1"/>
          </p:cNvGraphicFramePr>
          <p:nvPr/>
        </p:nvGraphicFramePr>
        <p:xfrm>
          <a:off x="2771775" y="2781300"/>
          <a:ext cx="3108325" cy="555625"/>
        </p:xfrm>
        <a:graphic>
          <a:graphicData uri="http://schemas.openxmlformats.org/presentationml/2006/ole">
            <mc:AlternateContent xmlns:mc="http://schemas.openxmlformats.org/markup-compatibility/2006">
              <mc:Choice xmlns:v="urn:schemas-microsoft-com:vml" Requires="v">
                <p:oleObj name="Equation" r:id="rId4" imgW="1209655" imgH="152280" progId="Equation.3">
                  <p:embed/>
                </p:oleObj>
              </mc:Choice>
              <mc:Fallback>
                <p:oleObj name="Equation" r:id="rId4" imgW="1209655" imgH="15228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2781300"/>
                        <a:ext cx="3108325"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7" name="Object 5"/>
          <p:cNvGraphicFramePr>
            <a:graphicFrameLocks noChangeAspect="1"/>
          </p:cNvGraphicFramePr>
          <p:nvPr/>
        </p:nvGraphicFramePr>
        <p:xfrm>
          <a:off x="1116013" y="3429000"/>
          <a:ext cx="7200900" cy="555625"/>
        </p:xfrm>
        <a:graphic>
          <a:graphicData uri="http://schemas.openxmlformats.org/presentationml/2006/ole">
            <mc:AlternateContent xmlns:mc="http://schemas.openxmlformats.org/markup-compatibility/2006">
              <mc:Choice xmlns:v="urn:schemas-microsoft-com:vml" Requires="v">
                <p:oleObj name="Equation" r:id="rId6" imgW="2895555" imgH="152280" progId="Equation.3">
                  <p:embed/>
                </p:oleObj>
              </mc:Choice>
              <mc:Fallback>
                <p:oleObj name="Equation" r:id="rId6" imgW="2895555" imgH="15228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3429000"/>
                        <a:ext cx="72009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内容占位符 1"/>
          <p:cNvSpPr>
            <a:spLocks noGrp="1"/>
          </p:cNvSpPr>
          <p:nvPr>
            <p:ph/>
          </p:nvPr>
        </p:nvSpPr>
        <p:spPr/>
        <p:txBody>
          <a:body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个等价命题</a:t>
            </a:r>
            <a:r>
              <a:rPr lang="zh-CN" altLang="en-US"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无向树的一些性质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b="1" dirty="0">
                <a:solidFill>
                  <a:srgbClr val="FF0000"/>
                </a:solidFill>
                <a:latin typeface="Times New Roman" panose="02020603050405020304" pitchFamily="18" charset="0"/>
                <a:ea typeface="楷体" pitchFamily="49" charset="-122"/>
                <a:cs typeface="Times New Roman" panose="02020603050405020304" pitchFamily="18" charset="0"/>
              </a:rPr>
              <a:t>性质的直观解释</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所有不含圈的无向图中边数最多的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所有连通无向图中边数最少的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e</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楷体" panose="02010609060101010101" pitchFamily="49" charset="-122"/>
                <a:cs typeface="Times New Roman" panose="02020603050405020304" pitchFamily="18" charset="0"/>
              </a:rPr>
              <a:t>无向树可</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根化</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得到根树</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b="1" dirty="0">
              <a:latin typeface="Times New Roman" pitchFamily="18" charset="0"/>
              <a:ea typeface="楷体_GB2312" pitchFamily="49" charset="-122"/>
            </a:endParaRPr>
          </a:p>
          <a:p>
            <a:endParaRPr lang="en-US" altLang="zh-CN"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lgn="l" eaLnBrk="1" hangingPunct="1"/>
            <a:r>
              <a:rPr lang="en-US" altLang="zh-CN" b="1">
                <a:latin typeface="Times New Roman" pitchFamily="18" charset="0"/>
                <a:ea typeface="楷体_GB2312" pitchFamily="49" charset="-122"/>
              </a:rPr>
              <a:t>7.3 </a:t>
            </a:r>
            <a:r>
              <a:rPr lang="zh-CN" altLang="en-US" b="1">
                <a:latin typeface="Times New Roman" pitchFamily="18" charset="0"/>
                <a:ea typeface="楷体_GB2312" pitchFamily="49" charset="-122"/>
              </a:rPr>
              <a:t>无向树</a:t>
            </a:r>
          </a:p>
        </p:txBody>
      </p:sp>
      <p:sp>
        <p:nvSpPr>
          <p:cNvPr id="74755" name="Rectangle 3"/>
          <p:cNvSpPr>
            <a:spLocks noGrp="1" noChangeArrowheads="1"/>
          </p:cNvSpPr>
          <p:nvPr>
            <p:ph type="body" idx="1"/>
          </p:nvPr>
        </p:nvSpPr>
        <p:spPr/>
        <p:txBody>
          <a:bodyPr/>
          <a:lstStyle/>
          <a:p>
            <a:pPr eaLnBrk="1" hangingPunct="1"/>
            <a:endParaRPr lang="en-US" altLang="zh-CN" dirty="0"/>
          </a:p>
          <a:p>
            <a:pPr eaLnBrk="1" hangingPunct="1"/>
            <a:endParaRPr lang="en-US" altLang="zh-CN" dirty="0"/>
          </a:p>
        </p:txBody>
      </p:sp>
      <p:grpSp>
        <p:nvGrpSpPr>
          <p:cNvPr id="74756" name="Group 4"/>
          <p:cNvGrpSpPr>
            <a:grpSpLocks/>
          </p:cNvGrpSpPr>
          <p:nvPr/>
        </p:nvGrpSpPr>
        <p:grpSpPr bwMode="auto">
          <a:xfrm>
            <a:off x="1042988" y="1365250"/>
            <a:ext cx="5410200" cy="712788"/>
            <a:chOff x="1152" y="1101"/>
            <a:chExt cx="3408" cy="449"/>
          </a:xfrm>
        </p:grpSpPr>
        <p:grpSp>
          <p:nvGrpSpPr>
            <p:cNvPr id="74782" name="Group 5"/>
            <p:cNvGrpSpPr>
              <a:grpSpLocks/>
            </p:cNvGrpSpPr>
            <p:nvPr/>
          </p:nvGrpSpPr>
          <p:grpSpPr bwMode="auto">
            <a:xfrm>
              <a:off x="1152" y="1131"/>
              <a:ext cx="480" cy="419"/>
              <a:chOff x="1110" y="2656"/>
              <a:chExt cx="1549" cy="1351"/>
            </a:xfrm>
          </p:grpSpPr>
          <p:sp>
            <p:nvSpPr>
              <p:cNvPr id="74786"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787"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32"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74783"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4" name="Text Box 10"/>
            <p:cNvSpPr txBox="1">
              <a:spLocks noChangeArrowheads="1"/>
            </p:cNvSpPr>
            <p:nvPr/>
          </p:nvSpPr>
          <p:spPr bwMode="auto">
            <a:xfrm>
              <a:off x="2112" y="1101"/>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20000"/>
                </a:spcBef>
              </a:pPr>
              <a:r>
                <a:rPr lang="zh-CN" altLang="en-US" sz="3200" b="1">
                  <a:latin typeface="Times New Roman" pitchFamily="18" charset="0"/>
                  <a:ea typeface="楷体_GB2312" pitchFamily="49" charset="-122"/>
                </a:rPr>
                <a:t>无向树的定义</a:t>
              </a:r>
            </a:p>
          </p:txBody>
        </p:sp>
        <p:sp>
          <p:nvSpPr>
            <p:cNvPr id="74785"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74757" name="Group 12"/>
          <p:cNvGrpSpPr>
            <a:grpSpLocks/>
          </p:cNvGrpSpPr>
          <p:nvPr/>
        </p:nvGrpSpPr>
        <p:grpSpPr bwMode="auto">
          <a:xfrm>
            <a:off x="1042988" y="2444750"/>
            <a:ext cx="5410200" cy="712788"/>
            <a:chOff x="1152" y="1677"/>
            <a:chExt cx="3408" cy="449"/>
          </a:xfrm>
        </p:grpSpPr>
        <p:grpSp>
          <p:nvGrpSpPr>
            <p:cNvPr id="74775" name="Group 13"/>
            <p:cNvGrpSpPr>
              <a:grpSpLocks/>
            </p:cNvGrpSpPr>
            <p:nvPr/>
          </p:nvGrpSpPr>
          <p:grpSpPr bwMode="auto">
            <a:xfrm>
              <a:off x="1152" y="1707"/>
              <a:ext cx="480" cy="419"/>
              <a:chOff x="3174" y="2656"/>
              <a:chExt cx="1549" cy="1351"/>
            </a:xfrm>
          </p:grpSpPr>
          <p:sp>
            <p:nvSpPr>
              <p:cNvPr id="74779"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780"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40"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74776"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Text Box 18"/>
            <p:cNvSpPr txBox="1">
              <a:spLocks noChangeArrowheads="1"/>
            </p:cNvSpPr>
            <p:nvPr/>
          </p:nvSpPr>
          <p:spPr bwMode="auto">
            <a:xfrm>
              <a:off x="2112" y="1677"/>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无向树的性质</a:t>
              </a:r>
            </a:p>
          </p:txBody>
        </p:sp>
        <p:sp>
          <p:nvSpPr>
            <p:cNvPr id="74778"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74758" name="Group 20"/>
          <p:cNvGrpSpPr>
            <a:grpSpLocks/>
          </p:cNvGrpSpPr>
          <p:nvPr/>
        </p:nvGrpSpPr>
        <p:grpSpPr bwMode="auto">
          <a:xfrm>
            <a:off x="1042988" y="3525838"/>
            <a:ext cx="5410200" cy="712787"/>
            <a:chOff x="1152" y="2239"/>
            <a:chExt cx="3408" cy="449"/>
          </a:xfrm>
        </p:grpSpPr>
        <p:grpSp>
          <p:nvGrpSpPr>
            <p:cNvPr id="74768" name="Group 21"/>
            <p:cNvGrpSpPr>
              <a:grpSpLocks/>
            </p:cNvGrpSpPr>
            <p:nvPr/>
          </p:nvGrpSpPr>
          <p:grpSpPr bwMode="auto">
            <a:xfrm>
              <a:off x="1152" y="2269"/>
              <a:ext cx="480" cy="419"/>
              <a:chOff x="1110" y="2656"/>
              <a:chExt cx="1549" cy="1351"/>
            </a:xfrm>
          </p:grpSpPr>
          <p:sp>
            <p:nvSpPr>
              <p:cNvPr id="74772"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773"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48"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74769"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0" name="Text Box 26"/>
            <p:cNvSpPr txBox="1">
              <a:spLocks noChangeArrowheads="1"/>
            </p:cNvSpPr>
            <p:nvPr/>
          </p:nvSpPr>
          <p:spPr bwMode="auto">
            <a:xfrm>
              <a:off x="2112" y="2239"/>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3200" b="1" dirty="0">
                  <a:latin typeface="Times New Roman" pitchFamily="18" charset="0"/>
                  <a:ea typeface="楷体_GB2312" pitchFamily="49" charset="-122"/>
                </a:rPr>
                <a:t>生成树</a:t>
              </a:r>
            </a:p>
          </p:txBody>
        </p:sp>
        <p:sp>
          <p:nvSpPr>
            <p:cNvPr id="74771"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grpSp>
        <p:nvGrpSpPr>
          <p:cNvPr id="74759" name="Group 28"/>
          <p:cNvGrpSpPr>
            <a:grpSpLocks/>
          </p:cNvGrpSpPr>
          <p:nvPr/>
        </p:nvGrpSpPr>
        <p:grpSpPr bwMode="auto">
          <a:xfrm>
            <a:off x="1042988" y="4821238"/>
            <a:ext cx="5410200" cy="712787"/>
            <a:chOff x="1152" y="2815"/>
            <a:chExt cx="3408" cy="449"/>
          </a:xfrm>
        </p:grpSpPr>
        <p:grpSp>
          <p:nvGrpSpPr>
            <p:cNvPr id="74761" name="Group 29"/>
            <p:cNvGrpSpPr>
              <a:grpSpLocks/>
            </p:cNvGrpSpPr>
            <p:nvPr/>
          </p:nvGrpSpPr>
          <p:grpSpPr bwMode="auto">
            <a:xfrm>
              <a:off x="1152" y="2845"/>
              <a:ext cx="480" cy="419"/>
              <a:chOff x="3174" y="2656"/>
              <a:chExt cx="1549" cy="1351"/>
            </a:xfrm>
          </p:grpSpPr>
          <p:sp>
            <p:nvSpPr>
              <p:cNvPr id="74765"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4766"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7856" name="AutoShape 32"/>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74762"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3" name="Text Box 34"/>
            <p:cNvSpPr txBox="1">
              <a:spLocks noChangeArrowheads="1"/>
            </p:cNvSpPr>
            <p:nvPr/>
          </p:nvSpPr>
          <p:spPr bwMode="auto">
            <a:xfrm>
              <a:off x="2112" y="2815"/>
              <a:ext cx="1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最小生成树</a:t>
              </a:r>
            </a:p>
          </p:txBody>
        </p:sp>
        <p:sp>
          <p:nvSpPr>
            <p:cNvPr id="74764" name="Text Box 35"/>
            <p:cNvSpPr txBox="1">
              <a:spLocks noChangeArrowheads="1"/>
            </p:cNvSpPr>
            <p:nvPr/>
          </p:nvSpPr>
          <p:spPr bwMode="gray">
            <a:xfrm>
              <a:off x="1281"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4</a:t>
              </a:r>
            </a:p>
          </p:txBody>
        </p:sp>
      </p:grpSp>
      <p:sp>
        <p:nvSpPr>
          <p:cNvPr id="74760" name="Rectangle 36"/>
          <p:cNvSpPr>
            <a:spLocks noChangeArrowheads="1"/>
          </p:cNvSpPr>
          <p:nvPr/>
        </p:nvSpPr>
        <p:spPr bwMode="auto">
          <a:xfrm>
            <a:off x="827088" y="3429000"/>
            <a:ext cx="4679950" cy="22320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7.3.3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生成树</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如下左图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不是无向树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但存在生成子图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它是无向树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itchFamily="18" charset="0"/>
              <a:ea typeface="楷体_GB2312" pitchFamily="49" charset="-122"/>
            </a:endParaRPr>
          </a:p>
        </p:txBody>
      </p:sp>
      <p:sp>
        <p:nvSpPr>
          <p:cNvPr id="75779" name="Oval 3"/>
          <p:cNvSpPr>
            <a:spLocks noChangeArrowheads="1"/>
          </p:cNvSpPr>
          <p:nvPr/>
        </p:nvSpPr>
        <p:spPr bwMode="auto">
          <a:xfrm>
            <a:off x="1979613" y="2349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0" name="Oval 4"/>
          <p:cNvSpPr>
            <a:spLocks noChangeArrowheads="1"/>
          </p:cNvSpPr>
          <p:nvPr/>
        </p:nvSpPr>
        <p:spPr bwMode="auto">
          <a:xfrm>
            <a:off x="1187450" y="3213100"/>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1" name="Oval 5"/>
          <p:cNvSpPr>
            <a:spLocks noChangeArrowheads="1"/>
          </p:cNvSpPr>
          <p:nvPr/>
        </p:nvSpPr>
        <p:spPr bwMode="auto">
          <a:xfrm>
            <a:off x="2627313" y="3214688"/>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2" name="Oval 6"/>
          <p:cNvSpPr>
            <a:spLocks noChangeArrowheads="1"/>
          </p:cNvSpPr>
          <p:nvPr/>
        </p:nvSpPr>
        <p:spPr bwMode="auto">
          <a:xfrm>
            <a:off x="1187450" y="4581525"/>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3" name="Oval 7"/>
          <p:cNvSpPr>
            <a:spLocks noChangeArrowheads="1"/>
          </p:cNvSpPr>
          <p:nvPr/>
        </p:nvSpPr>
        <p:spPr bwMode="auto">
          <a:xfrm>
            <a:off x="2627313" y="4508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4" name="Oval 8"/>
          <p:cNvSpPr>
            <a:spLocks noChangeArrowheads="1"/>
          </p:cNvSpPr>
          <p:nvPr/>
        </p:nvSpPr>
        <p:spPr bwMode="auto">
          <a:xfrm>
            <a:off x="4572000" y="2349500"/>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5" name="Oval 9"/>
          <p:cNvSpPr>
            <a:spLocks noChangeArrowheads="1"/>
          </p:cNvSpPr>
          <p:nvPr/>
        </p:nvSpPr>
        <p:spPr bwMode="auto">
          <a:xfrm>
            <a:off x="3779838" y="32131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6" name="Oval 10"/>
          <p:cNvSpPr>
            <a:spLocks noChangeArrowheads="1"/>
          </p:cNvSpPr>
          <p:nvPr/>
        </p:nvSpPr>
        <p:spPr bwMode="auto">
          <a:xfrm>
            <a:off x="5364163" y="32131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7" name="Oval 11"/>
          <p:cNvSpPr>
            <a:spLocks noChangeArrowheads="1"/>
          </p:cNvSpPr>
          <p:nvPr/>
        </p:nvSpPr>
        <p:spPr bwMode="auto">
          <a:xfrm>
            <a:off x="3779838" y="4508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8" name="Oval 12"/>
          <p:cNvSpPr>
            <a:spLocks noChangeArrowheads="1"/>
          </p:cNvSpPr>
          <p:nvPr/>
        </p:nvSpPr>
        <p:spPr bwMode="auto">
          <a:xfrm>
            <a:off x="5364163" y="4508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89" name="Oval 13"/>
          <p:cNvSpPr>
            <a:spLocks noChangeArrowheads="1"/>
          </p:cNvSpPr>
          <p:nvPr/>
        </p:nvSpPr>
        <p:spPr bwMode="auto">
          <a:xfrm>
            <a:off x="7164388" y="2276475"/>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90" name="Oval 14"/>
          <p:cNvSpPr>
            <a:spLocks noChangeArrowheads="1"/>
          </p:cNvSpPr>
          <p:nvPr/>
        </p:nvSpPr>
        <p:spPr bwMode="auto">
          <a:xfrm>
            <a:off x="6516688" y="3141663"/>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91" name="Oval 15"/>
          <p:cNvSpPr>
            <a:spLocks noChangeArrowheads="1"/>
          </p:cNvSpPr>
          <p:nvPr/>
        </p:nvSpPr>
        <p:spPr bwMode="auto">
          <a:xfrm>
            <a:off x="8027988" y="3141663"/>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92" name="Oval 16"/>
          <p:cNvSpPr>
            <a:spLocks noChangeArrowheads="1"/>
          </p:cNvSpPr>
          <p:nvPr/>
        </p:nvSpPr>
        <p:spPr bwMode="auto">
          <a:xfrm>
            <a:off x="6516688" y="4508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93" name="Oval 17"/>
          <p:cNvSpPr>
            <a:spLocks noChangeArrowheads="1"/>
          </p:cNvSpPr>
          <p:nvPr/>
        </p:nvSpPr>
        <p:spPr bwMode="auto">
          <a:xfrm>
            <a:off x="8027988" y="4508500"/>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5794" name="Line 18"/>
          <p:cNvSpPr>
            <a:spLocks noChangeShapeType="1"/>
          </p:cNvSpPr>
          <p:nvPr/>
        </p:nvSpPr>
        <p:spPr bwMode="auto">
          <a:xfrm flipH="1">
            <a:off x="1258888" y="2420938"/>
            <a:ext cx="792162"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5" name="Line 19"/>
          <p:cNvSpPr>
            <a:spLocks noChangeShapeType="1"/>
          </p:cNvSpPr>
          <p:nvPr/>
        </p:nvSpPr>
        <p:spPr bwMode="auto">
          <a:xfrm>
            <a:off x="2051050" y="2420938"/>
            <a:ext cx="649288"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6" name="Line 20"/>
          <p:cNvSpPr>
            <a:spLocks noChangeShapeType="1"/>
          </p:cNvSpPr>
          <p:nvPr/>
        </p:nvSpPr>
        <p:spPr bwMode="auto">
          <a:xfrm>
            <a:off x="1258888" y="3284538"/>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7" name="Line 21"/>
          <p:cNvSpPr>
            <a:spLocks noChangeShapeType="1"/>
          </p:cNvSpPr>
          <p:nvPr/>
        </p:nvSpPr>
        <p:spPr bwMode="auto">
          <a:xfrm>
            <a:off x="1258888" y="3284538"/>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8" name="Line 22"/>
          <p:cNvSpPr>
            <a:spLocks noChangeShapeType="1"/>
          </p:cNvSpPr>
          <p:nvPr/>
        </p:nvSpPr>
        <p:spPr bwMode="auto">
          <a:xfrm>
            <a:off x="2700338" y="3284538"/>
            <a:ext cx="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9" name="Line 23"/>
          <p:cNvSpPr>
            <a:spLocks noChangeShapeType="1"/>
          </p:cNvSpPr>
          <p:nvPr/>
        </p:nvSpPr>
        <p:spPr bwMode="auto">
          <a:xfrm>
            <a:off x="1258888" y="4652963"/>
            <a:ext cx="1441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0" name="Line 24"/>
          <p:cNvSpPr>
            <a:spLocks noChangeShapeType="1"/>
          </p:cNvSpPr>
          <p:nvPr/>
        </p:nvSpPr>
        <p:spPr bwMode="auto">
          <a:xfrm>
            <a:off x="1258888" y="3284538"/>
            <a:ext cx="1368425" cy="12239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1" name="Line 25"/>
          <p:cNvSpPr>
            <a:spLocks noChangeShapeType="1"/>
          </p:cNvSpPr>
          <p:nvPr/>
        </p:nvSpPr>
        <p:spPr bwMode="auto">
          <a:xfrm flipH="1">
            <a:off x="3857625" y="2420938"/>
            <a:ext cx="785813" cy="844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2" name="Line 26"/>
          <p:cNvSpPr>
            <a:spLocks noChangeShapeType="1"/>
          </p:cNvSpPr>
          <p:nvPr/>
        </p:nvSpPr>
        <p:spPr bwMode="auto">
          <a:xfrm>
            <a:off x="4643438" y="2420938"/>
            <a:ext cx="792162"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3" name="Line 27"/>
          <p:cNvSpPr>
            <a:spLocks noChangeShapeType="1"/>
          </p:cNvSpPr>
          <p:nvPr/>
        </p:nvSpPr>
        <p:spPr bwMode="auto">
          <a:xfrm>
            <a:off x="3851275" y="3284538"/>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4" name="Line 28"/>
          <p:cNvSpPr>
            <a:spLocks noChangeShapeType="1"/>
          </p:cNvSpPr>
          <p:nvPr/>
        </p:nvSpPr>
        <p:spPr bwMode="auto">
          <a:xfrm>
            <a:off x="5435600" y="3284538"/>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5" name="Line 29"/>
          <p:cNvSpPr>
            <a:spLocks noChangeShapeType="1"/>
          </p:cNvSpPr>
          <p:nvPr/>
        </p:nvSpPr>
        <p:spPr bwMode="auto">
          <a:xfrm>
            <a:off x="7235825" y="2349500"/>
            <a:ext cx="865188"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6" name="Line 30"/>
          <p:cNvSpPr>
            <a:spLocks noChangeShapeType="1"/>
          </p:cNvSpPr>
          <p:nvPr/>
        </p:nvSpPr>
        <p:spPr bwMode="auto">
          <a:xfrm>
            <a:off x="6588125" y="3213100"/>
            <a:ext cx="15128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7" name="Line 31"/>
          <p:cNvSpPr>
            <a:spLocks noChangeShapeType="1"/>
          </p:cNvSpPr>
          <p:nvPr/>
        </p:nvSpPr>
        <p:spPr bwMode="auto">
          <a:xfrm>
            <a:off x="6588125" y="3284538"/>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8" name="Line 32"/>
          <p:cNvSpPr>
            <a:spLocks noChangeShapeType="1"/>
          </p:cNvSpPr>
          <p:nvPr/>
        </p:nvSpPr>
        <p:spPr bwMode="auto">
          <a:xfrm>
            <a:off x="6588125" y="3213100"/>
            <a:ext cx="1439863"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5809" name="Object 33"/>
          <p:cNvGraphicFramePr>
            <a:graphicFrameLocks noChangeAspect="1"/>
          </p:cNvGraphicFramePr>
          <p:nvPr/>
        </p:nvGraphicFramePr>
        <p:xfrm>
          <a:off x="1209675" y="2290763"/>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2290763"/>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0" name="Object 34"/>
          <p:cNvGraphicFramePr>
            <a:graphicFrameLocks noChangeAspect="1"/>
          </p:cNvGraphicFramePr>
          <p:nvPr/>
        </p:nvGraphicFramePr>
        <p:xfrm>
          <a:off x="3779838" y="2420938"/>
          <a:ext cx="338137" cy="525462"/>
        </p:xfrm>
        <a:graphic>
          <a:graphicData uri="http://schemas.openxmlformats.org/presentationml/2006/ole">
            <mc:AlternateContent xmlns:mc="http://schemas.openxmlformats.org/markup-compatibility/2006">
              <mc:Choice xmlns:v="urn:schemas-microsoft-com:vml" Requires="v">
                <p:oleObj name="Equation" r:id="rId4" imgW="66723" imgH="142830" progId="Equation.3">
                  <p:embed/>
                </p:oleObj>
              </mc:Choice>
              <mc:Fallback>
                <p:oleObj name="Equation" r:id="rId4" imgW="66723" imgH="142830" progId="Equation.3">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2420938"/>
                        <a:ext cx="338137"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1" name="Object 35"/>
          <p:cNvGraphicFramePr>
            <a:graphicFrameLocks noChangeAspect="1"/>
          </p:cNvGraphicFramePr>
          <p:nvPr/>
        </p:nvGraphicFramePr>
        <p:xfrm>
          <a:off x="2397125" y="2349500"/>
          <a:ext cx="368300" cy="525463"/>
        </p:xfrm>
        <a:graphic>
          <a:graphicData uri="http://schemas.openxmlformats.org/presentationml/2006/ole">
            <mc:AlternateContent xmlns:mc="http://schemas.openxmlformats.org/markup-compatibility/2006">
              <mc:Choice xmlns:v="urn:schemas-microsoft-com:vml" Requires="v">
                <p:oleObj name="Equation" r:id="rId6" imgW="76177" imgH="142830" progId="Equation.3">
                  <p:embed/>
                </p:oleObj>
              </mc:Choice>
              <mc:Fallback>
                <p:oleObj name="Equation" r:id="rId6" imgW="76177" imgH="142830" progId="Equation.3">
                  <p:embed/>
                  <p:pic>
                    <p:nvPicPr>
                      <p:cNvPr id="0"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7125" y="2349500"/>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2" name="Object 36"/>
          <p:cNvGraphicFramePr>
            <a:graphicFrameLocks noChangeAspect="1"/>
          </p:cNvGraphicFramePr>
          <p:nvPr/>
        </p:nvGraphicFramePr>
        <p:xfrm>
          <a:off x="4932363" y="2420938"/>
          <a:ext cx="368300" cy="525462"/>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2363" y="2420938"/>
                        <a:ext cx="3683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3" name="Object 37"/>
          <p:cNvGraphicFramePr>
            <a:graphicFrameLocks noChangeAspect="1"/>
          </p:cNvGraphicFramePr>
          <p:nvPr/>
        </p:nvGraphicFramePr>
        <p:xfrm>
          <a:off x="7596188" y="2276475"/>
          <a:ext cx="368300" cy="525463"/>
        </p:xfrm>
        <a:graphic>
          <a:graphicData uri="http://schemas.openxmlformats.org/presentationml/2006/ole">
            <mc:AlternateContent xmlns:mc="http://schemas.openxmlformats.org/markup-compatibility/2006">
              <mc:Choice xmlns:v="urn:schemas-microsoft-com:vml" Requires="v">
                <p:oleObj name="Equation" r:id="rId10" imgW="76177" imgH="142830" progId="Equation.3">
                  <p:embed/>
                </p:oleObj>
              </mc:Choice>
              <mc:Fallback>
                <p:oleObj name="Equation" r:id="rId10" imgW="76177" imgH="142830" progId="Equation.3">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96188" y="2276475"/>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4" name="Object 38"/>
          <p:cNvGraphicFramePr>
            <a:graphicFrameLocks noChangeAspect="1"/>
          </p:cNvGraphicFramePr>
          <p:nvPr/>
        </p:nvGraphicFramePr>
        <p:xfrm>
          <a:off x="1835150" y="2765425"/>
          <a:ext cx="368300" cy="557213"/>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0"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150" y="2765425"/>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5" name="Object 39"/>
          <p:cNvGraphicFramePr>
            <a:graphicFrameLocks noChangeAspect="1"/>
          </p:cNvGraphicFramePr>
          <p:nvPr/>
        </p:nvGraphicFramePr>
        <p:xfrm>
          <a:off x="7092950" y="2708275"/>
          <a:ext cx="368300" cy="557213"/>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0"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92950" y="2708275"/>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6" name="Object 40"/>
          <p:cNvGraphicFramePr>
            <a:graphicFrameLocks noChangeAspect="1"/>
          </p:cNvGraphicFramePr>
          <p:nvPr/>
        </p:nvGraphicFramePr>
        <p:xfrm>
          <a:off x="827088" y="3514725"/>
          <a:ext cx="368300" cy="527050"/>
        </p:xfrm>
        <a:graphic>
          <a:graphicData uri="http://schemas.openxmlformats.org/presentationml/2006/ole">
            <mc:AlternateContent xmlns:mc="http://schemas.openxmlformats.org/markup-compatibility/2006">
              <mc:Choice xmlns:v="urn:schemas-microsoft-com:vml" Requires="v">
                <p:oleObj name="Equation" r:id="rId16" imgW="76177" imgH="142830" progId="Equation.3">
                  <p:embed/>
                </p:oleObj>
              </mc:Choice>
              <mc:Fallback>
                <p:oleObj name="Equation" r:id="rId16" imgW="76177" imgH="142830" progId="Equation.3">
                  <p:embed/>
                  <p:pic>
                    <p:nvPicPr>
                      <p:cNvPr id="0" name="Object 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7088" y="3514725"/>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7" name="Object 41"/>
          <p:cNvGraphicFramePr>
            <a:graphicFrameLocks noChangeAspect="1"/>
          </p:cNvGraphicFramePr>
          <p:nvPr/>
        </p:nvGraphicFramePr>
        <p:xfrm>
          <a:off x="3348038" y="3573463"/>
          <a:ext cx="368300" cy="527050"/>
        </p:xfrm>
        <a:graphic>
          <a:graphicData uri="http://schemas.openxmlformats.org/presentationml/2006/ole">
            <mc:AlternateContent xmlns:mc="http://schemas.openxmlformats.org/markup-compatibility/2006">
              <mc:Choice xmlns:v="urn:schemas-microsoft-com:vml" Requires="v">
                <p:oleObj name="Equation" r:id="rId18" imgW="76177" imgH="142830" progId="Equation.3">
                  <p:embed/>
                </p:oleObj>
              </mc:Choice>
              <mc:Fallback>
                <p:oleObj name="Equation" r:id="rId18" imgW="76177" imgH="142830" progId="Equation.3">
                  <p:embed/>
                  <p:pic>
                    <p:nvPicPr>
                      <p:cNvPr id="0" name="Object 4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8038" y="3573463"/>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8" name="Object 42"/>
          <p:cNvGraphicFramePr>
            <a:graphicFrameLocks noChangeAspect="1"/>
          </p:cNvGraphicFramePr>
          <p:nvPr/>
        </p:nvGraphicFramePr>
        <p:xfrm>
          <a:off x="6084888" y="3716338"/>
          <a:ext cx="368300" cy="527050"/>
        </p:xfrm>
        <a:graphic>
          <a:graphicData uri="http://schemas.openxmlformats.org/presentationml/2006/ole">
            <mc:AlternateContent xmlns:mc="http://schemas.openxmlformats.org/markup-compatibility/2006">
              <mc:Choice xmlns:v="urn:schemas-microsoft-com:vml" Requires="v">
                <p:oleObj name="Equation" r:id="rId20" imgW="76177" imgH="142830" progId="Equation.3">
                  <p:embed/>
                </p:oleObj>
              </mc:Choice>
              <mc:Fallback>
                <p:oleObj name="Equation" r:id="rId20" imgW="76177" imgH="142830" progId="Equation.3">
                  <p:embed/>
                  <p:pic>
                    <p:nvPicPr>
                      <p:cNvPr id="0" name="Object 4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84888" y="3716338"/>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19" name="Object 43"/>
          <p:cNvGraphicFramePr>
            <a:graphicFrameLocks noChangeAspect="1"/>
          </p:cNvGraphicFramePr>
          <p:nvPr/>
        </p:nvGraphicFramePr>
        <p:xfrm>
          <a:off x="1835150" y="3557588"/>
          <a:ext cx="368300" cy="558800"/>
        </p:xfrm>
        <a:graphic>
          <a:graphicData uri="http://schemas.openxmlformats.org/presentationml/2006/ole">
            <mc:AlternateContent xmlns:mc="http://schemas.openxmlformats.org/markup-compatibility/2006">
              <mc:Choice xmlns:v="urn:schemas-microsoft-com:vml" Requires="v">
                <p:oleObj name="Equation" r:id="rId22" imgW="76177" imgH="152280" progId="Equation.3">
                  <p:embed/>
                </p:oleObj>
              </mc:Choice>
              <mc:Fallback>
                <p:oleObj name="Equation" r:id="rId22" imgW="76177" imgH="152280" progId="Equation.3">
                  <p:embed/>
                  <p:pic>
                    <p:nvPicPr>
                      <p:cNvPr id="0" name="Object 4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35150" y="3557588"/>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0" name="Object 44"/>
          <p:cNvGraphicFramePr>
            <a:graphicFrameLocks noChangeAspect="1"/>
          </p:cNvGraphicFramePr>
          <p:nvPr/>
        </p:nvGraphicFramePr>
        <p:xfrm>
          <a:off x="7308850" y="3573463"/>
          <a:ext cx="368300" cy="558800"/>
        </p:xfrm>
        <a:graphic>
          <a:graphicData uri="http://schemas.openxmlformats.org/presentationml/2006/ole">
            <mc:AlternateContent xmlns:mc="http://schemas.openxmlformats.org/markup-compatibility/2006">
              <mc:Choice xmlns:v="urn:schemas-microsoft-com:vml" Requires="v">
                <p:oleObj name="Equation" r:id="rId24" imgW="76177" imgH="152280" progId="Equation.3">
                  <p:embed/>
                </p:oleObj>
              </mc:Choice>
              <mc:Fallback>
                <p:oleObj name="Equation" r:id="rId24" imgW="76177" imgH="152280" progId="Equation.3">
                  <p:embed/>
                  <p:pic>
                    <p:nvPicPr>
                      <p:cNvPr id="0" name="Object 4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308850" y="357346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1" name="Object 45"/>
          <p:cNvGraphicFramePr>
            <a:graphicFrameLocks noChangeAspect="1"/>
          </p:cNvGraphicFramePr>
          <p:nvPr/>
        </p:nvGraphicFramePr>
        <p:xfrm>
          <a:off x="2627313" y="3573463"/>
          <a:ext cx="368300" cy="558800"/>
        </p:xfrm>
        <a:graphic>
          <a:graphicData uri="http://schemas.openxmlformats.org/presentationml/2006/ole">
            <mc:AlternateContent xmlns:mc="http://schemas.openxmlformats.org/markup-compatibility/2006">
              <mc:Choice xmlns:v="urn:schemas-microsoft-com:vml" Requires="v">
                <p:oleObj name="Equation" r:id="rId26" imgW="76177" imgH="152280" progId="Equation.3">
                  <p:embed/>
                </p:oleObj>
              </mc:Choice>
              <mc:Fallback>
                <p:oleObj name="Equation" r:id="rId26" imgW="76177" imgH="152280" progId="Equation.3">
                  <p:embed/>
                  <p:pic>
                    <p:nvPicPr>
                      <p:cNvPr id="0" name="Object 4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627313" y="357346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2" name="Object 46"/>
          <p:cNvGraphicFramePr>
            <a:graphicFrameLocks noChangeAspect="1"/>
          </p:cNvGraphicFramePr>
          <p:nvPr/>
        </p:nvGraphicFramePr>
        <p:xfrm>
          <a:off x="5364163" y="3573463"/>
          <a:ext cx="368300" cy="558800"/>
        </p:xfrm>
        <a:graphic>
          <a:graphicData uri="http://schemas.openxmlformats.org/presentationml/2006/ole">
            <mc:AlternateContent xmlns:mc="http://schemas.openxmlformats.org/markup-compatibility/2006">
              <mc:Choice xmlns:v="urn:schemas-microsoft-com:vml" Requires="v">
                <p:oleObj name="Equation" r:id="rId28" imgW="76177" imgH="152280" progId="Equation.3">
                  <p:embed/>
                </p:oleObj>
              </mc:Choice>
              <mc:Fallback>
                <p:oleObj name="Equation" r:id="rId28" imgW="76177" imgH="152280" progId="Equation.3">
                  <p:embed/>
                  <p:pic>
                    <p:nvPicPr>
                      <p:cNvPr id="0" name="Object 4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364163" y="357346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3" name="Object 47"/>
          <p:cNvGraphicFramePr>
            <a:graphicFrameLocks noChangeAspect="1"/>
          </p:cNvGraphicFramePr>
          <p:nvPr/>
        </p:nvGraphicFramePr>
        <p:xfrm>
          <a:off x="1692275" y="4149725"/>
          <a:ext cx="368300" cy="558800"/>
        </p:xfrm>
        <a:graphic>
          <a:graphicData uri="http://schemas.openxmlformats.org/presentationml/2006/ole">
            <mc:AlternateContent xmlns:mc="http://schemas.openxmlformats.org/markup-compatibility/2006">
              <mc:Choice xmlns:v="urn:schemas-microsoft-com:vml" Requires="v">
                <p:oleObj name="Equation" r:id="rId30" imgW="76177" imgH="152280" progId="Equation.3">
                  <p:embed/>
                </p:oleObj>
              </mc:Choice>
              <mc:Fallback>
                <p:oleObj name="Equation" r:id="rId30" imgW="76177" imgH="152280" progId="Equation.3">
                  <p:embed/>
                  <p:pic>
                    <p:nvPicPr>
                      <p:cNvPr id="0" name="Object 4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692275" y="4149725"/>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824" name="Object 48"/>
          <p:cNvGraphicFramePr>
            <a:graphicFrameLocks noChangeAspect="1"/>
          </p:cNvGraphicFramePr>
          <p:nvPr/>
        </p:nvGraphicFramePr>
        <p:xfrm>
          <a:off x="1692275" y="4868863"/>
          <a:ext cx="398463" cy="431800"/>
        </p:xfrm>
        <a:graphic>
          <a:graphicData uri="http://schemas.openxmlformats.org/presentationml/2006/ole">
            <mc:AlternateContent xmlns:mc="http://schemas.openxmlformats.org/markup-compatibility/2006">
              <mc:Choice xmlns:v="urn:schemas-microsoft-com:vml" Requires="v">
                <p:oleObj name="公式" r:id="rId32" imgW="85632" imgH="104760" progId="Equation.3">
                  <p:embed/>
                </p:oleObj>
              </mc:Choice>
              <mc:Fallback>
                <p:oleObj name="公式" r:id="rId32" imgW="85632" imgH="104760" progId="Equation.3">
                  <p:embed/>
                  <p:pic>
                    <p:nvPicPr>
                      <p:cNvPr id="0" name="Object 4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692275" y="4868863"/>
                        <a:ext cx="39846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p:nvPr>
        </p:nvSpPr>
        <p:spPr/>
        <p:txBody>
          <a:bodyPr/>
          <a:lstStyle/>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7-4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的生成子图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且</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是一棵无向树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生成树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(spanning tree).</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 name="Rectangle 2">
            <a:extLst>
              <a:ext uri="{FF2B5EF4-FFF2-40B4-BE49-F238E27FC236}">
                <a16:creationId xmlns:a16="http://schemas.microsoft.com/office/drawing/2014/main" id="{F5CC234E-866D-BCAF-4833-E05FBA41FFDB}"/>
              </a:ext>
            </a:extLst>
          </p:cNvPr>
          <p:cNvSpPr txBox="1">
            <a:spLocks noChangeArrowheads="1"/>
          </p:cNvSpPr>
          <p:nvPr/>
        </p:nvSpPr>
        <p:spPr bwMode="auto">
          <a:xfrm>
            <a:off x="446653" y="2708920"/>
            <a:ext cx="8229600" cy="190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120000"/>
              </a:lnSpc>
            </a:pPr>
            <a:r>
              <a:rPr lang="zh-CN" altLang="en-US" b="1" kern="0" dirty="0">
                <a:latin typeface="Times New Roman" panose="02020603050405020304" pitchFamily="18" charset="0"/>
                <a:ea typeface="楷体" panose="02010609060101010101" pitchFamily="49" charset="-122"/>
                <a:cs typeface="Times New Roman" panose="02020603050405020304" pitchFamily="18" charset="0"/>
              </a:rPr>
              <a:t>唯一性</a:t>
            </a:r>
            <a:r>
              <a:rPr lang="en-US" altLang="zh-CN" b="1" kern="0" dirty="0">
                <a:latin typeface="Times New Roman" panose="02020603050405020304" pitchFamily="18" charset="0"/>
                <a:ea typeface="楷体" panose="02010609060101010101" pitchFamily="49" charset="-122"/>
                <a:cs typeface="Times New Roman" panose="02020603050405020304" pitchFamily="18" charset="0"/>
              </a:rPr>
              <a:t>?</a:t>
            </a:r>
          </a:p>
          <a:p>
            <a:pPr marL="0" indent="0" eaLnBrk="1" hangingPunct="1">
              <a:lnSpc>
                <a:spcPct val="120000"/>
              </a:lnSpc>
              <a:buNone/>
            </a:pPr>
            <a:endParaRPr lang="en-US" altLang="zh-CN" b="1" kern="0" dirty="0">
              <a:latin typeface="Times New Roman" pitchFamily="18" charset="0"/>
              <a:ea typeface="楷体_GB2312" pitchFamily="49" charset="-122"/>
            </a:endParaRPr>
          </a:p>
        </p:txBody>
      </p:sp>
      <p:sp>
        <p:nvSpPr>
          <p:cNvPr id="3" name="Oval 3">
            <a:extLst>
              <a:ext uri="{FF2B5EF4-FFF2-40B4-BE49-F238E27FC236}">
                <a16:creationId xmlns:a16="http://schemas.microsoft.com/office/drawing/2014/main" id="{0C98741F-D544-2193-8023-76ACA1BC0291}"/>
              </a:ext>
            </a:extLst>
          </p:cNvPr>
          <p:cNvSpPr>
            <a:spLocks noChangeArrowheads="1"/>
          </p:cNvSpPr>
          <p:nvPr/>
        </p:nvSpPr>
        <p:spPr bwMode="auto">
          <a:xfrm>
            <a:off x="1907679" y="3756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 name="Oval 4">
            <a:extLst>
              <a:ext uri="{FF2B5EF4-FFF2-40B4-BE49-F238E27FC236}">
                <a16:creationId xmlns:a16="http://schemas.microsoft.com/office/drawing/2014/main" id="{8E312ECE-A8D1-C569-24BD-2B04CCC872EF}"/>
              </a:ext>
            </a:extLst>
          </p:cNvPr>
          <p:cNvSpPr>
            <a:spLocks noChangeArrowheads="1"/>
          </p:cNvSpPr>
          <p:nvPr/>
        </p:nvSpPr>
        <p:spPr bwMode="auto">
          <a:xfrm>
            <a:off x="1115516" y="4620419"/>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5" name="Oval 5">
            <a:extLst>
              <a:ext uri="{FF2B5EF4-FFF2-40B4-BE49-F238E27FC236}">
                <a16:creationId xmlns:a16="http://schemas.microsoft.com/office/drawing/2014/main" id="{74F4DD09-36FF-269C-8264-0570A5634019}"/>
              </a:ext>
            </a:extLst>
          </p:cNvPr>
          <p:cNvSpPr>
            <a:spLocks noChangeArrowheads="1"/>
          </p:cNvSpPr>
          <p:nvPr/>
        </p:nvSpPr>
        <p:spPr bwMode="auto">
          <a:xfrm>
            <a:off x="2555379" y="4622007"/>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 name="Oval 6">
            <a:extLst>
              <a:ext uri="{FF2B5EF4-FFF2-40B4-BE49-F238E27FC236}">
                <a16:creationId xmlns:a16="http://schemas.microsoft.com/office/drawing/2014/main" id="{72E3A0F0-6359-1EC4-7463-5A05F9D42DBB}"/>
              </a:ext>
            </a:extLst>
          </p:cNvPr>
          <p:cNvSpPr>
            <a:spLocks noChangeArrowheads="1"/>
          </p:cNvSpPr>
          <p:nvPr/>
        </p:nvSpPr>
        <p:spPr bwMode="auto">
          <a:xfrm>
            <a:off x="1115516" y="5988844"/>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 name="Oval 7">
            <a:extLst>
              <a:ext uri="{FF2B5EF4-FFF2-40B4-BE49-F238E27FC236}">
                <a16:creationId xmlns:a16="http://schemas.microsoft.com/office/drawing/2014/main" id="{0227C7A0-A03B-B49E-57A2-F3EECD17CDDE}"/>
              </a:ext>
            </a:extLst>
          </p:cNvPr>
          <p:cNvSpPr>
            <a:spLocks noChangeArrowheads="1"/>
          </p:cNvSpPr>
          <p:nvPr/>
        </p:nvSpPr>
        <p:spPr bwMode="auto">
          <a:xfrm>
            <a:off x="2555379" y="5915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8" name="Oval 8">
            <a:extLst>
              <a:ext uri="{FF2B5EF4-FFF2-40B4-BE49-F238E27FC236}">
                <a16:creationId xmlns:a16="http://schemas.microsoft.com/office/drawing/2014/main" id="{3EEAFB1D-21E9-74F3-6226-B1CD20C435DF}"/>
              </a:ext>
            </a:extLst>
          </p:cNvPr>
          <p:cNvSpPr>
            <a:spLocks noChangeArrowheads="1"/>
          </p:cNvSpPr>
          <p:nvPr/>
        </p:nvSpPr>
        <p:spPr bwMode="auto">
          <a:xfrm>
            <a:off x="4500066" y="3756819"/>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9" name="Oval 9">
            <a:extLst>
              <a:ext uri="{FF2B5EF4-FFF2-40B4-BE49-F238E27FC236}">
                <a16:creationId xmlns:a16="http://schemas.microsoft.com/office/drawing/2014/main" id="{04398FCF-14AA-D498-8B5A-AE58A8B51186}"/>
              </a:ext>
            </a:extLst>
          </p:cNvPr>
          <p:cNvSpPr>
            <a:spLocks noChangeArrowheads="1"/>
          </p:cNvSpPr>
          <p:nvPr/>
        </p:nvSpPr>
        <p:spPr bwMode="auto">
          <a:xfrm>
            <a:off x="3707904" y="46204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0" name="Oval 10">
            <a:extLst>
              <a:ext uri="{FF2B5EF4-FFF2-40B4-BE49-F238E27FC236}">
                <a16:creationId xmlns:a16="http://schemas.microsoft.com/office/drawing/2014/main" id="{45E4E58F-186A-C8AD-312E-EDBA739E8F0D}"/>
              </a:ext>
            </a:extLst>
          </p:cNvPr>
          <p:cNvSpPr>
            <a:spLocks noChangeArrowheads="1"/>
          </p:cNvSpPr>
          <p:nvPr/>
        </p:nvSpPr>
        <p:spPr bwMode="auto">
          <a:xfrm>
            <a:off x="5292229" y="46204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1" name="Oval 11">
            <a:extLst>
              <a:ext uri="{FF2B5EF4-FFF2-40B4-BE49-F238E27FC236}">
                <a16:creationId xmlns:a16="http://schemas.microsoft.com/office/drawing/2014/main" id="{856CD6BC-9F6B-8E5B-DF82-2A7744491247}"/>
              </a:ext>
            </a:extLst>
          </p:cNvPr>
          <p:cNvSpPr>
            <a:spLocks noChangeArrowheads="1"/>
          </p:cNvSpPr>
          <p:nvPr/>
        </p:nvSpPr>
        <p:spPr bwMode="auto">
          <a:xfrm>
            <a:off x="3707904" y="5915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2" name="Oval 12">
            <a:extLst>
              <a:ext uri="{FF2B5EF4-FFF2-40B4-BE49-F238E27FC236}">
                <a16:creationId xmlns:a16="http://schemas.microsoft.com/office/drawing/2014/main" id="{23F9F4F2-2CC0-FC60-4640-93CEB3B5275A}"/>
              </a:ext>
            </a:extLst>
          </p:cNvPr>
          <p:cNvSpPr>
            <a:spLocks noChangeArrowheads="1"/>
          </p:cNvSpPr>
          <p:nvPr/>
        </p:nvSpPr>
        <p:spPr bwMode="auto">
          <a:xfrm>
            <a:off x="5292229" y="5915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3" name="Oval 13">
            <a:extLst>
              <a:ext uri="{FF2B5EF4-FFF2-40B4-BE49-F238E27FC236}">
                <a16:creationId xmlns:a16="http://schemas.microsoft.com/office/drawing/2014/main" id="{27AED265-B3DC-5ECD-75C4-9664DB9DFFA3}"/>
              </a:ext>
            </a:extLst>
          </p:cNvPr>
          <p:cNvSpPr>
            <a:spLocks noChangeArrowheads="1"/>
          </p:cNvSpPr>
          <p:nvPr/>
        </p:nvSpPr>
        <p:spPr bwMode="auto">
          <a:xfrm>
            <a:off x="7091660" y="3704432"/>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4" name="Oval 14">
            <a:extLst>
              <a:ext uri="{FF2B5EF4-FFF2-40B4-BE49-F238E27FC236}">
                <a16:creationId xmlns:a16="http://schemas.microsoft.com/office/drawing/2014/main" id="{2BF845AA-3C9D-66EE-0A97-9E2526B9C02B}"/>
              </a:ext>
            </a:extLst>
          </p:cNvPr>
          <p:cNvSpPr>
            <a:spLocks noChangeArrowheads="1"/>
          </p:cNvSpPr>
          <p:nvPr/>
        </p:nvSpPr>
        <p:spPr bwMode="auto">
          <a:xfrm>
            <a:off x="6444754" y="4548982"/>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5" name="Oval 15">
            <a:extLst>
              <a:ext uri="{FF2B5EF4-FFF2-40B4-BE49-F238E27FC236}">
                <a16:creationId xmlns:a16="http://schemas.microsoft.com/office/drawing/2014/main" id="{A226DDB3-608C-17A2-790C-A719B93E6235}"/>
              </a:ext>
            </a:extLst>
          </p:cNvPr>
          <p:cNvSpPr>
            <a:spLocks noChangeArrowheads="1"/>
          </p:cNvSpPr>
          <p:nvPr/>
        </p:nvSpPr>
        <p:spPr bwMode="auto">
          <a:xfrm>
            <a:off x="7956054" y="4548982"/>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6" name="Oval 16">
            <a:extLst>
              <a:ext uri="{FF2B5EF4-FFF2-40B4-BE49-F238E27FC236}">
                <a16:creationId xmlns:a16="http://schemas.microsoft.com/office/drawing/2014/main" id="{680318D6-6644-B39D-22B5-2805CBF978DE}"/>
              </a:ext>
            </a:extLst>
          </p:cNvPr>
          <p:cNvSpPr>
            <a:spLocks noChangeArrowheads="1"/>
          </p:cNvSpPr>
          <p:nvPr/>
        </p:nvSpPr>
        <p:spPr bwMode="auto">
          <a:xfrm>
            <a:off x="6444754" y="5915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7" name="Oval 17">
            <a:extLst>
              <a:ext uri="{FF2B5EF4-FFF2-40B4-BE49-F238E27FC236}">
                <a16:creationId xmlns:a16="http://schemas.microsoft.com/office/drawing/2014/main" id="{6E135466-9205-63F9-D940-25B424281A30}"/>
              </a:ext>
            </a:extLst>
          </p:cNvPr>
          <p:cNvSpPr>
            <a:spLocks noChangeArrowheads="1"/>
          </p:cNvSpPr>
          <p:nvPr/>
        </p:nvSpPr>
        <p:spPr bwMode="auto">
          <a:xfrm>
            <a:off x="7956054" y="5915819"/>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8" name="Line 18">
            <a:extLst>
              <a:ext uri="{FF2B5EF4-FFF2-40B4-BE49-F238E27FC236}">
                <a16:creationId xmlns:a16="http://schemas.microsoft.com/office/drawing/2014/main" id="{387D4495-B327-CFD1-A0CE-EED40FE166B5}"/>
              </a:ext>
            </a:extLst>
          </p:cNvPr>
          <p:cNvSpPr>
            <a:spLocks noChangeShapeType="1"/>
          </p:cNvSpPr>
          <p:nvPr/>
        </p:nvSpPr>
        <p:spPr bwMode="auto">
          <a:xfrm flipH="1">
            <a:off x="1186954" y="3828257"/>
            <a:ext cx="792162"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9">
            <a:extLst>
              <a:ext uri="{FF2B5EF4-FFF2-40B4-BE49-F238E27FC236}">
                <a16:creationId xmlns:a16="http://schemas.microsoft.com/office/drawing/2014/main" id="{D46F21FA-EE54-BB87-B7A4-A3BE49DC4E9B}"/>
              </a:ext>
            </a:extLst>
          </p:cNvPr>
          <p:cNvSpPr>
            <a:spLocks noChangeShapeType="1"/>
          </p:cNvSpPr>
          <p:nvPr/>
        </p:nvSpPr>
        <p:spPr bwMode="auto">
          <a:xfrm>
            <a:off x="1979116" y="3828257"/>
            <a:ext cx="649288"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20">
            <a:extLst>
              <a:ext uri="{FF2B5EF4-FFF2-40B4-BE49-F238E27FC236}">
                <a16:creationId xmlns:a16="http://schemas.microsoft.com/office/drawing/2014/main" id="{93EA5A3A-705C-27F6-6DCA-18EDA58EEFD3}"/>
              </a:ext>
            </a:extLst>
          </p:cNvPr>
          <p:cNvSpPr>
            <a:spLocks noChangeShapeType="1"/>
          </p:cNvSpPr>
          <p:nvPr/>
        </p:nvSpPr>
        <p:spPr bwMode="auto">
          <a:xfrm>
            <a:off x="1186954" y="4691857"/>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1">
            <a:extLst>
              <a:ext uri="{FF2B5EF4-FFF2-40B4-BE49-F238E27FC236}">
                <a16:creationId xmlns:a16="http://schemas.microsoft.com/office/drawing/2014/main" id="{BBBDDC3C-2B02-DBE1-BC53-D974B6166A24}"/>
              </a:ext>
            </a:extLst>
          </p:cNvPr>
          <p:cNvSpPr>
            <a:spLocks noChangeShapeType="1"/>
          </p:cNvSpPr>
          <p:nvPr/>
        </p:nvSpPr>
        <p:spPr bwMode="auto">
          <a:xfrm>
            <a:off x="1186954" y="4691857"/>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2">
            <a:extLst>
              <a:ext uri="{FF2B5EF4-FFF2-40B4-BE49-F238E27FC236}">
                <a16:creationId xmlns:a16="http://schemas.microsoft.com/office/drawing/2014/main" id="{4E99F913-B385-C1E5-671E-332D661F9574}"/>
              </a:ext>
            </a:extLst>
          </p:cNvPr>
          <p:cNvSpPr>
            <a:spLocks noChangeShapeType="1"/>
          </p:cNvSpPr>
          <p:nvPr/>
        </p:nvSpPr>
        <p:spPr bwMode="auto">
          <a:xfrm>
            <a:off x="2628404" y="4691857"/>
            <a:ext cx="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3">
            <a:extLst>
              <a:ext uri="{FF2B5EF4-FFF2-40B4-BE49-F238E27FC236}">
                <a16:creationId xmlns:a16="http://schemas.microsoft.com/office/drawing/2014/main" id="{02D701BF-42C3-CD1F-CC7A-3B02C75787F9}"/>
              </a:ext>
            </a:extLst>
          </p:cNvPr>
          <p:cNvSpPr>
            <a:spLocks noChangeShapeType="1"/>
          </p:cNvSpPr>
          <p:nvPr/>
        </p:nvSpPr>
        <p:spPr bwMode="auto">
          <a:xfrm>
            <a:off x="1186954" y="6060282"/>
            <a:ext cx="1441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24">
            <a:extLst>
              <a:ext uri="{FF2B5EF4-FFF2-40B4-BE49-F238E27FC236}">
                <a16:creationId xmlns:a16="http://schemas.microsoft.com/office/drawing/2014/main" id="{05B08464-60A8-172E-950B-2E94EB487B36}"/>
              </a:ext>
            </a:extLst>
          </p:cNvPr>
          <p:cNvSpPr>
            <a:spLocks noChangeShapeType="1"/>
          </p:cNvSpPr>
          <p:nvPr/>
        </p:nvSpPr>
        <p:spPr bwMode="auto">
          <a:xfrm>
            <a:off x="1186954" y="4691857"/>
            <a:ext cx="1368425" cy="12239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25">
            <a:extLst>
              <a:ext uri="{FF2B5EF4-FFF2-40B4-BE49-F238E27FC236}">
                <a16:creationId xmlns:a16="http://schemas.microsoft.com/office/drawing/2014/main" id="{58C17345-0532-3E96-617D-1A72A0E67B53}"/>
              </a:ext>
            </a:extLst>
          </p:cNvPr>
          <p:cNvSpPr>
            <a:spLocks noChangeShapeType="1"/>
          </p:cNvSpPr>
          <p:nvPr/>
        </p:nvSpPr>
        <p:spPr bwMode="auto">
          <a:xfrm flipH="1">
            <a:off x="3852366" y="3828257"/>
            <a:ext cx="719138"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6">
            <a:extLst>
              <a:ext uri="{FF2B5EF4-FFF2-40B4-BE49-F238E27FC236}">
                <a16:creationId xmlns:a16="http://schemas.microsoft.com/office/drawing/2014/main" id="{D896034F-20A8-BA98-7792-8FC6EC070475}"/>
              </a:ext>
            </a:extLst>
          </p:cNvPr>
          <p:cNvSpPr>
            <a:spLocks noChangeShapeType="1"/>
          </p:cNvSpPr>
          <p:nvPr/>
        </p:nvSpPr>
        <p:spPr bwMode="auto">
          <a:xfrm>
            <a:off x="4571504" y="3828257"/>
            <a:ext cx="792162"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7">
            <a:extLst>
              <a:ext uri="{FF2B5EF4-FFF2-40B4-BE49-F238E27FC236}">
                <a16:creationId xmlns:a16="http://schemas.microsoft.com/office/drawing/2014/main" id="{9409B6B2-434D-717B-FD0D-AB9EA15C1AB1}"/>
              </a:ext>
            </a:extLst>
          </p:cNvPr>
          <p:cNvSpPr>
            <a:spLocks noChangeShapeType="1"/>
          </p:cNvSpPr>
          <p:nvPr/>
        </p:nvSpPr>
        <p:spPr bwMode="auto">
          <a:xfrm>
            <a:off x="3779341" y="4691857"/>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8">
            <a:extLst>
              <a:ext uri="{FF2B5EF4-FFF2-40B4-BE49-F238E27FC236}">
                <a16:creationId xmlns:a16="http://schemas.microsoft.com/office/drawing/2014/main" id="{DF408CC5-967E-4ADE-AE2C-61CE9C61363A}"/>
              </a:ext>
            </a:extLst>
          </p:cNvPr>
          <p:cNvSpPr>
            <a:spLocks noChangeShapeType="1"/>
          </p:cNvSpPr>
          <p:nvPr/>
        </p:nvSpPr>
        <p:spPr bwMode="auto">
          <a:xfrm>
            <a:off x="5363666" y="4691857"/>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9">
            <a:extLst>
              <a:ext uri="{FF2B5EF4-FFF2-40B4-BE49-F238E27FC236}">
                <a16:creationId xmlns:a16="http://schemas.microsoft.com/office/drawing/2014/main" id="{515CB173-E348-D642-D509-775D324FCFEB}"/>
              </a:ext>
            </a:extLst>
          </p:cNvPr>
          <p:cNvSpPr>
            <a:spLocks noChangeShapeType="1"/>
          </p:cNvSpPr>
          <p:nvPr/>
        </p:nvSpPr>
        <p:spPr bwMode="auto">
          <a:xfrm>
            <a:off x="7163891" y="3756819"/>
            <a:ext cx="865188" cy="86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0">
            <a:extLst>
              <a:ext uri="{FF2B5EF4-FFF2-40B4-BE49-F238E27FC236}">
                <a16:creationId xmlns:a16="http://schemas.microsoft.com/office/drawing/2014/main" id="{8CD22BEA-7EE7-8EAC-2C1F-2DCD721F84AF}"/>
              </a:ext>
            </a:extLst>
          </p:cNvPr>
          <p:cNvSpPr>
            <a:spLocks noChangeShapeType="1"/>
          </p:cNvSpPr>
          <p:nvPr/>
        </p:nvSpPr>
        <p:spPr bwMode="auto">
          <a:xfrm>
            <a:off x="6516191" y="4620419"/>
            <a:ext cx="15128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31">
            <a:extLst>
              <a:ext uri="{FF2B5EF4-FFF2-40B4-BE49-F238E27FC236}">
                <a16:creationId xmlns:a16="http://schemas.microsoft.com/office/drawing/2014/main" id="{0EA71CBA-62DF-F1A0-07EE-906523D8AB3E}"/>
              </a:ext>
            </a:extLst>
          </p:cNvPr>
          <p:cNvSpPr>
            <a:spLocks noChangeShapeType="1"/>
          </p:cNvSpPr>
          <p:nvPr/>
        </p:nvSpPr>
        <p:spPr bwMode="auto">
          <a:xfrm>
            <a:off x="6516191" y="4691857"/>
            <a:ext cx="0" cy="1296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32">
            <a:extLst>
              <a:ext uri="{FF2B5EF4-FFF2-40B4-BE49-F238E27FC236}">
                <a16:creationId xmlns:a16="http://schemas.microsoft.com/office/drawing/2014/main" id="{0EB9625D-A009-B045-18D3-F5E4B487F630}"/>
              </a:ext>
            </a:extLst>
          </p:cNvPr>
          <p:cNvSpPr>
            <a:spLocks noChangeShapeType="1"/>
          </p:cNvSpPr>
          <p:nvPr/>
        </p:nvSpPr>
        <p:spPr bwMode="auto">
          <a:xfrm>
            <a:off x="6516191" y="4620419"/>
            <a:ext cx="1439863"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3" name="Object 33">
            <a:extLst>
              <a:ext uri="{FF2B5EF4-FFF2-40B4-BE49-F238E27FC236}">
                <a16:creationId xmlns:a16="http://schemas.microsoft.com/office/drawing/2014/main" id="{871105FC-75AC-9F29-FEBC-0F664E235E04}"/>
              </a:ext>
            </a:extLst>
          </p:cNvPr>
          <p:cNvGraphicFramePr>
            <a:graphicFrameLocks noChangeAspect="1"/>
          </p:cNvGraphicFramePr>
          <p:nvPr>
            <p:extLst>
              <p:ext uri="{D42A27DB-BD31-4B8C-83A1-F6EECF244321}">
                <p14:modId xmlns:p14="http://schemas.microsoft.com/office/powerpoint/2010/main" val="3592408529"/>
              </p:ext>
            </p:extLst>
          </p:nvPr>
        </p:nvGraphicFramePr>
        <p:xfrm>
          <a:off x="1225053" y="3775869"/>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77857"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053" y="3775869"/>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34">
            <a:extLst>
              <a:ext uri="{FF2B5EF4-FFF2-40B4-BE49-F238E27FC236}">
                <a16:creationId xmlns:a16="http://schemas.microsoft.com/office/drawing/2014/main" id="{5858109B-FEF3-B3D8-855B-3B4458664C65}"/>
              </a:ext>
            </a:extLst>
          </p:cNvPr>
          <p:cNvGraphicFramePr>
            <a:graphicFrameLocks noChangeAspect="1"/>
          </p:cNvGraphicFramePr>
          <p:nvPr>
            <p:extLst>
              <p:ext uri="{D42A27DB-BD31-4B8C-83A1-F6EECF244321}">
                <p14:modId xmlns:p14="http://schemas.microsoft.com/office/powerpoint/2010/main" val="305847916"/>
              </p:ext>
            </p:extLst>
          </p:nvPr>
        </p:nvGraphicFramePr>
        <p:xfrm>
          <a:off x="3827364" y="3828257"/>
          <a:ext cx="338137" cy="525462"/>
        </p:xfrm>
        <a:graphic>
          <a:graphicData uri="http://schemas.openxmlformats.org/presentationml/2006/ole">
            <mc:AlternateContent xmlns:mc="http://schemas.openxmlformats.org/markup-compatibility/2006">
              <mc:Choice xmlns:v="urn:schemas-microsoft-com:vml" Requires="v">
                <p:oleObj name="Equation" r:id="rId4" imgW="66723" imgH="142830" progId="Equation.3">
                  <p:embed/>
                </p:oleObj>
              </mc:Choice>
              <mc:Fallback>
                <p:oleObj name="Equation" r:id="rId4" imgW="66723" imgH="142830" progId="Equation.3">
                  <p:embed/>
                  <p:pic>
                    <p:nvPicPr>
                      <p:cNvPr id="77858"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7364" y="3828257"/>
                        <a:ext cx="338137"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35">
            <a:extLst>
              <a:ext uri="{FF2B5EF4-FFF2-40B4-BE49-F238E27FC236}">
                <a16:creationId xmlns:a16="http://schemas.microsoft.com/office/drawing/2014/main" id="{D80AFAE4-2966-8F08-277B-C3B247E858AC}"/>
              </a:ext>
            </a:extLst>
          </p:cNvPr>
          <p:cNvGraphicFramePr>
            <a:graphicFrameLocks noChangeAspect="1"/>
          </p:cNvGraphicFramePr>
          <p:nvPr>
            <p:extLst>
              <p:ext uri="{D42A27DB-BD31-4B8C-83A1-F6EECF244321}">
                <p14:modId xmlns:p14="http://schemas.microsoft.com/office/powerpoint/2010/main" val="188484512"/>
              </p:ext>
            </p:extLst>
          </p:nvPr>
        </p:nvGraphicFramePr>
        <p:xfrm>
          <a:off x="2325191" y="3756819"/>
          <a:ext cx="368300" cy="525463"/>
        </p:xfrm>
        <a:graphic>
          <a:graphicData uri="http://schemas.openxmlformats.org/presentationml/2006/ole">
            <mc:AlternateContent xmlns:mc="http://schemas.openxmlformats.org/markup-compatibility/2006">
              <mc:Choice xmlns:v="urn:schemas-microsoft-com:vml" Requires="v">
                <p:oleObj name="Equation" r:id="rId6" imgW="76177" imgH="142830" progId="Equation.3">
                  <p:embed/>
                </p:oleObj>
              </mc:Choice>
              <mc:Fallback>
                <p:oleObj name="Equation" r:id="rId6" imgW="76177" imgH="142830" progId="Equation.3">
                  <p:embed/>
                  <p:pic>
                    <p:nvPicPr>
                      <p:cNvPr id="77859"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5191" y="3756819"/>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36">
            <a:extLst>
              <a:ext uri="{FF2B5EF4-FFF2-40B4-BE49-F238E27FC236}">
                <a16:creationId xmlns:a16="http://schemas.microsoft.com/office/drawing/2014/main" id="{10A17CB7-C307-02D1-D084-3750081C6561}"/>
              </a:ext>
            </a:extLst>
          </p:cNvPr>
          <p:cNvGraphicFramePr>
            <a:graphicFrameLocks noChangeAspect="1"/>
          </p:cNvGraphicFramePr>
          <p:nvPr>
            <p:extLst>
              <p:ext uri="{D42A27DB-BD31-4B8C-83A1-F6EECF244321}">
                <p14:modId xmlns:p14="http://schemas.microsoft.com/office/powerpoint/2010/main" val="1806990584"/>
              </p:ext>
            </p:extLst>
          </p:nvPr>
        </p:nvGraphicFramePr>
        <p:xfrm>
          <a:off x="4860429" y="3828257"/>
          <a:ext cx="368300" cy="525462"/>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7786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0429" y="3828257"/>
                        <a:ext cx="3683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37">
            <a:extLst>
              <a:ext uri="{FF2B5EF4-FFF2-40B4-BE49-F238E27FC236}">
                <a16:creationId xmlns:a16="http://schemas.microsoft.com/office/drawing/2014/main" id="{B8919B55-9AAA-C1CE-67FB-2447B73821A4}"/>
              </a:ext>
            </a:extLst>
          </p:cNvPr>
          <p:cNvGraphicFramePr>
            <a:graphicFrameLocks noChangeAspect="1"/>
          </p:cNvGraphicFramePr>
          <p:nvPr>
            <p:extLst>
              <p:ext uri="{D42A27DB-BD31-4B8C-83A1-F6EECF244321}">
                <p14:modId xmlns:p14="http://schemas.microsoft.com/office/powerpoint/2010/main" val="4230937641"/>
              </p:ext>
            </p:extLst>
          </p:nvPr>
        </p:nvGraphicFramePr>
        <p:xfrm>
          <a:off x="7563941" y="3745686"/>
          <a:ext cx="368300" cy="525463"/>
        </p:xfrm>
        <a:graphic>
          <a:graphicData uri="http://schemas.openxmlformats.org/presentationml/2006/ole">
            <mc:AlternateContent xmlns:mc="http://schemas.openxmlformats.org/markup-compatibility/2006">
              <mc:Choice xmlns:v="urn:schemas-microsoft-com:vml" Requires="v">
                <p:oleObj name="Equation" r:id="rId10" imgW="76177" imgH="142830" progId="Equation.3">
                  <p:embed/>
                </p:oleObj>
              </mc:Choice>
              <mc:Fallback>
                <p:oleObj name="Equation" r:id="rId10" imgW="76177" imgH="142830" progId="Equation.3">
                  <p:embed/>
                  <p:pic>
                    <p:nvPicPr>
                      <p:cNvPr id="77861"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63941" y="3745686"/>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8">
            <a:extLst>
              <a:ext uri="{FF2B5EF4-FFF2-40B4-BE49-F238E27FC236}">
                <a16:creationId xmlns:a16="http://schemas.microsoft.com/office/drawing/2014/main" id="{CD9AB729-DF04-E15C-24A5-195C6A090036}"/>
              </a:ext>
            </a:extLst>
          </p:cNvPr>
          <p:cNvGraphicFramePr>
            <a:graphicFrameLocks noChangeAspect="1"/>
          </p:cNvGraphicFramePr>
          <p:nvPr>
            <p:extLst>
              <p:ext uri="{D42A27DB-BD31-4B8C-83A1-F6EECF244321}">
                <p14:modId xmlns:p14="http://schemas.microsoft.com/office/powerpoint/2010/main" val="2365270875"/>
              </p:ext>
            </p:extLst>
          </p:nvPr>
        </p:nvGraphicFramePr>
        <p:xfrm>
          <a:off x="1763216" y="4172744"/>
          <a:ext cx="368300" cy="557213"/>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77862"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63216" y="4172744"/>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39">
            <a:extLst>
              <a:ext uri="{FF2B5EF4-FFF2-40B4-BE49-F238E27FC236}">
                <a16:creationId xmlns:a16="http://schemas.microsoft.com/office/drawing/2014/main" id="{0F002E31-3F83-DBE9-433B-BA1D2E24E520}"/>
              </a:ext>
            </a:extLst>
          </p:cNvPr>
          <p:cNvGraphicFramePr>
            <a:graphicFrameLocks noChangeAspect="1"/>
          </p:cNvGraphicFramePr>
          <p:nvPr>
            <p:extLst>
              <p:ext uri="{D42A27DB-BD31-4B8C-83A1-F6EECF244321}">
                <p14:modId xmlns:p14="http://schemas.microsoft.com/office/powerpoint/2010/main" val="2520223608"/>
              </p:ext>
            </p:extLst>
          </p:nvPr>
        </p:nvGraphicFramePr>
        <p:xfrm>
          <a:off x="7021016" y="4115594"/>
          <a:ext cx="368300" cy="557213"/>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77863"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21016" y="4115594"/>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40">
            <a:extLst>
              <a:ext uri="{FF2B5EF4-FFF2-40B4-BE49-F238E27FC236}">
                <a16:creationId xmlns:a16="http://schemas.microsoft.com/office/drawing/2014/main" id="{4066AEF0-C05D-BC7C-0275-803B0307868C}"/>
              </a:ext>
            </a:extLst>
          </p:cNvPr>
          <p:cNvGraphicFramePr>
            <a:graphicFrameLocks noChangeAspect="1"/>
          </p:cNvGraphicFramePr>
          <p:nvPr>
            <p:extLst>
              <p:ext uri="{D42A27DB-BD31-4B8C-83A1-F6EECF244321}">
                <p14:modId xmlns:p14="http://schemas.microsoft.com/office/powerpoint/2010/main" val="2905155625"/>
              </p:ext>
            </p:extLst>
          </p:nvPr>
        </p:nvGraphicFramePr>
        <p:xfrm>
          <a:off x="829202" y="5001022"/>
          <a:ext cx="368300" cy="527050"/>
        </p:xfrm>
        <a:graphic>
          <a:graphicData uri="http://schemas.openxmlformats.org/presentationml/2006/ole">
            <mc:AlternateContent xmlns:mc="http://schemas.openxmlformats.org/markup-compatibility/2006">
              <mc:Choice xmlns:v="urn:schemas-microsoft-com:vml" Requires="v">
                <p:oleObj name="Equation" r:id="rId16" imgW="76177" imgH="142830" progId="Equation.3">
                  <p:embed/>
                </p:oleObj>
              </mc:Choice>
              <mc:Fallback>
                <p:oleObj name="Equation" r:id="rId16" imgW="76177" imgH="142830" progId="Equation.3">
                  <p:embed/>
                  <p:pic>
                    <p:nvPicPr>
                      <p:cNvPr id="77864" name="Object 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9202" y="5001022"/>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41">
            <a:extLst>
              <a:ext uri="{FF2B5EF4-FFF2-40B4-BE49-F238E27FC236}">
                <a16:creationId xmlns:a16="http://schemas.microsoft.com/office/drawing/2014/main" id="{C54F9218-A259-634A-F26D-FC5392142CC8}"/>
              </a:ext>
            </a:extLst>
          </p:cNvPr>
          <p:cNvGraphicFramePr>
            <a:graphicFrameLocks noChangeAspect="1"/>
          </p:cNvGraphicFramePr>
          <p:nvPr>
            <p:extLst>
              <p:ext uri="{D42A27DB-BD31-4B8C-83A1-F6EECF244321}">
                <p14:modId xmlns:p14="http://schemas.microsoft.com/office/powerpoint/2010/main" val="1671786084"/>
              </p:ext>
            </p:extLst>
          </p:nvPr>
        </p:nvGraphicFramePr>
        <p:xfrm>
          <a:off x="3388816" y="4980782"/>
          <a:ext cx="368300" cy="527050"/>
        </p:xfrm>
        <a:graphic>
          <a:graphicData uri="http://schemas.openxmlformats.org/presentationml/2006/ole">
            <mc:AlternateContent xmlns:mc="http://schemas.openxmlformats.org/markup-compatibility/2006">
              <mc:Choice xmlns:v="urn:schemas-microsoft-com:vml" Requires="v">
                <p:oleObj name="Equation" r:id="rId18" imgW="76177" imgH="142830" progId="Equation.3">
                  <p:embed/>
                </p:oleObj>
              </mc:Choice>
              <mc:Fallback>
                <p:oleObj name="Equation" r:id="rId18" imgW="76177" imgH="142830" progId="Equation.3">
                  <p:embed/>
                  <p:pic>
                    <p:nvPicPr>
                      <p:cNvPr id="77865" name="Object 4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88816" y="4980782"/>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42">
            <a:extLst>
              <a:ext uri="{FF2B5EF4-FFF2-40B4-BE49-F238E27FC236}">
                <a16:creationId xmlns:a16="http://schemas.microsoft.com/office/drawing/2014/main" id="{2ABBA7AC-CC62-5E31-09A3-B2A1C83181DF}"/>
              </a:ext>
            </a:extLst>
          </p:cNvPr>
          <p:cNvGraphicFramePr>
            <a:graphicFrameLocks noChangeAspect="1"/>
          </p:cNvGraphicFramePr>
          <p:nvPr>
            <p:extLst>
              <p:ext uri="{D42A27DB-BD31-4B8C-83A1-F6EECF244321}">
                <p14:modId xmlns:p14="http://schemas.microsoft.com/office/powerpoint/2010/main" val="1635247050"/>
              </p:ext>
            </p:extLst>
          </p:nvPr>
        </p:nvGraphicFramePr>
        <p:xfrm>
          <a:off x="6135994" y="5065769"/>
          <a:ext cx="368300" cy="527050"/>
        </p:xfrm>
        <a:graphic>
          <a:graphicData uri="http://schemas.openxmlformats.org/presentationml/2006/ole">
            <mc:AlternateContent xmlns:mc="http://schemas.openxmlformats.org/markup-compatibility/2006">
              <mc:Choice xmlns:v="urn:schemas-microsoft-com:vml" Requires="v">
                <p:oleObj name="Equation" r:id="rId20" imgW="76177" imgH="142830" progId="Equation.3">
                  <p:embed/>
                </p:oleObj>
              </mc:Choice>
              <mc:Fallback>
                <p:oleObj name="Equation" r:id="rId20" imgW="76177" imgH="142830" progId="Equation.3">
                  <p:embed/>
                  <p:pic>
                    <p:nvPicPr>
                      <p:cNvPr id="77866" name="Object 4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35994" y="5065769"/>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43">
            <a:extLst>
              <a:ext uri="{FF2B5EF4-FFF2-40B4-BE49-F238E27FC236}">
                <a16:creationId xmlns:a16="http://schemas.microsoft.com/office/drawing/2014/main" id="{2B607EC2-E0BB-70FB-0836-72584AA6E935}"/>
              </a:ext>
            </a:extLst>
          </p:cNvPr>
          <p:cNvGraphicFramePr>
            <a:graphicFrameLocks noChangeAspect="1"/>
          </p:cNvGraphicFramePr>
          <p:nvPr>
            <p:extLst>
              <p:ext uri="{D42A27DB-BD31-4B8C-83A1-F6EECF244321}">
                <p14:modId xmlns:p14="http://schemas.microsoft.com/office/powerpoint/2010/main" val="2757821195"/>
              </p:ext>
            </p:extLst>
          </p:nvPr>
        </p:nvGraphicFramePr>
        <p:xfrm>
          <a:off x="1763216" y="4964907"/>
          <a:ext cx="368300" cy="558800"/>
        </p:xfrm>
        <a:graphic>
          <a:graphicData uri="http://schemas.openxmlformats.org/presentationml/2006/ole">
            <mc:AlternateContent xmlns:mc="http://schemas.openxmlformats.org/markup-compatibility/2006">
              <mc:Choice xmlns:v="urn:schemas-microsoft-com:vml" Requires="v">
                <p:oleObj name="Equation" r:id="rId22" imgW="76177" imgH="152280" progId="Equation.3">
                  <p:embed/>
                </p:oleObj>
              </mc:Choice>
              <mc:Fallback>
                <p:oleObj name="Equation" r:id="rId22" imgW="76177" imgH="152280" progId="Equation.3">
                  <p:embed/>
                  <p:pic>
                    <p:nvPicPr>
                      <p:cNvPr id="77867" name="Object 4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763216" y="4964907"/>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44">
            <a:extLst>
              <a:ext uri="{FF2B5EF4-FFF2-40B4-BE49-F238E27FC236}">
                <a16:creationId xmlns:a16="http://schemas.microsoft.com/office/drawing/2014/main" id="{C7D9613F-B2B9-8A60-014E-9B480DAF6BC1}"/>
              </a:ext>
            </a:extLst>
          </p:cNvPr>
          <p:cNvGraphicFramePr>
            <a:graphicFrameLocks noChangeAspect="1"/>
          </p:cNvGraphicFramePr>
          <p:nvPr>
            <p:extLst>
              <p:ext uri="{D42A27DB-BD31-4B8C-83A1-F6EECF244321}">
                <p14:modId xmlns:p14="http://schemas.microsoft.com/office/powerpoint/2010/main" val="201154840"/>
              </p:ext>
            </p:extLst>
          </p:nvPr>
        </p:nvGraphicFramePr>
        <p:xfrm>
          <a:off x="7236916" y="4980782"/>
          <a:ext cx="368300" cy="558800"/>
        </p:xfrm>
        <a:graphic>
          <a:graphicData uri="http://schemas.openxmlformats.org/presentationml/2006/ole">
            <mc:AlternateContent xmlns:mc="http://schemas.openxmlformats.org/markup-compatibility/2006">
              <mc:Choice xmlns:v="urn:schemas-microsoft-com:vml" Requires="v">
                <p:oleObj name="Equation" r:id="rId24" imgW="76177" imgH="152280" progId="Equation.3">
                  <p:embed/>
                </p:oleObj>
              </mc:Choice>
              <mc:Fallback>
                <p:oleObj name="Equation" r:id="rId24" imgW="76177" imgH="152280" progId="Equation.3">
                  <p:embed/>
                  <p:pic>
                    <p:nvPicPr>
                      <p:cNvPr id="77868" name="Object 4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36916" y="4980782"/>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45">
            <a:extLst>
              <a:ext uri="{FF2B5EF4-FFF2-40B4-BE49-F238E27FC236}">
                <a16:creationId xmlns:a16="http://schemas.microsoft.com/office/drawing/2014/main" id="{56D4E57A-3B75-BF0B-EC1D-978D4A2D07B0}"/>
              </a:ext>
            </a:extLst>
          </p:cNvPr>
          <p:cNvGraphicFramePr>
            <a:graphicFrameLocks noChangeAspect="1"/>
          </p:cNvGraphicFramePr>
          <p:nvPr>
            <p:extLst>
              <p:ext uri="{D42A27DB-BD31-4B8C-83A1-F6EECF244321}">
                <p14:modId xmlns:p14="http://schemas.microsoft.com/office/powerpoint/2010/main" val="3761703795"/>
              </p:ext>
            </p:extLst>
          </p:nvPr>
        </p:nvGraphicFramePr>
        <p:xfrm>
          <a:off x="2555379" y="4980782"/>
          <a:ext cx="368300" cy="558800"/>
        </p:xfrm>
        <a:graphic>
          <a:graphicData uri="http://schemas.openxmlformats.org/presentationml/2006/ole">
            <mc:AlternateContent xmlns:mc="http://schemas.openxmlformats.org/markup-compatibility/2006">
              <mc:Choice xmlns:v="urn:schemas-microsoft-com:vml" Requires="v">
                <p:oleObj name="Equation" r:id="rId26" imgW="76177" imgH="152280" progId="Equation.3">
                  <p:embed/>
                </p:oleObj>
              </mc:Choice>
              <mc:Fallback>
                <p:oleObj name="Equation" r:id="rId26" imgW="76177" imgH="152280" progId="Equation.3">
                  <p:embed/>
                  <p:pic>
                    <p:nvPicPr>
                      <p:cNvPr id="77869" name="Object 4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55379" y="4980782"/>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46">
            <a:extLst>
              <a:ext uri="{FF2B5EF4-FFF2-40B4-BE49-F238E27FC236}">
                <a16:creationId xmlns:a16="http://schemas.microsoft.com/office/drawing/2014/main" id="{80B568C6-F9D3-2896-6DFD-7A3225D2D09B}"/>
              </a:ext>
            </a:extLst>
          </p:cNvPr>
          <p:cNvGraphicFramePr>
            <a:graphicFrameLocks noChangeAspect="1"/>
          </p:cNvGraphicFramePr>
          <p:nvPr>
            <p:extLst>
              <p:ext uri="{D42A27DB-BD31-4B8C-83A1-F6EECF244321}">
                <p14:modId xmlns:p14="http://schemas.microsoft.com/office/powerpoint/2010/main" val="1742961712"/>
              </p:ext>
            </p:extLst>
          </p:nvPr>
        </p:nvGraphicFramePr>
        <p:xfrm>
          <a:off x="5292229" y="4980782"/>
          <a:ext cx="368300" cy="558800"/>
        </p:xfrm>
        <a:graphic>
          <a:graphicData uri="http://schemas.openxmlformats.org/presentationml/2006/ole">
            <mc:AlternateContent xmlns:mc="http://schemas.openxmlformats.org/markup-compatibility/2006">
              <mc:Choice xmlns:v="urn:schemas-microsoft-com:vml" Requires="v">
                <p:oleObj name="Equation" r:id="rId28" imgW="76177" imgH="152280" progId="Equation.3">
                  <p:embed/>
                </p:oleObj>
              </mc:Choice>
              <mc:Fallback>
                <p:oleObj name="Equation" r:id="rId28" imgW="76177" imgH="152280" progId="Equation.3">
                  <p:embed/>
                  <p:pic>
                    <p:nvPicPr>
                      <p:cNvPr id="77870" name="Object 4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292229" y="4980782"/>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47">
            <a:extLst>
              <a:ext uri="{FF2B5EF4-FFF2-40B4-BE49-F238E27FC236}">
                <a16:creationId xmlns:a16="http://schemas.microsoft.com/office/drawing/2014/main" id="{4262A534-DF25-358E-7556-EB28C662FBEE}"/>
              </a:ext>
            </a:extLst>
          </p:cNvPr>
          <p:cNvGraphicFramePr>
            <a:graphicFrameLocks noChangeAspect="1"/>
          </p:cNvGraphicFramePr>
          <p:nvPr>
            <p:extLst>
              <p:ext uri="{D42A27DB-BD31-4B8C-83A1-F6EECF244321}">
                <p14:modId xmlns:p14="http://schemas.microsoft.com/office/powerpoint/2010/main" val="3355112026"/>
              </p:ext>
            </p:extLst>
          </p:nvPr>
        </p:nvGraphicFramePr>
        <p:xfrm>
          <a:off x="1547316" y="5628482"/>
          <a:ext cx="368300" cy="558800"/>
        </p:xfrm>
        <a:graphic>
          <a:graphicData uri="http://schemas.openxmlformats.org/presentationml/2006/ole">
            <mc:AlternateContent xmlns:mc="http://schemas.openxmlformats.org/markup-compatibility/2006">
              <mc:Choice xmlns:v="urn:schemas-microsoft-com:vml" Requires="v">
                <p:oleObj name="Equation" r:id="rId30" imgW="76177" imgH="152280" progId="Equation.3">
                  <p:embed/>
                </p:oleObj>
              </mc:Choice>
              <mc:Fallback>
                <p:oleObj name="Equation" r:id="rId30" imgW="76177" imgH="152280" progId="Equation.3">
                  <p:embed/>
                  <p:pic>
                    <p:nvPicPr>
                      <p:cNvPr id="77871" name="Object 4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47316" y="5628482"/>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Object 48">
            <a:extLst>
              <a:ext uri="{FF2B5EF4-FFF2-40B4-BE49-F238E27FC236}">
                <a16:creationId xmlns:a16="http://schemas.microsoft.com/office/drawing/2014/main" id="{EE7D2BF8-7815-41B6-102D-0495537F6013}"/>
              </a:ext>
            </a:extLst>
          </p:cNvPr>
          <p:cNvGraphicFramePr>
            <a:graphicFrameLocks noChangeAspect="1"/>
          </p:cNvGraphicFramePr>
          <p:nvPr>
            <p:extLst>
              <p:ext uri="{D42A27DB-BD31-4B8C-83A1-F6EECF244321}">
                <p14:modId xmlns:p14="http://schemas.microsoft.com/office/powerpoint/2010/main" val="3976716418"/>
              </p:ext>
            </p:extLst>
          </p:nvPr>
        </p:nvGraphicFramePr>
        <p:xfrm>
          <a:off x="1547316" y="6349207"/>
          <a:ext cx="398463" cy="431800"/>
        </p:xfrm>
        <a:graphic>
          <a:graphicData uri="http://schemas.openxmlformats.org/presentationml/2006/ole">
            <mc:AlternateContent xmlns:mc="http://schemas.openxmlformats.org/markup-compatibility/2006">
              <mc:Choice xmlns:v="urn:schemas-microsoft-com:vml" Requires="v">
                <p:oleObj name="公式" r:id="rId32" imgW="85632" imgH="104760" progId="Equation.3">
                  <p:embed/>
                </p:oleObj>
              </mc:Choice>
              <mc:Fallback>
                <p:oleObj name="公式" r:id="rId32" imgW="85632" imgH="104760" progId="Equation.3">
                  <p:embed/>
                  <p:pic>
                    <p:nvPicPr>
                      <p:cNvPr id="77872" name="Object 4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547316" y="6349207"/>
                        <a:ext cx="39846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Theorem 7-9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存在生成树的充要条件是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是连通图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Proof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)Clearly.</a:t>
            </a: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采用破圈法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Corollary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1</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阶连通图至少</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n</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1</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条边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dirty="0"/>
          </a:p>
        </p:txBody>
      </p:sp>
      <p:sp>
        <p:nvSpPr>
          <p:cNvPr id="2" name="Oval 3">
            <a:extLst>
              <a:ext uri="{FF2B5EF4-FFF2-40B4-BE49-F238E27FC236}">
                <a16:creationId xmlns:a16="http://schemas.microsoft.com/office/drawing/2014/main" id="{A4EF2942-B748-6AEE-9A5B-2A3DCB5BF211}"/>
              </a:ext>
            </a:extLst>
          </p:cNvPr>
          <p:cNvSpPr>
            <a:spLocks noChangeArrowheads="1"/>
          </p:cNvSpPr>
          <p:nvPr/>
        </p:nvSpPr>
        <p:spPr bwMode="auto">
          <a:xfrm>
            <a:off x="1179736" y="2960930"/>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3" name="Oval 4">
            <a:extLst>
              <a:ext uri="{FF2B5EF4-FFF2-40B4-BE49-F238E27FC236}">
                <a16:creationId xmlns:a16="http://schemas.microsoft.com/office/drawing/2014/main" id="{F6D337D6-F546-4FD7-EDBA-D2C3AB9ABCB1}"/>
              </a:ext>
            </a:extLst>
          </p:cNvPr>
          <p:cNvSpPr>
            <a:spLocks noChangeArrowheads="1"/>
          </p:cNvSpPr>
          <p:nvPr/>
        </p:nvSpPr>
        <p:spPr bwMode="auto">
          <a:xfrm>
            <a:off x="387573" y="3824530"/>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 name="Oval 5">
            <a:extLst>
              <a:ext uri="{FF2B5EF4-FFF2-40B4-BE49-F238E27FC236}">
                <a16:creationId xmlns:a16="http://schemas.microsoft.com/office/drawing/2014/main" id="{BF1528D1-55AF-849B-8AE0-E1E9CA7A07B6}"/>
              </a:ext>
            </a:extLst>
          </p:cNvPr>
          <p:cNvSpPr>
            <a:spLocks noChangeArrowheads="1"/>
          </p:cNvSpPr>
          <p:nvPr/>
        </p:nvSpPr>
        <p:spPr bwMode="auto">
          <a:xfrm>
            <a:off x="1827436" y="3826118"/>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5" name="Oval 6">
            <a:extLst>
              <a:ext uri="{FF2B5EF4-FFF2-40B4-BE49-F238E27FC236}">
                <a16:creationId xmlns:a16="http://schemas.microsoft.com/office/drawing/2014/main" id="{50E65D59-184C-42D0-0CDC-69D18F8BF186}"/>
              </a:ext>
            </a:extLst>
          </p:cNvPr>
          <p:cNvSpPr>
            <a:spLocks noChangeArrowheads="1"/>
          </p:cNvSpPr>
          <p:nvPr/>
        </p:nvSpPr>
        <p:spPr bwMode="auto">
          <a:xfrm>
            <a:off x="387573" y="5192955"/>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6" name="Oval 7">
            <a:extLst>
              <a:ext uri="{FF2B5EF4-FFF2-40B4-BE49-F238E27FC236}">
                <a16:creationId xmlns:a16="http://schemas.microsoft.com/office/drawing/2014/main" id="{BBA3D283-EF5A-FE05-D4A1-EEEE340345B5}"/>
              </a:ext>
            </a:extLst>
          </p:cNvPr>
          <p:cNvSpPr>
            <a:spLocks noChangeArrowheads="1"/>
          </p:cNvSpPr>
          <p:nvPr/>
        </p:nvSpPr>
        <p:spPr bwMode="auto">
          <a:xfrm>
            <a:off x="1827436" y="5119930"/>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7" name="Line 18">
            <a:extLst>
              <a:ext uri="{FF2B5EF4-FFF2-40B4-BE49-F238E27FC236}">
                <a16:creationId xmlns:a16="http://schemas.microsoft.com/office/drawing/2014/main" id="{F01D6F0B-C484-B0E4-47BD-7FA1CC28B347}"/>
              </a:ext>
            </a:extLst>
          </p:cNvPr>
          <p:cNvSpPr>
            <a:spLocks noChangeShapeType="1"/>
          </p:cNvSpPr>
          <p:nvPr/>
        </p:nvSpPr>
        <p:spPr bwMode="auto">
          <a:xfrm flipH="1">
            <a:off x="459011" y="3032368"/>
            <a:ext cx="792162"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19">
            <a:extLst>
              <a:ext uri="{FF2B5EF4-FFF2-40B4-BE49-F238E27FC236}">
                <a16:creationId xmlns:a16="http://schemas.microsoft.com/office/drawing/2014/main" id="{A7190B1A-0D85-C097-3202-F7EFEB5BEAB8}"/>
              </a:ext>
            </a:extLst>
          </p:cNvPr>
          <p:cNvSpPr>
            <a:spLocks noChangeShapeType="1"/>
          </p:cNvSpPr>
          <p:nvPr/>
        </p:nvSpPr>
        <p:spPr bwMode="auto">
          <a:xfrm>
            <a:off x="1251173" y="3032368"/>
            <a:ext cx="649288"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20">
            <a:extLst>
              <a:ext uri="{FF2B5EF4-FFF2-40B4-BE49-F238E27FC236}">
                <a16:creationId xmlns:a16="http://schemas.microsoft.com/office/drawing/2014/main" id="{92BB5F5F-CDB2-2935-B14E-58454658BDB1}"/>
              </a:ext>
            </a:extLst>
          </p:cNvPr>
          <p:cNvSpPr>
            <a:spLocks noChangeShapeType="1"/>
          </p:cNvSpPr>
          <p:nvPr/>
        </p:nvSpPr>
        <p:spPr bwMode="auto">
          <a:xfrm>
            <a:off x="459011" y="3895968"/>
            <a:ext cx="13684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1">
            <a:extLst>
              <a:ext uri="{FF2B5EF4-FFF2-40B4-BE49-F238E27FC236}">
                <a16:creationId xmlns:a16="http://schemas.microsoft.com/office/drawing/2014/main" id="{6AA77C26-8000-B5A7-470A-74A678492077}"/>
              </a:ext>
            </a:extLst>
          </p:cNvPr>
          <p:cNvSpPr>
            <a:spLocks noChangeShapeType="1"/>
          </p:cNvSpPr>
          <p:nvPr/>
        </p:nvSpPr>
        <p:spPr bwMode="auto">
          <a:xfrm>
            <a:off x="459011" y="3895968"/>
            <a:ext cx="0" cy="1296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22">
            <a:extLst>
              <a:ext uri="{FF2B5EF4-FFF2-40B4-BE49-F238E27FC236}">
                <a16:creationId xmlns:a16="http://schemas.microsoft.com/office/drawing/2014/main" id="{48FBD44B-4C13-276B-D998-C244E9DC63AF}"/>
              </a:ext>
            </a:extLst>
          </p:cNvPr>
          <p:cNvSpPr>
            <a:spLocks noChangeShapeType="1"/>
          </p:cNvSpPr>
          <p:nvPr/>
        </p:nvSpPr>
        <p:spPr bwMode="auto">
          <a:xfrm>
            <a:off x="1900461" y="3895968"/>
            <a:ext cx="0" cy="13684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23">
            <a:extLst>
              <a:ext uri="{FF2B5EF4-FFF2-40B4-BE49-F238E27FC236}">
                <a16:creationId xmlns:a16="http://schemas.microsoft.com/office/drawing/2014/main" id="{A722D4A9-1258-CB28-BAFD-6B3E6A81406C}"/>
              </a:ext>
            </a:extLst>
          </p:cNvPr>
          <p:cNvSpPr>
            <a:spLocks noChangeShapeType="1"/>
          </p:cNvSpPr>
          <p:nvPr/>
        </p:nvSpPr>
        <p:spPr bwMode="auto">
          <a:xfrm>
            <a:off x="459011" y="5264393"/>
            <a:ext cx="1441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24">
            <a:extLst>
              <a:ext uri="{FF2B5EF4-FFF2-40B4-BE49-F238E27FC236}">
                <a16:creationId xmlns:a16="http://schemas.microsoft.com/office/drawing/2014/main" id="{5A99C1C0-5E6A-8246-0DE1-A4D841354EE1}"/>
              </a:ext>
            </a:extLst>
          </p:cNvPr>
          <p:cNvSpPr>
            <a:spLocks noChangeShapeType="1"/>
          </p:cNvSpPr>
          <p:nvPr/>
        </p:nvSpPr>
        <p:spPr bwMode="auto">
          <a:xfrm>
            <a:off x="459011" y="3895968"/>
            <a:ext cx="1368425" cy="1223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 name="Object 33">
            <a:extLst>
              <a:ext uri="{FF2B5EF4-FFF2-40B4-BE49-F238E27FC236}">
                <a16:creationId xmlns:a16="http://schemas.microsoft.com/office/drawing/2014/main" id="{8FFE09D0-3F32-5F97-820F-7815E9AA3541}"/>
              </a:ext>
            </a:extLst>
          </p:cNvPr>
          <p:cNvGraphicFramePr>
            <a:graphicFrameLocks noChangeAspect="1"/>
          </p:cNvGraphicFramePr>
          <p:nvPr>
            <p:extLst>
              <p:ext uri="{D42A27DB-BD31-4B8C-83A1-F6EECF244321}">
                <p14:modId xmlns:p14="http://schemas.microsoft.com/office/powerpoint/2010/main" val="2766806885"/>
              </p:ext>
            </p:extLst>
          </p:nvPr>
        </p:nvGraphicFramePr>
        <p:xfrm>
          <a:off x="497110" y="2979980"/>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33" name="Object 33">
                        <a:extLst>
                          <a:ext uri="{FF2B5EF4-FFF2-40B4-BE49-F238E27FC236}">
                            <a16:creationId xmlns:a16="http://schemas.microsoft.com/office/drawing/2014/main" id="{871105FC-75AC-9F29-FEBC-0F664E235E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110" y="2979980"/>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35">
            <a:extLst>
              <a:ext uri="{FF2B5EF4-FFF2-40B4-BE49-F238E27FC236}">
                <a16:creationId xmlns:a16="http://schemas.microsoft.com/office/drawing/2014/main" id="{C6CB2FF5-B803-BCA2-87AF-4D5B2527A8C9}"/>
              </a:ext>
            </a:extLst>
          </p:cNvPr>
          <p:cNvGraphicFramePr>
            <a:graphicFrameLocks noChangeAspect="1"/>
          </p:cNvGraphicFramePr>
          <p:nvPr>
            <p:extLst>
              <p:ext uri="{D42A27DB-BD31-4B8C-83A1-F6EECF244321}">
                <p14:modId xmlns:p14="http://schemas.microsoft.com/office/powerpoint/2010/main" val="3524783686"/>
              </p:ext>
            </p:extLst>
          </p:nvPr>
        </p:nvGraphicFramePr>
        <p:xfrm>
          <a:off x="1597248" y="2960930"/>
          <a:ext cx="368300" cy="525463"/>
        </p:xfrm>
        <a:graphic>
          <a:graphicData uri="http://schemas.openxmlformats.org/presentationml/2006/ole">
            <mc:AlternateContent xmlns:mc="http://schemas.openxmlformats.org/markup-compatibility/2006">
              <mc:Choice xmlns:v="urn:schemas-microsoft-com:vml" Requires="v">
                <p:oleObj name="Equation" r:id="rId4" imgW="76177" imgH="142830" progId="Equation.3">
                  <p:embed/>
                </p:oleObj>
              </mc:Choice>
              <mc:Fallback>
                <p:oleObj name="Equation" r:id="rId4" imgW="76177" imgH="142830" progId="Equation.3">
                  <p:embed/>
                  <p:pic>
                    <p:nvPicPr>
                      <p:cNvPr id="35" name="Object 35">
                        <a:extLst>
                          <a:ext uri="{FF2B5EF4-FFF2-40B4-BE49-F238E27FC236}">
                            <a16:creationId xmlns:a16="http://schemas.microsoft.com/office/drawing/2014/main" id="{D80AFAE4-2966-8F08-277B-C3B247E858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7248" y="2960930"/>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38">
            <a:extLst>
              <a:ext uri="{FF2B5EF4-FFF2-40B4-BE49-F238E27FC236}">
                <a16:creationId xmlns:a16="http://schemas.microsoft.com/office/drawing/2014/main" id="{F04188B2-AF75-F4C5-3536-FDFE8DB11114}"/>
              </a:ext>
            </a:extLst>
          </p:cNvPr>
          <p:cNvGraphicFramePr>
            <a:graphicFrameLocks noChangeAspect="1"/>
          </p:cNvGraphicFramePr>
          <p:nvPr>
            <p:extLst>
              <p:ext uri="{D42A27DB-BD31-4B8C-83A1-F6EECF244321}">
                <p14:modId xmlns:p14="http://schemas.microsoft.com/office/powerpoint/2010/main" val="100980018"/>
              </p:ext>
            </p:extLst>
          </p:nvPr>
        </p:nvGraphicFramePr>
        <p:xfrm>
          <a:off x="1035273" y="3376855"/>
          <a:ext cx="368300" cy="557213"/>
        </p:xfrm>
        <a:graphic>
          <a:graphicData uri="http://schemas.openxmlformats.org/presentationml/2006/ole">
            <mc:AlternateContent xmlns:mc="http://schemas.openxmlformats.org/markup-compatibility/2006">
              <mc:Choice xmlns:v="urn:schemas-microsoft-com:vml" Requires="v">
                <p:oleObj name="Equation" r:id="rId6" imgW="76177" imgH="152280" progId="Equation.3">
                  <p:embed/>
                </p:oleObj>
              </mc:Choice>
              <mc:Fallback>
                <p:oleObj name="Equation" r:id="rId6" imgW="76177" imgH="152280" progId="Equation.3">
                  <p:embed/>
                  <p:pic>
                    <p:nvPicPr>
                      <p:cNvPr id="38" name="Object 38">
                        <a:extLst>
                          <a:ext uri="{FF2B5EF4-FFF2-40B4-BE49-F238E27FC236}">
                            <a16:creationId xmlns:a16="http://schemas.microsoft.com/office/drawing/2014/main" id="{CD9AB729-DF04-E15C-24A5-195C6A0900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5273" y="3376855"/>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40">
            <a:extLst>
              <a:ext uri="{FF2B5EF4-FFF2-40B4-BE49-F238E27FC236}">
                <a16:creationId xmlns:a16="http://schemas.microsoft.com/office/drawing/2014/main" id="{C84B91E4-F994-3D56-C4CF-B8A9065DAAFC}"/>
              </a:ext>
            </a:extLst>
          </p:cNvPr>
          <p:cNvGraphicFramePr>
            <a:graphicFrameLocks noChangeAspect="1"/>
          </p:cNvGraphicFramePr>
          <p:nvPr>
            <p:extLst>
              <p:ext uri="{D42A27DB-BD31-4B8C-83A1-F6EECF244321}">
                <p14:modId xmlns:p14="http://schemas.microsoft.com/office/powerpoint/2010/main" val="3090735301"/>
              </p:ext>
            </p:extLst>
          </p:nvPr>
        </p:nvGraphicFramePr>
        <p:xfrm>
          <a:off x="171252" y="4205133"/>
          <a:ext cx="368300" cy="527050"/>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40" name="Object 40">
                        <a:extLst>
                          <a:ext uri="{FF2B5EF4-FFF2-40B4-BE49-F238E27FC236}">
                            <a16:creationId xmlns:a16="http://schemas.microsoft.com/office/drawing/2014/main" id="{4066AEF0-C05D-BC7C-0275-803B030786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1252" y="4205133"/>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43">
            <a:extLst>
              <a:ext uri="{FF2B5EF4-FFF2-40B4-BE49-F238E27FC236}">
                <a16:creationId xmlns:a16="http://schemas.microsoft.com/office/drawing/2014/main" id="{84C779BA-E07B-7FAE-DF0E-FD6DDF56B487}"/>
              </a:ext>
            </a:extLst>
          </p:cNvPr>
          <p:cNvGraphicFramePr>
            <a:graphicFrameLocks noChangeAspect="1"/>
          </p:cNvGraphicFramePr>
          <p:nvPr>
            <p:extLst>
              <p:ext uri="{D42A27DB-BD31-4B8C-83A1-F6EECF244321}">
                <p14:modId xmlns:p14="http://schemas.microsoft.com/office/powerpoint/2010/main" val="3765336780"/>
              </p:ext>
            </p:extLst>
          </p:nvPr>
        </p:nvGraphicFramePr>
        <p:xfrm>
          <a:off x="1035273" y="4169018"/>
          <a:ext cx="368300" cy="558800"/>
        </p:xfrm>
        <a:graphic>
          <a:graphicData uri="http://schemas.openxmlformats.org/presentationml/2006/ole">
            <mc:AlternateContent xmlns:mc="http://schemas.openxmlformats.org/markup-compatibility/2006">
              <mc:Choice xmlns:v="urn:schemas-microsoft-com:vml" Requires="v">
                <p:oleObj name="Equation" r:id="rId10" imgW="76177" imgH="152280" progId="Equation.3">
                  <p:embed/>
                </p:oleObj>
              </mc:Choice>
              <mc:Fallback>
                <p:oleObj name="Equation" r:id="rId10" imgW="76177" imgH="152280" progId="Equation.3">
                  <p:embed/>
                  <p:pic>
                    <p:nvPicPr>
                      <p:cNvPr id="43" name="Object 43">
                        <a:extLst>
                          <a:ext uri="{FF2B5EF4-FFF2-40B4-BE49-F238E27FC236}">
                            <a16:creationId xmlns:a16="http://schemas.microsoft.com/office/drawing/2014/main" id="{2B607EC2-E0BB-70FB-0836-72584AA6E93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35273" y="4169018"/>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45">
            <a:extLst>
              <a:ext uri="{FF2B5EF4-FFF2-40B4-BE49-F238E27FC236}">
                <a16:creationId xmlns:a16="http://schemas.microsoft.com/office/drawing/2014/main" id="{1417ED33-DDBB-B0AE-A1FB-791DBC55E908}"/>
              </a:ext>
            </a:extLst>
          </p:cNvPr>
          <p:cNvGraphicFramePr>
            <a:graphicFrameLocks noChangeAspect="1"/>
          </p:cNvGraphicFramePr>
          <p:nvPr>
            <p:extLst>
              <p:ext uri="{D42A27DB-BD31-4B8C-83A1-F6EECF244321}">
                <p14:modId xmlns:p14="http://schemas.microsoft.com/office/powerpoint/2010/main" val="1803064110"/>
              </p:ext>
            </p:extLst>
          </p:nvPr>
        </p:nvGraphicFramePr>
        <p:xfrm>
          <a:off x="1827436" y="4184893"/>
          <a:ext cx="368300" cy="558800"/>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45" name="Object 45">
                        <a:extLst>
                          <a:ext uri="{FF2B5EF4-FFF2-40B4-BE49-F238E27FC236}">
                            <a16:creationId xmlns:a16="http://schemas.microsoft.com/office/drawing/2014/main" id="{56D4E57A-3B75-BF0B-EC1D-978D4A2D07B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7436" y="418489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47">
            <a:extLst>
              <a:ext uri="{FF2B5EF4-FFF2-40B4-BE49-F238E27FC236}">
                <a16:creationId xmlns:a16="http://schemas.microsoft.com/office/drawing/2014/main" id="{8B62E479-CE60-A924-14F3-4E50C7B51716}"/>
              </a:ext>
            </a:extLst>
          </p:cNvPr>
          <p:cNvGraphicFramePr>
            <a:graphicFrameLocks noChangeAspect="1"/>
          </p:cNvGraphicFramePr>
          <p:nvPr>
            <p:extLst>
              <p:ext uri="{D42A27DB-BD31-4B8C-83A1-F6EECF244321}">
                <p14:modId xmlns:p14="http://schemas.microsoft.com/office/powerpoint/2010/main" val="2595742901"/>
              </p:ext>
            </p:extLst>
          </p:nvPr>
        </p:nvGraphicFramePr>
        <p:xfrm>
          <a:off x="819373" y="4832593"/>
          <a:ext cx="368300" cy="558800"/>
        </p:xfrm>
        <a:graphic>
          <a:graphicData uri="http://schemas.openxmlformats.org/presentationml/2006/ole">
            <mc:AlternateContent xmlns:mc="http://schemas.openxmlformats.org/markup-compatibility/2006">
              <mc:Choice xmlns:v="urn:schemas-microsoft-com:vml" Requires="v">
                <p:oleObj name="Equation" r:id="rId14" imgW="76177" imgH="152280" progId="Equation.3">
                  <p:embed/>
                </p:oleObj>
              </mc:Choice>
              <mc:Fallback>
                <p:oleObj name="Equation" r:id="rId14" imgW="76177" imgH="152280" progId="Equation.3">
                  <p:embed/>
                  <p:pic>
                    <p:nvPicPr>
                      <p:cNvPr id="47" name="Object 47">
                        <a:extLst>
                          <a:ext uri="{FF2B5EF4-FFF2-40B4-BE49-F238E27FC236}">
                            <a16:creationId xmlns:a16="http://schemas.microsoft.com/office/drawing/2014/main" id="{4262A534-DF25-358E-7556-EB28C662FBE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9373" y="483259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Oval 3">
            <a:extLst>
              <a:ext uri="{FF2B5EF4-FFF2-40B4-BE49-F238E27FC236}">
                <a16:creationId xmlns:a16="http://schemas.microsoft.com/office/drawing/2014/main" id="{8C295B09-5CF5-0199-A827-D83268CFF9F6}"/>
              </a:ext>
            </a:extLst>
          </p:cNvPr>
          <p:cNvSpPr>
            <a:spLocks noChangeArrowheads="1"/>
          </p:cNvSpPr>
          <p:nvPr/>
        </p:nvSpPr>
        <p:spPr bwMode="auto">
          <a:xfrm>
            <a:off x="3537776" y="2997175"/>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22" name="Oval 4">
            <a:extLst>
              <a:ext uri="{FF2B5EF4-FFF2-40B4-BE49-F238E27FC236}">
                <a16:creationId xmlns:a16="http://schemas.microsoft.com/office/drawing/2014/main" id="{0950A73A-1BC2-1BCF-311B-012BFF43A7F2}"/>
              </a:ext>
            </a:extLst>
          </p:cNvPr>
          <p:cNvSpPr>
            <a:spLocks noChangeArrowheads="1"/>
          </p:cNvSpPr>
          <p:nvPr/>
        </p:nvSpPr>
        <p:spPr bwMode="auto">
          <a:xfrm>
            <a:off x="2745613" y="3860775"/>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23" name="Oval 5">
            <a:extLst>
              <a:ext uri="{FF2B5EF4-FFF2-40B4-BE49-F238E27FC236}">
                <a16:creationId xmlns:a16="http://schemas.microsoft.com/office/drawing/2014/main" id="{6F19B242-6D10-DE8E-43CE-F94E437C3B3C}"/>
              </a:ext>
            </a:extLst>
          </p:cNvPr>
          <p:cNvSpPr>
            <a:spLocks noChangeArrowheads="1"/>
          </p:cNvSpPr>
          <p:nvPr/>
        </p:nvSpPr>
        <p:spPr bwMode="auto">
          <a:xfrm>
            <a:off x="4185476" y="3862363"/>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24" name="Oval 6">
            <a:extLst>
              <a:ext uri="{FF2B5EF4-FFF2-40B4-BE49-F238E27FC236}">
                <a16:creationId xmlns:a16="http://schemas.microsoft.com/office/drawing/2014/main" id="{FE08FF23-80C7-0ADC-7820-9796DAFC0FF4}"/>
              </a:ext>
            </a:extLst>
          </p:cNvPr>
          <p:cNvSpPr>
            <a:spLocks noChangeArrowheads="1"/>
          </p:cNvSpPr>
          <p:nvPr/>
        </p:nvSpPr>
        <p:spPr bwMode="auto">
          <a:xfrm>
            <a:off x="2745613" y="5229200"/>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25" name="Oval 7">
            <a:extLst>
              <a:ext uri="{FF2B5EF4-FFF2-40B4-BE49-F238E27FC236}">
                <a16:creationId xmlns:a16="http://schemas.microsoft.com/office/drawing/2014/main" id="{383EE14F-32C0-76A6-BE85-138C2F1E6AF3}"/>
              </a:ext>
            </a:extLst>
          </p:cNvPr>
          <p:cNvSpPr>
            <a:spLocks noChangeArrowheads="1"/>
          </p:cNvSpPr>
          <p:nvPr/>
        </p:nvSpPr>
        <p:spPr bwMode="auto">
          <a:xfrm>
            <a:off x="4185476" y="5156175"/>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26" name="Line 18">
            <a:extLst>
              <a:ext uri="{FF2B5EF4-FFF2-40B4-BE49-F238E27FC236}">
                <a16:creationId xmlns:a16="http://schemas.microsoft.com/office/drawing/2014/main" id="{77F45033-A740-FA86-B0E2-029C5349FF38}"/>
              </a:ext>
            </a:extLst>
          </p:cNvPr>
          <p:cNvSpPr>
            <a:spLocks noChangeShapeType="1"/>
          </p:cNvSpPr>
          <p:nvPr/>
        </p:nvSpPr>
        <p:spPr bwMode="auto">
          <a:xfrm flipH="1">
            <a:off x="2817051" y="3068613"/>
            <a:ext cx="792162"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19">
            <a:extLst>
              <a:ext uri="{FF2B5EF4-FFF2-40B4-BE49-F238E27FC236}">
                <a16:creationId xmlns:a16="http://schemas.microsoft.com/office/drawing/2014/main" id="{81CD645A-888B-F7D0-13BD-41759DC1A6A2}"/>
              </a:ext>
            </a:extLst>
          </p:cNvPr>
          <p:cNvSpPr>
            <a:spLocks noChangeShapeType="1"/>
          </p:cNvSpPr>
          <p:nvPr/>
        </p:nvSpPr>
        <p:spPr bwMode="auto">
          <a:xfrm>
            <a:off x="3609213" y="3068613"/>
            <a:ext cx="649288"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0">
            <a:extLst>
              <a:ext uri="{FF2B5EF4-FFF2-40B4-BE49-F238E27FC236}">
                <a16:creationId xmlns:a16="http://schemas.microsoft.com/office/drawing/2014/main" id="{F709F981-C060-55FB-C098-CBB5857DD7EB}"/>
              </a:ext>
            </a:extLst>
          </p:cNvPr>
          <p:cNvSpPr>
            <a:spLocks noChangeShapeType="1"/>
          </p:cNvSpPr>
          <p:nvPr/>
        </p:nvSpPr>
        <p:spPr bwMode="auto">
          <a:xfrm>
            <a:off x="2817051" y="3932213"/>
            <a:ext cx="13684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1">
            <a:extLst>
              <a:ext uri="{FF2B5EF4-FFF2-40B4-BE49-F238E27FC236}">
                <a16:creationId xmlns:a16="http://schemas.microsoft.com/office/drawing/2014/main" id="{D207CE0E-5377-FD71-EA57-B1412327DC39}"/>
              </a:ext>
            </a:extLst>
          </p:cNvPr>
          <p:cNvSpPr>
            <a:spLocks noChangeShapeType="1"/>
          </p:cNvSpPr>
          <p:nvPr/>
        </p:nvSpPr>
        <p:spPr bwMode="auto">
          <a:xfrm>
            <a:off x="2817051" y="3932213"/>
            <a:ext cx="0" cy="1296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2">
            <a:extLst>
              <a:ext uri="{FF2B5EF4-FFF2-40B4-BE49-F238E27FC236}">
                <a16:creationId xmlns:a16="http://schemas.microsoft.com/office/drawing/2014/main" id="{1AAD5676-7D4E-4CD0-3629-177E88232F0F}"/>
              </a:ext>
            </a:extLst>
          </p:cNvPr>
          <p:cNvSpPr>
            <a:spLocks noChangeShapeType="1"/>
          </p:cNvSpPr>
          <p:nvPr/>
        </p:nvSpPr>
        <p:spPr bwMode="auto">
          <a:xfrm>
            <a:off x="4258501" y="3932213"/>
            <a:ext cx="0" cy="13684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4">
            <a:extLst>
              <a:ext uri="{FF2B5EF4-FFF2-40B4-BE49-F238E27FC236}">
                <a16:creationId xmlns:a16="http://schemas.microsoft.com/office/drawing/2014/main" id="{5C1EF024-405D-236D-5446-CDD547D78797}"/>
              </a:ext>
            </a:extLst>
          </p:cNvPr>
          <p:cNvSpPr>
            <a:spLocks noChangeShapeType="1"/>
          </p:cNvSpPr>
          <p:nvPr/>
        </p:nvSpPr>
        <p:spPr bwMode="auto">
          <a:xfrm>
            <a:off x="2817051" y="3932213"/>
            <a:ext cx="1368425" cy="1223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3" name="Object 33">
            <a:extLst>
              <a:ext uri="{FF2B5EF4-FFF2-40B4-BE49-F238E27FC236}">
                <a16:creationId xmlns:a16="http://schemas.microsoft.com/office/drawing/2014/main" id="{82EF32D6-5E26-CE0A-6A2E-604B6E8687A9}"/>
              </a:ext>
            </a:extLst>
          </p:cNvPr>
          <p:cNvGraphicFramePr>
            <a:graphicFrameLocks noChangeAspect="1"/>
          </p:cNvGraphicFramePr>
          <p:nvPr>
            <p:extLst>
              <p:ext uri="{D42A27DB-BD31-4B8C-83A1-F6EECF244321}">
                <p14:modId xmlns:p14="http://schemas.microsoft.com/office/powerpoint/2010/main" val="1717847544"/>
              </p:ext>
            </p:extLst>
          </p:nvPr>
        </p:nvGraphicFramePr>
        <p:xfrm>
          <a:off x="2855150" y="3016225"/>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14" name="Object 33">
                        <a:extLst>
                          <a:ext uri="{FF2B5EF4-FFF2-40B4-BE49-F238E27FC236}">
                            <a16:creationId xmlns:a16="http://schemas.microsoft.com/office/drawing/2014/main" id="{8FFE09D0-3F32-5F97-820F-7815E9AA3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150" y="3016225"/>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35">
            <a:extLst>
              <a:ext uri="{FF2B5EF4-FFF2-40B4-BE49-F238E27FC236}">
                <a16:creationId xmlns:a16="http://schemas.microsoft.com/office/drawing/2014/main" id="{78C1830C-1775-6394-9C66-0B2112F4B32D}"/>
              </a:ext>
            </a:extLst>
          </p:cNvPr>
          <p:cNvGraphicFramePr>
            <a:graphicFrameLocks noChangeAspect="1"/>
          </p:cNvGraphicFramePr>
          <p:nvPr>
            <p:extLst>
              <p:ext uri="{D42A27DB-BD31-4B8C-83A1-F6EECF244321}">
                <p14:modId xmlns:p14="http://schemas.microsoft.com/office/powerpoint/2010/main" val="3250968741"/>
              </p:ext>
            </p:extLst>
          </p:nvPr>
        </p:nvGraphicFramePr>
        <p:xfrm>
          <a:off x="3955288" y="2997175"/>
          <a:ext cx="368300" cy="525463"/>
        </p:xfrm>
        <a:graphic>
          <a:graphicData uri="http://schemas.openxmlformats.org/presentationml/2006/ole">
            <mc:AlternateContent xmlns:mc="http://schemas.openxmlformats.org/markup-compatibility/2006">
              <mc:Choice xmlns:v="urn:schemas-microsoft-com:vml" Requires="v">
                <p:oleObj name="Equation" r:id="rId4" imgW="76177" imgH="142830" progId="Equation.3">
                  <p:embed/>
                </p:oleObj>
              </mc:Choice>
              <mc:Fallback>
                <p:oleObj name="Equation" r:id="rId4" imgW="76177" imgH="142830" progId="Equation.3">
                  <p:embed/>
                  <p:pic>
                    <p:nvPicPr>
                      <p:cNvPr id="15" name="Object 35">
                        <a:extLst>
                          <a:ext uri="{FF2B5EF4-FFF2-40B4-BE49-F238E27FC236}">
                            <a16:creationId xmlns:a16="http://schemas.microsoft.com/office/drawing/2014/main" id="{C6CB2FF5-B803-BCA2-87AF-4D5B2527A8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288" y="2997175"/>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38">
            <a:extLst>
              <a:ext uri="{FF2B5EF4-FFF2-40B4-BE49-F238E27FC236}">
                <a16:creationId xmlns:a16="http://schemas.microsoft.com/office/drawing/2014/main" id="{8064470A-F0EA-F799-3A51-BA96957E1926}"/>
              </a:ext>
            </a:extLst>
          </p:cNvPr>
          <p:cNvGraphicFramePr>
            <a:graphicFrameLocks noChangeAspect="1"/>
          </p:cNvGraphicFramePr>
          <p:nvPr>
            <p:extLst>
              <p:ext uri="{D42A27DB-BD31-4B8C-83A1-F6EECF244321}">
                <p14:modId xmlns:p14="http://schemas.microsoft.com/office/powerpoint/2010/main" val="1920391169"/>
              </p:ext>
            </p:extLst>
          </p:nvPr>
        </p:nvGraphicFramePr>
        <p:xfrm>
          <a:off x="3393313" y="3413100"/>
          <a:ext cx="368300" cy="557213"/>
        </p:xfrm>
        <a:graphic>
          <a:graphicData uri="http://schemas.openxmlformats.org/presentationml/2006/ole">
            <mc:AlternateContent xmlns:mc="http://schemas.openxmlformats.org/markup-compatibility/2006">
              <mc:Choice xmlns:v="urn:schemas-microsoft-com:vml" Requires="v">
                <p:oleObj name="Equation" r:id="rId6" imgW="76177" imgH="152280" progId="Equation.3">
                  <p:embed/>
                </p:oleObj>
              </mc:Choice>
              <mc:Fallback>
                <p:oleObj name="Equation" r:id="rId6" imgW="76177" imgH="152280" progId="Equation.3">
                  <p:embed/>
                  <p:pic>
                    <p:nvPicPr>
                      <p:cNvPr id="16" name="Object 38">
                        <a:extLst>
                          <a:ext uri="{FF2B5EF4-FFF2-40B4-BE49-F238E27FC236}">
                            <a16:creationId xmlns:a16="http://schemas.microsoft.com/office/drawing/2014/main" id="{F04188B2-AF75-F4C5-3536-FDFE8DB111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3313" y="3413100"/>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40">
            <a:extLst>
              <a:ext uri="{FF2B5EF4-FFF2-40B4-BE49-F238E27FC236}">
                <a16:creationId xmlns:a16="http://schemas.microsoft.com/office/drawing/2014/main" id="{E1B87793-04DF-6FD3-4E62-6039636EAB92}"/>
              </a:ext>
            </a:extLst>
          </p:cNvPr>
          <p:cNvGraphicFramePr>
            <a:graphicFrameLocks noChangeAspect="1"/>
          </p:cNvGraphicFramePr>
          <p:nvPr>
            <p:extLst>
              <p:ext uri="{D42A27DB-BD31-4B8C-83A1-F6EECF244321}">
                <p14:modId xmlns:p14="http://schemas.microsoft.com/office/powerpoint/2010/main" val="1151290671"/>
              </p:ext>
            </p:extLst>
          </p:nvPr>
        </p:nvGraphicFramePr>
        <p:xfrm>
          <a:off x="2459299" y="4241378"/>
          <a:ext cx="368300" cy="527050"/>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17" name="Object 40">
                        <a:extLst>
                          <a:ext uri="{FF2B5EF4-FFF2-40B4-BE49-F238E27FC236}">
                            <a16:creationId xmlns:a16="http://schemas.microsoft.com/office/drawing/2014/main" id="{C84B91E4-F994-3D56-C4CF-B8A9065DAA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9299" y="4241378"/>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43">
            <a:extLst>
              <a:ext uri="{FF2B5EF4-FFF2-40B4-BE49-F238E27FC236}">
                <a16:creationId xmlns:a16="http://schemas.microsoft.com/office/drawing/2014/main" id="{A65ACED9-C378-102A-B382-ABAD61A81244}"/>
              </a:ext>
            </a:extLst>
          </p:cNvPr>
          <p:cNvGraphicFramePr>
            <a:graphicFrameLocks noChangeAspect="1"/>
          </p:cNvGraphicFramePr>
          <p:nvPr>
            <p:extLst>
              <p:ext uri="{D42A27DB-BD31-4B8C-83A1-F6EECF244321}">
                <p14:modId xmlns:p14="http://schemas.microsoft.com/office/powerpoint/2010/main" val="1374880506"/>
              </p:ext>
            </p:extLst>
          </p:nvPr>
        </p:nvGraphicFramePr>
        <p:xfrm>
          <a:off x="3393313" y="4205263"/>
          <a:ext cx="368300" cy="558800"/>
        </p:xfrm>
        <a:graphic>
          <a:graphicData uri="http://schemas.openxmlformats.org/presentationml/2006/ole">
            <mc:AlternateContent xmlns:mc="http://schemas.openxmlformats.org/markup-compatibility/2006">
              <mc:Choice xmlns:v="urn:schemas-microsoft-com:vml" Requires="v">
                <p:oleObj name="Equation" r:id="rId10" imgW="76177" imgH="152280" progId="Equation.3">
                  <p:embed/>
                </p:oleObj>
              </mc:Choice>
              <mc:Fallback>
                <p:oleObj name="Equation" r:id="rId10" imgW="76177" imgH="152280" progId="Equation.3">
                  <p:embed/>
                  <p:pic>
                    <p:nvPicPr>
                      <p:cNvPr id="18" name="Object 43">
                        <a:extLst>
                          <a:ext uri="{FF2B5EF4-FFF2-40B4-BE49-F238E27FC236}">
                            <a16:creationId xmlns:a16="http://schemas.microsoft.com/office/drawing/2014/main" id="{84C779BA-E07B-7FAE-DF0E-FD6DDF56B48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3313" y="420526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45">
            <a:extLst>
              <a:ext uri="{FF2B5EF4-FFF2-40B4-BE49-F238E27FC236}">
                <a16:creationId xmlns:a16="http://schemas.microsoft.com/office/drawing/2014/main" id="{9D11A668-FE68-210E-8CD1-F2F6D08ACC41}"/>
              </a:ext>
            </a:extLst>
          </p:cNvPr>
          <p:cNvGraphicFramePr>
            <a:graphicFrameLocks noChangeAspect="1"/>
          </p:cNvGraphicFramePr>
          <p:nvPr>
            <p:extLst>
              <p:ext uri="{D42A27DB-BD31-4B8C-83A1-F6EECF244321}">
                <p14:modId xmlns:p14="http://schemas.microsoft.com/office/powerpoint/2010/main" val="502569321"/>
              </p:ext>
            </p:extLst>
          </p:nvPr>
        </p:nvGraphicFramePr>
        <p:xfrm>
          <a:off x="4203700" y="4221138"/>
          <a:ext cx="368300" cy="558800"/>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19" name="Object 45">
                        <a:extLst>
                          <a:ext uri="{FF2B5EF4-FFF2-40B4-BE49-F238E27FC236}">
                            <a16:creationId xmlns:a16="http://schemas.microsoft.com/office/drawing/2014/main" id="{1417ED33-DDBB-B0AE-A1FB-791DBC55E90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3700" y="4221138"/>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Oval 3">
            <a:extLst>
              <a:ext uri="{FF2B5EF4-FFF2-40B4-BE49-F238E27FC236}">
                <a16:creationId xmlns:a16="http://schemas.microsoft.com/office/drawing/2014/main" id="{C2DBC2C0-C39A-A081-DB1E-BA197059F9D0}"/>
              </a:ext>
            </a:extLst>
          </p:cNvPr>
          <p:cNvSpPr>
            <a:spLocks noChangeArrowheads="1"/>
          </p:cNvSpPr>
          <p:nvPr/>
        </p:nvSpPr>
        <p:spPr bwMode="auto">
          <a:xfrm>
            <a:off x="5746266" y="2992785"/>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1" name="Oval 4">
            <a:extLst>
              <a:ext uri="{FF2B5EF4-FFF2-40B4-BE49-F238E27FC236}">
                <a16:creationId xmlns:a16="http://schemas.microsoft.com/office/drawing/2014/main" id="{24283CD0-334F-1BF4-D704-8A22B82D8FD4}"/>
              </a:ext>
            </a:extLst>
          </p:cNvPr>
          <p:cNvSpPr>
            <a:spLocks noChangeArrowheads="1"/>
          </p:cNvSpPr>
          <p:nvPr/>
        </p:nvSpPr>
        <p:spPr bwMode="auto">
          <a:xfrm>
            <a:off x="4954103" y="3856385"/>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2" name="Oval 5">
            <a:extLst>
              <a:ext uri="{FF2B5EF4-FFF2-40B4-BE49-F238E27FC236}">
                <a16:creationId xmlns:a16="http://schemas.microsoft.com/office/drawing/2014/main" id="{18A3E054-2F56-8C01-A35C-D364AEF2AD65}"/>
              </a:ext>
            </a:extLst>
          </p:cNvPr>
          <p:cNvSpPr>
            <a:spLocks noChangeArrowheads="1"/>
          </p:cNvSpPr>
          <p:nvPr/>
        </p:nvSpPr>
        <p:spPr bwMode="auto">
          <a:xfrm>
            <a:off x="6393966" y="3857973"/>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3" name="Oval 6">
            <a:extLst>
              <a:ext uri="{FF2B5EF4-FFF2-40B4-BE49-F238E27FC236}">
                <a16:creationId xmlns:a16="http://schemas.microsoft.com/office/drawing/2014/main" id="{929EF148-0067-F0C7-F33C-D552A5444276}"/>
              </a:ext>
            </a:extLst>
          </p:cNvPr>
          <p:cNvSpPr>
            <a:spLocks noChangeArrowheads="1"/>
          </p:cNvSpPr>
          <p:nvPr/>
        </p:nvSpPr>
        <p:spPr bwMode="auto">
          <a:xfrm>
            <a:off x="4954103" y="5224810"/>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4" name="Oval 7">
            <a:extLst>
              <a:ext uri="{FF2B5EF4-FFF2-40B4-BE49-F238E27FC236}">
                <a16:creationId xmlns:a16="http://schemas.microsoft.com/office/drawing/2014/main" id="{99DA0721-1AC9-C5CE-8FAB-9ECAC56FEEB6}"/>
              </a:ext>
            </a:extLst>
          </p:cNvPr>
          <p:cNvSpPr>
            <a:spLocks noChangeArrowheads="1"/>
          </p:cNvSpPr>
          <p:nvPr/>
        </p:nvSpPr>
        <p:spPr bwMode="auto">
          <a:xfrm>
            <a:off x="6393966" y="5151785"/>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45" name="Line 18">
            <a:extLst>
              <a:ext uri="{FF2B5EF4-FFF2-40B4-BE49-F238E27FC236}">
                <a16:creationId xmlns:a16="http://schemas.microsoft.com/office/drawing/2014/main" id="{09BF0EF2-C976-E2FA-C286-35FFC8E83350}"/>
              </a:ext>
            </a:extLst>
          </p:cNvPr>
          <p:cNvSpPr>
            <a:spLocks noChangeShapeType="1"/>
          </p:cNvSpPr>
          <p:nvPr/>
        </p:nvSpPr>
        <p:spPr bwMode="auto">
          <a:xfrm flipH="1">
            <a:off x="5025541" y="3064223"/>
            <a:ext cx="792162"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9">
            <a:extLst>
              <a:ext uri="{FF2B5EF4-FFF2-40B4-BE49-F238E27FC236}">
                <a16:creationId xmlns:a16="http://schemas.microsoft.com/office/drawing/2014/main" id="{D1BB31F3-4E08-FB94-DA26-A7B96F9649AC}"/>
              </a:ext>
            </a:extLst>
          </p:cNvPr>
          <p:cNvSpPr>
            <a:spLocks noChangeShapeType="1"/>
          </p:cNvSpPr>
          <p:nvPr/>
        </p:nvSpPr>
        <p:spPr bwMode="auto">
          <a:xfrm>
            <a:off x="5817703" y="3064223"/>
            <a:ext cx="649288"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20">
            <a:extLst>
              <a:ext uri="{FF2B5EF4-FFF2-40B4-BE49-F238E27FC236}">
                <a16:creationId xmlns:a16="http://schemas.microsoft.com/office/drawing/2014/main" id="{55B545E2-E5BC-D07E-547C-7176F5E05C40}"/>
              </a:ext>
            </a:extLst>
          </p:cNvPr>
          <p:cNvSpPr>
            <a:spLocks noChangeShapeType="1"/>
          </p:cNvSpPr>
          <p:nvPr/>
        </p:nvSpPr>
        <p:spPr bwMode="auto">
          <a:xfrm>
            <a:off x="5025541" y="3927823"/>
            <a:ext cx="13684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21">
            <a:extLst>
              <a:ext uri="{FF2B5EF4-FFF2-40B4-BE49-F238E27FC236}">
                <a16:creationId xmlns:a16="http://schemas.microsoft.com/office/drawing/2014/main" id="{F81E3C49-9AD8-8E40-50D6-88BB170C570E}"/>
              </a:ext>
            </a:extLst>
          </p:cNvPr>
          <p:cNvSpPr>
            <a:spLocks noChangeShapeType="1"/>
          </p:cNvSpPr>
          <p:nvPr/>
        </p:nvSpPr>
        <p:spPr bwMode="auto">
          <a:xfrm>
            <a:off x="5025541" y="3927823"/>
            <a:ext cx="0" cy="1296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22">
            <a:extLst>
              <a:ext uri="{FF2B5EF4-FFF2-40B4-BE49-F238E27FC236}">
                <a16:creationId xmlns:a16="http://schemas.microsoft.com/office/drawing/2014/main" id="{AC76D5EC-F4BB-C7A9-8A35-E7DC1CC05AAD}"/>
              </a:ext>
            </a:extLst>
          </p:cNvPr>
          <p:cNvSpPr>
            <a:spLocks noChangeShapeType="1"/>
          </p:cNvSpPr>
          <p:nvPr/>
        </p:nvSpPr>
        <p:spPr bwMode="auto">
          <a:xfrm>
            <a:off x="6466991" y="3927823"/>
            <a:ext cx="0" cy="13684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2" name="Object 33">
            <a:extLst>
              <a:ext uri="{FF2B5EF4-FFF2-40B4-BE49-F238E27FC236}">
                <a16:creationId xmlns:a16="http://schemas.microsoft.com/office/drawing/2014/main" id="{671294D4-4A95-B1BC-3264-C84B131C7DFD}"/>
              </a:ext>
            </a:extLst>
          </p:cNvPr>
          <p:cNvGraphicFramePr>
            <a:graphicFrameLocks noChangeAspect="1"/>
          </p:cNvGraphicFramePr>
          <p:nvPr>
            <p:extLst>
              <p:ext uri="{D42A27DB-BD31-4B8C-83A1-F6EECF244321}">
                <p14:modId xmlns:p14="http://schemas.microsoft.com/office/powerpoint/2010/main" val="1744933151"/>
              </p:ext>
            </p:extLst>
          </p:nvPr>
        </p:nvGraphicFramePr>
        <p:xfrm>
          <a:off x="5063640" y="3011835"/>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33" name="Object 33">
                        <a:extLst>
                          <a:ext uri="{FF2B5EF4-FFF2-40B4-BE49-F238E27FC236}">
                            <a16:creationId xmlns:a16="http://schemas.microsoft.com/office/drawing/2014/main" id="{82EF32D6-5E26-CE0A-6A2E-604B6E868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3640" y="3011835"/>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35">
            <a:extLst>
              <a:ext uri="{FF2B5EF4-FFF2-40B4-BE49-F238E27FC236}">
                <a16:creationId xmlns:a16="http://schemas.microsoft.com/office/drawing/2014/main" id="{6AF36ACB-9C53-328C-92F5-57C0486C972C}"/>
              </a:ext>
            </a:extLst>
          </p:cNvPr>
          <p:cNvGraphicFramePr>
            <a:graphicFrameLocks noChangeAspect="1"/>
          </p:cNvGraphicFramePr>
          <p:nvPr>
            <p:extLst>
              <p:ext uri="{D42A27DB-BD31-4B8C-83A1-F6EECF244321}">
                <p14:modId xmlns:p14="http://schemas.microsoft.com/office/powerpoint/2010/main" val="3356716130"/>
              </p:ext>
            </p:extLst>
          </p:nvPr>
        </p:nvGraphicFramePr>
        <p:xfrm>
          <a:off x="6163778" y="2992785"/>
          <a:ext cx="368300" cy="525463"/>
        </p:xfrm>
        <a:graphic>
          <a:graphicData uri="http://schemas.openxmlformats.org/presentationml/2006/ole">
            <mc:AlternateContent xmlns:mc="http://schemas.openxmlformats.org/markup-compatibility/2006">
              <mc:Choice xmlns:v="urn:schemas-microsoft-com:vml" Requires="v">
                <p:oleObj name="Equation" r:id="rId4" imgW="76177" imgH="142830" progId="Equation.3">
                  <p:embed/>
                </p:oleObj>
              </mc:Choice>
              <mc:Fallback>
                <p:oleObj name="Equation" r:id="rId4" imgW="76177" imgH="142830" progId="Equation.3">
                  <p:embed/>
                  <p:pic>
                    <p:nvPicPr>
                      <p:cNvPr id="34" name="Object 35">
                        <a:extLst>
                          <a:ext uri="{FF2B5EF4-FFF2-40B4-BE49-F238E27FC236}">
                            <a16:creationId xmlns:a16="http://schemas.microsoft.com/office/drawing/2014/main" id="{78C1830C-1775-6394-9C66-0B2112F4B3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3778" y="2992785"/>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38">
            <a:extLst>
              <a:ext uri="{FF2B5EF4-FFF2-40B4-BE49-F238E27FC236}">
                <a16:creationId xmlns:a16="http://schemas.microsoft.com/office/drawing/2014/main" id="{FB4E9321-466A-AAD1-0A48-513D4391DDEE}"/>
              </a:ext>
            </a:extLst>
          </p:cNvPr>
          <p:cNvGraphicFramePr>
            <a:graphicFrameLocks noChangeAspect="1"/>
          </p:cNvGraphicFramePr>
          <p:nvPr>
            <p:extLst>
              <p:ext uri="{D42A27DB-BD31-4B8C-83A1-F6EECF244321}">
                <p14:modId xmlns:p14="http://schemas.microsoft.com/office/powerpoint/2010/main" val="4055220918"/>
              </p:ext>
            </p:extLst>
          </p:nvPr>
        </p:nvGraphicFramePr>
        <p:xfrm>
          <a:off x="5601803" y="3408710"/>
          <a:ext cx="368300" cy="557213"/>
        </p:xfrm>
        <a:graphic>
          <a:graphicData uri="http://schemas.openxmlformats.org/presentationml/2006/ole">
            <mc:AlternateContent xmlns:mc="http://schemas.openxmlformats.org/markup-compatibility/2006">
              <mc:Choice xmlns:v="urn:schemas-microsoft-com:vml" Requires="v">
                <p:oleObj name="Equation" r:id="rId6" imgW="76177" imgH="152280" progId="Equation.3">
                  <p:embed/>
                </p:oleObj>
              </mc:Choice>
              <mc:Fallback>
                <p:oleObj name="Equation" r:id="rId6" imgW="76177" imgH="152280" progId="Equation.3">
                  <p:embed/>
                  <p:pic>
                    <p:nvPicPr>
                      <p:cNvPr id="35" name="Object 38">
                        <a:extLst>
                          <a:ext uri="{FF2B5EF4-FFF2-40B4-BE49-F238E27FC236}">
                            <a16:creationId xmlns:a16="http://schemas.microsoft.com/office/drawing/2014/main" id="{8064470A-F0EA-F799-3A51-BA96957E19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01803" y="3408710"/>
                        <a:ext cx="368300" cy="557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40">
            <a:extLst>
              <a:ext uri="{FF2B5EF4-FFF2-40B4-BE49-F238E27FC236}">
                <a16:creationId xmlns:a16="http://schemas.microsoft.com/office/drawing/2014/main" id="{CD631CDD-65E5-12DF-3A31-188E8A56118E}"/>
              </a:ext>
            </a:extLst>
          </p:cNvPr>
          <p:cNvGraphicFramePr>
            <a:graphicFrameLocks noChangeAspect="1"/>
          </p:cNvGraphicFramePr>
          <p:nvPr>
            <p:extLst>
              <p:ext uri="{D42A27DB-BD31-4B8C-83A1-F6EECF244321}">
                <p14:modId xmlns:p14="http://schemas.microsoft.com/office/powerpoint/2010/main" val="1163596707"/>
              </p:ext>
            </p:extLst>
          </p:nvPr>
        </p:nvGraphicFramePr>
        <p:xfrm>
          <a:off x="4667789" y="4236988"/>
          <a:ext cx="368300" cy="527050"/>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36" name="Object 40">
                        <a:extLst>
                          <a:ext uri="{FF2B5EF4-FFF2-40B4-BE49-F238E27FC236}">
                            <a16:creationId xmlns:a16="http://schemas.microsoft.com/office/drawing/2014/main" id="{E1B87793-04DF-6FD3-4E62-6039636EAB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67789" y="4236988"/>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45">
            <a:extLst>
              <a:ext uri="{FF2B5EF4-FFF2-40B4-BE49-F238E27FC236}">
                <a16:creationId xmlns:a16="http://schemas.microsoft.com/office/drawing/2014/main" id="{5859E5FB-04DC-A65E-578F-F4BFFD6DE07E}"/>
              </a:ext>
            </a:extLst>
          </p:cNvPr>
          <p:cNvGraphicFramePr>
            <a:graphicFrameLocks noChangeAspect="1"/>
          </p:cNvGraphicFramePr>
          <p:nvPr>
            <p:extLst>
              <p:ext uri="{D42A27DB-BD31-4B8C-83A1-F6EECF244321}">
                <p14:modId xmlns:p14="http://schemas.microsoft.com/office/powerpoint/2010/main" val="790937438"/>
              </p:ext>
            </p:extLst>
          </p:nvPr>
        </p:nvGraphicFramePr>
        <p:xfrm>
          <a:off x="6393966" y="4216748"/>
          <a:ext cx="368300" cy="558800"/>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38" name="Object 45">
                        <a:extLst>
                          <a:ext uri="{FF2B5EF4-FFF2-40B4-BE49-F238E27FC236}">
                            <a16:creationId xmlns:a16="http://schemas.microsoft.com/office/drawing/2014/main" id="{9D11A668-FE68-210E-8CD1-F2F6D08ACC4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93966" y="4216748"/>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Oval 3">
            <a:extLst>
              <a:ext uri="{FF2B5EF4-FFF2-40B4-BE49-F238E27FC236}">
                <a16:creationId xmlns:a16="http://schemas.microsoft.com/office/drawing/2014/main" id="{A6414B70-A376-C2EF-094F-4B7624E06D6B}"/>
              </a:ext>
            </a:extLst>
          </p:cNvPr>
          <p:cNvSpPr>
            <a:spLocks noChangeArrowheads="1"/>
          </p:cNvSpPr>
          <p:nvPr/>
        </p:nvSpPr>
        <p:spPr bwMode="auto">
          <a:xfrm>
            <a:off x="8092504" y="3030780"/>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60" name="Oval 4">
            <a:extLst>
              <a:ext uri="{FF2B5EF4-FFF2-40B4-BE49-F238E27FC236}">
                <a16:creationId xmlns:a16="http://schemas.microsoft.com/office/drawing/2014/main" id="{BC169F01-CF5B-33B9-E76F-F475BDFD3F93}"/>
              </a:ext>
            </a:extLst>
          </p:cNvPr>
          <p:cNvSpPr>
            <a:spLocks noChangeArrowheads="1"/>
          </p:cNvSpPr>
          <p:nvPr/>
        </p:nvSpPr>
        <p:spPr bwMode="auto">
          <a:xfrm>
            <a:off x="7300341" y="3894380"/>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61" name="Oval 5">
            <a:extLst>
              <a:ext uri="{FF2B5EF4-FFF2-40B4-BE49-F238E27FC236}">
                <a16:creationId xmlns:a16="http://schemas.microsoft.com/office/drawing/2014/main" id="{D8FFCD08-E6FB-1E81-2B05-DDB215E45203}"/>
              </a:ext>
            </a:extLst>
          </p:cNvPr>
          <p:cNvSpPr>
            <a:spLocks noChangeArrowheads="1"/>
          </p:cNvSpPr>
          <p:nvPr/>
        </p:nvSpPr>
        <p:spPr bwMode="auto">
          <a:xfrm>
            <a:off x="8740204" y="3895968"/>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62" name="Oval 6">
            <a:extLst>
              <a:ext uri="{FF2B5EF4-FFF2-40B4-BE49-F238E27FC236}">
                <a16:creationId xmlns:a16="http://schemas.microsoft.com/office/drawing/2014/main" id="{7F32ED8D-FBE8-9721-CB68-E9559219946F}"/>
              </a:ext>
            </a:extLst>
          </p:cNvPr>
          <p:cNvSpPr>
            <a:spLocks noChangeArrowheads="1"/>
          </p:cNvSpPr>
          <p:nvPr/>
        </p:nvSpPr>
        <p:spPr bwMode="auto">
          <a:xfrm>
            <a:off x="7300341" y="5262805"/>
            <a:ext cx="144463"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63" name="Oval 7">
            <a:extLst>
              <a:ext uri="{FF2B5EF4-FFF2-40B4-BE49-F238E27FC236}">
                <a16:creationId xmlns:a16="http://schemas.microsoft.com/office/drawing/2014/main" id="{F1434768-EB30-041B-2EF9-9D71518D36C1}"/>
              </a:ext>
            </a:extLst>
          </p:cNvPr>
          <p:cNvSpPr>
            <a:spLocks noChangeArrowheads="1"/>
          </p:cNvSpPr>
          <p:nvPr/>
        </p:nvSpPr>
        <p:spPr bwMode="auto">
          <a:xfrm>
            <a:off x="8740204" y="5189780"/>
            <a:ext cx="144462" cy="142875"/>
          </a:xfrm>
          <a:prstGeom prst="ellipse">
            <a:avLst/>
          </a:prstGeom>
          <a:solidFill>
            <a:schemeClr val="accent1"/>
          </a:solidFill>
          <a:ln w="12700">
            <a:solidFill>
              <a:schemeClr val="tx1"/>
            </a:solidFill>
            <a:round/>
            <a:headEnd/>
            <a:tailEnd/>
          </a:ln>
        </p:spPr>
        <p:txBody>
          <a:bodyPr wrap="none" anchor="ctr"/>
          <a:lstStyle/>
          <a:p>
            <a:endParaRPr lang="zh-CN" altLang="en-US"/>
          </a:p>
        </p:txBody>
      </p:sp>
      <p:sp>
        <p:nvSpPr>
          <p:cNvPr id="78848" name="Line 18">
            <a:extLst>
              <a:ext uri="{FF2B5EF4-FFF2-40B4-BE49-F238E27FC236}">
                <a16:creationId xmlns:a16="http://schemas.microsoft.com/office/drawing/2014/main" id="{3B3D4D80-B4DB-92A3-A6FF-46A0152A17CB}"/>
              </a:ext>
            </a:extLst>
          </p:cNvPr>
          <p:cNvSpPr>
            <a:spLocks noChangeShapeType="1"/>
          </p:cNvSpPr>
          <p:nvPr/>
        </p:nvSpPr>
        <p:spPr bwMode="auto">
          <a:xfrm flipH="1">
            <a:off x="7371779" y="3102218"/>
            <a:ext cx="792162"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49" name="Line 19">
            <a:extLst>
              <a:ext uri="{FF2B5EF4-FFF2-40B4-BE49-F238E27FC236}">
                <a16:creationId xmlns:a16="http://schemas.microsoft.com/office/drawing/2014/main" id="{27E36BFA-B3A2-298F-F9B4-0A2B1A02982D}"/>
              </a:ext>
            </a:extLst>
          </p:cNvPr>
          <p:cNvSpPr>
            <a:spLocks noChangeShapeType="1"/>
          </p:cNvSpPr>
          <p:nvPr/>
        </p:nvSpPr>
        <p:spPr bwMode="auto">
          <a:xfrm>
            <a:off x="8163941" y="3102218"/>
            <a:ext cx="649288"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2" name="Line 21">
            <a:extLst>
              <a:ext uri="{FF2B5EF4-FFF2-40B4-BE49-F238E27FC236}">
                <a16:creationId xmlns:a16="http://schemas.microsoft.com/office/drawing/2014/main" id="{F44D6B30-30F5-FE1F-69C5-5737827F5F5C}"/>
              </a:ext>
            </a:extLst>
          </p:cNvPr>
          <p:cNvSpPr>
            <a:spLocks noChangeShapeType="1"/>
          </p:cNvSpPr>
          <p:nvPr/>
        </p:nvSpPr>
        <p:spPr bwMode="auto">
          <a:xfrm>
            <a:off x="7371779" y="3965818"/>
            <a:ext cx="0" cy="1296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53" name="Line 22">
            <a:extLst>
              <a:ext uri="{FF2B5EF4-FFF2-40B4-BE49-F238E27FC236}">
                <a16:creationId xmlns:a16="http://schemas.microsoft.com/office/drawing/2014/main" id="{349AB583-3B1B-CEA3-60C2-FB3EE35AA14F}"/>
              </a:ext>
            </a:extLst>
          </p:cNvPr>
          <p:cNvSpPr>
            <a:spLocks noChangeShapeType="1"/>
          </p:cNvSpPr>
          <p:nvPr/>
        </p:nvSpPr>
        <p:spPr bwMode="auto">
          <a:xfrm>
            <a:off x="8813229" y="3965818"/>
            <a:ext cx="0" cy="13684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8856" name="Object 33">
            <a:extLst>
              <a:ext uri="{FF2B5EF4-FFF2-40B4-BE49-F238E27FC236}">
                <a16:creationId xmlns:a16="http://schemas.microsoft.com/office/drawing/2014/main" id="{6D3D5076-E958-09B3-8316-04C3EF2B7402}"/>
              </a:ext>
            </a:extLst>
          </p:cNvPr>
          <p:cNvGraphicFramePr>
            <a:graphicFrameLocks noChangeAspect="1"/>
          </p:cNvGraphicFramePr>
          <p:nvPr>
            <p:extLst>
              <p:ext uri="{D42A27DB-BD31-4B8C-83A1-F6EECF244321}">
                <p14:modId xmlns:p14="http://schemas.microsoft.com/office/powerpoint/2010/main" val="2689466447"/>
              </p:ext>
            </p:extLst>
          </p:nvPr>
        </p:nvGraphicFramePr>
        <p:xfrm>
          <a:off x="7409878" y="3049830"/>
          <a:ext cx="338138" cy="525462"/>
        </p:xfrm>
        <a:graphic>
          <a:graphicData uri="http://schemas.openxmlformats.org/presentationml/2006/ole">
            <mc:AlternateContent xmlns:mc="http://schemas.openxmlformats.org/markup-compatibility/2006">
              <mc:Choice xmlns:v="urn:schemas-microsoft-com:vml" Requires="v">
                <p:oleObj name="Equation" r:id="rId2" imgW="66723" imgH="142830" progId="Equation.3">
                  <p:embed/>
                </p:oleObj>
              </mc:Choice>
              <mc:Fallback>
                <p:oleObj name="Equation" r:id="rId2" imgW="66723" imgH="142830" progId="Equation.3">
                  <p:embed/>
                  <p:pic>
                    <p:nvPicPr>
                      <p:cNvPr id="52" name="Object 33">
                        <a:extLst>
                          <a:ext uri="{FF2B5EF4-FFF2-40B4-BE49-F238E27FC236}">
                            <a16:creationId xmlns:a16="http://schemas.microsoft.com/office/drawing/2014/main" id="{671294D4-4A95-B1BC-3264-C84B131C7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9878" y="3049830"/>
                        <a:ext cx="338138"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7" name="Object 35">
            <a:extLst>
              <a:ext uri="{FF2B5EF4-FFF2-40B4-BE49-F238E27FC236}">
                <a16:creationId xmlns:a16="http://schemas.microsoft.com/office/drawing/2014/main" id="{FF676CF2-3AE4-21FB-9EAB-58651B7BB668}"/>
              </a:ext>
            </a:extLst>
          </p:cNvPr>
          <p:cNvGraphicFramePr>
            <a:graphicFrameLocks noChangeAspect="1"/>
          </p:cNvGraphicFramePr>
          <p:nvPr>
            <p:extLst>
              <p:ext uri="{D42A27DB-BD31-4B8C-83A1-F6EECF244321}">
                <p14:modId xmlns:p14="http://schemas.microsoft.com/office/powerpoint/2010/main" val="545976206"/>
              </p:ext>
            </p:extLst>
          </p:nvPr>
        </p:nvGraphicFramePr>
        <p:xfrm>
          <a:off x="8510016" y="3030780"/>
          <a:ext cx="368300" cy="525463"/>
        </p:xfrm>
        <a:graphic>
          <a:graphicData uri="http://schemas.openxmlformats.org/presentationml/2006/ole">
            <mc:AlternateContent xmlns:mc="http://schemas.openxmlformats.org/markup-compatibility/2006">
              <mc:Choice xmlns:v="urn:schemas-microsoft-com:vml" Requires="v">
                <p:oleObj name="Equation" r:id="rId4" imgW="76177" imgH="142830" progId="Equation.3">
                  <p:embed/>
                </p:oleObj>
              </mc:Choice>
              <mc:Fallback>
                <p:oleObj name="Equation" r:id="rId4" imgW="76177" imgH="142830" progId="Equation.3">
                  <p:embed/>
                  <p:pic>
                    <p:nvPicPr>
                      <p:cNvPr id="53" name="Object 35">
                        <a:extLst>
                          <a:ext uri="{FF2B5EF4-FFF2-40B4-BE49-F238E27FC236}">
                            <a16:creationId xmlns:a16="http://schemas.microsoft.com/office/drawing/2014/main" id="{6AF36ACB-9C53-328C-92F5-57C0486C97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0016" y="3030780"/>
                        <a:ext cx="3683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59" name="Object 40">
            <a:extLst>
              <a:ext uri="{FF2B5EF4-FFF2-40B4-BE49-F238E27FC236}">
                <a16:creationId xmlns:a16="http://schemas.microsoft.com/office/drawing/2014/main" id="{B4B4F25A-ECC6-ECC8-1DFB-CE5E5FC0000E}"/>
              </a:ext>
            </a:extLst>
          </p:cNvPr>
          <p:cNvGraphicFramePr>
            <a:graphicFrameLocks noChangeAspect="1"/>
          </p:cNvGraphicFramePr>
          <p:nvPr>
            <p:extLst>
              <p:ext uri="{D42A27DB-BD31-4B8C-83A1-F6EECF244321}">
                <p14:modId xmlns:p14="http://schemas.microsoft.com/office/powerpoint/2010/main" val="1567536974"/>
              </p:ext>
            </p:extLst>
          </p:nvPr>
        </p:nvGraphicFramePr>
        <p:xfrm>
          <a:off x="7156028" y="4256212"/>
          <a:ext cx="368300" cy="527050"/>
        </p:xfrm>
        <a:graphic>
          <a:graphicData uri="http://schemas.openxmlformats.org/presentationml/2006/ole">
            <mc:AlternateContent xmlns:mc="http://schemas.openxmlformats.org/markup-compatibility/2006">
              <mc:Choice xmlns:v="urn:schemas-microsoft-com:vml" Requires="v">
                <p:oleObj name="Equation" r:id="rId8" imgW="76177" imgH="142830" progId="Equation.3">
                  <p:embed/>
                </p:oleObj>
              </mc:Choice>
              <mc:Fallback>
                <p:oleObj name="Equation" r:id="rId8" imgW="76177" imgH="142830" progId="Equation.3">
                  <p:embed/>
                  <p:pic>
                    <p:nvPicPr>
                      <p:cNvPr id="55" name="Object 40">
                        <a:extLst>
                          <a:ext uri="{FF2B5EF4-FFF2-40B4-BE49-F238E27FC236}">
                            <a16:creationId xmlns:a16="http://schemas.microsoft.com/office/drawing/2014/main" id="{CD631CDD-65E5-12DF-3A31-188E8A5611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6028" y="4256212"/>
                        <a:ext cx="3683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61" name="Object 45">
            <a:extLst>
              <a:ext uri="{FF2B5EF4-FFF2-40B4-BE49-F238E27FC236}">
                <a16:creationId xmlns:a16="http://schemas.microsoft.com/office/drawing/2014/main" id="{A3DD43AA-42AD-3A1F-038D-AF6E1F586B64}"/>
              </a:ext>
            </a:extLst>
          </p:cNvPr>
          <p:cNvGraphicFramePr>
            <a:graphicFrameLocks noChangeAspect="1"/>
          </p:cNvGraphicFramePr>
          <p:nvPr>
            <p:extLst>
              <p:ext uri="{D42A27DB-BD31-4B8C-83A1-F6EECF244321}">
                <p14:modId xmlns:p14="http://schemas.microsoft.com/office/powerpoint/2010/main" val="2594935947"/>
              </p:ext>
            </p:extLst>
          </p:nvPr>
        </p:nvGraphicFramePr>
        <p:xfrm>
          <a:off x="8740204" y="4254743"/>
          <a:ext cx="368300" cy="558800"/>
        </p:xfrm>
        <a:graphic>
          <a:graphicData uri="http://schemas.openxmlformats.org/presentationml/2006/ole">
            <mc:AlternateContent xmlns:mc="http://schemas.openxmlformats.org/markup-compatibility/2006">
              <mc:Choice xmlns:v="urn:schemas-microsoft-com:vml" Requires="v">
                <p:oleObj name="Equation" r:id="rId12" imgW="76177" imgH="152280" progId="Equation.3">
                  <p:embed/>
                </p:oleObj>
              </mc:Choice>
              <mc:Fallback>
                <p:oleObj name="Equation" r:id="rId12" imgW="76177" imgH="152280" progId="Equation.3">
                  <p:embed/>
                  <p:pic>
                    <p:nvPicPr>
                      <p:cNvPr id="57" name="Object 45">
                        <a:extLst>
                          <a:ext uri="{FF2B5EF4-FFF2-40B4-BE49-F238E27FC236}">
                            <a16:creationId xmlns:a16="http://schemas.microsoft.com/office/drawing/2014/main" id="{5859E5FB-04DC-A65E-578F-F4BFFD6DE07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40204" y="4254743"/>
                        <a:ext cx="3683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7.3.4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最小生成树</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对于边赋权的连通无向图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生成树的权</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endParaRPr lang="en-US" altLang="zh-CN" b="1" dirty="0">
              <a:latin typeface="Times New Roman" pitchFamily="18" charset="0"/>
              <a:ea typeface="楷体_GB2312" pitchFamily="49" charset="-122"/>
            </a:endParaRPr>
          </a:p>
          <a:p>
            <a:pPr eaLnBrk="1" hangingPunct="1"/>
            <a:endParaRPr lang="en-US" altLang="zh-CN" dirty="0">
              <a:latin typeface="Times New Roman" pitchFamily="18" charset="0"/>
            </a:endParaRPr>
          </a:p>
          <a:p>
            <a:pPr eaLnBrk="1" hangingPunct="1"/>
            <a:endParaRPr lang="en-US" altLang="zh-CN" b="1" dirty="0">
              <a:latin typeface="Times New Roman" pitchFamily="18" charset="0"/>
            </a:endParaRPr>
          </a:p>
        </p:txBody>
      </p:sp>
      <p:sp>
        <p:nvSpPr>
          <p:cNvPr id="79875" name="Oval 3"/>
          <p:cNvSpPr>
            <a:spLocks noChangeArrowheads="1"/>
          </p:cNvSpPr>
          <p:nvPr/>
        </p:nvSpPr>
        <p:spPr bwMode="auto">
          <a:xfrm>
            <a:off x="2268538" y="3573463"/>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876" name="Line 4"/>
          <p:cNvSpPr>
            <a:spLocks noChangeShapeType="1"/>
          </p:cNvSpPr>
          <p:nvPr/>
        </p:nvSpPr>
        <p:spPr bwMode="auto">
          <a:xfrm flipH="1">
            <a:off x="1476375" y="3644900"/>
            <a:ext cx="86360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7" name="Line 5"/>
          <p:cNvSpPr>
            <a:spLocks noChangeShapeType="1"/>
          </p:cNvSpPr>
          <p:nvPr/>
        </p:nvSpPr>
        <p:spPr bwMode="auto">
          <a:xfrm>
            <a:off x="1476375" y="4292600"/>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8" name="Line 6"/>
          <p:cNvSpPr>
            <a:spLocks noChangeShapeType="1"/>
          </p:cNvSpPr>
          <p:nvPr/>
        </p:nvSpPr>
        <p:spPr bwMode="auto">
          <a:xfrm>
            <a:off x="1476375" y="4365625"/>
            <a:ext cx="0" cy="12239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9" name="Line 7"/>
          <p:cNvSpPr>
            <a:spLocks noChangeShapeType="1"/>
          </p:cNvSpPr>
          <p:nvPr/>
        </p:nvSpPr>
        <p:spPr bwMode="auto">
          <a:xfrm>
            <a:off x="3203575" y="4292600"/>
            <a:ext cx="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80" name="Line 8"/>
          <p:cNvSpPr>
            <a:spLocks noChangeShapeType="1"/>
          </p:cNvSpPr>
          <p:nvPr/>
        </p:nvSpPr>
        <p:spPr bwMode="auto">
          <a:xfrm>
            <a:off x="1476375" y="4292600"/>
            <a:ext cx="172720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81" name="Object 9"/>
          <p:cNvGraphicFramePr>
            <a:graphicFrameLocks noChangeAspect="1"/>
          </p:cNvGraphicFramePr>
          <p:nvPr/>
        </p:nvGraphicFramePr>
        <p:xfrm>
          <a:off x="1692275" y="3500438"/>
          <a:ext cx="276225" cy="431800"/>
        </p:xfrm>
        <a:graphic>
          <a:graphicData uri="http://schemas.openxmlformats.org/presentationml/2006/ole">
            <mc:AlternateContent xmlns:mc="http://schemas.openxmlformats.org/markup-compatibility/2006">
              <mc:Choice xmlns:v="urn:schemas-microsoft-com:vml" Requires="v">
                <p:oleObj name="公式" r:id="rId2" imgW="38089" imgH="104760" progId="Equation.3">
                  <p:embed/>
                </p:oleObj>
              </mc:Choice>
              <mc:Fallback>
                <p:oleObj name="公式" r:id="rId2" imgW="38089" imgH="10476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3500438"/>
                        <a:ext cx="276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2" name="Object 10"/>
          <p:cNvGraphicFramePr>
            <a:graphicFrameLocks noChangeAspect="1"/>
          </p:cNvGraphicFramePr>
          <p:nvPr/>
        </p:nvGraphicFramePr>
        <p:xfrm>
          <a:off x="2178050" y="4051300"/>
          <a:ext cx="276225" cy="431800"/>
        </p:xfrm>
        <a:graphic>
          <a:graphicData uri="http://schemas.openxmlformats.org/presentationml/2006/ole">
            <mc:AlternateContent xmlns:mc="http://schemas.openxmlformats.org/markup-compatibility/2006">
              <mc:Choice xmlns:v="urn:schemas-microsoft-com:vml" Requires="v">
                <p:oleObj name="公式" r:id="rId4" imgW="38089" imgH="104760" progId="Equation.3">
                  <p:embed/>
                </p:oleObj>
              </mc:Choice>
              <mc:Fallback>
                <p:oleObj name="公式" r:id="rId4" imgW="38089" imgH="10476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8050" y="4051300"/>
                        <a:ext cx="276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3" name="Object 11"/>
          <p:cNvGraphicFramePr>
            <a:graphicFrameLocks noChangeAspect="1"/>
          </p:cNvGraphicFramePr>
          <p:nvPr/>
        </p:nvGraphicFramePr>
        <p:xfrm>
          <a:off x="1116013" y="4797425"/>
          <a:ext cx="214312" cy="401638"/>
        </p:xfrm>
        <a:graphic>
          <a:graphicData uri="http://schemas.openxmlformats.org/presentationml/2006/ole">
            <mc:AlternateContent xmlns:mc="http://schemas.openxmlformats.org/markup-compatibility/2006">
              <mc:Choice xmlns:v="urn:schemas-microsoft-com:vml" Requires="v">
                <p:oleObj name="公式" r:id="rId6" imgW="9455" imgH="85860" progId="Equation.3">
                  <p:embed/>
                </p:oleObj>
              </mc:Choice>
              <mc:Fallback>
                <p:oleObj name="公式" r:id="rId6" imgW="9455" imgH="8586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4797425"/>
                        <a:ext cx="214312"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4" name="Object 12"/>
          <p:cNvGraphicFramePr>
            <a:graphicFrameLocks noChangeAspect="1"/>
          </p:cNvGraphicFramePr>
          <p:nvPr>
            <p:extLst>
              <p:ext uri="{D42A27DB-BD31-4B8C-83A1-F6EECF244321}">
                <p14:modId xmlns:p14="http://schemas.microsoft.com/office/powerpoint/2010/main" val="473779866"/>
              </p:ext>
            </p:extLst>
          </p:nvPr>
        </p:nvGraphicFramePr>
        <p:xfrm>
          <a:off x="3275856" y="4800600"/>
          <a:ext cx="306388" cy="400050"/>
        </p:xfrm>
        <a:graphic>
          <a:graphicData uri="http://schemas.openxmlformats.org/presentationml/2006/ole">
            <mc:AlternateContent xmlns:mc="http://schemas.openxmlformats.org/markup-compatibility/2006">
              <mc:Choice xmlns:v="urn:schemas-microsoft-com:vml" Requires="v">
                <p:oleObj name="公式" r:id="rId8" imgW="47543" imgH="85860" progId="Equation.3">
                  <p:embed/>
                </p:oleObj>
              </mc:Choice>
              <mc:Fallback>
                <p:oleObj name="公式" r:id="rId8" imgW="47543" imgH="85860" progId="Equation.3">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5856" y="4800600"/>
                        <a:ext cx="30638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5" name="Object 13"/>
          <p:cNvGraphicFramePr>
            <a:graphicFrameLocks noChangeAspect="1"/>
          </p:cNvGraphicFramePr>
          <p:nvPr/>
        </p:nvGraphicFramePr>
        <p:xfrm>
          <a:off x="2771775" y="3573463"/>
          <a:ext cx="306388" cy="400050"/>
        </p:xfrm>
        <a:graphic>
          <a:graphicData uri="http://schemas.openxmlformats.org/presentationml/2006/ole">
            <mc:AlternateContent xmlns:mc="http://schemas.openxmlformats.org/markup-compatibility/2006">
              <mc:Choice xmlns:v="urn:schemas-microsoft-com:vml" Requires="v">
                <p:oleObj name="公式" r:id="rId10" imgW="47543" imgH="85860" progId="Equation.3">
                  <p:embed/>
                </p:oleObj>
              </mc:Choice>
              <mc:Fallback>
                <p:oleObj name="公式" r:id="rId10" imgW="47543" imgH="85860"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3573463"/>
                        <a:ext cx="306388"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6" name="Oval 14"/>
          <p:cNvSpPr>
            <a:spLocks noChangeArrowheads="1"/>
          </p:cNvSpPr>
          <p:nvPr/>
        </p:nvSpPr>
        <p:spPr bwMode="auto">
          <a:xfrm>
            <a:off x="1403350" y="4221163"/>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887" name="Oval 15"/>
          <p:cNvSpPr>
            <a:spLocks noChangeArrowheads="1"/>
          </p:cNvSpPr>
          <p:nvPr/>
        </p:nvSpPr>
        <p:spPr bwMode="auto">
          <a:xfrm>
            <a:off x="3059113" y="4221163"/>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888" name="Oval 16"/>
          <p:cNvSpPr>
            <a:spLocks noChangeArrowheads="1"/>
          </p:cNvSpPr>
          <p:nvPr/>
        </p:nvSpPr>
        <p:spPr bwMode="auto">
          <a:xfrm>
            <a:off x="1403350" y="5516563"/>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889" name="Oval 17"/>
          <p:cNvSpPr>
            <a:spLocks noChangeArrowheads="1"/>
          </p:cNvSpPr>
          <p:nvPr/>
        </p:nvSpPr>
        <p:spPr bwMode="auto">
          <a:xfrm>
            <a:off x="3132138" y="5589588"/>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890" name="Line 18"/>
          <p:cNvSpPr>
            <a:spLocks noChangeShapeType="1"/>
          </p:cNvSpPr>
          <p:nvPr/>
        </p:nvSpPr>
        <p:spPr bwMode="auto">
          <a:xfrm>
            <a:off x="2339975" y="3644900"/>
            <a:ext cx="792163"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1" name="Line 19"/>
          <p:cNvSpPr>
            <a:spLocks noChangeShapeType="1"/>
          </p:cNvSpPr>
          <p:nvPr/>
        </p:nvSpPr>
        <p:spPr bwMode="auto">
          <a:xfrm>
            <a:off x="1487488" y="5645150"/>
            <a:ext cx="1655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92" name="Object 20"/>
          <p:cNvGraphicFramePr>
            <a:graphicFrameLocks noChangeAspect="1"/>
          </p:cNvGraphicFramePr>
          <p:nvPr>
            <p:extLst>
              <p:ext uri="{D42A27DB-BD31-4B8C-83A1-F6EECF244321}">
                <p14:modId xmlns:p14="http://schemas.microsoft.com/office/powerpoint/2010/main" val="2721431802"/>
              </p:ext>
            </p:extLst>
          </p:nvPr>
        </p:nvGraphicFramePr>
        <p:xfrm>
          <a:off x="2307185" y="4675242"/>
          <a:ext cx="855633" cy="329351"/>
        </p:xfrm>
        <a:graphic>
          <a:graphicData uri="http://schemas.openxmlformats.org/presentationml/2006/ole">
            <mc:AlternateContent xmlns:mc="http://schemas.openxmlformats.org/markup-compatibility/2006">
              <mc:Choice xmlns:v="urn:schemas-microsoft-com:vml" Requires="v">
                <p:oleObj name="Equation" r:id="rId12" imgW="88560" imgH="164880" progId="Equation.DSMT4">
                  <p:embed/>
                </p:oleObj>
              </mc:Choice>
              <mc:Fallback>
                <p:oleObj name="Equation" r:id="rId12" imgW="88560" imgH="164880" progId="Equation.DSMT4">
                  <p:embed/>
                  <p:pic>
                    <p:nvPicPr>
                      <p:cNvPr id="0" name="Object 20"/>
                      <p:cNvPicPr>
                        <a:picLocks noChangeAspect="1" noChangeArrowheads="1"/>
                      </p:cNvPicPr>
                      <p:nvPr/>
                    </p:nvPicPr>
                    <p:blipFill>
                      <a:blip r:embed="rId13"/>
                      <a:srcRect/>
                      <a:stretch>
                        <a:fillRect/>
                      </a:stretch>
                    </p:blipFill>
                    <p:spPr bwMode="auto">
                      <a:xfrm>
                        <a:off x="2307185" y="4675242"/>
                        <a:ext cx="855633" cy="329351"/>
                      </a:xfrm>
                      <a:prstGeom prst="rect">
                        <a:avLst/>
                      </a:prstGeom>
                      <a:noFill/>
                      <a:ln>
                        <a:noFill/>
                      </a:ln>
                      <a:effectLst/>
                    </p:spPr>
                  </p:pic>
                </p:oleObj>
              </mc:Fallback>
            </mc:AlternateContent>
          </a:graphicData>
        </a:graphic>
      </p:graphicFrame>
      <p:graphicFrame>
        <p:nvGraphicFramePr>
          <p:cNvPr id="79893" name="Object 21"/>
          <p:cNvGraphicFramePr>
            <a:graphicFrameLocks noChangeAspect="1"/>
          </p:cNvGraphicFramePr>
          <p:nvPr/>
        </p:nvGraphicFramePr>
        <p:xfrm>
          <a:off x="2090738" y="5449888"/>
          <a:ext cx="307975" cy="401637"/>
        </p:xfrm>
        <a:graphic>
          <a:graphicData uri="http://schemas.openxmlformats.org/presentationml/2006/ole">
            <mc:AlternateContent xmlns:mc="http://schemas.openxmlformats.org/markup-compatibility/2006">
              <mc:Choice xmlns:v="urn:schemas-microsoft-com:vml" Requires="v">
                <p:oleObj name="公式" r:id="rId14" imgW="47543" imgH="85860" progId="Equation.3">
                  <p:embed/>
                </p:oleObj>
              </mc:Choice>
              <mc:Fallback>
                <p:oleObj name="公式" r:id="rId14" imgW="47543" imgH="85860" progId="Equation.3">
                  <p:embed/>
                  <p:pic>
                    <p:nvPicPr>
                      <p:cNvPr id="0" name="Object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90738" y="5449888"/>
                        <a:ext cx="30797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94" name="Line 22"/>
          <p:cNvSpPr>
            <a:spLocks noChangeShapeType="1"/>
          </p:cNvSpPr>
          <p:nvPr/>
        </p:nvSpPr>
        <p:spPr bwMode="auto">
          <a:xfrm flipH="1">
            <a:off x="5310188" y="2061294"/>
            <a:ext cx="863600" cy="6477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5" name="Line 23"/>
          <p:cNvSpPr>
            <a:spLocks noChangeShapeType="1"/>
          </p:cNvSpPr>
          <p:nvPr/>
        </p:nvSpPr>
        <p:spPr bwMode="auto">
          <a:xfrm>
            <a:off x="5310188" y="2708994"/>
            <a:ext cx="165576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6" name="Line 24"/>
          <p:cNvSpPr>
            <a:spLocks noChangeShapeType="1"/>
          </p:cNvSpPr>
          <p:nvPr/>
        </p:nvSpPr>
        <p:spPr bwMode="auto">
          <a:xfrm>
            <a:off x="5310188" y="2782019"/>
            <a:ext cx="0" cy="122396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97" name="Line 25"/>
          <p:cNvSpPr>
            <a:spLocks noChangeShapeType="1"/>
          </p:cNvSpPr>
          <p:nvPr/>
        </p:nvSpPr>
        <p:spPr bwMode="auto">
          <a:xfrm>
            <a:off x="7037388" y="2708994"/>
            <a:ext cx="0" cy="136842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898" name="Object 26"/>
          <p:cNvGraphicFramePr>
            <a:graphicFrameLocks noChangeAspect="1"/>
          </p:cNvGraphicFramePr>
          <p:nvPr>
            <p:extLst>
              <p:ext uri="{D42A27DB-BD31-4B8C-83A1-F6EECF244321}">
                <p14:modId xmlns:p14="http://schemas.microsoft.com/office/powerpoint/2010/main" val="379366439"/>
              </p:ext>
            </p:extLst>
          </p:nvPr>
        </p:nvGraphicFramePr>
        <p:xfrm>
          <a:off x="5526088" y="1916832"/>
          <a:ext cx="276225" cy="431800"/>
        </p:xfrm>
        <a:graphic>
          <a:graphicData uri="http://schemas.openxmlformats.org/presentationml/2006/ole">
            <mc:AlternateContent xmlns:mc="http://schemas.openxmlformats.org/markup-compatibility/2006">
              <mc:Choice xmlns:v="urn:schemas-microsoft-com:vml" Requires="v">
                <p:oleObj name="公式" r:id="rId16" imgW="38089" imgH="104760" progId="Equation.3">
                  <p:embed/>
                </p:oleObj>
              </mc:Choice>
              <mc:Fallback>
                <p:oleObj name="公式" r:id="rId16" imgW="38089" imgH="104760" progId="Equation.3">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26088" y="1916832"/>
                        <a:ext cx="276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99" name="Object 27"/>
          <p:cNvGraphicFramePr>
            <a:graphicFrameLocks noChangeAspect="1"/>
          </p:cNvGraphicFramePr>
          <p:nvPr>
            <p:extLst>
              <p:ext uri="{D42A27DB-BD31-4B8C-83A1-F6EECF244321}">
                <p14:modId xmlns:p14="http://schemas.microsoft.com/office/powerpoint/2010/main" val="1545828852"/>
              </p:ext>
            </p:extLst>
          </p:nvPr>
        </p:nvGraphicFramePr>
        <p:xfrm>
          <a:off x="6011863" y="2467694"/>
          <a:ext cx="276225" cy="431800"/>
        </p:xfrm>
        <a:graphic>
          <a:graphicData uri="http://schemas.openxmlformats.org/presentationml/2006/ole">
            <mc:AlternateContent xmlns:mc="http://schemas.openxmlformats.org/markup-compatibility/2006">
              <mc:Choice xmlns:v="urn:schemas-microsoft-com:vml" Requires="v">
                <p:oleObj name="公式" r:id="rId18" imgW="38089" imgH="104760" progId="Equation.3">
                  <p:embed/>
                </p:oleObj>
              </mc:Choice>
              <mc:Fallback>
                <p:oleObj name="公式" r:id="rId18" imgW="38089" imgH="104760" progId="Equation.3">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11863" y="2467694"/>
                        <a:ext cx="276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900" name="Object 28"/>
          <p:cNvGraphicFramePr>
            <a:graphicFrameLocks noChangeAspect="1"/>
          </p:cNvGraphicFramePr>
          <p:nvPr>
            <p:extLst>
              <p:ext uri="{D42A27DB-BD31-4B8C-83A1-F6EECF244321}">
                <p14:modId xmlns:p14="http://schemas.microsoft.com/office/powerpoint/2010/main" val="301746766"/>
              </p:ext>
            </p:extLst>
          </p:nvPr>
        </p:nvGraphicFramePr>
        <p:xfrm>
          <a:off x="4949825" y="3213819"/>
          <a:ext cx="214313" cy="401638"/>
        </p:xfrm>
        <a:graphic>
          <a:graphicData uri="http://schemas.openxmlformats.org/presentationml/2006/ole">
            <mc:AlternateContent xmlns:mc="http://schemas.openxmlformats.org/markup-compatibility/2006">
              <mc:Choice xmlns:v="urn:schemas-microsoft-com:vml" Requires="v">
                <p:oleObj name="公式" r:id="rId20" imgW="9455" imgH="85860" progId="Equation.3">
                  <p:embed/>
                </p:oleObj>
              </mc:Choice>
              <mc:Fallback>
                <p:oleObj name="公式" r:id="rId20" imgW="9455" imgH="85860" progId="Equation.3">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49825" y="3213819"/>
                        <a:ext cx="214313"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901" name="Object 29"/>
          <p:cNvGraphicFramePr>
            <a:graphicFrameLocks noChangeAspect="1"/>
          </p:cNvGraphicFramePr>
          <p:nvPr>
            <p:extLst>
              <p:ext uri="{D42A27DB-BD31-4B8C-83A1-F6EECF244321}">
                <p14:modId xmlns:p14="http://schemas.microsoft.com/office/powerpoint/2010/main" val="2277956903"/>
              </p:ext>
            </p:extLst>
          </p:nvPr>
        </p:nvGraphicFramePr>
        <p:xfrm>
          <a:off x="7092280" y="3216994"/>
          <a:ext cx="306387" cy="400050"/>
        </p:xfrm>
        <a:graphic>
          <a:graphicData uri="http://schemas.openxmlformats.org/presentationml/2006/ole">
            <mc:AlternateContent xmlns:mc="http://schemas.openxmlformats.org/markup-compatibility/2006">
              <mc:Choice xmlns:v="urn:schemas-microsoft-com:vml" Requires="v">
                <p:oleObj name="公式" r:id="rId21" imgW="47543" imgH="85860" progId="Equation.3">
                  <p:embed/>
                </p:oleObj>
              </mc:Choice>
              <mc:Fallback>
                <p:oleObj name="公式" r:id="rId21" imgW="47543" imgH="85860" progId="Equation.3">
                  <p:embed/>
                  <p:pic>
                    <p:nvPicPr>
                      <p:cNvPr id="0" name="Object 2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92280" y="3216994"/>
                        <a:ext cx="306387"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902" name="Object 30"/>
          <p:cNvGraphicFramePr>
            <a:graphicFrameLocks noChangeAspect="1"/>
          </p:cNvGraphicFramePr>
          <p:nvPr>
            <p:extLst>
              <p:ext uri="{D42A27DB-BD31-4B8C-83A1-F6EECF244321}">
                <p14:modId xmlns:p14="http://schemas.microsoft.com/office/powerpoint/2010/main" val="531890491"/>
              </p:ext>
            </p:extLst>
          </p:nvPr>
        </p:nvGraphicFramePr>
        <p:xfrm>
          <a:off x="6605588" y="1989857"/>
          <a:ext cx="306387" cy="400050"/>
        </p:xfrm>
        <a:graphic>
          <a:graphicData uri="http://schemas.openxmlformats.org/presentationml/2006/ole">
            <mc:AlternateContent xmlns:mc="http://schemas.openxmlformats.org/markup-compatibility/2006">
              <mc:Choice xmlns:v="urn:schemas-microsoft-com:vml" Requires="v">
                <p:oleObj name="公式" r:id="rId23" imgW="47543" imgH="85860" progId="Equation.3">
                  <p:embed/>
                </p:oleObj>
              </mc:Choice>
              <mc:Fallback>
                <p:oleObj name="公式" r:id="rId23" imgW="47543" imgH="85860" progId="Equation.3">
                  <p:embed/>
                  <p:pic>
                    <p:nvPicPr>
                      <p:cNvPr id="0" name="Object 3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05588" y="1989857"/>
                        <a:ext cx="306387"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903" name="Line 31"/>
          <p:cNvSpPr>
            <a:spLocks noChangeShapeType="1"/>
          </p:cNvSpPr>
          <p:nvPr/>
        </p:nvSpPr>
        <p:spPr bwMode="auto">
          <a:xfrm>
            <a:off x="5321300" y="4061544"/>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905" name="Object 33"/>
          <p:cNvGraphicFramePr>
            <a:graphicFrameLocks noChangeAspect="1"/>
          </p:cNvGraphicFramePr>
          <p:nvPr>
            <p:extLst>
              <p:ext uri="{D42A27DB-BD31-4B8C-83A1-F6EECF244321}">
                <p14:modId xmlns:p14="http://schemas.microsoft.com/office/powerpoint/2010/main" val="3089028872"/>
              </p:ext>
            </p:extLst>
          </p:nvPr>
        </p:nvGraphicFramePr>
        <p:xfrm>
          <a:off x="5924550" y="3866282"/>
          <a:ext cx="307975" cy="401637"/>
        </p:xfrm>
        <a:graphic>
          <a:graphicData uri="http://schemas.openxmlformats.org/presentationml/2006/ole">
            <mc:AlternateContent xmlns:mc="http://schemas.openxmlformats.org/markup-compatibility/2006">
              <mc:Choice xmlns:v="urn:schemas-microsoft-com:vml" Requires="v">
                <p:oleObj name="公式" r:id="rId25" imgW="47543" imgH="85860" progId="Equation.3">
                  <p:embed/>
                </p:oleObj>
              </mc:Choice>
              <mc:Fallback>
                <p:oleObj name="公式" r:id="rId25" imgW="47543" imgH="85860" progId="Equation.3">
                  <p:embed/>
                  <p:pic>
                    <p:nvPicPr>
                      <p:cNvPr id="0" name="Object 3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24550" y="3866282"/>
                        <a:ext cx="30797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906" name="Line 34"/>
          <p:cNvSpPr>
            <a:spLocks noChangeShapeType="1"/>
          </p:cNvSpPr>
          <p:nvPr/>
        </p:nvSpPr>
        <p:spPr bwMode="auto">
          <a:xfrm>
            <a:off x="6227763" y="2107332"/>
            <a:ext cx="792162"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07" name="Oval 35"/>
          <p:cNvSpPr>
            <a:spLocks noChangeArrowheads="1"/>
          </p:cNvSpPr>
          <p:nvPr/>
        </p:nvSpPr>
        <p:spPr bwMode="auto">
          <a:xfrm>
            <a:off x="6156325" y="1964457"/>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908" name="Oval 36"/>
          <p:cNvSpPr>
            <a:spLocks noChangeArrowheads="1"/>
          </p:cNvSpPr>
          <p:nvPr/>
        </p:nvSpPr>
        <p:spPr bwMode="auto">
          <a:xfrm>
            <a:off x="5219700" y="2612157"/>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909" name="Oval 37"/>
          <p:cNvSpPr>
            <a:spLocks noChangeArrowheads="1"/>
          </p:cNvSpPr>
          <p:nvPr/>
        </p:nvSpPr>
        <p:spPr bwMode="auto">
          <a:xfrm>
            <a:off x="6948488" y="2612157"/>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910" name="Oval 38"/>
          <p:cNvSpPr>
            <a:spLocks noChangeArrowheads="1"/>
          </p:cNvSpPr>
          <p:nvPr/>
        </p:nvSpPr>
        <p:spPr bwMode="auto">
          <a:xfrm>
            <a:off x="5219700" y="3980582"/>
            <a:ext cx="144463"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911" name="Oval 39"/>
          <p:cNvSpPr>
            <a:spLocks noChangeArrowheads="1"/>
          </p:cNvSpPr>
          <p:nvPr/>
        </p:nvSpPr>
        <p:spPr bwMode="auto">
          <a:xfrm>
            <a:off x="6948488" y="3980582"/>
            <a:ext cx="144462" cy="1428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79912" name="Line 40"/>
          <p:cNvSpPr>
            <a:spLocks noChangeShapeType="1"/>
          </p:cNvSpPr>
          <p:nvPr/>
        </p:nvSpPr>
        <p:spPr bwMode="auto">
          <a:xfrm>
            <a:off x="5292725" y="2683594"/>
            <a:ext cx="1727200" cy="1368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9913" name="Object 41"/>
          <p:cNvGraphicFramePr>
            <a:graphicFrameLocks noChangeAspect="1"/>
          </p:cNvGraphicFramePr>
          <p:nvPr>
            <p:extLst>
              <p:ext uri="{D42A27DB-BD31-4B8C-83A1-F6EECF244321}">
                <p14:modId xmlns:p14="http://schemas.microsoft.com/office/powerpoint/2010/main" val="2212178759"/>
              </p:ext>
            </p:extLst>
          </p:nvPr>
        </p:nvGraphicFramePr>
        <p:xfrm>
          <a:off x="7141170" y="4061544"/>
          <a:ext cx="1988816" cy="324688"/>
        </p:xfrm>
        <a:graphic>
          <a:graphicData uri="http://schemas.openxmlformats.org/presentationml/2006/ole">
            <mc:AlternateContent xmlns:mc="http://schemas.openxmlformats.org/markup-compatibility/2006">
              <mc:Choice xmlns:v="urn:schemas-microsoft-com:vml" Requires="v">
                <p:oleObj name="Equation" r:id="rId27" imgW="914400" imgH="104760" progId="Equation.DSMT4">
                  <p:embed/>
                </p:oleObj>
              </mc:Choice>
              <mc:Fallback>
                <p:oleObj name="Equation" r:id="rId27" imgW="914400" imgH="104760" progId="Equation.DSMT4">
                  <p:embed/>
                  <p:pic>
                    <p:nvPicPr>
                      <p:cNvPr id="0" name="Object 4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141170" y="4061544"/>
                        <a:ext cx="1988816" cy="324688"/>
                      </a:xfrm>
                      <a:prstGeom prst="rect">
                        <a:avLst/>
                      </a:prstGeom>
                      <a:noFill/>
                      <a:ln>
                        <a:noFill/>
                      </a:ln>
                      <a:effectLst/>
                    </p:spPr>
                  </p:pic>
                </p:oleObj>
              </mc:Fallback>
            </mc:AlternateContent>
          </a:graphicData>
        </a:graphic>
      </p:graphicFrame>
      <p:sp>
        <p:nvSpPr>
          <p:cNvPr id="2" name="文本框 1">
            <a:extLst>
              <a:ext uri="{FF2B5EF4-FFF2-40B4-BE49-F238E27FC236}">
                <a16:creationId xmlns:a16="http://schemas.microsoft.com/office/drawing/2014/main" id="{BA8BE3A2-EB4F-2B45-ACDD-ABC9E56E14D9}"/>
              </a:ext>
            </a:extLst>
          </p:cNvPr>
          <p:cNvSpPr txBox="1"/>
          <p:nvPr/>
        </p:nvSpPr>
        <p:spPr>
          <a:xfrm>
            <a:off x="1043608" y="4797425"/>
            <a:ext cx="432767" cy="523220"/>
          </a:xfrm>
          <a:prstGeom prst="rect">
            <a:avLst/>
          </a:prstGeom>
          <a:noFill/>
        </p:spPr>
        <p:txBody>
          <a:bodyPr wrap="square" rtlCol="0">
            <a:spAutoFit/>
          </a:bodyPr>
          <a:lstStyle/>
          <a:p>
            <a:r>
              <a:rPr kumimoji="1" lang="en-US" altLang="zh-CN" sz="2800" dirty="0"/>
              <a:t>1</a:t>
            </a:r>
            <a:endParaRPr kumimoji="1" lang="zh-CN" altLang="en-US" sz="2800" dirty="0"/>
          </a:p>
        </p:txBody>
      </p:sp>
      <p:sp>
        <p:nvSpPr>
          <p:cNvPr id="43" name="文本框 42">
            <a:extLst>
              <a:ext uri="{FF2B5EF4-FFF2-40B4-BE49-F238E27FC236}">
                <a16:creationId xmlns:a16="http://schemas.microsoft.com/office/drawing/2014/main" id="{70F8F9DB-5EE0-4F4C-A331-B70A76348083}"/>
              </a:ext>
            </a:extLst>
          </p:cNvPr>
          <p:cNvSpPr txBox="1"/>
          <p:nvPr/>
        </p:nvSpPr>
        <p:spPr>
          <a:xfrm>
            <a:off x="4859313" y="3116014"/>
            <a:ext cx="432767" cy="523220"/>
          </a:xfrm>
          <a:prstGeom prst="rect">
            <a:avLst/>
          </a:prstGeom>
          <a:noFill/>
        </p:spPr>
        <p:txBody>
          <a:bodyPr wrap="square" rtlCol="0">
            <a:spAutoFit/>
          </a:bodyPr>
          <a:lstStyle/>
          <a:p>
            <a:r>
              <a:rPr kumimoji="1" lang="en-US" altLang="zh-CN" sz="2800" dirty="0"/>
              <a:t>1</a:t>
            </a:r>
            <a:endParaRPr kumimoji="1" lang="zh-CN" altLang="en-US" sz="2800" dirty="0"/>
          </a:p>
        </p:txBody>
      </p:sp>
      <p:sp>
        <p:nvSpPr>
          <p:cNvPr id="3" name="文本框 2">
            <a:extLst>
              <a:ext uri="{FF2B5EF4-FFF2-40B4-BE49-F238E27FC236}">
                <a16:creationId xmlns:a16="http://schemas.microsoft.com/office/drawing/2014/main" id="{587779B2-8A9A-010F-D3D5-47CABAE5F3D0}"/>
              </a:ext>
            </a:extLst>
          </p:cNvPr>
          <p:cNvSpPr txBox="1"/>
          <p:nvPr/>
        </p:nvSpPr>
        <p:spPr>
          <a:xfrm>
            <a:off x="6067896" y="2990781"/>
            <a:ext cx="376312" cy="461665"/>
          </a:xfrm>
          <a:prstGeom prst="rect">
            <a:avLst/>
          </a:prstGeom>
          <a:noFill/>
        </p:spPr>
        <p:txBody>
          <a:bodyPr wrap="square" rtlCol="0">
            <a:spAutoFit/>
          </a:bodyPr>
          <a:lstStyle/>
          <a:p>
            <a:r>
              <a:rPr kumimoji="1" lang="en-US" altLang="zh-CN" sz="2400" dirty="0"/>
              <a:t>1</a:t>
            </a:r>
            <a:endParaRPr kumimoji="1" lang="zh-CN" altLang="en-US" sz="2400" dirty="0"/>
          </a:p>
        </p:txBody>
      </p:sp>
      <p:sp>
        <p:nvSpPr>
          <p:cNvPr id="4" name="Oval 3">
            <a:extLst>
              <a:ext uri="{FF2B5EF4-FFF2-40B4-BE49-F238E27FC236}">
                <a16:creationId xmlns:a16="http://schemas.microsoft.com/office/drawing/2014/main" id="{AEE65B21-DC17-F34B-D539-7D570B6C1919}"/>
              </a:ext>
            </a:extLst>
          </p:cNvPr>
          <p:cNvSpPr>
            <a:spLocks noChangeArrowheads="1"/>
          </p:cNvSpPr>
          <p:nvPr/>
        </p:nvSpPr>
        <p:spPr bwMode="auto">
          <a:xfrm>
            <a:off x="5907162" y="4378800"/>
            <a:ext cx="144462"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Oval 4">
            <a:extLst>
              <a:ext uri="{FF2B5EF4-FFF2-40B4-BE49-F238E27FC236}">
                <a16:creationId xmlns:a16="http://schemas.microsoft.com/office/drawing/2014/main" id="{702997D8-3978-63CE-606B-FF3120231CA9}"/>
              </a:ext>
            </a:extLst>
          </p:cNvPr>
          <p:cNvSpPr>
            <a:spLocks noChangeArrowheads="1"/>
          </p:cNvSpPr>
          <p:nvPr/>
        </p:nvSpPr>
        <p:spPr bwMode="auto">
          <a:xfrm>
            <a:off x="5056833" y="5039708"/>
            <a:ext cx="144463"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Oval 5">
            <a:extLst>
              <a:ext uri="{FF2B5EF4-FFF2-40B4-BE49-F238E27FC236}">
                <a16:creationId xmlns:a16="http://schemas.microsoft.com/office/drawing/2014/main" id="{8EDB8223-5510-5341-2D3E-023900976C90}"/>
              </a:ext>
            </a:extLst>
          </p:cNvPr>
          <p:cNvSpPr>
            <a:spLocks noChangeArrowheads="1"/>
          </p:cNvSpPr>
          <p:nvPr/>
        </p:nvSpPr>
        <p:spPr bwMode="auto">
          <a:xfrm>
            <a:off x="6735043" y="5027443"/>
            <a:ext cx="144462"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Oval 6">
            <a:extLst>
              <a:ext uri="{FF2B5EF4-FFF2-40B4-BE49-F238E27FC236}">
                <a16:creationId xmlns:a16="http://schemas.microsoft.com/office/drawing/2014/main" id="{22217F36-25BB-6621-7682-8C898B2CE09B}"/>
              </a:ext>
            </a:extLst>
          </p:cNvPr>
          <p:cNvSpPr>
            <a:spLocks noChangeArrowheads="1"/>
          </p:cNvSpPr>
          <p:nvPr/>
        </p:nvSpPr>
        <p:spPr bwMode="auto">
          <a:xfrm>
            <a:off x="5056832" y="6467304"/>
            <a:ext cx="144463"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Oval 7">
            <a:extLst>
              <a:ext uri="{FF2B5EF4-FFF2-40B4-BE49-F238E27FC236}">
                <a16:creationId xmlns:a16="http://schemas.microsoft.com/office/drawing/2014/main" id="{1A45698C-0F08-8261-2D6A-5C0994B842EC}"/>
              </a:ext>
            </a:extLst>
          </p:cNvPr>
          <p:cNvSpPr>
            <a:spLocks noChangeArrowheads="1"/>
          </p:cNvSpPr>
          <p:nvPr/>
        </p:nvSpPr>
        <p:spPr bwMode="auto">
          <a:xfrm>
            <a:off x="6770762" y="6424189"/>
            <a:ext cx="144462" cy="1428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13">
            <a:extLst>
              <a:ext uri="{FF2B5EF4-FFF2-40B4-BE49-F238E27FC236}">
                <a16:creationId xmlns:a16="http://schemas.microsoft.com/office/drawing/2014/main" id="{3F0460A0-734A-1879-1D35-D6903038A441}"/>
              </a:ext>
            </a:extLst>
          </p:cNvPr>
          <p:cNvSpPr>
            <a:spLocks noChangeShapeType="1"/>
          </p:cNvSpPr>
          <p:nvPr/>
        </p:nvSpPr>
        <p:spPr bwMode="auto">
          <a:xfrm flipH="1">
            <a:off x="5109126" y="4450238"/>
            <a:ext cx="863600" cy="6477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4">
            <a:extLst>
              <a:ext uri="{FF2B5EF4-FFF2-40B4-BE49-F238E27FC236}">
                <a16:creationId xmlns:a16="http://schemas.microsoft.com/office/drawing/2014/main" id="{042772A6-465D-2CD3-A5FC-8244737DE78D}"/>
              </a:ext>
            </a:extLst>
          </p:cNvPr>
          <p:cNvSpPr>
            <a:spLocks noChangeShapeType="1"/>
          </p:cNvSpPr>
          <p:nvPr/>
        </p:nvSpPr>
        <p:spPr bwMode="auto">
          <a:xfrm>
            <a:off x="5979393" y="4450238"/>
            <a:ext cx="86360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5">
            <a:extLst>
              <a:ext uri="{FF2B5EF4-FFF2-40B4-BE49-F238E27FC236}">
                <a16:creationId xmlns:a16="http://schemas.microsoft.com/office/drawing/2014/main" id="{8DFEED7A-520C-D95C-56A6-529A3185E8DE}"/>
              </a:ext>
            </a:extLst>
          </p:cNvPr>
          <p:cNvSpPr>
            <a:spLocks noChangeShapeType="1"/>
          </p:cNvSpPr>
          <p:nvPr/>
        </p:nvSpPr>
        <p:spPr bwMode="auto">
          <a:xfrm>
            <a:off x="5151511" y="5111146"/>
            <a:ext cx="1655763"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6">
            <a:extLst>
              <a:ext uri="{FF2B5EF4-FFF2-40B4-BE49-F238E27FC236}">
                <a16:creationId xmlns:a16="http://schemas.microsoft.com/office/drawing/2014/main" id="{206B07EB-9387-B34B-DE6A-44C8B3195FE3}"/>
              </a:ext>
            </a:extLst>
          </p:cNvPr>
          <p:cNvSpPr>
            <a:spLocks noChangeShapeType="1"/>
          </p:cNvSpPr>
          <p:nvPr/>
        </p:nvSpPr>
        <p:spPr bwMode="auto">
          <a:xfrm>
            <a:off x="5109126" y="5182583"/>
            <a:ext cx="9969" cy="1313043"/>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7">
            <a:extLst>
              <a:ext uri="{FF2B5EF4-FFF2-40B4-BE49-F238E27FC236}">
                <a16:creationId xmlns:a16="http://schemas.microsoft.com/office/drawing/2014/main" id="{B43A7C83-70C7-CA82-DD80-057105FD0A7E}"/>
              </a:ext>
            </a:extLst>
          </p:cNvPr>
          <p:cNvSpPr>
            <a:spLocks noChangeShapeType="1"/>
          </p:cNvSpPr>
          <p:nvPr/>
        </p:nvSpPr>
        <p:spPr bwMode="auto">
          <a:xfrm>
            <a:off x="6843091" y="5170317"/>
            <a:ext cx="0" cy="136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8">
            <a:extLst>
              <a:ext uri="{FF2B5EF4-FFF2-40B4-BE49-F238E27FC236}">
                <a16:creationId xmlns:a16="http://schemas.microsoft.com/office/drawing/2014/main" id="{F895AF95-5A8C-67CC-0492-36BAFEF40D99}"/>
              </a:ext>
            </a:extLst>
          </p:cNvPr>
          <p:cNvSpPr>
            <a:spLocks noChangeShapeType="1"/>
          </p:cNvSpPr>
          <p:nvPr/>
        </p:nvSpPr>
        <p:spPr bwMode="auto">
          <a:xfrm>
            <a:off x="5153700" y="6538742"/>
            <a:ext cx="16557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9">
            <a:extLst>
              <a:ext uri="{FF2B5EF4-FFF2-40B4-BE49-F238E27FC236}">
                <a16:creationId xmlns:a16="http://schemas.microsoft.com/office/drawing/2014/main" id="{548DFD92-47D5-E838-0C32-E36E5A52649A}"/>
              </a:ext>
            </a:extLst>
          </p:cNvPr>
          <p:cNvSpPr>
            <a:spLocks noChangeShapeType="1"/>
          </p:cNvSpPr>
          <p:nvPr/>
        </p:nvSpPr>
        <p:spPr bwMode="auto">
          <a:xfrm>
            <a:off x="5144878" y="5182583"/>
            <a:ext cx="1727200" cy="136842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 name="Object 23">
            <a:extLst>
              <a:ext uri="{FF2B5EF4-FFF2-40B4-BE49-F238E27FC236}">
                <a16:creationId xmlns:a16="http://schemas.microsoft.com/office/drawing/2014/main" id="{08C1AE38-03A4-C154-CA1C-9B2CDE6B75DD}"/>
              </a:ext>
            </a:extLst>
          </p:cNvPr>
          <p:cNvGraphicFramePr>
            <a:graphicFrameLocks noChangeAspect="1"/>
          </p:cNvGraphicFramePr>
          <p:nvPr>
            <p:extLst>
              <p:ext uri="{D42A27DB-BD31-4B8C-83A1-F6EECF244321}">
                <p14:modId xmlns:p14="http://schemas.microsoft.com/office/powerpoint/2010/main" val="56081711"/>
              </p:ext>
            </p:extLst>
          </p:nvPr>
        </p:nvGraphicFramePr>
        <p:xfrm>
          <a:off x="5866011" y="4779768"/>
          <a:ext cx="285750" cy="452438"/>
        </p:xfrm>
        <a:graphic>
          <a:graphicData uri="http://schemas.openxmlformats.org/presentationml/2006/ole">
            <mc:AlternateContent xmlns:mc="http://schemas.openxmlformats.org/markup-compatibility/2006">
              <mc:Choice xmlns:v="urn:schemas-microsoft-com:vml" Requires="v">
                <p:oleObj name="公式" r:id="rId29" imgW="114120" imgH="177480" progId="Equation.3">
                  <p:embed/>
                </p:oleObj>
              </mc:Choice>
              <mc:Fallback>
                <p:oleObj name="公式" r:id="rId29" imgW="114120" imgH="177480" progId="Equation.3">
                  <p:embed/>
                  <p:pic>
                    <p:nvPicPr>
                      <p:cNvPr id="33815" name="Object 23"/>
                      <p:cNvPicPr>
                        <a:picLocks noChangeAspect="1" noChangeArrowheads="1"/>
                      </p:cNvPicPr>
                      <p:nvPr/>
                    </p:nvPicPr>
                    <p:blipFill>
                      <a:blip r:embed="rId30"/>
                      <a:srcRect/>
                      <a:stretch>
                        <a:fillRect/>
                      </a:stretch>
                    </p:blipFill>
                    <p:spPr bwMode="auto">
                      <a:xfrm>
                        <a:off x="5866011" y="4779768"/>
                        <a:ext cx="285750"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4">
            <a:extLst>
              <a:ext uri="{FF2B5EF4-FFF2-40B4-BE49-F238E27FC236}">
                <a16:creationId xmlns:a16="http://schemas.microsoft.com/office/drawing/2014/main" id="{687FF48F-C61B-50FB-7333-A660E21F5FB4}"/>
              </a:ext>
            </a:extLst>
          </p:cNvPr>
          <p:cNvGraphicFramePr>
            <a:graphicFrameLocks noChangeAspect="1"/>
          </p:cNvGraphicFramePr>
          <p:nvPr>
            <p:extLst>
              <p:ext uri="{D42A27DB-BD31-4B8C-83A1-F6EECF244321}">
                <p14:modId xmlns:p14="http://schemas.microsoft.com/office/powerpoint/2010/main" val="4148533721"/>
              </p:ext>
            </p:extLst>
          </p:nvPr>
        </p:nvGraphicFramePr>
        <p:xfrm>
          <a:off x="5259938" y="4365104"/>
          <a:ext cx="280988" cy="452438"/>
        </p:xfrm>
        <a:graphic>
          <a:graphicData uri="http://schemas.openxmlformats.org/presentationml/2006/ole">
            <mc:AlternateContent xmlns:mc="http://schemas.openxmlformats.org/markup-compatibility/2006">
              <mc:Choice xmlns:v="urn:schemas-microsoft-com:vml" Requires="v">
                <p:oleObj name="公式" r:id="rId31" imgW="114120" imgH="177480" progId="Equation.3">
                  <p:embed/>
                </p:oleObj>
              </mc:Choice>
              <mc:Fallback>
                <p:oleObj name="公式" r:id="rId31" imgW="114120" imgH="177480" progId="Equation.3">
                  <p:embed/>
                  <p:pic>
                    <p:nvPicPr>
                      <p:cNvPr id="33816" name="Object 24"/>
                      <p:cNvPicPr>
                        <a:picLocks noChangeAspect="1" noChangeArrowheads="1"/>
                      </p:cNvPicPr>
                      <p:nvPr/>
                    </p:nvPicPr>
                    <p:blipFill>
                      <a:blip r:embed="rId32"/>
                      <a:srcRect/>
                      <a:stretch>
                        <a:fillRect/>
                      </a:stretch>
                    </p:blipFill>
                    <p:spPr bwMode="auto">
                      <a:xfrm>
                        <a:off x="5259938" y="4365104"/>
                        <a:ext cx="280988"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25">
            <a:extLst>
              <a:ext uri="{FF2B5EF4-FFF2-40B4-BE49-F238E27FC236}">
                <a16:creationId xmlns:a16="http://schemas.microsoft.com/office/drawing/2014/main" id="{FF9E089F-58CD-DFAB-2AD4-935E35AC4F57}"/>
              </a:ext>
            </a:extLst>
          </p:cNvPr>
          <p:cNvGraphicFramePr>
            <a:graphicFrameLocks noChangeAspect="1"/>
          </p:cNvGraphicFramePr>
          <p:nvPr>
            <p:extLst>
              <p:ext uri="{D42A27DB-BD31-4B8C-83A1-F6EECF244321}">
                <p14:modId xmlns:p14="http://schemas.microsoft.com/office/powerpoint/2010/main" val="3664051405"/>
              </p:ext>
            </p:extLst>
          </p:nvPr>
        </p:nvGraphicFramePr>
        <p:xfrm>
          <a:off x="5720001" y="6496740"/>
          <a:ext cx="311150" cy="415925"/>
        </p:xfrm>
        <a:graphic>
          <a:graphicData uri="http://schemas.openxmlformats.org/presentationml/2006/ole">
            <mc:AlternateContent xmlns:mc="http://schemas.openxmlformats.org/markup-compatibility/2006">
              <mc:Choice xmlns:v="urn:schemas-microsoft-com:vml" Requires="v">
                <p:oleObj name="公式" r:id="rId33" imgW="126720" imgH="164880" progId="Equation.3">
                  <p:embed/>
                </p:oleObj>
              </mc:Choice>
              <mc:Fallback>
                <p:oleObj name="公式" r:id="rId33" imgW="126720" imgH="164880" progId="Equation.3">
                  <p:embed/>
                  <p:pic>
                    <p:nvPicPr>
                      <p:cNvPr id="33817" name="Object 25"/>
                      <p:cNvPicPr>
                        <a:picLocks noChangeAspect="1" noChangeArrowheads="1"/>
                      </p:cNvPicPr>
                      <p:nvPr/>
                    </p:nvPicPr>
                    <p:blipFill>
                      <a:blip r:embed="rId34"/>
                      <a:srcRect/>
                      <a:stretch>
                        <a:fillRect/>
                      </a:stretch>
                    </p:blipFill>
                    <p:spPr bwMode="auto">
                      <a:xfrm>
                        <a:off x="5720001" y="6496740"/>
                        <a:ext cx="311150"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26">
            <a:extLst>
              <a:ext uri="{FF2B5EF4-FFF2-40B4-BE49-F238E27FC236}">
                <a16:creationId xmlns:a16="http://schemas.microsoft.com/office/drawing/2014/main" id="{7F865920-280E-9A63-728C-AF73E4D46F38}"/>
              </a:ext>
            </a:extLst>
          </p:cNvPr>
          <p:cNvGraphicFramePr>
            <a:graphicFrameLocks noChangeAspect="1"/>
          </p:cNvGraphicFramePr>
          <p:nvPr>
            <p:extLst>
              <p:ext uri="{D42A27DB-BD31-4B8C-83A1-F6EECF244321}">
                <p14:modId xmlns:p14="http://schemas.microsoft.com/office/powerpoint/2010/main" val="4265488380"/>
              </p:ext>
            </p:extLst>
          </p:nvPr>
        </p:nvGraphicFramePr>
        <p:xfrm>
          <a:off x="4788024" y="5629554"/>
          <a:ext cx="254000" cy="419100"/>
        </p:xfrm>
        <a:graphic>
          <a:graphicData uri="http://schemas.openxmlformats.org/presentationml/2006/ole">
            <mc:AlternateContent xmlns:mc="http://schemas.openxmlformats.org/markup-compatibility/2006">
              <mc:Choice xmlns:v="urn:schemas-microsoft-com:vml" Requires="v">
                <p:oleObj name="公式" r:id="rId35" imgW="101520" imgH="164880" progId="Equation.3">
                  <p:embed/>
                </p:oleObj>
              </mc:Choice>
              <mc:Fallback>
                <p:oleObj name="公式" r:id="rId35" imgW="101520" imgH="164880" progId="Equation.3">
                  <p:embed/>
                  <p:pic>
                    <p:nvPicPr>
                      <p:cNvPr id="33818" name="Object 26"/>
                      <p:cNvPicPr>
                        <a:picLocks noChangeAspect="1" noChangeArrowheads="1"/>
                      </p:cNvPicPr>
                      <p:nvPr/>
                    </p:nvPicPr>
                    <p:blipFill>
                      <a:blip r:embed="rId36"/>
                      <a:srcRect/>
                      <a:stretch>
                        <a:fillRect/>
                      </a:stretch>
                    </p:blipFill>
                    <p:spPr bwMode="auto">
                      <a:xfrm>
                        <a:off x="4788024" y="5629554"/>
                        <a:ext cx="254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8">
            <a:extLst>
              <a:ext uri="{FF2B5EF4-FFF2-40B4-BE49-F238E27FC236}">
                <a16:creationId xmlns:a16="http://schemas.microsoft.com/office/drawing/2014/main" id="{63180CA9-8DB0-8D02-1E89-BEFFF466EF8A}"/>
              </a:ext>
            </a:extLst>
          </p:cNvPr>
          <p:cNvGraphicFramePr>
            <a:graphicFrameLocks noChangeAspect="1"/>
          </p:cNvGraphicFramePr>
          <p:nvPr>
            <p:extLst>
              <p:ext uri="{D42A27DB-BD31-4B8C-83A1-F6EECF244321}">
                <p14:modId xmlns:p14="http://schemas.microsoft.com/office/powerpoint/2010/main" val="2972324715"/>
              </p:ext>
            </p:extLst>
          </p:nvPr>
        </p:nvGraphicFramePr>
        <p:xfrm>
          <a:off x="5903770" y="5454900"/>
          <a:ext cx="255588" cy="414337"/>
        </p:xfrm>
        <a:graphic>
          <a:graphicData uri="http://schemas.openxmlformats.org/presentationml/2006/ole">
            <mc:AlternateContent xmlns:mc="http://schemas.openxmlformats.org/markup-compatibility/2006">
              <mc:Choice xmlns:v="urn:schemas-microsoft-com:vml" Requires="v">
                <p:oleObj name="公式" r:id="rId37" imgW="101520" imgH="164880" progId="Equation.3">
                  <p:embed/>
                </p:oleObj>
              </mc:Choice>
              <mc:Fallback>
                <p:oleObj name="公式" r:id="rId37" imgW="101520" imgH="164880" progId="Equation.3">
                  <p:embed/>
                  <p:pic>
                    <p:nvPicPr>
                      <p:cNvPr id="33820" name="Object 28"/>
                      <p:cNvPicPr>
                        <a:picLocks noChangeAspect="1" noChangeArrowheads="1"/>
                      </p:cNvPicPr>
                      <p:nvPr/>
                    </p:nvPicPr>
                    <p:blipFill>
                      <a:blip r:embed="rId38"/>
                      <a:srcRect/>
                      <a:stretch>
                        <a:fillRect/>
                      </a:stretch>
                    </p:blipFill>
                    <p:spPr bwMode="auto">
                      <a:xfrm>
                        <a:off x="5903770" y="5454900"/>
                        <a:ext cx="255588"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30">
            <a:extLst>
              <a:ext uri="{FF2B5EF4-FFF2-40B4-BE49-F238E27FC236}">
                <a16:creationId xmlns:a16="http://schemas.microsoft.com/office/drawing/2014/main" id="{BAFADA0E-FB91-DFD2-7E4B-867FFB5587B9}"/>
              </a:ext>
            </a:extLst>
          </p:cNvPr>
          <p:cNvGraphicFramePr>
            <a:graphicFrameLocks noChangeAspect="1"/>
          </p:cNvGraphicFramePr>
          <p:nvPr>
            <p:extLst>
              <p:ext uri="{D42A27DB-BD31-4B8C-83A1-F6EECF244321}">
                <p14:modId xmlns:p14="http://schemas.microsoft.com/office/powerpoint/2010/main" val="1156490380"/>
              </p:ext>
            </p:extLst>
          </p:nvPr>
        </p:nvGraphicFramePr>
        <p:xfrm>
          <a:off x="6915224" y="5509764"/>
          <a:ext cx="311150" cy="414337"/>
        </p:xfrm>
        <a:graphic>
          <a:graphicData uri="http://schemas.openxmlformats.org/presentationml/2006/ole">
            <mc:AlternateContent xmlns:mc="http://schemas.openxmlformats.org/markup-compatibility/2006">
              <mc:Choice xmlns:v="urn:schemas-microsoft-com:vml" Requires="v">
                <p:oleObj name="公式" r:id="rId39" imgW="126720" imgH="164880" progId="Equation.3">
                  <p:embed/>
                </p:oleObj>
              </mc:Choice>
              <mc:Fallback>
                <p:oleObj name="公式" r:id="rId39" imgW="126720" imgH="164880" progId="Equation.3">
                  <p:embed/>
                  <p:pic>
                    <p:nvPicPr>
                      <p:cNvPr id="33822" name="Object 30"/>
                      <p:cNvPicPr>
                        <a:picLocks noChangeAspect="1" noChangeArrowheads="1"/>
                      </p:cNvPicPr>
                      <p:nvPr/>
                    </p:nvPicPr>
                    <p:blipFill>
                      <a:blip r:embed="rId40"/>
                      <a:srcRect/>
                      <a:stretch>
                        <a:fillRect/>
                      </a:stretch>
                    </p:blipFill>
                    <p:spPr bwMode="auto">
                      <a:xfrm>
                        <a:off x="6915224" y="5509764"/>
                        <a:ext cx="31115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31">
            <a:extLst>
              <a:ext uri="{FF2B5EF4-FFF2-40B4-BE49-F238E27FC236}">
                <a16:creationId xmlns:a16="http://schemas.microsoft.com/office/drawing/2014/main" id="{9AC94045-917C-4905-CCDF-CC1084F1E0C4}"/>
              </a:ext>
            </a:extLst>
          </p:cNvPr>
          <p:cNvGraphicFramePr>
            <a:graphicFrameLocks noChangeAspect="1"/>
          </p:cNvGraphicFramePr>
          <p:nvPr>
            <p:extLst>
              <p:ext uri="{D42A27DB-BD31-4B8C-83A1-F6EECF244321}">
                <p14:modId xmlns:p14="http://schemas.microsoft.com/office/powerpoint/2010/main" val="2062912466"/>
              </p:ext>
            </p:extLst>
          </p:nvPr>
        </p:nvGraphicFramePr>
        <p:xfrm>
          <a:off x="6253236" y="4378800"/>
          <a:ext cx="315913" cy="414337"/>
        </p:xfrm>
        <a:graphic>
          <a:graphicData uri="http://schemas.openxmlformats.org/presentationml/2006/ole">
            <mc:AlternateContent xmlns:mc="http://schemas.openxmlformats.org/markup-compatibility/2006">
              <mc:Choice xmlns:v="urn:schemas-microsoft-com:vml" Requires="v">
                <p:oleObj name="公式" r:id="rId41" imgW="126720" imgH="164880" progId="Equation.3">
                  <p:embed/>
                </p:oleObj>
              </mc:Choice>
              <mc:Fallback>
                <p:oleObj name="公式" r:id="rId41" imgW="126720" imgH="164880" progId="Equation.3">
                  <p:embed/>
                  <p:pic>
                    <p:nvPicPr>
                      <p:cNvPr id="33823" name="Object 31"/>
                      <p:cNvPicPr>
                        <a:picLocks noChangeAspect="1" noChangeArrowheads="1"/>
                      </p:cNvPicPr>
                      <p:nvPr/>
                    </p:nvPicPr>
                    <p:blipFill>
                      <a:blip r:embed="rId42"/>
                      <a:srcRect/>
                      <a:stretch>
                        <a:fillRect/>
                      </a:stretch>
                    </p:blipFill>
                    <p:spPr bwMode="auto">
                      <a:xfrm>
                        <a:off x="6253236" y="4378800"/>
                        <a:ext cx="315913"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文本框 22">
            <a:extLst>
              <a:ext uri="{FF2B5EF4-FFF2-40B4-BE49-F238E27FC236}">
                <a16:creationId xmlns:a16="http://schemas.microsoft.com/office/drawing/2014/main" id="{D4303694-52D3-573D-0BBB-E8E4364A881F}"/>
              </a:ext>
            </a:extLst>
          </p:cNvPr>
          <p:cNvSpPr txBox="1"/>
          <p:nvPr/>
        </p:nvSpPr>
        <p:spPr>
          <a:xfrm>
            <a:off x="7208260" y="6141139"/>
            <a:ext cx="1358975" cy="369332"/>
          </a:xfrm>
          <a:prstGeom prst="rect">
            <a:avLst/>
          </a:prstGeom>
          <a:noFill/>
        </p:spPr>
        <p:txBody>
          <a:bodyPr wrap="square" rtlCol="0">
            <a:spAutoFit/>
          </a:bodyPr>
          <a:lstStyle/>
          <a:p>
            <a:r>
              <a:rPr lang="en-US" altLang="zh-CN" dirty="0">
                <a:solidFill>
                  <a:srgbClr val="C00000"/>
                </a:solidFill>
              </a:rPr>
              <a:t>3+3+1+1=8</a:t>
            </a:r>
            <a:endParaRPr lang="zh-CN" altLang="en-US"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22" presetClass="entr" presetSubtype="8"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left)">
                                      <p:cBhvr>
                                        <p:cTn id="49" dur="500"/>
                                        <p:tgtEl>
                                          <p:spTgt spid="19"/>
                                        </p:tgtEl>
                                      </p:cBhvr>
                                    </p:animEffect>
                                  </p:childTnLst>
                                </p:cTn>
                              </p:par>
                              <p:par>
                                <p:cTn id="50" presetID="22" presetClass="entr" presetSubtype="8"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par>
                                <p:cTn id="53" presetID="22" presetClass="entr" presetSubtype="8"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left)">
                                      <p:cBhvr>
                                        <p:cTn id="55" dur="500"/>
                                        <p:tgtEl>
                                          <p:spTgt spid="21"/>
                                        </p:tgtEl>
                                      </p:cBhvr>
                                    </p:animEffect>
                                  </p:childTnLst>
                                </p:cTn>
                              </p:par>
                              <p:par>
                                <p:cTn id="56" presetID="22" presetClass="entr" presetSubtype="8" fill="hold"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left)">
                                      <p:cBhvr>
                                        <p:cTn id="58" dur="500"/>
                                        <p:tgtEl>
                                          <p:spTgt spid="22"/>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wipe(left)">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Definition 7-5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是一个边赋权的连通无向图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中</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权最小</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的生成树称为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最小生成树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minimal </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spanning tree).</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最优生成树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lvl="1"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克鲁斯卡尔</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(Kruskal, 1956)</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的避圈法</a:t>
            </a:r>
          </a:p>
          <a:p>
            <a:pPr lvl="1"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普里姆</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(Prim, 1957)</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算法</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endParaRPr lang="en-US" altLang="zh-CN" b="1" dirty="0">
              <a:latin typeface="Times New Roman" pitchFamily="18" charset="0"/>
              <a:ea typeface="楷体_GB2312" pitchFamily="49"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ea typeface="宋体" charset="-122"/>
            </a:endParaRPr>
          </a:p>
        </p:txBody>
      </p:sp>
      <p:sp>
        <p:nvSpPr>
          <p:cNvPr id="73731" name="Rectangle 3"/>
          <p:cNvSpPr>
            <a:spLocks noGrp="1" noChangeArrowheads="1"/>
          </p:cNvSpPr>
          <p:nvPr>
            <p:ph type="title"/>
          </p:nvPr>
        </p:nvSpPr>
        <p:spPr/>
        <p:txBody>
          <a:bodyPr/>
          <a:lstStyle/>
          <a:p>
            <a:pPr algn="l" eaLnBrk="1" hangingPunct="1"/>
            <a:r>
              <a:rPr lang="zh-CN" altLang="en-US" sz="4000" b="1">
                <a:ea typeface="楷体_GB2312" pitchFamily="49" charset="-122"/>
              </a:rPr>
              <a:t>小结与作业</a:t>
            </a:r>
          </a:p>
        </p:txBody>
      </p:sp>
      <p:grpSp>
        <p:nvGrpSpPr>
          <p:cNvPr id="73732" name="Group 4"/>
          <p:cNvGrpSpPr>
            <a:grpSpLocks/>
          </p:cNvGrpSpPr>
          <p:nvPr/>
        </p:nvGrpSpPr>
        <p:grpSpPr bwMode="auto">
          <a:xfrm>
            <a:off x="1619250" y="2133600"/>
            <a:ext cx="5181600" cy="508000"/>
            <a:chOff x="1419" y="1480"/>
            <a:chExt cx="3575" cy="363"/>
          </a:xfrm>
        </p:grpSpPr>
        <p:grpSp>
          <p:nvGrpSpPr>
            <p:cNvPr id="73749" name="Group 5"/>
            <p:cNvGrpSpPr>
              <a:grpSpLocks/>
            </p:cNvGrpSpPr>
            <p:nvPr/>
          </p:nvGrpSpPr>
          <p:grpSpPr bwMode="auto">
            <a:xfrm>
              <a:off x="1419" y="1480"/>
              <a:ext cx="3575" cy="363"/>
              <a:chOff x="1419" y="1480"/>
              <a:chExt cx="3575" cy="363"/>
            </a:xfrm>
          </p:grpSpPr>
          <p:sp>
            <p:nvSpPr>
              <p:cNvPr id="75782"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75783"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latin typeface="Times New Roman" pitchFamily="18" charset="0"/>
                    <a:ea typeface="楷体_GB2312" pitchFamily="49" charset="-122"/>
                  </a:rPr>
                  <a:t>无向树的定义</a:t>
                </a:r>
              </a:p>
            </p:txBody>
          </p:sp>
        </p:grpSp>
        <p:sp>
          <p:nvSpPr>
            <p:cNvPr id="75784"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73751"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73733" name="Group 10"/>
          <p:cNvGrpSpPr>
            <a:grpSpLocks/>
          </p:cNvGrpSpPr>
          <p:nvPr/>
        </p:nvGrpSpPr>
        <p:grpSpPr bwMode="auto">
          <a:xfrm>
            <a:off x="2195513" y="3860800"/>
            <a:ext cx="5181600" cy="508000"/>
            <a:chOff x="1419" y="1480"/>
            <a:chExt cx="3575" cy="363"/>
          </a:xfrm>
        </p:grpSpPr>
        <p:grpSp>
          <p:nvGrpSpPr>
            <p:cNvPr id="73744" name="Group 11"/>
            <p:cNvGrpSpPr>
              <a:grpSpLocks/>
            </p:cNvGrpSpPr>
            <p:nvPr/>
          </p:nvGrpSpPr>
          <p:grpSpPr bwMode="auto">
            <a:xfrm>
              <a:off x="1419" y="1480"/>
              <a:ext cx="3575" cy="363"/>
              <a:chOff x="1419" y="1480"/>
              <a:chExt cx="3575" cy="363"/>
            </a:xfrm>
          </p:grpSpPr>
          <p:sp>
            <p:nvSpPr>
              <p:cNvPr id="75788"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75789"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eaLnBrk="0" hangingPunct="0">
                  <a:defRPr/>
                </a:pPr>
                <a:r>
                  <a:rPr lang="zh-CN" altLang="en-US" sz="3200" b="1">
                    <a:latin typeface="Times New Roman" pitchFamily="18" charset="0"/>
                    <a:ea typeface="楷体_GB2312" pitchFamily="49" charset="-122"/>
                  </a:rPr>
                  <a:t>无向树的性质</a:t>
                </a:r>
              </a:p>
            </p:txBody>
          </p:sp>
        </p:grpSp>
        <p:sp>
          <p:nvSpPr>
            <p:cNvPr id="75790"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73746"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
        <p:nvSpPr>
          <p:cNvPr id="73734" name="AutoShape 16"/>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73736" name="Group 18"/>
          <p:cNvGrpSpPr>
            <a:grpSpLocks/>
          </p:cNvGrpSpPr>
          <p:nvPr/>
        </p:nvGrpSpPr>
        <p:grpSpPr bwMode="auto">
          <a:xfrm>
            <a:off x="1331913" y="5321304"/>
            <a:ext cx="5380037" cy="665163"/>
            <a:chOff x="1152" y="2845"/>
            <a:chExt cx="3408" cy="419"/>
          </a:xfrm>
        </p:grpSpPr>
        <p:grpSp>
          <p:nvGrpSpPr>
            <p:cNvPr id="73737" name="Group 19"/>
            <p:cNvGrpSpPr>
              <a:grpSpLocks/>
            </p:cNvGrpSpPr>
            <p:nvPr/>
          </p:nvGrpSpPr>
          <p:grpSpPr bwMode="auto">
            <a:xfrm>
              <a:off x="1152" y="2845"/>
              <a:ext cx="480" cy="419"/>
              <a:chOff x="3174" y="2656"/>
              <a:chExt cx="1549" cy="1351"/>
            </a:xfrm>
          </p:grpSpPr>
          <p:sp>
            <p:nvSpPr>
              <p:cNvPr id="73741" name="AutoShape 2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73742" name="AutoShape 2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75798" name="AutoShape 22"/>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73738" name="Line 2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0" name="Text Box 25"/>
            <p:cNvSpPr txBox="1">
              <a:spLocks noChangeArrowheads="1"/>
            </p:cNvSpPr>
            <p:nvPr/>
          </p:nvSpPr>
          <p:spPr bwMode="gray">
            <a:xfrm>
              <a:off x="1169" y="2928"/>
              <a:ext cx="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a:solidFill>
                    <a:schemeClr val="bg1"/>
                  </a:solidFill>
                  <a:latin typeface="Times New Roman" pitchFamily="18" charset="0"/>
                  <a:ea typeface="楷体_GB2312" pitchFamily="49" charset="-122"/>
                </a:rPr>
                <a:t>作业</a:t>
              </a:r>
            </a:p>
          </p:txBody>
        </p:sp>
      </p:grpSp>
      <p:sp>
        <p:nvSpPr>
          <p:cNvPr id="106502" name="AutoShape 16"/>
          <p:cNvSpPr>
            <a:spLocks noChangeArrowheads="1"/>
          </p:cNvSpPr>
          <p:nvPr/>
        </p:nvSpPr>
        <p:spPr bwMode="gray">
          <a:xfrm>
            <a:off x="2660650" y="5300663"/>
            <a:ext cx="4665663" cy="315912"/>
          </a:xfrm>
          <a:prstGeom prst="roundRect">
            <a:avLst>
              <a:gd name="adj" fmla="val 0"/>
            </a:avLst>
          </a:prstGeom>
          <a:noFill/>
          <a:ln>
            <a:noFill/>
          </a:ln>
          <a:effectLst>
            <a:prstShdw prst="shdw17" dist="12700">
              <a:schemeClr val="bg2"/>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pPr latinLnBrk="1"/>
            <a:endParaRPr kumimoji="1" lang="zh-CN" altLang="zh-CN" sz="2400" b="1">
              <a:solidFill>
                <a:schemeClr val="tx2"/>
              </a:solidFill>
              <a:ea typeface="Gulim" pitchFamily="34" charset="-127"/>
            </a:endParaRPr>
          </a:p>
        </p:txBody>
      </p:sp>
      <p:grpSp>
        <p:nvGrpSpPr>
          <p:cNvPr id="106504" name="Group 18"/>
          <p:cNvGrpSpPr>
            <a:grpSpLocks/>
          </p:cNvGrpSpPr>
          <p:nvPr/>
        </p:nvGrpSpPr>
        <p:grpSpPr bwMode="auto">
          <a:xfrm>
            <a:off x="242645" y="5321300"/>
            <a:ext cx="6469306" cy="665163"/>
            <a:chOff x="462" y="2845"/>
            <a:chExt cx="4098" cy="419"/>
          </a:xfrm>
        </p:grpSpPr>
        <p:grpSp>
          <p:nvGrpSpPr>
            <p:cNvPr id="106505" name="Group 19"/>
            <p:cNvGrpSpPr>
              <a:grpSpLocks/>
            </p:cNvGrpSpPr>
            <p:nvPr/>
          </p:nvGrpSpPr>
          <p:grpSpPr bwMode="auto">
            <a:xfrm>
              <a:off x="1152" y="2845"/>
              <a:ext cx="480" cy="419"/>
              <a:chOff x="3174" y="2656"/>
              <a:chExt cx="1549" cy="1351"/>
            </a:xfrm>
          </p:grpSpPr>
          <p:sp>
            <p:nvSpPr>
              <p:cNvPr id="106509" name="AutoShape 2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6510" name="AutoShape 2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108566" name="AutoShape 22"/>
              <p:cNvSpPr>
                <a:spLocks noChangeArrowheads="1"/>
              </p:cNvSpPr>
              <p:nvPr/>
            </p:nvSpPr>
            <p:spPr bwMode="gray">
              <a:xfrm>
                <a:off x="3265" y="2737"/>
                <a:ext cx="1347"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106506" name="Line 2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8" name="Text Box 25"/>
            <p:cNvSpPr txBox="1">
              <a:spLocks noChangeArrowheads="1"/>
            </p:cNvSpPr>
            <p:nvPr/>
          </p:nvSpPr>
          <p:spPr bwMode="gray">
            <a:xfrm>
              <a:off x="462" y="2918"/>
              <a:ext cx="11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zh-CN" altLang="en-US" sz="2000" b="1" dirty="0">
                  <a:solidFill>
                    <a:schemeClr val="bg1"/>
                  </a:solidFill>
                  <a:latin typeface="Times New Roman" pitchFamily="18" charset="0"/>
                  <a:ea typeface="楷体_GB2312" pitchFamily="49" charset="-122"/>
                </a:rPr>
                <a:t>第十三周 作 业</a:t>
              </a:r>
            </a:p>
          </p:txBody>
        </p:sp>
      </p:grpSp>
      <p:sp>
        <p:nvSpPr>
          <p:cNvPr id="2" name="Text Box 36">
            <a:extLst>
              <a:ext uri="{FF2B5EF4-FFF2-40B4-BE49-F238E27FC236}">
                <a16:creationId xmlns:a16="http://schemas.microsoft.com/office/drawing/2014/main" id="{28E9E115-F04B-DB2F-3C14-F2F16C705814}"/>
              </a:ext>
            </a:extLst>
          </p:cNvPr>
          <p:cNvSpPr txBox="1">
            <a:spLocks noChangeArrowheads="1"/>
          </p:cNvSpPr>
          <p:nvPr/>
        </p:nvSpPr>
        <p:spPr bwMode="auto">
          <a:xfrm>
            <a:off x="2827663" y="5486923"/>
            <a:ext cx="31630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习题</a:t>
            </a:r>
            <a:r>
              <a:rPr lang="en-US" altLang="zh-CN" sz="2800" b="1" dirty="0">
                <a:latin typeface="Times New Roman" pitchFamily="18" charset="0"/>
                <a:ea typeface="楷体_GB2312" pitchFamily="49" charset="-122"/>
              </a:rPr>
              <a:t>7.2        4       8</a:t>
            </a:r>
          </a:p>
        </p:txBody>
      </p:sp>
      <p:sp>
        <p:nvSpPr>
          <p:cNvPr id="3" name="Text Box 36">
            <a:extLst>
              <a:ext uri="{FF2B5EF4-FFF2-40B4-BE49-F238E27FC236}">
                <a16:creationId xmlns:a16="http://schemas.microsoft.com/office/drawing/2014/main" id="{6A1E6FED-066B-FC17-9394-A7E029FFCE70}"/>
              </a:ext>
            </a:extLst>
          </p:cNvPr>
          <p:cNvSpPr txBox="1">
            <a:spLocks noChangeArrowheads="1"/>
          </p:cNvSpPr>
          <p:nvPr/>
        </p:nvSpPr>
        <p:spPr bwMode="auto">
          <a:xfrm>
            <a:off x="2847416" y="5005040"/>
            <a:ext cx="31636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习题</a:t>
            </a: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7.1  </a:t>
            </a:r>
            <a:r>
              <a:rPr lang="zh-Hans" altLang="en-US" sz="32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3200" b="1" dirty="0">
                <a:latin typeface="Times New Roman" panose="02020603050405020304" pitchFamily="18" charset="0"/>
                <a:ea typeface="楷体" panose="02010609060101010101" pitchFamily="49" charset="-122"/>
                <a:cs typeface="Times New Roman" panose="02020603050405020304" pitchFamily="18" charset="0"/>
              </a:rPr>
              <a:t>2,     </a:t>
            </a:r>
            <a:r>
              <a:rPr lang="en-US" altLang="zh-Hans" sz="3200" b="1" dirty="0">
                <a:latin typeface="Times New Roman" panose="02020603050405020304" pitchFamily="18" charset="0"/>
                <a:ea typeface="楷体" panose="02010609060101010101" pitchFamily="49" charset="-122"/>
                <a:cs typeface="Times New Roman" panose="02020603050405020304" pitchFamily="18" charset="0"/>
              </a:rPr>
              <a:t>3</a:t>
            </a:r>
            <a:endParaRPr lang="en-US" altLang="zh-CN" sz="32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Text Box 36">
            <a:extLst>
              <a:ext uri="{FF2B5EF4-FFF2-40B4-BE49-F238E27FC236}">
                <a16:creationId xmlns:a16="http://schemas.microsoft.com/office/drawing/2014/main" id="{3679D4C2-F6A2-F07B-5150-81A62800A68D}"/>
              </a:ext>
            </a:extLst>
          </p:cNvPr>
          <p:cNvSpPr txBox="1">
            <a:spLocks noChangeArrowheads="1"/>
          </p:cNvSpPr>
          <p:nvPr/>
        </p:nvSpPr>
        <p:spPr bwMode="auto">
          <a:xfrm>
            <a:off x="2827662" y="5935611"/>
            <a:ext cx="23551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dirty="0">
                <a:latin typeface="Times New Roman" panose="02020603050405020304" pitchFamily="18" charset="0"/>
                <a:ea typeface="楷体" panose="02010609060101010101" pitchFamily="49" charset="-122"/>
                <a:cs typeface="Times New Roman" panose="02020603050405020304" pitchFamily="18" charset="0"/>
              </a:rPr>
              <a:t>习题</a:t>
            </a:r>
            <a:r>
              <a:rPr lang="en-US" altLang="zh-CN" sz="2800" b="1" dirty="0">
                <a:latin typeface="Times New Roman" pitchFamily="18" charset="0"/>
                <a:ea typeface="楷体_GB2312" pitchFamily="49" charset="-122"/>
              </a:rPr>
              <a:t>7.3        2</a:t>
            </a:r>
          </a:p>
        </p:txBody>
      </p:sp>
    </p:spTree>
    <p:extLst>
      <p:ext uri="{BB962C8B-B14F-4D97-AF65-F5344CB8AC3E}">
        <p14:creationId xmlns:p14="http://schemas.microsoft.com/office/powerpoint/2010/main" val="20121599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ctrTitle"/>
          </p:nvPr>
        </p:nvSpPr>
        <p:spPr>
          <a:xfrm>
            <a:off x="684213" y="1557338"/>
            <a:ext cx="7772400" cy="1470025"/>
          </a:xfrm>
        </p:spPr>
        <p:txBody>
          <a:bodyPr/>
          <a:lstStyle/>
          <a:p>
            <a:pPr eaLnBrk="1" hangingPunct="1"/>
            <a:r>
              <a:rPr lang="zh-CN" altLang="en-US" b="1">
                <a:latin typeface="Times New Roman" pitchFamily="18" charset="0"/>
                <a:ea typeface="楷体_GB2312" pitchFamily="49" charset="-122"/>
              </a:rPr>
              <a:t>第</a:t>
            </a:r>
            <a:r>
              <a:rPr lang="en-US" altLang="zh-CN" b="1">
                <a:latin typeface="Times New Roman" pitchFamily="18" charset="0"/>
                <a:ea typeface="楷体_GB2312" pitchFamily="49" charset="-122"/>
              </a:rPr>
              <a:t>7</a:t>
            </a:r>
            <a:r>
              <a:rPr lang="zh-CN" altLang="en-US" b="1">
                <a:latin typeface="Times New Roman" pitchFamily="18" charset="0"/>
                <a:ea typeface="楷体_GB2312" pitchFamily="49" charset="-122"/>
              </a:rPr>
              <a:t>章  几类特殊的图</a:t>
            </a:r>
          </a:p>
        </p:txBody>
      </p:sp>
      <p:sp>
        <p:nvSpPr>
          <p:cNvPr id="90115" name="Rectangle 3"/>
          <p:cNvSpPr>
            <a:spLocks noGrp="1" noChangeArrowheads="1"/>
          </p:cNvSpPr>
          <p:nvPr>
            <p:ph type="subTitle" idx="1"/>
          </p:nvPr>
        </p:nvSpPr>
        <p:spPr>
          <a:xfrm>
            <a:off x="1331913" y="3213100"/>
            <a:ext cx="6400800" cy="863600"/>
          </a:xfrm>
        </p:spPr>
        <p:txBody>
          <a:bodyPr/>
          <a:lstStyle/>
          <a:p>
            <a:pPr eaLnBrk="1" hangingPunct="1"/>
            <a:r>
              <a:rPr lang="en-US" altLang="zh-CN" sz="3600" b="1">
                <a:latin typeface="Times New Roman" pitchFamily="18" charset="0"/>
                <a:ea typeface="楷体_GB2312" pitchFamily="49" charset="-122"/>
              </a:rPr>
              <a:t>7.4 </a:t>
            </a:r>
            <a:r>
              <a:rPr lang="zh-CN" altLang="en-US" b="1">
                <a:latin typeface="Times New Roman" pitchFamily="18" charset="0"/>
                <a:ea typeface="楷体_GB2312" pitchFamily="49" charset="-122"/>
              </a:rPr>
              <a:t>有向树</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algn="l" eaLnBrk="1" hangingPunct="1"/>
            <a:r>
              <a:rPr lang="en-US" altLang="zh-CN" b="1">
                <a:latin typeface="Times New Roman" pitchFamily="18" charset="0"/>
                <a:ea typeface="楷体_GB2312" pitchFamily="49" charset="-122"/>
              </a:rPr>
              <a:t>7.4 </a:t>
            </a:r>
            <a:r>
              <a:rPr lang="zh-CN" altLang="en-US" b="1">
                <a:latin typeface="Times New Roman" pitchFamily="18" charset="0"/>
                <a:ea typeface="楷体_GB2312" pitchFamily="49" charset="-122"/>
              </a:rPr>
              <a:t>有向树</a:t>
            </a:r>
          </a:p>
        </p:txBody>
      </p:sp>
      <p:sp>
        <p:nvSpPr>
          <p:cNvPr id="91139" name="Rectangle 3"/>
          <p:cNvSpPr>
            <a:spLocks noGrp="1" noChangeArrowheads="1"/>
          </p:cNvSpPr>
          <p:nvPr>
            <p:ph type="body" idx="1"/>
          </p:nvPr>
        </p:nvSpPr>
        <p:spPr/>
        <p:txBody>
          <a:bodyPr/>
          <a:lstStyle/>
          <a:p>
            <a:pPr eaLnBrk="1" hangingPunct="1"/>
            <a:endParaRPr lang="en-US" altLang="zh-CN"/>
          </a:p>
          <a:p>
            <a:pPr eaLnBrk="1" hangingPunct="1"/>
            <a:endParaRPr lang="en-US" altLang="zh-CN"/>
          </a:p>
        </p:txBody>
      </p:sp>
      <p:grpSp>
        <p:nvGrpSpPr>
          <p:cNvPr id="91140" name="Group 4"/>
          <p:cNvGrpSpPr>
            <a:grpSpLocks/>
          </p:cNvGrpSpPr>
          <p:nvPr/>
        </p:nvGrpSpPr>
        <p:grpSpPr bwMode="auto">
          <a:xfrm>
            <a:off x="1042988" y="1365250"/>
            <a:ext cx="5410200" cy="712788"/>
            <a:chOff x="1152" y="1101"/>
            <a:chExt cx="3408" cy="449"/>
          </a:xfrm>
        </p:grpSpPr>
        <p:grpSp>
          <p:nvGrpSpPr>
            <p:cNvPr id="91174" name="Group 5"/>
            <p:cNvGrpSpPr>
              <a:grpSpLocks/>
            </p:cNvGrpSpPr>
            <p:nvPr/>
          </p:nvGrpSpPr>
          <p:grpSpPr bwMode="auto">
            <a:xfrm>
              <a:off x="1152" y="1131"/>
              <a:ext cx="480" cy="419"/>
              <a:chOff x="1110" y="2656"/>
              <a:chExt cx="1549" cy="1351"/>
            </a:xfrm>
          </p:grpSpPr>
          <p:sp>
            <p:nvSpPr>
              <p:cNvPr id="91178" name="AutoShape 6"/>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1179" name="AutoShape 7"/>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4216" name="AutoShape 8"/>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91175" name="Line 9"/>
            <p:cNvSpPr>
              <a:spLocks noChangeShapeType="1"/>
            </p:cNvSpPr>
            <p:nvPr/>
          </p:nvSpPr>
          <p:spPr bwMode="auto">
            <a:xfrm>
              <a:off x="1536" y="1515"/>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76" name="Text Box 10"/>
            <p:cNvSpPr txBox="1">
              <a:spLocks noChangeArrowheads="1"/>
            </p:cNvSpPr>
            <p:nvPr/>
          </p:nvSpPr>
          <p:spPr bwMode="auto">
            <a:xfrm>
              <a:off x="2112" y="1101"/>
              <a:ext cx="16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有向树的定义</a:t>
              </a:r>
            </a:p>
          </p:txBody>
        </p:sp>
        <p:sp>
          <p:nvSpPr>
            <p:cNvPr id="91177" name="Text Box 11"/>
            <p:cNvSpPr txBox="1">
              <a:spLocks noChangeArrowheads="1"/>
            </p:cNvSpPr>
            <p:nvPr/>
          </p:nvSpPr>
          <p:spPr bwMode="gray">
            <a:xfrm>
              <a:off x="1266" y="1132"/>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1</a:t>
              </a:r>
            </a:p>
          </p:txBody>
        </p:sp>
      </p:grpSp>
      <p:grpSp>
        <p:nvGrpSpPr>
          <p:cNvPr id="91141" name="Group 12"/>
          <p:cNvGrpSpPr>
            <a:grpSpLocks/>
          </p:cNvGrpSpPr>
          <p:nvPr/>
        </p:nvGrpSpPr>
        <p:grpSpPr bwMode="auto">
          <a:xfrm>
            <a:off x="1042988" y="2349500"/>
            <a:ext cx="5410200" cy="712788"/>
            <a:chOff x="1152" y="1677"/>
            <a:chExt cx="3408" cy="449"/>
          </a:xfrm>
        </p:grpSpPr>
        <p:grpSp>
          <p:nvGrpSpPr>
            <p:cNvPr id="91167" name="Group 13"/>
            <p:cNvGrpSpPr>
              <a:grpSpLocks/>
            </p:cNvGrpSpPr>
            <p:nvPr/>
          </p:nvGrpSpPr>
          <p:grpSpPr bwMode="auto">
            <a:xfrm>
              <a:off x="1152" y="1707"/>
              <a:ext cx="480" cy="419"/>
              <a:chOff x="3174" y="2656"/>
              <a:chExt cx="1549" cy="1351"/>
            </a:xfrm>
          </p:grpSpPr>
          <p:sp>
            <p:nvSpPr>
              <p:cNvPr id="91171" name="AutoShape 14"/>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1172" name="AutoShape 15"/>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4224" name="AutoShape 16"/>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91168" name="Line 17"/>
            <p:cNvSpPr>
              <a:spLocks noChangeShapeType="1"/>
            </p:cNvSpPr>
            <p:nvPr/>
          </p:nvSpPr>
          <p:spPr bwMode="auto">
            <a:xfrm>
              <a:off x="1536" y="2091"/>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69" name="Text Box 18"/>
            <p:cNvSpPr txBox="1">
              <a:spLocks noChangeArrowheads="1"/>
            </p:cNvSpPr>
            <p:nvPr/>
          </p:nvSpPr>
          <p:spPr bwMode="auto">
            <a:xfrm>
              <a:off x="2112" y="1677"/>
              <a:ext cx="6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根树</a:t>
              </a:r>
            </a:p>
          </p:txBody>
        </p:sp>
        <p:sp>
          <p:nvSpPr>
            <p:cNvPr id="91170" name="Text Box 19"/>
            <p:cNvSpPr txBox="1">
              <a:spLocks noChangeArrowheads="1"/>
            </p:cNvSpPr>
            <p:nvPr/>
          </p:nvSpPr>
          <p:spPr bwMode="gray">
            <a:xfrm>
              <a:off x="1266" y="170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3200" b="1">
                  <a:solidFill>
                    <a:schemeClr val="bg1"/>
                  </a:solidFill>
                  <a:latin typeface="Times New Roman" pitchFamily="18" charset="0"/>
                </a:rPr>
                <a:t>2</a:t>
              </a:r>
            </a:p>
          </p:txBody>
        </p:sp>
      </p:grpSp>
      <p:grpSp>
        <p:nvGrpSpPr>
          <p:cNvPr id="91142" name="Group 20"/>
          <p:cNvGrpSpPr>
            <a:grpSpLocks/>
          </p:cNvGrpSpPr>
          <p:nvPr/>
        </p:nvGrpSpPr>
        <p:grpSpPr bwMode="auto">
          <a:xfrm>
            <a:off x="1042988" y="3284538"/>
            <a:ext cx="5410200" cy="685800"/>
            <a:chOff x="1152" y="2256"/>
            <a:chExt cx="3408" cy="432"/>
          </a:xfrm>
        </p:grpSpPr>
        <p:grpSp>
          <p:nvGrpSpPr>
            <p:cNvPr id="91160" name="Group 21"/>
            <p:cNvGrpSpPr>
              <a:grpSpLocks/>
            </p:cNvGrpSpPr>
            <p:nvPr/>
          </p:nvGrpSpPr>
          <p:grpSpPr bwMode="auto">
            <a:xfrm>
              <a:off x="1152" y="2269"/>
              <a:ext cx="480" cy="419"/>
              <a:chOff x="1110" y="2656"/>
              <a:chExt cx="1549" cy="1351"/>
            </a:xfrm>
          </p:grpSpPr>
          <p:sp>
            <p:nvSpPr>
              <p:cNvPr id="91164" name="AutoShape 22"/>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1165" name="AutoShape 23"/>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4232" name="AutoShape 24"/>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91161" name="Line 25"/>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62" name="Text Box 26"/>
            <p:cNvSpPr txBox="1">
              <a:spLocks noChangeArrowheads="1"/>
            </p:cNvSpPr>
            <p:nvPr/>
          </p:nvSpPr>
          <p:spPr bwMode="auto">
            <a:xfrm>
              <a:off x="2112" y="2256"/>
              <a:ext cx="82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3200" b="1" i="1">
                  <a:latin typeface="Times New Roman" pitchFamily="18" charset="0"/>
                  <a:ea typeface="楷体_GB2312" pitchFamily="49" charset="-122"/>
                </a:rPr>
                <a:t>m</a:t>
              </a:r>
              <a:r>
                <a:rPr lang="zh-CN" altLang="en-US" sz="3200" b="1">
                  <a:latin typeface="Times New Roman" pitchFamily="18" charset="0"/>
                  <a:ea typeface="楷体_GB2312" pitchFamily="49" charset="-122"/>
                </a:rPr>
                <a:t>叉树</a:t>
              </a:r>
            </a:p>
          </p:txBody>
        </p:sp>
        <p:sp>
          <p:nvSpPr>
            <p:cNvPr id="91163" name="Text Box 27"/>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3</a:t>
              </a:r>
            </a:p>
          </p:txBody>
        </p:sp>
      </p:grpSp>
      <p:grpSp>
        <p:nvGrpSpPr>
          <p:cNvPr id="91143" name="Group 28"/>
          <p:cNvGrpSpPr>
            <a:grpSpLocks/>
          </p:cNvGrpSpPr>
          <p:nvPr/>
        </p:nvGrpSpPr>
        <p:grpSpPr bwMode="auto">
          <a:xfrm>
            <a:off x="1042988" y="4221163"/>
            <a:ext cx="5410200" cy="712787"/>
            <a:chOff x="1152" y="2815"/>
            <a:chExt cx="3408" cy="449"/>
          </a:xfrm>
        </p:grpSpPr>
        <p:grpSp>
          <p:nvGrpSpPr>
            <p:cNvPr id="91153" name="Group 29"/>
            <p:cNvGrpSpPr>
              <a:grpSpLocks/>
            </p:cNvGrpSpPr>
            <p:nvPr/>
          </p:nvGrpSpPr>
          <p:grpSpPr bwMode="auto">
            <a:xfrm>
              <a:off x="1152" y="2845"/>
              <a:ext cx="480" cy="419"/>
              <a:chOff x="3174" y="2656"/>
              <a:chExt cx="1549" cy="1351"/>
            </a:xfrm>
          </p:grpSpPr>
          <p:sp>
            <p:nvSpPr>
              <p:cNvPr id="91157" name="AutoShape 30"/>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1158" name="AutoShape 31"/>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4240" name="AutoShape 32"/>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91154" name="Line 33"/>
            <p:cNvSpPr>
              <a:spLocks noChangeShapeType="1"/>
            </p:cNvSpPr>
            <p:nvPr/>
          </p:nvSpPr>
          <p:spPr bwMode="auto">
            <a:xfrm>
              <a:off x="1536" y="3229"/>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55" name="Text Box 34"/>
            <p:cNvSpPr txBox="1">
              <a:spLocks noChangeArrowheads="1"/>
            </p:cNvSpPr>
            <p:nvPr/>
          </p:nvSpPr>
          <p:spPr bwMode="auto">
            <a:xfrm>
              <a:off x="2112" y="2815"/>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zh-CN" altLang="en-US" sz="3200" b="1">
                  <a:latin typeface="Times New Roman" pitchFamily="18" charset="0"/>
                  <a:ea typeface="楷体_GB2312" pitchFamily="49" charset="-122"/>
                </a:rPr>
                <a:t>有序树</a:t>
              </a:r>
            </a:p>
          </p:txBody>
        </p:sp>
        <p:sp>
          <p:nvSpPr>
            <p:cNvPr id="91156" name="Text Box 35"/>
            <p:cNvSpPr txBox="1">
              <a:spLocks noChangeArrowheads="1"/>
            </p:cNvSpPr>
            <p:nvPr/>
          </p:nvSpPr>
          <p:spPr bwMode="gray">
            <a:xfrm>
              <a:off x="1281"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4</a:t>
              </a:r>
            </a:p>
          </p:txBody>
        </p:sp>
      </p:grpSp>
      <p:grpSp>
        <p:nvGrpSpPr>
          <p:cNvPr id="91144" name="Group 36"/>
          <p:cNvGrpSpPr>
            <a:grpSpLocks/>
          </p:cNvGrpSpPr>
          <p:nvPr/>
        </p:nvGrpSpPr>
        <p:grpSpPr bwMode="auto">
          <a:xfrm>
            <a:off x="1042988" y="5202238"/>
            <a:ext cx="5410200" cy="712787"/>
            <a:chOff x="1152" y="2239"/>
            <a:chExt cx="3408" cy="449"/>
          </a:xfrm>
        </p:grpSpPr>
        <p:grpSp>
          <p:nvGrpSpPr>
            <p:cNvPr id="91146" name="Group 37"/>
            <p:cNvGrpSpPr>
              <a:grpSpLocks/>
            </p:cNvGrpSpPr>
            <p:nvPr/>
          </p:nvGrpSpPr>
          <p:grpSpPr bwMode="auto">
            <a:xfrm>
              <a:off x="1152" y="2269"/>
              <a:ext cx="480" cy="419"/>
              <a:chOff x="1110" y="2656"/>
              <a:chExt cx="1549" cy="1351"/>
            </a:xfrm>
          </p:grpSpPr>
          <p:sp>
            <p:nvSpPr>
              <p:cNvPr id="91150" name="AutoShape 3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91151" name="AutoShape 3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zh-CN" altLang="en-US"/>
              </a:p>
            </p:txBody>
          </p:sp>
          <p:sp>
            <p:nvSpPr>
              <p:cNvPr id="94248" name="AutoShape 4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accent2">
                      <a:gamma/>
                      <a:shade val="46275"/>
                      <a:invGamma/>
                    </a:schemeClr>
                  </a:gs>
                  <a:gs pos="100000">
                    <a:schemeClr val="accent2"/>
                  </a:gs>
                </a:gsLst>
                <a:lin ang="2700000" scaled="1"/>
              </a:gradFill>
              <a:ln w="9525">
                <a:solidFill>
                  <a:schemeClr val="tx1"/>
                </a:solidFill>
                <a:miter lim="800000"/>
                <a:headEnd/>
                <a:tailEnd/>
              </a:ln>
              <a:effectLst/>
            </p:spPr>
            <p:txBody>
              <a:bodyPr wrap="none" anchor="ctr"/>
              <a:lstStyle/>
              <a:p>
                <a:pPr>
                  <a:defRPr/>
                </a:pPr>
                <a:endParaRPr lang="zh-CN" altLang="en-US">
                  <a:ea typeface="宋体" charset="-122"/>
                </a:endParaRPr>
              </a:p>
            </p:txBody>
          </p:sp>
        </p:grpSp>
        <p:sp>
          <p:nvSpPr>
            <p:cNvPr id="91147" name="Line 41"/>
            <p:cNvSpPr>
              <a:spLocks noChangeShapeType="1"/>
            </p:cNvSpPr>
            <p:nvPr/>
          </p:nvSpPr>
          <p:spPr bwMode="auto">
            <a:xfrm>
              <a:off x="1536" y="2653"/>
              <a:ext cx="3024" cy="0"/>
            </a:xfrm>
            <a:prstGeom prst="line">
              <a:avLst/>
            </a:prstGeom>
            <a:noFill/>
            <a:ln w="25400">
              <a:solidFill>
                <a:srgbClr val="C0C0C0"/>
              </a:solidFill>
              <a:prstDash val="sysDot"/>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8" name="Text Box 42"/>
            <p:cNvSpPr txBox="1">
              <a:spLocks noChangeArrowheads="1"/>
            </p:cNvSpPr>
            <p:nvPr/>
          </p:nvSpPr>
          <p:spPr bwMode="auto">
            <a:xfrm>
              <a:off x="2112" y="2239"/>
              <a:ext cx="14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3200" b="1">
                  <a:latin typeface="Times New Roman" pitchFamily="18" charset="0"/>
                  <a:ea typeface="楷体_GB2312" pitchFamily="49" charset="-122"/>
                </a:rPr>
                <a:t>定位二叉树</a:t>
              </a:r>
            </a:p>
          </p:txBody>
        </p:sp>
        <p:sp>
          <p:nvSpPr>
            <p:cNvPr id="91149" name="Text Box 43"/>
            <p:cNvSpPr txBox="1">
              <a:spLocks noChangeArrowheads="1"/>
            </p:cNvSpPr>
            <p:nvPr/>
          </p:nvSpPr>
          <p:spPr bwMode="gray">
            <a:xfrm>
              <a:off x="1281" y="233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a:r>
                <a:rPr lang="en-US" altLang="zh-CN" sz="2400" b="1">
                  <a:solidFill>
                    <a:schemeClr val="bg1"/>
                  </a:solidFill>
                  <a:latin typeface="Times New Roman" pitchFamily="18" charset="0"/>
                </a:rPr>
                <a:t>5</a:t>
              </a:r>
            </a:p>
          </p:txBody>
        </p:sp>
      </p:grpSp>
      <p:sp>
        <p:nvSpPr>
          <p:cNvPr id="91145" name="Rectangle 44"/>
          <p:cNvSpPr>
            <a:spLocks noChangeArrowheads="1"/>
          </p:cNvSpPr>
          <p:nvPr/>
        </p:nvSpPr>
        <p:spPr bwMode="auto">
          <a:xfrm>
            <a:off x="971550" y="1268413"/>
            <a:ext cx="4679950" cy="1944687"/>
          </a:xfrm>
          <a:prstGeom prst="rect">
            <a:avLst/>
          </a:prstGeom>
          <a:noFill/>
          <a:ln w="38100">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b="1">
                <a:latin typeface="Times New Roman" pitchFamily="18" charset="0"/>
              </a:rPr>
              <a:t>7.4  </a:t>
            </a:r>
            <a:r>
              <a:rPr lang="zh-CN" altLang="en-US" b="1">
                <a:latin typeface="Times New Roman" pitchFamily="18" charset="0"/>
                <a:ea typeface="楷体_GB2312" pitchFamily="49" charset="-122"/>
              </a:rPr>
              <a:t>有向树</a:t>
            </a:r>
          </a:p>
        </p:txBody>
      </p:sp>
      <p:sp>
        <p:nvSpPr>
          <p:cNvPr id="92163" name="Rectangle 3"/>
          <p:cNvSpPr>
            <a:spLocks noGrp="1" noChangeArrowheads="1"/>
          </p:cNvSpPr>
          <p:nvPr>
            <p:ph type="body" idx="1"/>
          </p:nvPr>
        </p:nvSpPr>
        <p:spPr/>
        <p:txBody>
          <a:bodyPr/>
          <a:lstStyle/>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有向树 特别是根树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在计算机算法设计及程序设计研究中都起着重要作用</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7.4.1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有向树的定义</a:t>
            </a: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一个有向图</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在不考虑边的方向时是一棵无向树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则该有向图称为</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有向树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(directed tree). </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p:txBody>
      </p:sp>
      <p:pic>
        <p:nvPicPr>
          <p:cNvPr id="93187" name="Picture 3" desc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764704"/>
            <a:ext cx="6769100"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7.4.2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根树</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在有向树中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更常用的是</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它能清楚地</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表示层次结构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在编译程序中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用于表示源程序的语法结构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在数据库系统中用于表示信息的组织形式</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7-7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一棵有向树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恰有一个</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节点</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入度</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为</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0</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而其余节点</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入度</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均为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则该有向树称为</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(rooted tree). </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p:txBody>
      </p:sp>
      <p:pic>
        <p:nvPicPr>
          <p:cNvPr id="97283" name="Picture 3"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0" y="3343796"/>
            <a:ext cx="4767984" cy="3239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3" descr="1">
            <a:extLst>
              <a:ext uri="{FF2B5EF4-FFF2-40B4-BE49-F238E27FC236}">
                <a16:creationId xmlns:a16="http://schemas.microsoft.com/office/drawing/2014/main" id="{CFC57BA0-1175-019B-1A2B-AF544980B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548680"/>
            <a:ext cx="4752528" cy="3010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在根树中</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入度为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(root),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出度为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叶</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(leaf),</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出度不为</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的节点称为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分枝节点</a:t>
            </a:r>
            <a:r>
              <a:rPr lang="en-US"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内点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(internal vertex).</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根树的一般画法</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根画在上方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a:p>
            <a:pPr eaLnBrk="1" hangingPunct="1">
              <a:lnSpc>
                <a:spcPct val="120000"/>
              </a:lnSpc>
            </a:pPr>
            <a:endParaRPr lang="en-US" altLang="zh-CN" b="1" dirty="0">
              <a:latin typeface="Times New Roman" pitchFamily="18" charset="0"/>
              <a:ea typeface="楷体_GB2312"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856" y="2996952"/>
            <a:ext cx="2229161" cy="2457793"/>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p:txBody>
      </p:sp>
      <p:sp>
        <p:nvSpPr>
          <p:cNvPr id="99331" name="Oval 3"/>
          <p:cNvSpPr>
            <a:spLocks noChangeArrowheads="1"/>
          </p:cNvSpPr>
          <p:nvPr/>
        </p:nvSpPr>
        <p:spPr bwMode="auto">
          <a:xfrm>
            <a:off x="3924300" y="692150"/>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A</a:t>
            </a:r>
          </a:p>
        </p:txBody>
      </p:sp>
      <p:sp>
        <p:nvSpPr>
          <p:cNvPr id="99332" name="Oval 4"/>
          <p:cNvSpPr>
            <a:spLocks noChangeArrowheads="1"/>
          </p:cNvSpPr>
          <p:nvPr/>
        </p:nvSpPr>
        <p:spPr bwMode="auto">
          <a:xfrm>
            <a:off x="2484438"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B</a:t>
            </a:r>
          </a:p>
        </p:txBody>
      </p:sp>
      <p:sp>
        <p:nvSpPr>
          <p:cNvPr id="99333" name="Oval 5"/>
          <p:cNvSpPr>
            <a:spLocks noChangeArrowheads="1"/>
          </p:cNvSpPr>
          <p:nvPr/>
        </p:nvSpPr>
        <p:spPr bwMode="auto">
          <a:xfrm>
            <a:off x="3924300" y="16287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C</a:t>
            </a:r>
          </a:p>
        </p:txBody>
      </p:sp>
      <p:sp>
        <p:nvSpPr>
          <p:cNvPr id="99334" name="Oval 6"/>
          <p:cNvSpPr>
            <a:spLocks noChangeArrowheads="1"/>
          </p:cNvSpPr>
          <p:nvPr/>
        </p:nvSpPr>
        <p:spPr bwMode="auto">
          <a:xfrm>
            <a:off x="5148263"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D</a:t>
            </a:r>
          </a:p>
        </p:txBody>
      </p:sp>
      <p:sp>
        <p:nvSpPr>
          <p:cNvPr id="99335" name="Oval 7"/>
          <p:cNvSpPr>
            <a:spLocks noChangeArrowheads="1"/>
          </p:cNvSpPr>
          <p:nvPr/>
        </p:nvSpPr>
        <p:spPr bwMode="auto">
          <a:xfrm>
            <a:off x="169227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E</a:t>
            </a:r>
          </a:p>
        </p:txBody>
      </p:sp>
      <p:sp>
        <p:nvSpPr>
          <p:cNvPr id="99336" name="Oval 8"/>
          <p:cNvSpPr>
            <a:spLocks noChangeArrowheads="1"/>
          </p:cNvSpPr>
          <p:nvPr/>
        </p:nvSpPr>
        <p:spPr bwMode="auto">
          <a:xfrm>
            <a:off x="2771775" y="27082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F</a:t>
            </a:r>
          </a:p>
        </p:txBody>
      </p:sp>
      <p:sp>
        <p:nvSpPr>
          <p:cNvPr id="99337" name="Oval 9"/>
          <p:cNvSpPr>
            <a:spLocks noChangeArrowheads="1"/>
          </p:cNvSpPr>
          <p:nvPr/>
        </p:nvSpPr>
        <p:spPr bwMode="auto">
          <a:xfrm>
            <a:off x="39243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G</a:t>
            </a:r>
          </a:p>
        </p:txBody>
      </p:sp>
      <p:sp>
        <p:nvSpPr>
          <p:cNvPr id="99338" name="Oval 10"/>
          <p:cNvSpPr>
            <a:spLocks noChangeArrowheads="1"/>
          </p:cNvSpPr>
          <p:nvPr/>
        </p:nvSpPr>
        <p:spPr bwMode="auto">
          <a:xfrm>
            <a:off x="9001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K</a:t>
            </a:r>
          </a:p>
        </p:txBody>
      </p:sp>
      <p:sp>
        <p:nvSpPr>
          <p:cNvPr id="99339" name="Oval 11"/>
          <p:cNvSpPr>
            <a:spLocks noChangeArrowheads="1"/>
          </p:cNvSpPr>
          <p:nvPr/>
        </p:nvSpPr>
        <p:spPr bwMode="auto">
          <a:xfrm>
            <a:off x="19796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L</a:t>
            </a:r>
          </a:p>
        </p:txBody>
      </p:sp>
      <p:sp>
        <p:nvSpPr>
          <p:cNvPr id="99340" name="Oval 12"/>
          <p:cNvSpPr>
            <a:spLocks noChangeArrowheads="1"/>
          </p:cNvSpPr>
          <p:nvPr/>
        </p:nvSpPr>
        <p:spPr bwMode="auto">
          <a:xfrm>
            <a:off x="4716463" y="26368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H</a:t>
            </a:r>
          </a:p>
        </p:txBody>
      </p:sp>
      <p:sp>
        <p:nvSpPr>
          <p:cNvPr id="99341" name="Oval 13"/>
          <p:cNvSpPr>
            <a:spLocks noChangeArrowheads="1"/>
          </p:cNvSpPr>
          <p:nvPr/>
        </p:nvSpPr>
        <p:spPr bwMode="auto">
          <a:xfrm>
            <a:off x="54356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I</a:t>
            </a:r>
          </a:p>
        </p:txBody>
      </p:sp>
      <p:sp>
        <p:nvSpPr>
          <p:cNvPr id="99342" name="Oval 14"/>
          <p:cNvSpPr>
            <a:spLocks noChangeArrowheads="1"/>
          </p:cNvSpPr>
          <p:nvPr/>
        </p:nvSpPr>
        <p:spPr bwMode="auto">
          <a:xfrm>
            <a:off x="615632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J</a:t>
            </a:r>
          </a:p>
        </p:txBody>
      </p:sp>
      <p:sp>
        <p:nvSpPr>
          <p:cNvPr id="99343" name="Oval 15"/>
          <p:cNvSpPr>
            <a:spLocks noChangeArrowheads="1"/>
          </p:cNvSpPr>
          <p:nvPr/>
        </p:nvSpPr>
        <p:spPr bwMode="auto">
          <a:xfrm>
            <a:off x="471646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M</a:t>
            </a:r>
          </a:p>
        </p:txBody>
      </p:sp>
      <p:sp>
        <p:nvSpPr>
          <p:cNvPr id="99344" name="Line 16"/>
          <p:cNvSpPr>
            <a:spLocks noChangeShapeType="1"/>
          </p:cNvSpPr>
          <p:nvPr/>
        </p:nvSpPr>
        <p:spPr bwMode="auto">
          <a:xfrm flipH="1">
            <a:off x="2916238" y="1052513"/>
            <a:ext cx="1008062"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5" name="Line 17"/>
          <p:cNvSpPr>
            <a:spLocks noChangeShapeType="1"/>
          </p:cNvSpPr>
          <p:nvPr/>
        </p:nvSpPr>
        <p:spPr bwMode="auto">
          <a:xfrm>
            <a:off x="4140200" y="1196975"/>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6" name="Line 18"/>
          <p:cNvSpPr>
            <a:spLocks noChangeShapeType="1"/>
          </p:cNvSpPr>
          <p:nvPr/>
        </p:nvSpPr>
        <p:spPr bwMode="auto">
          <a:xfrm>
            <a:off x="4356100" y="1052513"/>
            <a:ext cx="8636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7" name="Line 19"/>
          <p:cNvSpPr>
            <a:spLocks noChangeShapeType="1"/>
          </p:cNvSpPr>
          <p:nvPr/>
        </p:nvSpPr>
        <p:spPr bwMode="auto">
          <a:xfrm flipH="1">
            <a:off x="2124075" y="1989138"/>
            <a:ext cx="4318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8" name="Line 20"/>
          <p:cNvSpPr>
            <a:spLocks noChangeShapeType="1"/>
          </p:cNvSpPr>
          <p:nvPr/>
        </p:nvSpPr>
        <p:spPr bwMode="auto">
          <a:xfrm>
            <a:off x="2843213" y="2060575"/>
            <a:ext cx="144462"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9" name="Line 21"/>
          <p:cNvSpPr>
            <a:spLocks noChangeShapeType="1"/>
          </p:cNvSpPr>
          <p:nvPr/>
        </p:nvSpPr>
        <p:spPr bwMode="auto">
          <a:xfrm>
            <a:off x="4140200" y="21336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0" name="Line 22"/>
          <p:cNvSpPr>
            <a:spLocks noChangeShapeType="1"/>
          </p:cNvSpPr>
          <p:nvPr/>
        </p:nvSpPr>
        <p:spPr bwMode="auto">
          <a:xfrm flipH="1">
            <a:off x="5003800" y="2060575"/>
            <a:ext cx="2889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1" name="Line 23"/>
          <p:cNvSpPr>
            <a:spLocks noChangeShapeType="1"/>
          </p:cNvSpPr>
          <p:nvPr/>
        </p:nvSpPr>
        <p:spPr bwMode="auto">
          <a:xfrm>
            <a:off x="5508625" y="2060575"/>
            <a:ext cx="142875"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2" name="Line 24"/>
          <p:cNvSpPr>
            <a:spLocks noChangeShapeType="1"/>
          </p:cNvSpPr>
          <p:nvPr/>
        </p:nvSpPr>
        <p:spPr bwMode="auto">
          <a:xfrm>
            <a:off x="5651500" y="1916833"/>
            <a:ext cx="720725" cy="6485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3" name="Line 25"/>
          <p:cNvSpPr>
            <a:spLocks noChangeShapeType="1"/>
          </p:cNvSpPr>
          <p:nvPr/>
        </p:nvSpPr>
        <p:spPr bwMode="auto">
          <a:xfrm flipH="1">
            <a:off x="1258888" y="3141663"/>
            <a:ext cx="576262"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4" name="Line 26"/>
          <p:cNvSpPr>
            <a:spLocks noChangeShapeType="1"/>
          </p:cNvSpPr>
          <p:nvPr/>
        </p:nvSpPr>
        <p:spPr bwMode="auto">
          <a:xfrm>
            <a:off x="1979613" y="3213100"/>
            <a:ext cx="215900"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55" name="Line 27"/>
          <p:cNvSpPr>
            <a:spLocks noChangeShapeType="1"/>
          </p:cNvSpPr>
          <p:nvPr/>
        </p:nvSpPr>
        <p:spPr bwMode="auto">
          <a:xfrm>
            <a:off x="4932363" y="3213100"/>
            <a:ext cx="0" cy="647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p:txBody>
      </p:sp>
      <p:sp>
        <p:nvSpPr>
          <p:cNvPr id="100355" name="Oval 3"/>
          <p:cNvSpPr>
            <a:spLocks noChangeArrowheads="1"/>
          </p:cNvSpPr>
          <p:nvPr/>
        </p:nvSpPr>
        <p:spPr bwMode="auto">
          <a:xfrm>
            <a:off x="3924300" y="692150"/>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A</a:t>
            </a:r>
          </a:p>
        </p:txBody>
      </p:sp>
      <p:sp>
        <p:nvSpPr>
          <p:cNvPr id="100356" name="Oval 4"/>
          <p:cNvSpPr>
            <a:spLocks noChangeArrowheads="1"/>
          </p:cNvSpPr>
          <p:nvPr/>
        </p:nvSpPr>
        <p:spPr bwMode="auto">
          <a:xfrm>
            <a:off x="2484438"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B</a:t>
            </a:r>
          </a:p>
        </p:txBody>
      </p:sp>
      <p:sp>
        <p:nvSpPr>
          <p:cNvPr id="100357" name="Oval 5"/>
          <p:cNvSpPr>
            <a:spLocks noChangeArrowheads="1"/>
          </p:cNvSpPr>
          <p:nvPr/>
        </p:nvSpPr>
        <p:spPr bwMode="auto">
          <a:xfrm>
            <a:off x="3924300" y="16287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C</a:t>
            </a:r>
          </a:p>
        </p:txBody>
      </p:sp>
      <p:sp>
        <p:nvSpPr>
          <p:cNvPr id="100358" name="Oval 6"/>
          <p:cNvSpPr>
            <a:spLocks noChangeArrowheads="1"/>
          </p:cNvSpPr>
          <p:nvPr/>
        </p:nvSpPr>
        <p:spPr bwMode="auto">
          <a:xfrm>
            <a:off x="5148263"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D</a:t>
            </a:r>
          </a:p>
        </p:txBody>
      </p:sp>
      <p:sp>
        <p:nvSpPr>
          <p:cNvPr id="100359" name="Oval 7"/>
          <p:cNvSpPr>
            <a:spLocks noChangeArrowheads="1"/>
          </p:cNvSpPr>
          <p:nvPr/>
        </p:nvSpPr>
        <p:spPr bwMode="auto">
          <a:xfrm>
            <a:off x="169227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E</a:t>
            </a:r>
          </a:p>
        </p:txBody>
      </p:sp>
      <p:sp>
        <p:nvSpPr>
          <p:cNvPr id="100360" name="Oval 8"/>
          <p:cNvSpPr>
            <a:spLocks noChangeArrowheads="1"/>
          </p:cNvSpPr>
          <p:nvPr/>
        </p:nvSpPr>
        <p:spPr bwMode="auto">
          <a:xfrm>
            <a:off x="2771775" y="27082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F</a:t>
            </a:r>
          </a:p>
        </p:txBody>
      </p:sp>
      <p:sp>
        <p:nvSpPr>
          <p:cNvPr id="100361" name="Oval 9"/>
          <p:cNvSpPr>
            <a:spLocks noChangeArrowheads="1"/>
          </p:cNvSpPr>
          <p:nvPr/>
        </p:nvSpPr>
        <p:spPr bwMode="auto">
          <a:xfrm>
            <a:off x="39243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G</a:t>
            </a:r>
          </a:p>
        </p:txBody>
      </p:sp>
      <p:sp>
        <p:nvSpPr>
          <p:cNvPr id="100362" name="Oval 10"/>
          <p:cNvSpPr>
            <a:spLocks noChangeArrowheads="1"/>
          </p:cNvSpPr>
          <p:nvPr/>
        </p:nvSpPr>
        <p:spPr bwMode="auto">
          <a:xfrm>
            <a:off x="9001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K</a:t>
            </a:r>
          </a:p>
        </p:txBody>
      </p:sp>
      <p:sp>
        <p:nvSpPr>
          <p:cNvPr id="100363" name="Oval 11"/>
          <p:cNvSpPr>
            <a:spLocks noChangeArrowheads="1"/>
          </p:cNvSpPr>
          <p:nvPr/>
        </p:nvSpPr>
        <p:spPr bwMode="auto">
          <a:xfrm>
            <a:off x="19796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L</a:t>
            </a:r>
          </a:p>
        </p:txBody>
      </p:sp>
      <p:sp>
        <p:nvSpPr>
          <p:cNvPr id="100364" name="Oval 12"/>
          <p:cNvSpPr>
            <a:spLocks noChangeArrowheads="1"/>
          </p:cNvSpPr>
          <p:nvPr/>
        </p:nvSpPr>
        <p:spPr bwMode="auto">
          <a:xfrm>
            <a:off x="4716463" y="26368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H</a:t>
            </a:r>
          </a:p>
        </p:txBody>
      </p:sp>
      <p:sp>
        <p:nvSpPr>
          <p:cNvPr id="100365" name="Oval 13"/>
          <p:cNvSpPr>
            <a:spLocks noChangeArrowheads="1"/>
          </p:cNvSpPr>
          <p:nvPr/>
        </p:nvSpPr>
        <p:spPr bwMode="auto">
          <a:xfrm>
            <a:off x="54356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I</a:t>
            </a:r>
          </a:p>
        </p:txBody>
      </p:sp>
      <p:sp>
        <p:nvSpPr>
          <p:cNvPr id="100366" name="Oval 14"/>
          <p:cNvSpPr>
            <a:spLocks noChangeArrowheads="1"/>
          </p:cNvSpPr>
          <p:nvPr/>
        </p:nvSpPr>
        <p:spPr bwMode="auto">
          <a:xfrm>
            <a:off x="615632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J</a:t>
            </a:r>
          </a:p>
        </p:txBody>
      </p:sp>
      <p:sp>
        <p:nvSpPr>
          <p:cNvPr id="100367" name="Oval 15"/>
          <p:cNvSpPr>
            <a:spLocks noChangeArrowheads="1"/>
          </p:cNvSpPr>
          <p:nvPr/>
        </p:nvSpPr>
        <p:spPr bwMode="auto">
          <a:xfrm>
            <a:off x="471646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M</a:t>
            </a:r>
          </a:p>
        </p:txBody>
      </p:sp>
      <p:sp>
        <p:nvSpPr>
          <p:cNvPr id="100368" name="Line 16"/>
          <p:cNvSpPr>
            <a:spLocks noChangeShapeType="1"/>
          </p:cNvSpPr>
          <p:nvPr/>
        </p:nvSpPr>
        <p:spPr bwMode="auto">
          <a:xfrm flipH="1">
            <a:off x="2916238" y="1052513"/>
            <a:ext cx="1008062"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9" name="Line 17"/>
          <p:cNvSpPr>
            <a:spLocks noChangeShapeType="1"/>
          </p:cNvSpPr>
          <p:nvPr/>
        </p:nvSpPr>
        <p:spPr bwMode="auto">
          <a:xfrm>
            <a:off x="4140200" y="119697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0" name="Line 18"/>
          <p:cNvSpPr>
            <a:spLocks noChangeShapeType="1"/>
          </p:cNvSpPr>
          <p:nvPr/>
        </p:nvSpPr>
        <p:spPr bwMode="auto">
          <a:xfrm>
            <a:off x="4356100" y="1052513"/>
            <a:ext cx="863600"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1" name="Line 19"/>
          <p:cNvSpPr>
            <a:spLocks noChangeShapeType="1"/>
          </p:cNvSpPr>
          <p:nvPr/>
        </p:nvSpPr>
        <p:spPr bwMode="auto">
          <a:xfrm flipH="1">
            <a:off x="2124075" y="1989138"/>
            <a:ext cx="431800"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2" name="Line 20"/>
          <p:cNvSpPr>
            <a:spLocks noChangeShapeType="1"/>
          </p:cNvSpPr>
          <p:nvPr/>
        </p:nvSpPr>
        <p:spPr bwMode="auto">
          <a:xfrm>
            <a:off x="2843213" y="1989138"/>
            <a:ext cx="144462"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3" name="Line 21"/>
          <p:cNvSpPr>
            <a:spLocks noChangeShapeType="1"/>
          </p:cNvSpPr>
          <p:nvPr/>
        </p:nvSpPr>
        <p:spPr bwMode="auto">
          <a:xfrm>
            <a:off x="4140200" y="206057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4" name="Line 22"/>
          <p:cNvSpPr>
            <a:spLocks noChangeShapeType="1"/>
          </p:cNvSpPr>
          <p:nvPr/>
        </p:nvSpPr>
        <p:spPr bwMode="auto">
          <a:xfrm flipH="1">
            <a:off x="5003800" y="1989138"/>
            <a:ext cx="360363"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5" name="Line 23"/>
          <p:cNvSpPr>
            <a:spLocks noChangeShapeType="1"/>
          </p:cNvSpPr>
          <p:nvPr/>
        </p:nvSpPr>
        <p:spPr bwMode="auto">
          <a:xfrm>
            <a:off x="5508625" y="1989138"/>
            <a:ext cx="142875"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6" name="Line 24"/>
          <p:cNvSpPr>
            <a:spLocks noChangeShapeType="1"/>
          </p:cNvSpPr>
          <p:nvPr/>
        </p:nvSpPr>
        <p:spPr bwMode="auto">
          <a:xfrm>
            <a:off x="5580063" y="1916113"/>
            <a:ext cx="792162" cy="649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7" name="Line 25"/>
          <p:cNvSpPr>
            <a:spLocks noChangeShapeType="1"/>
          </p:cNvSpPr>
          <p:nvPr/>
        </p:nvSpPr>
        <p:spPr bwMode="auto">
          <a:xfrm flipH="1">
            <a:off x="1187450" y="2997200"/>
            <a:ext cx="647700" cy="9366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8" name="Line 26"/>
          <p:cNvSpPr>
            <a:spLocks noChangeShapeType="1"/>
          </p:cNvSpPr>
          <p:nvPr/>
        </p:nvSpPr>
        <p:spPr bwMode="auto">
          <a:xfrm>
            <a:off x="1979613" y="3068638"/>
            <a:ext cx="21590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9" name="Line 27"/>
          <p:cNvSpPr>
            <a:spLocks noChangeShapeType="1"/>
          </p:cNvSpPr>
          <p:nvPr/>
        </p:nvSpPr>
        <p:spPr bwMode="auto">
          <a:xfrm>
            <a:off x="4932363" y="3068638"/>
            <a:ext cx="0" cy="8651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p:txBody>
      </p:sp>
      <p:sp>
        <p:nvSpPr>
          <p:cNvPr id="101379" name="Oval 3"/>
          <p:cNvSpPr>
            <a:spLocks noChangeArrowheads="1"/>
          </p:cNvSpPr>
          <p:nvPr/>
        </p:nvSpPr>
        <p:spPr bwMode="auto">
          <a:xfrm>
            <a:off x="3924300" y="692150"/>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A</a:t>
            </a:r>
          </a:p>
        </p:txBody>
      </p:sp>
      <p:sp>
        <p:nvSpPr>
          <p:cNvPr id="101380" name="Oval 4"/>
          <p:cNvSpPr>
            <a:spLocks noChangeArrowheads="1"/>
          </p:cNvSpPr>
          <p:nvPr/>
        </p:nvSpPr>
        <p:spPr bwMode="auto">
          <a:xfrm>
            <a:off x="2484438"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B</a:t>
            </a:r>
          </a:p>
        </p:txBody>
      </p:sp>
      <p:sp>
        <p:nvSpPr>
          <p:cNvPr id="101381" name="Oval 5"/>
          <p:cNvSpPr>
            <a:spLocks noChangeArrowheads="1"/>
          </p:cNvSpPr>
          <p:nvPr/>
        </p:nvSpPr>
        <p:spPr bwMode="auto">
          <a:xfrm>
            <a:off x="3924300" y="16287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C</a:t>
            </a:r>
          </a:p>
        </p:txBody>
      </p:sp>
      <p:sp>
        <p:nvSpPr>
          <p:cNvPr id="101382" name="Oval 6"/>
          <p:cNvSpPr>
            <a:spLocks noChangeArrowheads="1"/>
          </p:cNvSpPr>
          <p:nvPr/>
        </p:nvSpPr>
        <p:spPr bwMode="auto">
          <a:xfrm>
            <a:off x="5148263"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D</a:t>
            </a:r>
          </a:p>
        </p:txBody>
      </p:sp>
      <p:sp>
        <p:nvSpPr>
          <p:cNvPr id="101383" name="Oval 7"/>
          <p:cNvSpPr>
            <a:spLocks noChangeArrowheads="1"/>
          </p:cNvSpPr>
          <p:nvPr/>
        </p:nvSpPr>
        <p:spPr bwMode="auto">
          <a:xfrm>
            <a:off x="169227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E</a:t>
            </a:r>
          </a:p>
        </p:txBody>
      </p:sp>
      <p:sp>
        <p:nvSpPr>
          <p:cNvPr id="101384" name="Oval 8"/>
          <p:cNvSpPr>
            <a:spLocks noChangeArrowheads="1"/>
          </p:cNvSpPr>
          <p:nvPr/>
        </p:nvSpPr>
        <p:spPr bwMode="auto">
          <a:xfrm>
            <a:off x="2771775" y="27082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F</a:t>
            </a:r>
          </a:p>
        </p:txBody>
      </p:sp>
      <p:sp>
        <p:nvSpPr>
          <p:cNvPr id="101385" name="Oval 9"/>
          <p:cNvSpPr>
            <a:spLocks noChangeArrowheads="1"/>
          </p:cNvSpPr>
          <p:nvPr/>
        </p:nvSpPr>
        <p:spPr bwMode="auto">
          <a:xfrm>
            <a:off x="39243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G</a:t>
            </a:r>
          </a:p>
        </p:txBody>
      </p:sp>
      <p:sp>
        <p:nvSpPr>
          <p:cNvPr id="101386" name="Oval 10"/>
          <p:cNvSpPr>
            <a:spLocks noChangeArrowheads="1"/>
          </p:cNvSpPr>
          <p:nvPr/>
        </p:nvSpPr>
        <p:spPr bwMode="auto">
          <a:xfrm>
            <a:off x="9001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K</a:t>
            </a:r>
          </a:p>
        </p:txBody>
      </p:sp>
      <p:sp>
        <p:nvSpPr>
          <p:cNvPr id="101387" name="Oval 11"/>
          <p:cNvSpPr>
            <a:spLocks noChangeArrowheads="1"/>
          </p:cNvSpPr>
          <p:nvPr/>
        </p:nvSpPr>
        <p:spPr bwMode="auto">
          <a:xfrm>
            <a:off x="19796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L</a:t>
            </a:r>
          </a:p>
        </p:txBody>
      </p:sp>
      <p:sp>
        <p:nvSpPr>
          <p:cNvPr id="101388" name="Oval 12"/>
          <p:cNvSpPr>
            <a:spLocks noChangeArrowheads="1"/>
          </p:cNvSpPr>
          <p:nvPr/>
        </p:nvSpPr>
        <p:spPr bwMode="auto">
          <a:xfrm>
            <a:off x="4716463" y="26368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H</a:t>
            </a:r>
          </a:p>
        </p:txBody>
      </p:sp>
      <p:sp>
        <p:nvSpPr>
          <p:cNvPr id="101389" name="Oval 13"/>
          <p:cNvSpPr>
            <a:spLocks noChangeArrowheads="1"/>
          </p:cNvSpPr>
          <p:nvPr/>
        </p:nvSpPr>
        <p:spPr bwMode="auto">
          <a:xfrm>
            <a:off x="54356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I</a:t>
            </a:r>
          </a:p>
        </p:txBody>
      </p:sp>
      <p:sp>
        <p:nvSpPr>
          <p:cNvPr id="101390" name="Oval 14"/>
          <p:cNvSpPr>
            <a:spLocks noChangeArrowheads="1"/>
          </p:cNvSpPr>
          <p:nvPr/>
        </p:nvSpPr>
        <p:spPr bwMode="auto">
          <a:xfrm>
            <a:off x="615632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J</a:t>
            </a:r>
          </a:p>
        </p:txBody>
      </p:sp>
      <p:sp>
        <p:nvSpPr>
          <p:cNvPr id="101391" name="Oval 15"/>
          <p:cNvSpPr>
            <a:spLocks noChangeArrowheads="1"/>
          </p:cNvSpPr>
          <p:nvPr/>
        </p:nvSpPr>
        <p:spPr bwMode="auto">
          <a:xfrm>
            <a:off x="471646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M</a:t>
            </a:r>
          </a:p>
        </p:txBody>
      </p:sp>
      <p:sp>
        <p:nvSpPr>
          <p:cNvPr id="101392" name="Line 16"/>
          <p:cNvSpPr>
            <a:spLocks noChangeShapeType="1"/>
          </p:cNvSpPr>
          <p:nvPr/>
        </p:nvSpPr>
        <p:spPr bwMode="auto">
          <a:xfrm flipH="1">
            <a:off x="2916238" y="1052513"/>
            <a:ext cx="1008062"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3" name="Line 17"/>
          <p:cNvSpPr>
            <a:spLocks noChangeShapeType="1"/>
          </p:cNvSpPr>
          <p:nvPr/>
        </p:nvSpPr>
        <p:spPr bwMode="auto">
          <a:xfrm>
            <a:off x="4140200" y="1196975"/>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4" name="Line 18"/>
          <p:cNvSpPr>
            <a:spLocks noChangeShapeType="1"/>
          </p:cNvSpPr>
          <p:nvPr/>
        </p:nvSpPr>
        <p:spPr bwMode="auto">
          <a:xfrm>
            <a:off x="4356100" y="1052513"/>
            <a:ext cx="8636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5" name="Line 19"/>
          <p:cNvSpPr>
            <a:spLocks noChangeShapeType="1"/>
          </p:cNvSpPr>
          <p:nvPr/>
        </p:nvSpPr>
        <p:spPr bwMode="auto">
          <a:xfrm flipH="1">
            <a:off x="2124075" y="1989138"/>
            <a:ext cx="4318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6" name="Line 20"/>
          <p:cNvSpPr>
            <a:spLocks noChangeShapeType="1"/>
          </p:cNvSpPr>
          <p:nvPr/>
        </p:nvSpPr>
        <p:spPr bwMode="auto">
          <a:xfrm>
            <a:off x="2843213" y="2060575"/>
            <a:ext cx="144462"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7" name="Line 21"/>
          <p:cNvSpPr>
            <a:spLocks noChangeShapeType="1"/>
          </p:cNvSpPr>
          <p:nvPr/>
        </p:nvSpPr>
        <p:spPr bwMode="auto">
          <a:xfrm>
            <a:off x="4140200" y="21336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8" name="Line 22"/>
          <p:cNvSpPr>
            <a:spLocks noChangeShapeType="1"/>
          </p:cNvSpPr>
          <p:nvPr/>
        </p:nvSpPr>
        <p:spPr bwMode="auto">
          <a:xfrm flipH="1">
            <a:off x="5003800" y="2060575"/>
            <a:ext cx="2889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399" name="Line 23"/>
          <p:cNvSpPr>
            <a:spLocks noChangeShapeType="1"/>
          </p:cNvSpPr>
          <p:nvPr/>
        </p:nvSpPr>
        <p:spPr bwMode="auto">
          <a:xfrm>
            <a:off x="5508625" y="2060575"/>
            <a:ext cx="142875"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00" name="Line 24"/>
          <p:cNvSpPr>
            <a:spLocks noChangeShapeType="1"/>
          </p:cNvSpPr>
          <p:nvPr/>
        </p:nvSpPr>
        <p:spPr bwMode="auto">
          <a:xfrm>
            <a:off x="5651500" y="2060575"/>
            <a:ext cx="7207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01" name="Line 25"/>
          <p:cNvSpPr>
            <a:spLocks noChangeShapeType="1"/>
          </p:cNvSpPr>
          <p:nvPr/>
        </p:nvSpPr>
        <p:spPr bwMode="auto">
          <a:xfrm flipH="1">
            <a:off x="1258888" y="3141663"/>
            <a:ext cx="576262"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02" name="Line 26"/>
          <p:cNvSpPr>
            <a:spLocks noChangeShapeType="1"/>
          </p:cNvSpPr>
          <p:nvPr/>
        </p:nvSpPr>
        <p:spPr bwMode="auto">
          <a:xfrm>
            <a:off x="1979613" y="3213100"/>
            <a:ext cx="215900"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03" name="Line 27"/>
          <p:cNvSpPr>
            <a:spLocks noChangeShapeType="1"/>
          </p:cNvSpPr>
          <p:nvPr/>
        </p:nvSpPr>
        <p:spPr bwMode="auto">
          <a:xfrm>
            <a:off x="4932363" y="3213100"/>
            <a:ext cx="0" cy="647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1404" name="Object 28"/>
          <p:cNvGraphicFramePr>
            <a:graphicFrameLocks noChangeAspect="1"/>
          </p:cNvGraphicFramePr>
          <p:nvPr/>
        </p:nvGraphicFramePr>
        <p:xfrm>
          <a:off x="3059113" y="619125"/>
          <a:ext cx="736600" cy="401638"/>
        </p:xfrm>
        <a:graphic>
          <a:graphicData uri="http://schemas.openxmlformats.org/presentationml/2006/ole">
            <mc:AlternateContent xmlns:mc="http://schemas.openxmlformats.org/markup-compatibility/2006">
              <mc:Choice xmlns:v="urn:schemas-microsoft-com:vml" Requires="v">
                <p:oleObj name="Equation" r:id="rId2" imgW="228532" imgH="85860" progId="Equation.3">
                  <p:embed/>
                </p:oleObj>
              </mc:Choice>
              <mc:Fallback>
                <p:oleObj name="Equation" r:id="rId2" imgW="228532" imgH="85860" progId="Equation.3">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619125"/>
                        <a:ext cx="736600"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05" name="Object 29"/>
          <p:cNvGraphicFramePr>
            <a:graphicFrameLocks noChangeAspect="1"/>
          </p:cNvGraphicFramePr>
          <p:nvPr/>
        </p:nvGraphicFramePr>
        <p:xfrm>
          <a:off x="107950" y="4076700"/>
          <a:ext cx="704850" cy="430213"/>
        </p:xfrm>
        <a:graphic>
          <a:graphicData uri="http://schemas.openxmlformats.org/presentationml/2006/ole">
            <mc:AlternateContent xmlns:mc="http://schemas.openxmlformats.org/markup-compatibility/2006">
              <mc:Choice xmlns:v="urn:schemas-microsoft-com:vml" Requires="v">
                <p:oleObj name="Equation" r:id="rId4" imgW="219078" imgH="104760" progId="Equation.3">
                  <p:embed/>
                </p:oleObj>
              </mc:Choice>
              <mc:Fallback>
                <p:oleObj name="Equation" r:id="rId4" imgW="219078" imgH="104760" progId="Equation.3">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4076700"/>
                        <a:ext cx="70485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06" name="Object 30"/>
          <p:cNvGraphicFramePr>
            <a:graphicFrameLocks noChangeAspect="1"/>
          </p:cNvGraphicFramePr>
          <p:nvPr/>
        </p:nvGraphicFramePr>
        <p:xfrm>
          <a:off x="7594600" y="677863"/>
          <a:ext cx="306388" cy="430212"/>
        </p:xfrm>
        <a:graphic>
          <a:graphicData uri="http://schemas.openxmlformats.org/presentationml/2006/ole">
            <mc:AlternateContent xmlns:mc="http://schemas.openxmlformats.org/markup-compatibility/2006">
              <mc:Choice xmlns:v="urn:schemas-microsoft-com:vml" Requires="v">
                <p:oleObj name="Equation" r:id="rId6" imgW="47543" imgH="104760" progId="Equation.3">
                  <p:embed/>
                </p:oleObj>
              </mc:Choice>
              <mc:Fallback>
                <p:oleObj name="Equation" r:id="rId6" imgW="47543" imgH="104760" progId="Equation.3">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94600" y="677863"/>
                        <a:ext cx="306388"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01407" name="Object 31"/>
              <p:cNvSpPr txBox="1"/>
              <p:nvPr/>
            </p:nvSpPr>
            <p:spPr bwMode="auto">
              <a:xfrm>
                <a:off x="7594283" y="1511300"/>
                <a:ext cx="214313" cy="4000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0">
                          <a:solidFill>
                            <a:srgbClr val="000000"/>
                          </a:solidFill>
                          <a:latin typeface="Cambria Math" panose="02040503050406030204" pitchFamily="18" charset="0"/>
                        </a:rPr>
                        <m:t>1</m:t>
                      </m:r>
                    </m:oMath>
                  </m:oMathPara>
                </a14:m>
                <a:endParaRPr lang="zh-CN" altLang="en-US" sz="2400" dirty="0"/>
              </a:p>
            </p:txBody>
          </p:sp>
        </mc:Choice>
        <mc:Fallback xmlns="">
          <p:sp>
            <p:nvSpPr>
              <p:cNvPr id="101407" name="Object 31"/>
              <p:cNvSpPr txBox="1">
                <a:spLocks noRot="1" noChangeAspect="1" noMove="1" noResize="1" noEditPoints="1" noAdjustHandles="1" noChangeArrowheads="1" noChangeShapeType="1" noTextEdit="1"/>
              </p:cNvSpPr>
              <p:nvPr/>
            </p:nvSpPr>
            <p:spPr bwMode="auto">
              <a:xfrm>
                <a:off x="7594283" y="1511300"/>
                <a:ext cx="214313" cy="400050"/>
              </a:xfrm>
              <a:prstGeom prst="rect">
                <a:avLst/>
              </a:prstGeom>
              <a:blipFill>
                <a:blip r:embed="rId8"/>
                <a:stretch>
                  <a:fillRect l="-8571" r="-71429" b="-12121"/>
                </a:stretch>
              </a:blipFill>
              <a:ln>
                <a:noFill/>
              </a:ln>
              <a:effectLst/>
            </p:spPr>
            <p:txBody>
              <a:bodyPr/>
              <a:lstStyle/>
              <a:p>
                <a:r>
                  <a:rPr lang="zh-CN" altLang="en-US">
                    <a:noFill/>
                  </a:rPr>
                  <a:t> </a:t>
                </a:r>
              </a:p>
            </p:txBody>
          </p:sp>
        </mc:Fallback>
      </mc:AlternateContent>
      <p:graphicFrame>
        <p:nvGraphicFramePr>
          <p:cNvPr id="101408" name="Object 32"/>
          <p:cNvGraphicFramePr>
            <a:graphicFrameLocks noChangeAspect="1"/>
          </p:cNvGraphicFramePr>
          <p:nvPr/>
        </p:nvGraphicFramePr>
        <p:xfrm>
          <a:off x="7596188" y="2651125"/>
          <a:ext cx="306387" cy="400050"/>
        </p:xfrm>
        <a:graphic>
          <a:graphicData uri="http://schemas.openxmlformats.org/presentationml/2006/ole">
            <mc:AlternateContent xmlns:mc="http://schemas.openxmlformats.org/markup-compatibility/2006">
              <mc:Choice xmlns:v="urn:schemas-microsoft-com:vml" Requires="v">
                <p:oleObj name="Equation" r:id="rId9" imgW="47543" imgH="85860" progId="Equation.3">
                  <p:embed/>
                </p:oleObj>
              </mc:Choice>
              <mc:Fallback>
                <p:oleObj name="Equation" r:id="rId9" imgW="47543" imgH="85860" progId="Equation.3">
                  <p:embed/>
                  <p:pic>
                    <p:nvPicPr>
                      <p:cNvPr id="0"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96188" y="2651125"/>
                        <a:ext cx="306387"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09" name="Object 33"/>
          <p:cNvGraphicFramePr>
            <a:graphicFrameLocks noChangeAspect="1"/>
          </p:cNvGraphicFramePr>
          <p:nvPr/>
        </p:nvGraphicFramePr>
        <p:xfrm>
          <a:off x="7612063" y="3933825"/>
          <a:ext cx="274637" cy="430213"/>
        </p:xfrm>
        <a:graphic>
          <a:graphicData uri="http://schemas.openxmlformats.org/presentationml/2006/ole">
            <mc:AlternateContent xmlns:mc="http://schemas.openxmlformats.org/markup-compatibility/2006">
              <mc:Choice xmlns:v="urn:schemas-microsoft-com:vml" Requires="v">
                <p:oleObj name="Equation" r:id="rId11" imgW="38089" imgH="104760" progId="Equation.3">
                  <p:embed/>
                </p:oleObj>
              </mc:Choice>
              <mc:Fallback>
                <p:oleObj name="Equation" r:id="rId11" imgW="38089" imgH="104760" progId="Equation.3">
                  <p:embed/>
                  <p:pic>
                    <p:nvPicPr>
                      <p:cNvPr id="0" name="Object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12063" y="3933825"/>
                        <a:ext cx="274637"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10" name="Object 34"/>
          <p:cNvGraphicFramePr>
            <a:graphicFrameLocks noChangeAspect="1"/>
          </p:cNvGraphicFramePr>
          <p:nvPr/>
        </p:nvGraphicFramePr>
        <p:xfrm>
          <a:off x="1476375" y="4868863"/>
          <a:ext cx="6170613" cy="522287"/>
        </p:xfrm>
        <a:graphic>
          <a:graphicData uri="http://schemas.openxmlformats.org/presentationml/2006/ole">
            <mc:AlternateContent xmlns:mc="http://schemas.openxmlformats.org/markup-compatibility/2006">
              <mc:Choice xmlns:v="urn:schemas-microsoft-com:vml" Requires="v">
                <p:oleObj name="公式" r:id="rId13" imgW="2476579" imgH="142830" progId="Equation.3">
                  <p:embed/>
                </p:oleObj>
              </mc:Choice>
              <mc:Fallback>
                <p:oleObj name="公式" r:id="rId13" imgW="2476579" imgH="142830" progId="Equation.3">
                  <p:embed/>
                  <p:pic>
                    <p:nvPicPr>
                      <p:cNvPr id="0" name="Object 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76375" y="4868863"/>
                        <a:ext cx="6170613"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11" name="Object 35"/>
          <p:cNvGraphicFramePr>
            <a:graphicFrameLocks noChangeAspect="1"/>
          </p:cNvGraphicFramePr>
          <p:nvPr/>
        </p:nvGraphicFramePr>
        <p:xfrm>
          <a:off x="539750" y="1484313"/>
          <a:ext cx="1565275" cy="492125"/>
        </p:xfrm>
        <a:graphic>
          <a:graphicData uri="http://schemas.openxmlformats.org/presentationml/2006/ole">
            <mc:AlternateContent xmlns:mc="http://schemas.openxmlformats.org/markup-compatibility/2006">
              <mc:Choice xmlns:v="urn:schemas-microsoft-com:vml" Requires="v">
                <p:oleObj name="Equation" r:id="rId15" imgW="571601" imgH="123930" progId="Equation.3">
                  <p:embed/>
                </p:oleObj>
              </mc:Choice>
              <mc:Fallback>
                <p:oleObj name="Equation" r:id="rId15" imgW="571601" imgH="123930" progId="Equation.3">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9750" y="1484313"/>
                        <a:ext cx="156527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12" name="Object 36"/>
          <p:cNvGraphicFramePr>
            <a:graphicFrameLocks noChangeAspect="1"/>
          </p:cNvGraphicFramePr>
          <p:nvPr/>
        </p:nvGraphicFramePr>
        <p:xfrm>
          <a:off x="938213" y="2276475"/>
          <a:ext cx="766762" cy="492125"/>
        </p:xfrm>
        <a:graphic>
          <a:graphicData uri="http://schemas.openxmlformats.org/presentationml/2006/ole">
            <mc:AlternateContent xmlns:mc="http://schemas.openxmlformats.org/markup-compatibility/2006">
              <mc:Choice xmlns:v="urn:schemas-microsoft-com:vml" Requires="v">
                <p:oleObj name="Equation" r:id="rId17" imgW="238257" imgH="123930" progId="Equation.3">
                  <p:embed/>
                </p:oleObj>
              </mc:Choice>
              <mc:Fallback>
                <p:oleObj name="Equation" r:id="rId17" imgW="238257" imgH="123930" progId="Equation.3">
                  <p:embed/>
                  <p:pic>
                    <p:nvPicPr>
                      <p:cNvPr id="0" name="Object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8213" y="2276475"/>
                        <a:ext cx="766762"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13" name="Object 37"/>
          <p:cNvGraphicFramePr>
            <a:graphicFrameLocks noChangeAspect="1"/>
          </p:cNvGraphicFramePr>
          <p:nvPr/>
        </p:nvGraphicFramePr>
        <p:xfrm>
          <a:off x="4211638" y="5734050"/>
          <a:ext cx="3529012" cy="490538"/>
        </p:xfrm>
        <a:graphic>
          <a:graphicData uri="http://schemas.openxmlformats.org/presentationml/2006/ole">
            <mc:AlternateContent xmlns:mc="http://schemas.openxmlformats.org/markup-compatibility/2006">
              <mc:Choice xmlns:v="urn:schemas-microsoft-com:vml" Requires="v">
                <p:oleObj name="公式" r:id="rId19" imgW="1381190" imgH="123930" progId="Equation.3">
                  <p:embed/>
                </p:oleObj>
              </mc:Choice>
              <mc:Fallback>
                <p:oleObj name="公式" r:id="rId19" imgW="1381190" imgH="123930" progId="Equation.3">
                  <p:embed/>
                  <p:pic>
                    <p:nvPicPr>
                      <p:cNvPr id="0"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11638" y="5734050"/>
                        <a:ext cx="3529012"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若有向边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则称</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双亲节点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父节点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(parent),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u</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孩子节点</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子节点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(child).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节点的</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祖先</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(ancestor)</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是从根节点到该节点的路径上所经过的所有分枝节点</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从一个节点可以到达的任意节点都称为该节点的</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后代</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(offspring, descendants,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子孙</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(c)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从根节点到任意节点有且仅有一条路径</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从根节点到某个节点的路径的长度称为该节点的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层</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级</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(level).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其父节点在同一层的节点互为堂兄弟</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根树中节点的</a:t>
            </a:r>
            <a:r>
              <a:rPr lang="zh-CN" altLang="en-US" b="1" dirty="0">
                <a:solidFill>
                  <a:srgbClr val="7030A0"/>
                </a:solidFill>
                <a:latin typeface="Times New Roman" panose="02020603050405020304" pitchFamily="18" charset="0"/>
                <a:ea typeface="楷体" panose="02010609060101010101" pitchFamily="49" charset="-122"/>
                <a:cs typeface="Times New Roman" panose="02020603050405020304" pitchFamily="18" charset="0"/>
              </a:rPr>
              <a:t>最大层次</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称为根树的</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高度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(height)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或</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深度</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(depth). </a:t>
            </a:r>
          </a:p>
          <a:p>
            <a:pPr eaLnBrk="1" hangingPunct="1">
              <a:lnSpc>
                <a:spcPct val="120000"/>
              </a:lnSpc>
            </a:pPr>
            <a:endParaRPr lang="en-US" altLang="zh-CN" b="1" dirty="0">
              <a:latin typeface="Times New Roman" pitchFamily="18" charset="0"/>
              <a:ea typeface="楷体_GB2312" pitchFamily="49" charset="-122"/>
            </a:endParaRPr>
          </a:p>
          <a:p>
            <a:pPr eaLnBrk="1" hangingPunct="1">
              <a:lnSpc>
                <a:spcPct val="120000"/>
              </a:lnSpc>
            </a:pPr>
            <a:endParaRPr lang="en-US" altLang="zh-CN" b="1" dirty="0">
              <a:latin typeface="Times New Roman" pitchFamily="18" charset="0"/>
              <a:ea typeface="楷体_GB2312" pitchFamily="49"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p:nvPr>
        </p:nvSpPr>
        <p:spPr/>
        <p:txBody>
          <a:bodyPr/>
          <a:lstStyle/>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Remark </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关于根树中节点的层</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(level)</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的含义在有些</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数据结构</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中有所不同</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它们将根节点称为第</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层节点</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其子节点称为第</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层节点</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依次类推</a:t>
            </a:r>
            <a:r>
              <a:rPr lang="en-US" altLang="zh-CN" b="1" dirty="0">
                <a:solidFill>
                  <a:schemeClr val="bg2">
                    <a:lumMod val="75000"/>
                  </a:schemeClr>
                </a:solidFill>
                <a:latin typeface="Times New Roman" panose="02020603050405020304" pitchFamily="18" charset="0"/>
                <a:ea typeface="楷体" panose="02010609060101010101" pitchFamily="49" charset="-122"/>
                <a:cs typeface="Times New Roman" panose="02020603050405020304" pitchFamily="18" charset="0"/>
              </a:rPr>
              <a:t>. </a:t>
            </a:r>
          </a:p>
          <a:p>
            <a:pPr eaLnBrk="1" hangingPunct="1">
              <a:lnSpc>
                <a:spcPct val="120000"/>
              </a:lnSpc>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eaLnBrk="1" hangingPunct="1">
              <a:lnSpc>
                <a:spcPct val="120000"/>
              </a:lnSpc>
            </a:pPr>
            <a:r>
              <a:rPr lang="en-US" altLang="zh-CN" b="1" dirty="0">
                <a:latin typeface="Times New Roman" panose="02020603050405020304" pitchFamily="18" charset="0"/>
                <a:ea typeface="楷体" panose="02010609060101010101" pitchFamily="49" charset="-122"/>
                <a:cs typeface="Times New Roman" panose="02020603050405020304" pitchFamily="18" charset="0"/>
              </a:rPr>
              <a:t>(d)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Def</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7-8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设</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是一棵根树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b="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 </a:t>
            </a:r>
            <a:r>
              <a:rPr lang="en-US" altLang="zh-CN" b="1" i="1" dirty="0">
                <a:latin typeface="Times New Roman" panose="02020603050405020304" pitchFamily="18" charset="0"/>
                <a:ea typeface="楷体" panose="02010609060101010101" pitchFamily="49" charset="-122"/>
                <a:cs typeface="Times New Roman" panose="02020603050405020304" pitchFamily="18" charset="0"/>
                <a:sym typeface="Symbol" pitchFamily="18" charset="2"/>
              </a:rPr>
              <a:t>V</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由节点</a:t>
            </a:r>
            <a:r>
              <a:rPr lang="en-US" altLang="zh-CN" b="1" i="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v</a:t>
            </a:r>
            <a:r>
              <a:rPr lang="zh-CN" altLang="en-US" b="1" dirty="0">
                <a:solidFill>
                  <a:srgbClr val="0070C0"/>
                </a:solidFill>
                <a:latin typeface="Times New Roman" panose="02020603050405020304" pitchFamily="18" charset="0"/>
                <a:ea typeface="楷体" panose="02010609060101010101" pitchFamily="49" charset="-122"/>
                <a:cs typeface="Times New Roman" panose="02020603050405020304" pitchFamily="18" charset="0"/>
              </a:rPr>
              <a:t>及其所有后代导出的</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子图称为</a:t>
            </a:r>
            <a:r>
              <a:rPr lang="en-US" altLang="zh-CN" b="1" i="1" dirty="0">
                <a:latin typeface="Times New Roman" panose="02020603050405020304" pitchFamily="18" charset="0"/>
                <a:ea typeface="楷体" panose="02010609060101010101" pitchFamily="49" charset="-122"/>
                <a:cs typeface="Times New Roman" panose="02020603050405020304" pitchFamily="18" charset="0"/>
              </a:rPr>
              <a:t>G</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根子树</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(rooted </a:t>
            </a:r>
            <a:r>
              <a:rPr lang="en-US" altLang="zh-CN" b="1" dirty="0" err="1">
                <a:latin typeface="Times New Roman" panose="02020603050405020304" pitchFamily="18" charset="0"/>
                <a:ea typeface="楷体" panose="02010609060101010101" pitchFamily="49" charset="-122"/>
                <a:cs typeface="Times New Roman" panose="02020603050405020304" pitchFamily="18" charset="0"/>
              </a:rPr>
              <a:t>subtree</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可以简称为</a:t>
            </a: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子树</a:t>
            </a:r>
            <a:r>
              <a:rPr lang="en-US" altLang="zh-CN" b="1" dirty="0">
                <a:latin typeface="Times New Roman" pitchFamily="18" charset="0"/>
                <a:ea typeface="楷体_GB2312" pitchFamily="49" charset="-122"/>
              </a:rPr>
              <a:t>(</a:t>
            </a:r>
            <a:r>
              <a:rPr lang="en-US" altLang="zh-CN" b="1" dirty="0" err="1">
                <a:latin typeface="Times New Roman" pitchFamily="18" charset="0"/>
                <a:ea typeface="楷体_GB2312" pitchFamily="49" charset="-122"/>
              </a:rPr>
              <a:t>subtree</a:t>
            </a:r>
            <a:r>
              <a:rPr lang="en-US" altLang="zh-CN" b="1" dirty="0">
                <a:latin typeface="Times New Roman" pitchFamily="18" charset="0"/>
                <a:ea typeface="楷体_GB2312" pitchFamily="49" charset="-122"/>
              </a:rPr>
              <a: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p:nvPr>
        </p:nvSpPr>
        <p:spPr/>
        <p:txBody>
          <a:bodyPr/>
          <a:lstStyle/>
          <a:p>
            <a:pPr eaLnBrk="1" hangingPunct="1"/>
            <a:endParaRPr lang="en-US" altLang="zh-CN"/>
          </a:p>
          <a:p>
            <a:pPr eaLnBrk="1" hangingPunct="1"/>
            <a:endParaRPr lang="en-US" altLang="zh-CN"/>
          </a:p>
          <a:p>
            <a:pPr eaLnBrk="1" hangingPunct="1"/>
            <a:endParaRPr lang="en-US" altLang="zh-CN"/>
          </a:p>
        </p:txBody>
      </p:sp>
      <p:sp>
        <p:nvSpPr>
          <p:cNvPr id="105475" name="Oval 3"/>
          <p:cNvSpPr>
            <a:spLocks noChangeArrowheads="1"/>
          </p:cNvSpPr>
          <p:nvPr/>
        </p:nvSpPr>
        <p:spPr bwMode="auto">
          <a:xfrm>
            <a:off x="3924300" y="692150"/>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A</a:t>
            </a:r>
          </a:p>
        </p:txBody>
      </p:sp>
      <p:sp>
        <p:nvSpPr>
          <p:cNvPr id="105476" name="Oval 4"/>
          <p:cNvSpPr>
            <a:spLocks noChangeArrowheads="1"/>
          </p:cNvSpPr>
          <p:nvPr/>
        </p:nvSpPr>
        <p:spPr bwMode="auto">
          <a:xfrm>
            <a:off x="2484438"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B</a:t>
            </a:r>
          </a:p>
        </p:txBody>
      </p:sp>
      <p:sp>
        <p:nvSpPr>
          <p:cNvPr id="105477" name="Oval 5"/>
          <p:cNvSpPr>
            <a:spLocks noChangeArrowheads="1"/>
          </p:cNvSpPr>
          <p:nvPr/>
        </p:nvSpPr>
        <p:spPr bwMode="auto">
          <a:xfrm>
            <a:off x="3924300" y="16287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C</a:t>
            </a:r>
          </a:p>
        </p:txBody>
      </p:sp>
      <p:sp>
        <p:nvSpPr>
          <p:cNvPr id="105478" name="Oval 6"/>
          <p:cNvSpPr>
            <a:spLocks noChangeArrowheads="1"/>
          </p:cNvSpPr>
          <p:nvPr/>
        </p:nvSpPr>
        <p:spPr bwMode="auto">
          <a:xfrm>
            <a:off x="5148263" y="15573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D</a:t>
            </a:r>
          </a:p>
        </p:txBody>
      </p:sp>
      <p:sp>
        <p:nvSpPr>
          <p:cNvPr id="105479" name="Oval 7"/>
          <p:cNvSpPr>
            <a:spLocks noChangeArrowheads="1"/>
          </p:cNvSpPr>
          <p:nvPr/>
        </p:nvSpPr>
        <p:spPr bwMode="auto">
          <a:xfrm>
            <a:off x="169227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E</a:t>
            </a:r>
          </a:p>
        </p:txBody>
      </p:sp>
      <p:sp>
        <p:nvSpPr>
          <p:cNvPr id="105480" name="Oval 8"/>
          <p:cNvSpPr>
            <a:spLocks noChangeArrowheads="1"/>
          </p:cNvSpPr>
          <p:nvPr/>
        </p:nvSpPr>
        <p:spPr bwMode="auto">
          <a:xfrm>
            <a:off x="2771775" y="2708275"/>
            <a:ext cx="503238" cy="433388"/>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F</a:t>
            </a:r>
          </a:p>
        </p:txBody>
      </p:sp>
      <p:sp>
        <p:nvSpPr>
          <p:cNvPr id="105481" name="Oval 9"/>
          <p:cNvSpPr>
            <a:spLocks noChangeArrowheads="1"/>
          </p:cNvSpPr>
          <p:nvPr/>
        </p:nvSpPr>
        <p:spPr bwMode="auto">
          <a:xfrm>
            <a:off x="39243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G</a:t>
            </a:r>
          </a:p>
        </p:txBody>
      </p:sp>
      <p:sp>
        <p:nvSpPr>
          <p:cNvPr id="105482" name="Oval 10"/>
          <p:cNvSpPr>
            <a:spLocks noChangeArrowheads="1"/>
          </p:cNvSpPr>
          <p:nvPr/>
        </p:nvSpPr>
        <p:spPr bwMode="auto">
          <a:xfrm>
            <a:off x="9001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K</a:t>
            </a:r>
          </a:p>
        </p:txBody>
      </p:sp>
      <p:sp>
        <p:nvSpPr>
          <p:cNvPr id="105483" name="Oval 11"/>
          <p:cNvSpPr>
            <a:spLocks noChangeArrowheads="1"/>
          </p:cNvSpPr>
          <p:nvPr/>
        </p:nvSpPr>
        <p:spPr bwMode="auto">
          <a:xfrm>
            <a:off x="197961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L</a:t>
            </a:r>
          </a:p>
        </p:txBody>
      </p:sp>
      <p:sp>
        <p:nvSpPr>
          <p:cNvPr id="105484" name="Oval 12"/>
          <p:cNvSpPr>
            <a:spLocks noChangeArrowheads="1"/>
          </p:cNvSpPr>
          <p:nvPr/>
        </p:nvSpPr>
        <p:spPr bwMode="auto">
          <a:xfrm>
            <a:off x="4716463" y="2636838"/>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H</a:t>
            </a:r>
          </a:p>
        </p:txBody>
      </p:sp>
      <p:sp>
        <p:nvSpPr>
          <p:cNvPr id="105485" name="Oval 13"/>
          <p:cNvSpPr>
            <a:spLocks noChangeArrowheads="1"/>
          </p:cNvSpPr>
          <p:nvPr/>
        </p:nvSpPr>
        <p:spPr bwMode="auto">
          <a:xfrm>
            <a:off x="5435600"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I</a:t>
            </a:r>
          </a:p>
        </p:txBody>
      </p:sp>
      <p:sp>
        <p:nvSpPr>
          <p:cNvPr id="105486" name="Oval 14"/>
          <p:cNvSpPr>
            <a:spLocks noChangeArrowheads="1"/>
          </p:cNvSpPr>
          <p:nvPr/>
        </p:nvSpPr>
        <p:spPr bwMode="auto">
          <a:xfrm>
            <a:off x="6156325" y="2636838"/>
            <a:ext cx="503238"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J</a:t>
            </a:r>
          </a:p>
        </p:txBody>
      </p:sp>
      <p:sp>
        <p:nvSpPr>
          <p:cNvPr id="105487" name="Oval 15"/>
          <p:cNvSpPr>
            <a:spLocks noChangeArrowheads="1"/>
          </p:cNvSpPr>
          <p:nvPr/>
        </p:nvSpPr>
        <p:spPr bwMode="auto">
          <a:xfrm>
            <a:off x="4716463" y="4005263"/>
            <a:ext cx="503237" cy="433387"/>
          </a:xfrm>
          <a:prstGeom prst="ellipse">
            <a:avLst/>
          </a:prstGeom>
          <a:solidFill>
            <a:schemeClr val="accent1"/>
          </a:solidFill>
          <a:ln w="9525">
            <a:solidFill>
              <a:schemeClr val="tx1"/>
            </a:solidFill>
            <a:round/>
            <a:headEnd/>
            <a:tailEnd/>
          </a:ln>
        </p:spPr>
        <p:txBody>
          <a:bodyPr wrap="none" anchor="ctr"/>
          <a:lstStyle/>
          <a:p>
            <a:pPr algn="ctr"/>
            <a:r>
              <a:rPr lang="en-US" altLang="zh-CN" i="1">
                <a:latin typeface="Verdana" pitchFamily="34" charset="0"/>
              </a:rPr>
              <a:t>M</a:t>
            </a:r>
          </a:p>
        </p:txBody>
      </p:sp>
      <p:sp>
        <p:nvSpPr>
          <p:cNvPr id="105488" name="Line 16"/>
          <p:cNvSpPr>
            <a:spLocks noChangeShapeType="1"/>
          </p:cNvSpPr>
          <p:nvPr/>
        </p:nvSpPr>
        <p:spPr bwMode="auto">
          <a:xfrm flipH="1">
            <a:off x="2916238" y="1052513"/>
            <a:ext cx="1008062"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89" name="Line 17"/>
          <p:cNvSpPr>
            <a:spLocks noChangeShapeType="1"/>
          </p:cNvSpPr>
          <p:nvPr/>
        </p:nvSpPr>
        <p:spPr bwMode="auto">
          <a:xfrm>
            <a:off x="4140200" y="1196975"/>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0" name="Line 18"/>
          <p:cNvSpPr>
            <a:spLocks noChangeShapeType="1"/>
          </p:cNvSpPr>
          <p:nvPr/>
        </p:nvSpPr>
        <p:spPr bwMode="auto">
          <a:xfrm>
            <a:off x="4356100" y="1052513"/>
            <a:ext cx="8636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1" name="Line 19"/>
          <p:cNvSpPr>
            <a:spLocks noChangeShapeType="1"/>
          </p:cNvSpPr>
          <p:nvPr/>
        </p:nvSpPr>
        <p:spPr bwMode="auto">
          <a:xfrm flipH="1">
            <a:off x="2124075" y="1989138"/>
            <a:ext cx="4318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2" name="Line 20"/>
          <p:cNvSpPr>
            <a:spLocks noChangeShapeType="1"/>
          </p:cNvSpPr>
          <p:nvPr/>
        </p:nvSpPr>
        <p:spPr bwMode="auto">
          <a:xfrm>
            <a:off x="2843213" y="2060575"/>
            <a:ext cx="144462"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3" name="Line 21"/>
          <p:cNvSpPr>
            <a:spLocks noChangeShapeType="1"/>
          </p:cNvSpPr>
          <p:nvPr/>
        </p:nvSpPr>
        <p:spPr bwMode="auto">
          <a:xfrm>
            <a:off x="4140200" y="21336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4" name="Line 22"/>
          <p:cNvSpPr>
            <a:spLocks noChangeShapeType="1"/>
          </p:cNvSpPr>
          <p:nvPr/>
        </p:nvSpPr>
        <p:spPr bwMode="auto">
          <a:xfrm flipH="1">
            <a:off x="5003800" y="2060575"/>
            <a:ext cx="2889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5" name="Line 23"/>
          <p:cNvSpPr>
            <a:spLocks noChangeShapeType="1"/>
          </p:cNvSpPr>
          <p:nvPr/>
        </p:nvSpPr>
        <p:spPr bwMode="auto">
          <a:xfrm>
            <a:off x="5508625" y="2060575"/>
            <a:ext cx="142875"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6" name="Line 24"/>
          <p:cNvSpPr>
            <a:spLocks noChangeShapeType="1"/>
          </p:cNvSpPr>
          <p:nvPr/>
        </p:nvSpPr>
        <p:spPr bwMode="auto">
          <a:xfrm>
            <a:off x="5651500" y="2060575"/>
            <a:ext cx="720725"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7" name="Line 25"/>
          <p:cNvSpPr>
            <a:spLocks noChangeShapeType="1"/>
          </p:cNvSpPr>
          <p:nvPr/>
        </p:nvSpPr>
        <p:spPr bwMode="auto">
          <a:xfrm flipH="1">
            <a:off x="1258888" y="3141663"/>
            <a:ext cx="576262" cy="792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8" name="Line 26"/>
          <p:cNvSpPr>
            <a:spLocks noChangeShapeType="1"/>
          </p:cNvSpPr>
          <p:nvPr/>
        </p:nvSpPr>
        <p:spPr bwMode="auto">
          <a:xfrm>
            <a:off x="1979613" y="3213100"/>
            <a:ext cx="215900"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499" name="Line 27"/>
          <p:cNvSpPr>
            <a:spLocks noChangeShapeType="1"/>
          </p:cNvSpPr>
          <p:nvPr/>
        </p:nvSpPr>
        <p:spPr bwMode="auto">
          <a:xfrm>
            <a:off x="4932363" y="3213100"/>
            <a:ext cx="0" cy="647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00" name="Freeform 28"/>
          <p:cNvSpPr>
            <a:spLocks/>
          </p:cNvSpPr>
          <p:nvPr/>
        </p:nvSpPr>
        <p:spPr bwMode="auto">
          <a:xfrm>
            <a:off x="390686" y="1358710"/>
            <a:ext cx="3132137" cy="4086514"/>
          </a:xfrm>
          <a:custGeom>
            <a:avLst/>
            <a:gdLst>
              <a:gd name="T0" fmla="*/ 2147483647 w 1973"/>
              <a:gd name="T1" fmla="*/ 2147483647 h 2819"/>
              <a:gd name="T2" fmla="*/ 2147483647 w 1973"/>
              <a:gd name="T3" fmla="*/ 2147483647 h 2819"/>
              <a:gd name="T4" fmla="*/ 2147483647 w 1973"/>
              <a:gd name="T5" fmla="*/ 2147483647 h 2819"/>
              <a:gd name="T6" fmla="*/ 2147483647 w 1973"/>
              <a:gd name="T7" fmla="*/ 2147483647 h 2819"/>
              <a:gd name="T8" fmla="*/ 2147483647 w 1973"/>
              <a:gd name="T9" fmla="*/ 2147483647 h 2819"/>
              <a:gd name="T10" fmla="*/ 2147483647 w 1973"/>
              <a:gd name="T11" fmla="*/ 2147483647 h 2819"/>
              <a:gd name="T12" fmla="*/ 2147483647 w 1973"/>
              <a:gd name="T13" fmla="*/ 2147483647 h 2819"/>
              <a:gd name="T14" fmla="*/ 0 60000 65536"/>
              <a:gd name="T15" fmla="*/ 0 60000 65536"/>
              <a:gd name="T16" fmla="*/ 0 60000 65536"/>
              <a:gd name="T17" fmla="*/ 0 60000 65536"/>
              <a:gd name="T18" fmla="*/ 0 60000 65536"/>
              <a:gd name="T19" fmla="*/ 0 60000 65536"/>
              <a:gd name="T20" fmla="*/ 0 60000 65536"/>
              <a:gd name="T21" fmla="*/ 0 w 1973"/>
              <a:gd name="T22" fmla="*/ 0 h 2819"/>
              <a:gd name="T23" fmla="*/ 1973 w 1973"/>
              <a:gd name="T24" fmla="*/ 2819 h 28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73" h="2819">
                <a:moveTo>
                  <a:pt x="53" y="2237"/>
                </a:moveTo>
                <a:cubicBezTo>
                  <a:pt x="26" y="1692"/>
                  <a:pt x="0" y="1148"/>
                  <a:pt x="234" y="785"/>
                </a:cubicBezTo>
                <a:cubicBezTo>
                  <a:pt x="468" y="422"/>
                  <a:pt x="1179" y="120"/>
                  <a:pt x="1459" y="60"/>
                </a:cubicBezTo>
                <a:cubicBezTo>
                  <a:pt x="1739" y="0"/>
                  <a:pt x="1853" y="142"/>
                  <a:pt x="1913" y="422"/>
                </a:cubicBezTo>
                <a:cubicBezTo>
                  <a:pt x="1973" y="702"/>
                  <a:pt x="1920" y="1352"/>
                  <a:pt x="1822" y="1738"/>
                </a:cubicBezTo>
                <a:cubicBezTo>
                  <a:pt x="1724" y="2124"/>
                  <a:pt x="1603" y="2653"/>
                  <a:pt x="1323" y="2736"/>
                </a:cubicBezTo>
                <a:cubicBezTo>
                  <a:pt x="1043" y="2819"/>
                  <a:pt x="593" y="2528"/>
                  <a:pt x="144" y="2237"/>
                </a:cubicBezTo>
              </a:path>
            </a:pathLst>
          </a:cu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AutoShape 2"/>
          <p:cNvSpPr>
            <a:spLocks noChangeArrowheads="1"/>
          </p:cNvSpPr>
          <p:nvPr/>
        </p:nvSpPr>
        <p:spPr bwMode="ltGray">
          <a:xfrm rot="5400000">
            <a:off x="-2251074" y="1573212"/>
            <a:ext cx="4824412" cy="4646613"/>
          </a:xfrm>
          <a:custGeom>
            <a:avLst/>
            <a:gdLst>
              <a:gd name="G0" fmla="+- 10594 0 0"/>
              <a:gd name="G1" fmla="+- -10553582 0 0"/>
              <a:gd name="G2" fmla="+- 0 0 -10553582"/>
              <a:gd name="T0" fmla="*/ 0 256 1"/>
              <a:gd name="T1" fmla="*/ 180 256 1"/>
              <a:gd name="G3" fmla="+- -10553582 T0 T1"/>
              <a:gd name="T2" fmla="*/ 0 256 1"/>
              <a:gd name="T3" fmla="*/ 90 256 1"/>
              <a:gd name="G4" fmla="+- -10553582 T2 T3"/>
              <a:gd name="G5" fmla="*/ G4 2 1"/>
              <a:gd name="T4" fmla="*/ 90 256 1"/>
              <a:gd name="T5" fmla="*/ 0 256 1"/>
              <a:gd name="G6" fmla="+- -10553582 T4 T5"/>
              <a:gd name="G7" fmla="*/ G6 2 1"/>
              <a:gd name="G8" fmla="abs -1055358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594"/>
              <a:gd name="G18" fmla="*/ 10594 1 2"/>
              <a:gd name="G19" fmla="+- G18 5400 0"/>
              <a:gd name="G20" fmla="cos G19 -10553582"/>
              <a:gd name="G21" fmla="sin G19 -10553582"/>
              <a:gd name="G22" fmla="+- G20 10800 0"/>
              <a:gd name="G23" fmla="+- G21 10800 0"/>
              <a:gd name="G24" fmla="+- 10800 0 G20"/>
              <a:gd name="G25" fmla="+- 10594 10800 0"/>
              <a:gd name="G26" fmla="?: G9 G17 G25"/>
              <a:gd name="G27" fmla="?: G9 0 21600"/>
              <a:gd name="G28" fmla="cos 10800 -10553582"/>
              <a:gd name="G29" fmla="sin 10800 -10553582"/>
              <a:gd name="G30" fmla="sin 10594 -10553582"/>
              <a:gd name="G31" fmla="+- G28 10800 0"/>
              <a:gd name="G32" fmla="+- G29 10800 0"/>
              <a:gd name="G33" fmla="+- G30 10800 0"/>
              <a:gd name="G34" fmla="?: G4 0 G31"/>
              <a:gd name="G35" fmla="?: -10553582 G34 0"/>
              <a:gd name="G36" fmla="?: G6 G35 G31"/>
              <a:gd name="G37" fmla="+- 21600 0 G36"/>
              <a:gd name="G38" fmla="?: G4 0 G33"/>
              <a:gd name="G39" fmla="?: -10553582 G38 G32"/>
              <a:gd name="G40" fmla="?: G6 G39 0"/>
              <a:gd name="G41" fmla="?: G4 G32 21600"/>
              <a:gd name="G42" fmla="?: G6 G41 G33"/>
              <a:gd name="T12" fmla="*/ 10800 w 21600"/>
              <a:gd name="T13" fmla="*/ 0 h 21600"/>
              <a:gd name="T14" fmla="*/ 683 w 21600"/>
              <a:gd name="T15" fmla="*/ 7323 h 21600"/>
              <a:gd name="T16" fmla="*/ 10800 w 21600"/>
              <a:gd name="T17" fmla="*/ 206 h 21600"/>
              <a:gd name="T18" fmla="*/ 20917 w 21600"/>
              <a:gd name="T19" fmla="*/ 7323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781" y="7357"/>
                </a:moveTo>
                <a:cubicBezTo>
                  <a:pt x="2251" y="3078"/>
                  <a:pt x="6276" y="205"/>
                  <a:pt x="10800" y="206"/>
                </a:cubicBezTo>
                <a:cubicBezTo>
                  <a:pt x="15323" y="206"/>
                  <a:pt x="19348" y="3078"/>
                  <a:pt x="20818" y="7357"/>
                </a:cubicBezTo>
                <a:lnTo>
                  <a:pt x="21013" y="7290"/>
                </a:lnTo>
                <a:cubicBezTo>
                  <a:pt x="19514" y="2928"/>
                  <a:pt x="15411" y="-1"/>
                  <a:pt x="10799" y="0"/>
                </a:cubicBezTo>
                <a:cubicBezTo>
                  <a:pt x="6188" y="0"/>
                  <a:pt x="2085" y="2928"/>
                  <a:pt x="586" y="7290"/>
                </a:cubicBezTo>
                <a:close/>
              </a:path>
            </a:pathLst>
          </a:custGeom>
          <a:gradFill rotWithShape="1">
            <a:gsLst>
              <a:gs pos="0">
                <a:schemeClr val="accent2"/>
              </a:gs>
              <a:gs pos="100000">
                <a:schemeClr val="accent2">
                  <a:gamma/>
                  <a:tint val="0"/>
                  <a:invGamma/>
                </a:schemeClr>
              </a:gs>
            </a:gsLst>
            <a:lin ang="5400000" scaled="1"/>
          </a:gradFill>
          <a:ln w="9525" algn="ctr">
            <a:noFill/>
            <a:miter lim="800000"/>
            <a:headEnd/>
            <a:tailEnd/>
          </a:ln>
          <a:effectLst/>
        </p:spPr>
        <p:txBody>
          <a:bodyPr wrap="none" anchor="ctr"/>
          <a:lstStyle/>
          <a:p>
            <a:pPr>
              <a:defRPr/>
            </a:pPr>
            <a:endParaRPr lang="zh-CN" altLang="en-US">
              <a:ea typeface="宋体" charset="-122"/>
            </a:endParaRPr>
          </a:p>
        </p:txBody>
      </p:sp>
      <p:sp>
        <p:nvSpPr>
          <p:cNvPr id="106499" name="Rectangle 3"/>
          <p:cNvSpPr>
            <a:spLocks noGrp="1" noChangeArrowheads="1"/>
          </p:cNvSpPr>
          <p:nvPr>
            <p:ph type="title"/>
          </p:nvPr>
        </p:nvSpPr>
        <p:spPr/>
        <p:txBody>
          <a:bodyPr/>
          <a:lstStyle/>
          <a:p>
            <a:pPr algn="l" eaLnBrk="1" hangingPunct="1"/>
            <a:r>
              <a:rPr lang="zh-CN" altLang="en-US" sz="4000" b="1">
                <a:ea typeface="楷体_GB2312" pitchFamily="49" charset="-122"/>
              </a:rPr>
              <a:t>小结与作业</a:t>
            </a:r>
          </a:p>
        </p:txBody>
      </p:sp>
      <p:grpSp>
        <p:nvGrpSpPr>
          <p:cNvPr id="106500" name="Group 4"/>
          <p:cNvGrpSpPr>
            <a:grpSpLocks/>
          </p:cNvGrpSpPr>
          <p:nvPr/>
        </p:nvGrpSpPr>
        <p:grpSpPr bwMode="auto">
          <a:xfrm>
            <a:off x="1547813" y="2060575"/>
            <a:ext cx="5181600" cy="508000"/>
            <a:chOff x="1419" y="1480"/>
            <a:chExt cx="3575" cy="363"/>
          </a:xfrm>
        </p:grpSpPr>
        <p:grpSp>
          <p:nvGrpSpPr>
            <p:cNvPr id="106517" name="Group 5"/>
            <p:cNvGrpSpPr>
              <a:grpSpLocks/>
            </p:cNvGrpSpPr>
            <p:nvPr/>
          </p:nvGrpSpPr>
          <p:grpSpPr bwMode="auto">
            <a:xfrm>
              <a:off x="1419" y="1480"/>
              <a:ext cx="3575" cy="363"/>
              <a:chOff x="1419" y="1480"/>
              <a:chExt cx="3575" cy="363"/>
            </a:xfrm>
          </p:grpSpPr>
          <p:sp>
            <p:nvSpPr>
              <p:cNvPr id="108550" name="Oval 6"/>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108551" name="AutoShape 7"/>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latin typeface="Times New Roman" pitchFamily="18" charset="0"/>
                    <a:ea typeface="楷体_GB2312" pitchFamily="49" charset="-122"/>
                  </a:rPr>
                  <a:t>有向树的定义</a:t>
                </a:r>
              </a:p>
            </p:txBody>
          </p:sp>
        </p:grpSp>
        <p:sp>
          <p:nvSpPr>
            <p:cNvPr id="108552" name="Oval 8"/>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106519" name="Oval 9"/>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grpSp>
        <p:nvGrpSpPr>
          <p:cNvPr id="106501" name="Group 10"/>
          <p:cNvGrpSpPr>
            <a:grpSpLocks/>
          </p:cNvGrpSpPr>
          <p:nvPr/>
        </p:nvGrpSpPr>
        <p:grpSpPr bwMode="auto">
          <a:xfrm>
            <a:off x="2195513" y="3789363"/>
            <a:ext cx="5181600" cy="508000"/>
            <a:chOff x="1419" y="1480"/>
            <a:chExt cx="3575" cy="363"/>
          </a:xfrm>
        </p:grpSpPr>
        <p:grpSp>
          <p:nvGrpSpPr>
            <p:cNvPr id="106512" name="Group 11"/>
            <p:cNvGrpSpPr>
              <a:grpSpLocks/>
            </p:cNvGrpSpPr>
            <p:nvPr/>
          </p:nvGrpSpPr>
          <p:grpSpPr bwMode="auto">
            <a:xfrm>
              <a:off x="1419" y="1480"/>
              <a:ext cx="3575" cy="363"/>
              <a:chOff x="1419" y="1480"/>
              <a:chExt cx="3575" cy="363"/>
            </a:xfrm>
          </p:grpSpPr>
          <p:sp>
            <p:nvSpPr>
              <p:cNvPr id="108556" name="Oval 12"/>
              <p:cNvSpPr>
                <a:spLocks noChangeArrowheads="1"/>
              </p:cNvSpPr>
              <p:nvPr/>
            </p:nvSpPr>
            <p:spPr bwMode="gray">
              <a:xfrm>
                <a:off x="1419" y="1491"/>
                <a:ext cx="344" cy="344"/>
              </a:xfrm>
              <a:prstGeom prst="ellipse">
                <a:avLst/>
              </a:prstGeom>
              <a:gradFill rotWithShape="1">
                <a:gsLst>
                  <a:gs pos="0">
                    <a:schemeClr val="accent2">
                      <a:gamma/>
                      <a:shade val="46275"/>
                      <a:invGamma/>
                    </a:schemeClr>
                  </a:gs>
                  <a:gs pos="100000">
                    <a:schemeClr val="accent2"/>
                  </a:gs>
                </a:gsLst>
                <a:lin ang="0" scaled="1"/>
              </a:gradFill>
              <a:ln w="9525" algn="ctr">
                <a:noFill/>
                <a:round/>
                <a:headEnd/>
                <a:tailEnd/>
              </a:ln>
              <a:effectLst/>
            </p:spPr>
            <p:txBody>
              <a:bodyPr wrap="none" anchor="ctr"/>
              <a:lstStyle/>
              <a:p>
                <a:pPr>
                  <a:defRPr/>
                </a:pPr>
                <a:endParaRPr lang="zh-CN" altLang="en-US">
                  <a:ea typeface="宋体" charset="-122"/>
                </a:endParaRPr>
              </a:p>
            </p:txBody>
          </p:sp>
          <p:sp>
            <p:nvSpPr>
              <p:cNvPr id="108557" name="AutoShape 13"/>
              <p:cNvSpPr>
                <a:spLocks noChangeArrowheads="1"/>
              </p:cNvSpPr>
              <p:nvPr/>
            </p:nvSpPr>
            <p:spPr bwMode="gray">
              <a:xfrm>
                <a:off x="1683" y="1480"/>
                <a:ext cx="3311" cy="363"/>
              </a:xfrm>
              <a:prstGeom prst="roundRect">
                <a:avLst>
                  <a:gd name="adj" fmla="val 50000"/>
                </a:avLst>
              </a:prstGeom>
              <a:gradFill rotWithShape="1">
                <a:gsLst>
                  <a:gs pos="0">
                    <a:schemeClr val="accent2"/>
                  </a:gs>
                  <a:gs pos="100000">
                    <a:schemeClr val="accent2">
                      <a:gamma/>
                      <a:tint val="0"/>
                      <a:invGamma/>
                    </a:schemeClr>
                  </a:gs>
                </a:gsLst>
                <a:lin ang="0" scaled="1"/>
              </a:gradFill>
              <a:ln w="9525" algn="ctr">
                <a:noFill/>
                <a:round/>
                <a:headEnd/>
                <a:tailEnd/>
              </a:ln>
              <a:effectLst/>
            </p:spPr>
            <p:txBody>
              <a:bodyPr wrap="none" anchor="ctr"/>
              <a:lstStyle/>
              <a:p>
                <a:pPr>
                  <a:defRPr/>
                </a:pPr>
                <a:r>
                  <a:rPr lang="zh-CN" altLang="en-US" sz="3200" b="1">
                    <a:latin typeface="Times New Roman" pitchFamily="18" charset="0"/>
                    <a:ea typeface="楷体_GB2312" pitchFamily="49" charset="-122"/>
                  </a:rPr>
                  <a:t>根树</a:t>
                </a:r>
              </a:p>
            </p:txBody>
          </p:sp>
        </p:grpSp>
        <p:sp>
          <p:nvSpPr>
            <p:cNvPr id="108558" name="Oval 14"/>
            <p:cNvSpPr>
              <a:spLocks noChangeArrowheads="1"/>
            </p:cNvSpPr>
            <p:nvPr/>
          </p:nvSpPr>
          <p:spPr bwMode="gray">
            <a:xfrm>
              <a:off x="1470" y="1541"/>
              <a:ext cx="239" cy="238"/>
            </a:xfrm>
            <a:prstGeom prst="ellipse">
              <a:avLst/>
            </a:prstGeom>
            <a:gradFill rotWithShape="1">
              <a:gsLst>
                <a:gs pos="0">
                  <a:schemeClr val="folHlink"/>
                </a:gs>
                <a:gs pos="100000">
                  <a:schemeClr val="folHlink">
                    <a:gamma/>
                    <a:shade val="76078"/>
                    <a:invGamma/>
                  </a:schemeClr>
                </a:gs>
              </a:gsLst>
              <a:lin ang="5400000" scaled="1"/>
            </a:gradFill>
            <a:ln w="9525" algn="ctr">
              <a:noFill/>
              <a:round/>
              <a:headEnd/>
              <a:tailEnd/>
            </a:ln>
            <a:effectLst>
              <a:outerShdw dist="35921" dir="2700000" algn="ctr" rotWithShape="0">
                <a:schemeClr val="tx1">
                  <a:alpha val="50000"/>
                </a:schemeClr>
              </a:outerShdw>
            </a:effectLst>
          </p:spPr>
          <p:txBody>
            <a:bodyPr wrap="none" anchor="ctr"/>
            <a:lstStyle/>
            <a:p>
              <a:pPr>
                <a:defRPr/>
              </a:pPr>
              <a:endParaRPr lang="zh-CN" altLang="en-US">
                <a:ea typeface="宋体" charset="-122"/>
              </a:endParaRPr>
            </a:p>
          </p:txBody>
        </p:sp>
        <p:sp>
          <p:nvSpPr>
            <p:cNvPr id="106514" name="Oval 15"/>
            <p:cNvSpPr>
              <a:spLocks noChangeArrowheads="1"/>
            </p:cNvSpPr>
            <p:nvPr/>
          </p:nvSpPr>
          <p:spPr bwMode="gray">
            <a:xfrm>
              <a:off x="1474" y="1532"/>
              <a:ext cx="173" cy="174"/>
            </a:xfrm>
            <a:prstGeom prst="ellipse">
              <a:avLst/>
            </a:prstGeom>
            <a:gradFill rotWithShape="1">
              <a:gsLst>
                <a:gs pos="0">
                  <a:srgbClr val="FFFFFF"/>
                </a:gs>
                <a:gs pos="100000">
                  <a:srgbClr val="E9940B">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endParaRPr lang="zh-CN" altLang="en-US"/>
            </a:p>
          </p:txBody>
        </p:sp>
      </p:grpSp>
    </p:spTree>
  </p:cSld>
  <p:clrMapOvr>
    <a:masterClrMapping/>
  </p:clrMapOvr>
</p:sld>
</file>

<file path=ppt/theme/theme1.xml><?xml version="1.0" encoding="utf-8"?>
<a:theme xmlns:a="http://schemas.openxmlformats.org/drawingml/2006/main" name="5">
  <a:themeElements>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Template>
  <TotalTime>9987</TotalTime>
  <Words>3222</Words>
  <Application>Microsoft Office PowerPoint</Application>
  <PresentationFormat>全屏显示(4:3)</PresentationFormat>
  <Paragraphs>399</Paragraphs>
  <Slides>76</Slides>
  <Notes>7</Notes>
  <HiddenSlides>6</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76</vt:i4>
      </vt:variant>
    </vt:vector>
  </HeadingPairs>
  <TitlesOfParts>
    <vt:vector size="91" baseType="lpstr">
      <vt:lpstr>Gulim</vt:lpstr>
      <vt:lpstr>等线</vt:lpstr>
      <vt:lpstr>华文新魏</vt:lpstr>
      <vt:lpstr>KaiTi</vt:lpstr>
      <vt:lpstr>KaiTi</vt:lpstr>
      <vt:lpstr>楷体_GB2312</vt:lpstr>
      <vt:lpstr>宋体</vt:lpstr>
      <vt:lpstr>Arial</vt:lpstr>
      <vt:lpstr>Cambria Math</vt:lpstr>
      <vt:lpstr>Times</vt:lpstr>
      <vt:lpstr>Times New Roman</vt:lpstr>
      <vt:lpstr>Verdana</vt:lpstr>
      <vt:lpstr>5</vt:lpstr>
      <vt:lpstr>Equation</vt:lpstr>
      <vt:lpstr>公式</vt:lpstr>
      <vt:lpstr>第7章  几类特殊的图</vt:lpstr>
      <vt:lpstr>Chapter 7 几类特殊的图</vt:lpstr>
      <vt:lpstr>7.1 Euler图</vt:lpstr>
      <vt:lpstr>7.1  Euler图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lpstr>第7章  几类特殊的图</vt:lpstr>
      <vt:lpstr>7.2  Hamilton图</vt:lpstr>
      <vt:lpstr>7.2  Hamilton 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lpstr>第7章  几类特殊的图</vt:lpstr>
      <vt:lpstr>7.3 无向树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7.3 无向树</vt:lpstr>
      <vt:lpstr>PowerPoint 演示文稿</vt:lpstr>
      <vt:lpstr>PowerPoint 演示文稿</vt:lpstr>
      <vt:lpstr>PowerPoint 演示文稿</vt:lpstr>
      <vt:lpstr>PowerPoint 演示文稿</vt:lpstr>
      <vt:lpstr>PowerPoint 演示文稿</vt:lpstr>
      <vt:lpstr>小结与作业</vt:lpstr>
      <vt:lpstr>第7章  几类特殊的图</vt:lpstr>
      <vt:lpstr>7.4 有向树</vt:lpstr>
      <vt:lpstr>7.4  有向树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小结与作业</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邓辉文</dc:creator>
  <cp:lastModifiedBy>Xia Zeng</cp:lastModifiedBy>
  <cp:revision>228</cp:revision>
  <dcterms:created xsi:type="dcterms:W3CDTF">2013-03-02T08:09:34Z</dcterms:created>
  <dcterms:modified xsi:type="dcterms:W3CDTF">2025-05-20T13:06:15Z</dcterms:modified>
</cp:coreProperties>
</file>