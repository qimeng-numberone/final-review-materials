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0" r:id="rId1"/>
    <p:sldMasterId id="2147483651" r:id="rId2"/>
    <p:sldMasterId id="2147483686" r:id="rId3"/>
  </p:sldMasterIdLst>
  <p:notesMasterIdLst>
    <p:notesMasterId r:id="rId74"/>
  </p:notesMasterIdLst>
  <p:sldIdLst>
    <p:sldId id="273" r:id="rId4"/>
    <p:sldId id="279" r:id="rId5"/>
    <p:sldId id="274" r:id="rId6"/>
    <p:sldId id="297" r:id="rId7"/>
    <p:sldId id="515" r:id="rId8"/>
    <p:sldId id="501" r:id="rId9"/>
    <p:sldId id="281" r:id="rId10"/>
    <p:sldId id="282" r:id="rId11"/>
    <p:sldId id="283" r:id="rId12"/>
    <p:sldId id="299" r:id="rId13"/>
    <p:sldId id="284" r:id="rId14"/>
    <p:sldId id="285" r:id="rId15"/>
    <p:sldId id="304" r:id="rId16"/>
    <p:sldId id="306" r:id="rId17"/>
    <p:sldId id="308" r:id="rId18"/>
    <p:sldId id="309" r:id="rId19"/>
    <p:sldId id="310" r:id="rId20"/>
    <p:sldId id="311" r:id="rId21"/>
    <p:sldId id="313" r:id="rId22"/>
    <p:sldId id="314" r:id="rId23"/>
    <p:sldId id="315" r:id="rId24"/>
    <p:sldId id="316" r:id="rId25"/>
    <p:sldId id="317" r:id="rId26"/>
    <p:sldId id="318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43" r:id="rId49"/>
    <p:sldId id="516" r:id="rId50"/>
    <p:sldId id="344" r:id="rId51"/>
    <p:sldId id="345" r:id="rId52"/>
    <p:sldId id="346" r:id="rId53"/>
    <p:sldId id="348" r:id="rId54"/>
    <p:sldId id="351" r:id="rId55"/>
    <p:sldId id="352" r:id="rId56"/>
    <p:sldId id="353" r:id="rId57"/>
    <p:sldId id="355" r:id="rId58"/>
    <p:sldId id="356" r:id="rId59"/>
    <p:sldId id="357" r:id="rId60"/>
    <p:sldId id="358" r:id="rId61"/>
    <p:sldId id="498" r:id="rId62"/>
    <p:sldId id="359" r:id="rId63"/>
    <p:sldId id="360" r:id="rId64"/>
    <p:sldId id="361" r:id="rId65"/>
    <p:sldId id="362" r:id="rId66"/>
    <p:sldId id="364" r:id="rId67"/>
    <p:sldId id="367" r:id="rId68"/>
    <p:sldId id="368" r:id="rId69"/>
    <p:sldId id="370" r:id="rId70"/>
    <p:sldId id="371" r:id="rId71"/>
    <p:sldId id="372" r:id="rId72"/>
    <p:sldId id="373" r:id="rId7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250FF"/>
    <a:srgbClr val="C0C0C0"/>
    <a:srgbClr val="B2B2B2"/>
    <a:srgbClr val="66FF66"/>
    <a:srgbClr val="33CC33"/>
    <a:srgbClr val="008080"/>
    <a:srgbClr val="FFFFE5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1" autoAdjust="0"/>
    <p:restoredTop sz="89634" autoAdjust="0"/>
  </p:normalViewPr>
  <p:slideViewPr>
    <p:cSldViewPr>
      <p:cViewPr varScale="1">
        <p:scale>
          <a:sx n="80" d="100"/>
          <a:sy n="80" d="100"/>
        </p:scale>
        <p:origin x="124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fld id="{FCB0CFC5-8968-441F-B833-EF2C911C45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7366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18</a:t>
            </a:r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世纪东，欧洲 普鲁士哥尼斯堡城 被普列戈尔河分为四块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B0CFC5-8968-441F-B833-EF2C911C455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543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89963-D845-40FC-A3B5-0728339B8C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41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C5806-C2D5-4A5D-8114-742A16B01B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88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11C-5A94-47AE-9250-06DAD5C310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17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B06EF-594E-4B79-B39C-73E2062677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6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35D4A-7BF4-48C4-80A8-691AA6523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666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A6CC-F80C-4490-BE92-3143DDED69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354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33859-CEE4-493C-B2E2-98435B2316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52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94F0B-8F47-4FE2-8716-18521004BB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59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76D7-9045-4072-99CB-778251B0C8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7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A1EC7-53F6-4F0C-9163-0651E3D98D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636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9CF3D-960B-45EA-97C9-E3B0E6CE9C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6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64EFE-2D4C-4C9C-AF7D-E5F4D44060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600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32887-C0E1-476F-8E09-C8F2442392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103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F8B8E-8F68-4B9F-AEAA-F22FD4DFAF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8399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BF3D0-091C-464A-9213-8860D5042B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964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B4705-9DAD-4652-81A7-02A4CCB85B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774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3FC38-D213-4CB2-A353-3AFC2DDA21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2953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7E1B1-8D43-42E5-9DF3-EE73865CBB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73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CD2E6F-01D1-48A7-AFFE-93BBD05587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09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7B046-66A4-4C63-8888-0AF99A5DA0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4081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92E96-CFF6-4F14-B67E-6E4AF1F12F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9252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E00A9-34BC-4923-BF56-74304835AA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6077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xn"/>
          <p:cNvPicPr>
            <a:picLocks noChangeAspect="1" noChangeArrowheads="1"/>
          </p:cNvPicPr>
          <p:nvPr userDrawn="1"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767013"/>
            <a:ext cx="8713787" cy="409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52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3BD9E8-6C19-412C-AD09-5036A3D74F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29193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88A11-146E-4ED3-BE13-8C24FE4F58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114140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17D756-8F00-4EB0-B581-C36CACF423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1333641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EF731-A21A-4CD0-A8F9-3E41253EDF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8448453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B7CBE-198C-49B2-A0B5-C1E363160B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3569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79609-7EE1-476A-B8B5-EEB7A3B181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34128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96883-264F-4265-934D-1EB643FFB4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349472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9ED96-455D-4A61-9963-B227D2C32B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512646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DF6FB-9ACE-4E8C-9182-691ADEEEB5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53776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0B610-29D6-46DE-A796-F3E2DF404C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756355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A0CAC0-0702-4996-8EE7-024665FF4F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4208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228600"/>
            <a:ext cx="8540750" cy="5870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67AA4-D0C8-47E4-AC34-B9A79AD234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5546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8DE0D35B-E477-4315-B278-B1D39160D3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2" r:id="rId1"/>
    <p:sldLayoutId id="2147484283" r:id="rId2"/>
    <p:sldLayoutId id="2147484284" r:id="rId3"/>
    <p:sldLayoutId id="2147484285" r:id="rId4"/>
    <p:sldLayoutId id="2147484286" r:id="rId5"/>
    <p:sldLayoutId id="2147484287" r:id="rId6"/>
    <p:sldLayoutId id="2147484288" r:id="rId7"/>
    <p:sldLayoutId id="2147484289" r:id="rId8"/>
    <p:sldLayoutId id="2147484290" r:id="rId9"/>
    <p:sldLayoutId id="2147484291" r:id="rId10"/>
    <p:sldLayoutId id="214748429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C02C17BF-6F7C-466C-AD82-6BC9F3B0E0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26199B86-1FAB-4043-A8E1-FEC3E8CCED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079" name="Group 7"/>
          <p:cNvGrpSpPr>
            <a:grpSpLocks/>
          </p:cNvGrpSpPr>
          <p:nvPr userDrawn="1"/>
        </p:nvGrpSpPr>
        <p:grpSpPr bwMode="auto">
          <a:xfrm>
            <a:off x="6516688" y="4076700"/>
            <a:ext cx="2400300" cy="2230438"/>
            <a:chOff x="2200" y="1616"/>
            <a:chExt cx="1966" cy="1858"/>
          </a:xfrm>
        </p:grpSpPr>
        <p:sp>
          <p:nvSpPr>
            <p:cNvPr id="3081" name="AutoShape 8"/>
            <p:cNvSpPr>
              <a:spLocks noChangeAspect="1" noChangeArrowheads="1" noTextEdit="1"/>
            </p:cNvSpPr>
            <p:nvPr/>
          </p:nvSpPr>
          <p:spPr bwMode="auto">
            <a:xfrm>
              <a:off x="2200" y="1616"/>
              <a:ext cx="1966" cy="1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9"/>
            <p:cNvSpPr>
              <a:spLocks/>
            </p:cNvSpPr>
            <p:nvPr/>
          </p:nvSpPr>
          <p:spPr bwMode="auto">
            <a:xfrm>
              <a:off x="3050" y="2673"/>
              <a:ext cx="584" cy="307"/>
            </a:xfrm>
            <a:custGeom>
              <a:avLst/>
              <a:gdLst>
                <a:gd name="T0" fmla="*/ 0 w 1166"/>
                <a:gd name="T1" fmla="*/ 0 h 616"/>
                <a:gd name="T2" fmla="*/ 1 w 1166"/>
                <a:gd name="T3" fmla="*/ 0 h 616"/>
                <a:gd name="T4" fmla="*/ 1 w 1166"/>
                <a:gd name="T5" fmla="*/ 0 h 616"/>
                <a:gd name="T6" fmla="*/ 1 w 1166"/>
                <a:gd name="T7" fmla="*/ 0 h 616"/>
                <a:gd name="T8" fmla="*/ 1 w 1166"/>
                <a:gd name="T9" fmla="*/ 0 h 616"/>
                <a:gd name="T10" fmla="*/ 1 w 1166"/>
                <a:gd name="T11" fmla="*/ 0 h 616"/>
                <a:gd name="T12" fmla="*/ 1 w 1166"/>
                <a:gd name="T13" fmla="*/ 0 h 616"/>
                <a:gd name="T14" fmla="*/ 1 w 1166"/>
                <a:gd name="T15" fmla="*/ 0 h 616"/>
                <a:gd name="T16" fmla="*/ 1 w 1166"/>
                <a:gd name="T17" fmla="*/ 0 h 616"/>
                <a:gd name="T18" fmla="*/ 1 w 1166"/>
                <a:gd name="T19" fmla="*/ 0 h 616"/>
                <a:gd name="T20" fmla="*/ 1 w 1166"/>
                <a:gd name="T21" fmla="*/ 0 h 616"/>
                <a:gd name="T22" fmla="*/ 1 w 1166"/>
                <a:gd name="T23" fmla="*/ 0 h 616"/>
                <a:gd name="T24" fmla="*/ 1 w 1166"/>
                <a:gd name="T25" fmla="*/ 0 h 616"/>
                <a:gd name="T26" fmla="*/ 1 w 1166"/>
                <a:gd name="T27" fmla="*/ 0 h 616"/>
                <a:gd name="T28" fmla="*/ 1 w 1166"/>
                <a:gd name="T29" fmla="*/ 0 h 616"/>
                <a:gd name="T30" fmla="*/ 1 w 1166"/>
                <a:gd name="T31" fmla="*/ 0 h 616"/>
                <a:gd name="T32" fmla="*/ 1 w 1166"/>
                <a:gd name="T33" fmla="*/ 0 h 616"/>
                <a:gd name="T34" fmla="*/ 2 w 1166"/>
                <a:gd name="T35" fmla="*/ 0 h 616"/>
                <a:gd name="T36" fmla="*/ 3 w 1166"/>
                <a:gd name="T37" fmla="*/ 0 h 616"/>
                <a:gd name="T38" fmla="*/ 2 w 1166"/>
                <a:gd name="T39" fmla="*/ 0 h 616"/>
                <a:gd name="T40" fmla="*/ 1 w 1166"/>
                <a:gd name="T41" fmla="*/ 1 h 616"/>
                <a:gd name="T42" fmla="*/ 1 w 1166"/>
                <a:gd name="T43" fmla="*/ 1 h 616"/>
                <a:gd name="T44" fmla="*/ 1 w 1166"/>
                <a:gd name="T45" fmla="*/ 1 h 616"/>
                <a:gd name="T46" fmla="*/ 1 w 1166"/>
                <a:gd name="T47" fmla="*/ 1 h 616"/>
                <a:gd name="T48" fmla="*/ 1 w 1166"/>
                <a:gd name="T49" fmla="*/ 1 h 616"/>
                <a:gd name="T50" fmla="*/ 1 w 1166"/>
                <a:gd name="T51" fmla="*/ 1 h 616"/>
                <a:gd name="T52" fmla="*/ 1 w 1166"/>
                <a:gd name="T53" fmla="*/ 1 h 616"/>
                <a:gd name="T54" fmla="*/ 1 w 1166"/>
                <a:gd name="T55" fmla="*/ 1 h 616"/>
                <a:gd name="T56" fmla="*/ 1 w 1166"/>
                <a:gd name="T57" fmla="*/ 1 h 616"/>
                <a:gd name="T58" fmla="*/ 1 w 1166"/>
                <a:gd name="T59" fmla="*/ 1 h 616"/>
                <a:gd name="T60" fmla="*/ 1 w 1166"/>
                <a:gd name="T61" fmla="*/ 1 h 616"/>
                <a:gd name="T62" fmla="*/ 1 w 1166"/>
                <a:gd name="T63" fmla="*/ 1 h 616"/>
                <a:gd name="T64" fmla="*/ 1 w 1166"/>
                <a:gd name="T65" fmla="*/ 1 h 616"/>
                <a:gd name="T66" fmla="*/ 1 w 1166"/>
                <a:gd name="T67" fmla="*/ 0 h 616"/>
                <a:gd name="T68" fmla="*/ 1 w 1166"/>
                <a:gd name="T69" fmla="*/ 0 h 616"/>
                <a:gd name="T70" fmla="*/ 1 w 1166"/>
                <a:gd name="T71" fmla="*/ 0 h 616"/>
                <a:gd name="T72" fmla="*/ 0 w 1166"/>
                <a:gd name="T73" fmla="*/ 0 h 6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66" h="616">
                  <a:moveTo>
                    <a:pt x="0" y="355"/>
                  </a:moveTo>
                  <a:lnTo>
                    <a:pt x="14" y="293"/>
                  </a:lnTo>
                  <a:lnTo>
                    <a:pt x="28" y="242"/>
                  </a:lnTo>
                  <a:lnTo>
                    <a:pt x="43" y="195"/>
                  </a:lnTo>
                  <a:lnTo>
                    <a:pt x="61" y="158"/>
                  </a:lnTo>
                  <a:lnTo>
                    <a:pt x="79" y="124"/>
                  </a:lnTo>
                  <a:lnTo>
                    <a:pt x="100" y="97"/>
                  </a:lnTo>
                  <a:lnTo>
                    <a:pt x="124" y="75"/>
                  </a:lnTo>
                  <a:lnTo>
                    <a:pt x="150" y="57"/>
                  </a:lnTo>
                  <a:lnTo>
                    <a:pt x="179" y="43"/>
                  </a:lnTo>
                  <a:lnTo>
                    <a:pt x="211" y="32"/>
                  </a:lnTo>
                  <a:lnTo>
                    <a:pt x="246" y="24"/>
                  </a:lnTo>
                  <a:lnTo>
                    <a:pt x="288" y="18"/>
                  </a:lnTo>
                  <a:lnTo>
                    <a:pt x="333" y="12"/>
                  </a:lnTo>
                  <a:lnTo>
                    <a:pt x="382" y="8"/>
                  </a:lnTo>
                  <a:lnTo>
                    <a:pt x="437" y="4"/>
                  </a:lnTo>
                  <a:lnTo>
                    <a:pt x="496" y="0"/>
                  </a:lnTo>
                  <a:lnTo>
                    <a:pt x="760" y="108"/>
                  </a:lnTo>
                  <a:lnTo>
                    <a:pt x="1166" y="221"/>
                  </a:lnTo>
                  <a:lnTo>
                    <a:pt x="904" y="469"/>
                  </a:lnTo>
                  <a:lnTo>
                    <a:pt x="469" y="616"/>
                  </a:lnTo>
                  <a:lnTo>
                    <a:pt x="410" y="611"/>
                  </a:lnTo>
                  <a:lnTo>
                    <a:pt x="359" y="609"/>
                  </a:lnTo>
                  <a:lnTo>
                    <a:pt x="313" y="605"/>
                  </a:lnTo>
                  <a:lnTo>
                    <a:pt x="274" y="603"/>
                  </a:lnTo>
                  <a:lnTo>
                    <a:pt x="238" y="601"/>
                  </a:lnTo>
                  <a:lnTo>
                    <a:pt x="207" y="599"/>
                  </a:lnTo>
                  <a:lnTo>
                    <a:pt x="181" y="593"/>
                  </a:lnTo>
                  <a:lnTo>
                    <a:pt x="158" y="585"/>
                  </a:lnTo>
                  <a:lnTo>
                    <a:pt x="136" y="575"/>
                  </a:lnTo>
                  <a:lnTo>
                    <a:pt x="116" y="559"/>
                  </a:lnTo>
                  <a:lnTo>
                    <a:pt x="99" y="542"/>
                  </a:lnTo>
                  <a:lnTo>
                    <a:pt x="79" y="518"/>
                  </a:lnTo>
                  <a:lnTo>
                    <a:pt x="61" y="486"/>
                  </a:lnTo>
                  <a:lnTo>
                    <a:pt x="43" y="451"/>
                  </a:lnTo>
                  <a:lnTo>
                    <a:pt x="22" y="406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10"/>
            <p:cNvSpPr>
              <a:spLocks/>
            </p:cNvSpPr>
            <p:nvPr/>
          </p:nvSpPr>
          <p:spPr bwMode="auto">
            <a:xfrm>
              <a:off x="3000" y="3252"/>
              <a:ext cx="452" cy="221"/>
            </a:xfrm>
            <a:custGeom>
              <a:avLst/>
              <a:gdLst>
                <a:gd name="T0" fmla="*/ 1 w 904"/>
                <a:gd name="T1" fmla="*/ 1 h 441"/>
                <a:gd name="T2" fmla="*/ 1 w 904"/>
                <a:gd name="T3" fmla="*/ 1 h 441"/>
                <a:gd name="T4" fmla="*/ 1 w 904"/>
                <a:gd name="T5" fmla="*/ 1 h 441"/>
                <a:gd name="T6" fmla="*/ 1 w 904"/>
                <a:gd name="T7" fmla="*/ 1 h 441"/>
                <a:gd name="T8" fmla="*/ 1 w 904"/>
                <a:gd name="T9" fmla="*/ 1 h 441"/>
                <a:gd name="T10" fmla="*/ 1 w 904"/>
                <a:gd name="T11" fmla="*/ 1 h 441"/>
                <a:gd name="T12" fmla="*/ 1 w 904"/>
                <a:gd name="T13" fmla="*/ 1 h 441"/>
                <a:gd name="T14" fmla="*/ 1 w 904"/>
                <a:gd name="T15" fmla="*/ 1 h 441"/>
                <a:gd name="T16" fmla="*/ 1 w 904"/>
                <a:gd name="T17" fmla="*/ 0 h 441"/>
                <a:gd name="T18" fmla="*/ 1 w 904"/>
                <a:gd name="T19" fmla="*/ 0 h 441"/>
                <a:gd name="T20" fmla="*/ 1 w 904"/>
                <a:gd name="T21" fmla="*/ 1 h 441"/>
                <a:gd name="T22" fmla="*/ 1 w 904"/>
                <a:gd name="T23" fmla="*/ 1 h 441"/>
                <a:gd name="T24" fmla="*/ 1 w 904"/>
                <a:gd name="T25" fmla="*/ 1 h 441"/>
                <a:gd name="T26" fmla="*/ 1 w 904"/>
                <a:gd name="T27" fmla="*/ 1 h 441"/>
                <a:gd name="T28" fmla="*/ 1 w 904"/>
                <a:gd name="T29" fmla="*/ 1 h 441"/>
                <a:gd name="T30" fmla="*/ 2 w 904"/>
                <a:gd name="T31" fmla="*/ 1 h 441"/>
                <a:gd name="T32" fmla="*/ 2 w 904"/>
                <a:gd name="T33" fmla="*/ 1 h 441"/>
                <a:gd name="T34" fmla="*/ 2 w 904"/>
                <a:gd name="T35" fmla="*/ 1 h 441"/>
                <a:gd name="T36" fmla="*/ 1 w 904"/>
                <a:gd name="T37" fmla="*/ 1 h 441"/>
                <a:gd name="T38" fmla="*/ 1 w 904"/>
                <a:gd name="T39" fmla="*/ 1 h 441"/>
                <a:gd name="T40" fmla="*/ 1 w 904"/>
                <a:gd name="T41" fmla="*/ 1 h 441"/>
                <a:gd name="T42" fmla="*/ 1 w 904"/>
                <a:gd name="T43" fmla="*/ 1 h 441"/>
                <a:gd name="T44" fmla="*/ 1 w 904"/>
                <a:gd name="T45" fmla="*/ 1 h 441"/>
                <a:gd name="T46" fmla="*/ 1 w 904"/>
                <a:gd name="T47" fmla="*/ 1 h 441"/>
                <a:gd name="T48" fmla="*/ 1 w 904"/>
                <a:gd name="T49" fmla="*/ 1 h 441"/>
                <a:gd name="T50" fmla="*/ 1 w 904"/>
                <a:gd name="T51" fmla="*/ 1 h 441"/>
                <a:gd name="T52" fmla="*/ 1 w 904"/>
                <a:gd name="T53" fmla="*/ 1 h 441"/>
                <a:gd name="T54" fmla="*/ 1 w 904"/>
                <a:gd name="T55" fmla="*/ 1 h 441"/>
                <a:gd name="T56" fmla="*/ 1 w 904"/>
                <a:gd name="T57" fmla="*/ 1 h 441"/>
                <a:gd name="T58" fmla="*/ 1 w 904"/>
                <a:gd name="T59" fmla="*/ 1 h 441"/>
                <a:gd name="T60" fmla="*/ 1 w 904"/>
                <a:gd name="T61" fmla="*/ 1 h 441"/>
                <a:gd name="T62" fmla="*/ 1 w 904"/>
                <a:gd name="T63" fmla="*/ 1 h 441"/>
                <a:gd name="T64" fmla="*/ 0 w 904"/>
                <a:gd name="T65" fmla="*/ 1 h 441"/>
                <a:gd name="T66" fmla="*/ 0 w 904"/>
                <a:gd name="T67" fmla="*/ 1 h 441"/>
                <a:gd name="T68" fmla="*/ 1 w 904"/>
                <a:gd name="T69" fmla="*/ 1 h 44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04" h="441">
                  <a:moveTo>
                    <a:pt x="6" y="201"/>
                  </a:moveTo>
                  <a:lnTo>
                    <a:pt x="45" y="152"/>
                  </a:lnTo>
                  <a:lnTo>
                    <a:pt x="80" y="110"/>
                  </a:lnTo>
                  <a:lnTo>
                    <a:pt x="116" y="77"/>
                  </a:lnTo>
                  <a:lnTo>
                    <a:pt x="147" y="49"/>
                  </a:lnTo>
                  <a:lnTo>
                    <a:pt x="179" y="29"/>
                  </a:lnTo>
                  <a:lnTo>
                    <a:pt x="208" y="14"/>
                  </a:lnTo>
                  <a:lnTo>
                    <a:pt x="240" y="4"/>
                  </a:lnTo>
                  <a:lnTo>
                    <a:pt x="271" y="0"/>
                  </a:lnTo>
                  <a:lnTo>
                    <a:pt x="303" y="0"/>
                  </a:lnTo>
                  <a:lnTo>
                    <a:pt x="338" y="4"/>
                  </a:lnTo>
                  <a:lnTo>
                    <a:pt x="374" y="14"/>
                  </a:lnTo>
                  <a:lnTo>
                    <a:pt x="413" y="26"/>
                  </a:lnTo>
                  <a:lnTo>
                    <a:pt x="455" y="41"/>
                  </a:lnTo>
                  <a:lnTo>
                    <a:pt x="500" y="59"/>
                  </a:lnTo>
                  <a:lnTo>
                    <a:pt x="551" y="79"/>
                  </a:lnTo>
                  <a:lnTo>
                    <a:pt x="606" y="102"/>
                  </a:lnTo>
                  <a:lnTo>
                    <a:pt x="904" y="427"/>
                  </a:lnTo>
                  <a:lnTo>
                    <a:pt x="293" y="441"/>
                  </a:lnTo>
                  <a:lnTo>
                    <a:pt x="273" y="429"/>
                  </a:lnTo>
                  <a:lnTo>
                    <a:pt x="256" y="419"/>
                  </a:lnTo>
                  <a:lnTo>
                    <a:pt x="238" y="411"/>
                  </a:lnTo>
                  <a:lnTo>
                    <a:pt x="220" y="404"/>
                  </a:lnTo>
                  <a:lnTo>
                    <a:pt x="204" y="400"/>
                  </a:lnTo>
                  <a:lnTo>
                    <a:pt x="189" y="394"/>
                  </a:lnTo>
                  <a:lnTo>
                    <a:pt x="173" y="390"/>
                  </a:lnTo>
                  <a:lnTo>
                    <a:pt x="159" y="386"/>
                  </a:lnTo>
                  <a:lnTo>
                    <a:pt x="106" y="370"/>
                  </a:lnTo>
                  <a:lnTo>
                    <a:pt x="67" y="350"/>
                  </a:lnTo>
                  <a:lnTo>
                    <a:pt x="37" y="331"/>
                  </a:lnTo>
                  <a:lnTo>
                    <a:pt x="15" y="307"/>
                  </a:lnTo>
                  <a:lnTo>
                    <a:pt x="4" y="283"/>
                  </a:lnTo>
                  <a:lnTo>
                    <a:pt x="0" y="258"/>
                  </a:lnTo>
                  <a:lnTo>
                    <a:pt x="0" y="230"/>
                  </a:lnTo>
                  <a:lnTo>
                    <a:pt x="6" y="201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Freeform 11"/>
            <p:cNvSpPr>
              <a:spLocks/>
            </p:cNvSpPr>
            <p:nvPr/>
          </p:nvSpPr>
          <p:spPr bwMode="auto">
            <a:xfrm>
              <a:off x="2424" y="2872"/>
              <a:ext cx="255" cy="337"/>
            </a:xfrm>
            <a:custGeom>
              <a:avLst/>
              <a:gdLst>
                <a:gd name="T0" fmla="*/ 1 w 510"/>
                <a:gd name="T1" fmla="*/ 0 h 675"/>
                <a:gd name="T2" fmla="*/ 1 w 510"/>
                <a:gd name="T3" fmla="*/ 0 h 675"/>
                <a:gd name="T4" fmla="*/ 1 w 510"/>
                <a:gd name="T5" fmla="*/ 0 h 675"/>
                <a:gd name="T6" fmla="*/ 1 w 510"/>
                <a:gd name="T7" fmla="*/ 0 h 675"/>
                <a:gd name="T8" fmla="*/ 1 w 510"/>
                <a:gd name="T9" fmla="*/ 0 h 675"/>
                <a:gd name="T10" fmla="*/ 1 w 510"/>
                <a:gd name="T11" fmla="*/ 0 h 675"/>
                <a:gd name="T12" fmla="*/ 1 w 510"/>
                <a:gd name="T13" fmla="*/ 0 h 675"/>
                <a:gd name="T14" fmla="*/ 1 w 510"/>
                <a:gd name="T15" fmla="*/ 0 h 675"/>
                <a:gd name="T16" fmla="*/ 1 w 510"/>
                <a:gd name="T17" fmla="*/ 0 h 675"/>
                <a:gd name="T18" fmla="*/ 1 w 510"/>
                <a:gd name="T19" fmla="*/ 0 h 675"/>
                <a:gd name="T20" fmla="*/ 1 w 510"/>
                <a:gd name="T21" fmla="*/ 0 h 675"/>
                <a:gd name="T22" fmla="*/ 1 w 510"/>
                <a:gd name="T23" fmla="*/ 0 h 675"/>
                <a:gd name="T24" fmla="*/ 1 w 510"/>
                <a:gd name="T25" fmla="*/ 0 h 675"/>
                <a:gd name="T26" fmla="*/ 1 w 510"/>
                <a:gd name="T27" fmla="*/ 0 h 675"/>
                <a:gd name="T28" fmla="*/ 1 w 510"/>
                <a:gd name="T29" fmla="*/ 0 h 675"/>
                <a:gd name="T30" fmla="*/ 1 w 510"/>
                <a:gd name="T31" fmla="*/ 0 h 675"/>
                <a:gd name="T32" fmla="*/ 1 w 510"/>
                <a:gd name="T33" fmla="*/ 0 h 675"/>
                <a:gd name="T34" fmla="*/ 1 w 510"/>
                <a:gd name="T35" fmla="*/ 0 h 675"/>
                <a:gd name="T36" fmla="*/ 0 w 510"/>
                <a:gd name="T37" fmla="*/ 1 h 675"/>
                <a:gd name="T38" fmla="*/ 1 w 510"/>
                <a:gd name="T39" fmla="*/ 1 h 675"/>
                <a:gd name="T40" fmla="*/ 1 w 510"/>
                <a:gd name="T41" fmla="*/ 0 h 675"/>
                <a:gd name="T42" fmla="*/ 1 w 510"/>
                <a:gd name="T43" fmla="*/ 0 h 675"/>
                <a:gd name="T44" fmla="*/ 1 w 510"/>
                <a:gd name="T45" fmla="*/ 0 h 675"/>
                <a:gd name="T46" fmla="*/ 1 w 510"/>
                <a:gd name="T47" fmla="*/ 0 h 675"/>
                <a:gd name="T48" fmla="*/ 1 w 510"/>
                <a:gd name="T49" fmla="*/ 0 h 675"/>
                <a:gd name="T50" fmla="*/ 1 w 510"/>
                <a:gd name="T51" fmla="*/ 0 h 675"/>
                <a:gd name="T52" fmla="*/ 1 w 510"/>
                <a:gd name="T53" fmla="*/ 0 h 675"/>
                <a:gd name="T54" fmla="*/ 1 w 510"/>
                <a:gd name="T55" fmla="*/ 0 h 675"/>
                <a:gd name="T56" fmla="*/ 1 w 510"/>
                <a:gd name="T57" fmla="*/ 0 h 67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0" h="675">
                  <a:moveTo>
                    <a:pt x="418" y="19"/>
                  </a:moveTo>
                  <a:lnTo>
                    <a:pt x="378" y="10"/>
                  </a:lnTo>
                  <a:lnTo>
                    <a:pt x="343" y="4"/>
                  </a:lnTo>
                  <a:lnTo>
                    <a:pt x="311" y="0"/>
                  </a:lnTo>
                  <a:lnTo>
                    <a:pt x="284" y="0"/>
                  </a:lnTo>
                  <a:lnTo>
                    <a:pt x="258" y="2"/>
                  </a:lnTo>
                  <a:lnTo>
                    <a:pt x="237" y="6"/>
                  </a:lnTo>
                  <a:lnTo>
                    <a:pt x="217" y="14"/>
                  </a:lnTo>
                  <a:lnTo>
                    <a:pt x="199" y="23"/>
                  </a:lnTo>
                  <a:lnTo>
                    <a:pt x="181" y="37"/>
                  </a:lnTo>
                  <a:lnTo>
                    <a:pt x="166" y="53"/>
                  </a:lnTo>
                  <a:lnTo>
                    <a:pt x="150" y="73"/>
                  </a:lnTo>
                  <a:lnTo>
                    <a:pt x="134" y="94"/>
                  </a:lnTo>
                  <a:lnTo>
                    <a:pt x="118" y="120"/>
                  </a:lnTo>
                  <a:lnTo>
                    <a:pt x="101" y="147"/>
                  </a:lnTo>
                  <a:lnTo>
                    <a:pt x="83" y="179"/>
                  </a:lnTo>
                  <a:lnTo>
                    <a:pt x="63" y="214"/>
                  </a:lnTo>
                  <a:lnTo>
                    <a:pt x="51" y="403"/>
                  </a:lnTo>
                  <a:lnTo>
                    <a:pt x="0" y="675"/>
                  </a:lnTo>
                  <a:lnTo>
                    <a:pt x="225" y="593"/>
                  </a:lnTo>
                  <a:lnTo>
                    <a:pt x="438" y="376"/>
                  </a:lnTo>
                  <a:lnTo>
                    <a:pt x="465" y="307"/>
                  </a:lnTo>
                  <a:lnTo>
                    <a:pt x="487" y="256"/>
                  </a:lnTo>
                  <a:lnTo>
                    <a:pt x="503" y="214"/>
                  </a:lnTo>
                  <a:lnTo>
                    <a:pt x="510" y="181"/>
                  </a:lnTo>
                  <a:lnTo>
                    <a:pt x="506" y="149"/>
                  </a:lnTo>
                  <a:lnTo>
                    <a:pt x="491" y="116"/>
                  </a:lnTo>
                  <a:lnTo>
                    <a:pt x="463" y="73"/>
                  </a:lnTo>
                  <a:lnTo>
                    <a:pt x="418" y="19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" name="Freeform 12"/>
            <p:cNvSpPr>
              <a:spLocks/>
            </p:cNvSpPr>
            <p:nvPr/>
          </p:nvSpPr>
          <p:spPr bwMode="auto">
            <a:xfrm>
              <a:off x="3795" y="2632"/>
              <a:ext cx="371" cy="222"/>
            </a:xfrm>
            <a:custGeom>
              <a:avLst/>
              <a:gdLst>
                <a:gd name="T0" fmla="*/ 0 w 743"/>
                <a:gd name="T1" fmla="*/ 0 h 445"/>
                <a:gd name="T2" fmla="*/ 0 w 743"/>
                <a:gd name="T3" fmla="*/ 0 h 445"/>
                <a:gd name="T4" fmla="*/ 0 w 743"/>
                <a:gd name="T5" fmla="*/ 0 h 445"/>
                <a:gd name="T6" fmla="*/ 0 w 743"/>
                <a:gd name="T7" fmla="*/ 0 h 445"/>
                <a:gd name="T8" fmla="*/ 0 w 743"/>
                <a:gd name="T9" fmla="*/ 0 h 445"/>
                <a:gd name="T10" fmla="*/ 0 w 743"/>
                <a:gd name="T11" fmla="*/ 0 h 445"/>
                <a:gd name="T12" fmla="*/ 0 w 743"/>
                <a:gd name="T13" fmla="*/ 0 h 445"/>
                <a:gd name="T14" fmla="*/ 0 w 743"/>
                <a:gd name="T15" fmla="*/ 0 h 445"/>
                <a:gd name="T16" fmla="*/ 0 w 743"/>
                <a:gd name="T17" fmla="*/ 0 h 445"/>
                <a:gd name="T18" fmla="*/ 0 w 743"/>
                <a:gd name="T19" fmla="*/ 0 h 445"/>
                <a:gd name="T20" fmla="*/ 0 w 743"/>
                <a:gd name="T21" fmla="*/ 0 h 445"/>
                <a:gd name="T22" fmla="*/ 0 w 743"/>
                <a:gd name="T23" fmla="*/ 0 h 445"/>
                <a:gd name="T24" fmla="*/ 0 w 743"/>
                <a:gd name="T25" fmla="*/ 0 h 445"/>
                <a:gd name="T26" fmla="*/ 0 w 743"/>
                <a:gd name="T27" fmla="*/ 0 h 445"/>
                <a:gd name="T28" fmla="*/ 0 w 743"/>
                <a:gd name="T29" fmla="*/ 0 h 445"/>
                <a:gd name="T30" fmla="*/ 0 w 743"/>
                <a:gd name="T31" fmla="*/ 0 h 445"/>
                <a:gd name="T32" fmla="*/ 0 w 743"/>
                <a:gd name="T33" fmla="*/ 0 h 445"/>
                <a:gd name="T34" fmla="*/ 1 w 743"/>
                <a:gd name="T35" fmla="*/ 0 h 445"/>
                <a:gd name="T36" fmla="*/ 1 w 743"/>
                <a:gd name="T37" fmla="*/ 0 h 445"/>
                <a:gd name="T38" fmla="*/ 1 w 743"/>
                <a:gd name="T39" fmla="*/ 0 h 445"/>
                <a:gd name="T40" fmla="*/ 0 w 743"/>
                <a:gd name="T41" fmla="*/ 0 h 445"/>
                <a:gd name="T42" fmla="*/ 0 w 743"/>
                <a:gd name="T43" fmla="*/ 0 h 445"/>
                <a:gd name="T44" fmla="*/ 0 w 743"/>
                <a:gd name="T45" fmla="*/ 0 h 445"/>
                <a:gd name="T46" fmla="*/ 0 w 743"/>
                <a:gd name="T47" fmla="*/ 0 h 445"/>
                <a:gd name="T48" fmla="*/ 0 w 743"/>
                <a:gd name="T49" fmla="*/ 0 h 445"/>
                <a:gd name="T50" fmla="*/ 0 w 743"/>
                <a:gd name="T51" fmla="*/ 0 h 445"/>
                <a:gd name="T52" fmla="*/ 0 w 743"/>
                <a:gd name="T53" fmla="*/ 0 h 445"/>
                <a:gd name="T54" fmla="*/ 0 w 743"/>
                <a:gd name="T55" fmla="*/ 0 h 445"/>
                <a:gd name="T56" fmla="*/ 0 w 743"/>
                <a:gd name="T57" fmla="*/ 0 h 4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43" h="445">
                  <a:moveTo>
                    <a:pt x="0" y="146"/>
                  </a:moveTo>
                  <a:lnTo>
                    <a:pt x="24" y="113"/>
                  </a:lnTo>
                  <a:lnTo>
                    <a:pt x="46" y="83"/>
                  </a:lnTo>
                  <a:lnTo>
                    <a:pt x="67" y="59"/>
                  </a:lnTo>
                  <a:lnTo>
                    <a:pt x="87" y="40"/>
                  </a:lnTo>
                  <a:lnTo>
                    <a:pt x="109" y="26"/>
                  </a:lnTo>
                  <a:lnTo>
                    <a:pt x="128" y="14"/>
                  </a:lnTo>
                  <a:lnTo>
                    <a:pt x="148" y="6"/>
                  </a:lnTo>
                  <a:lnTo>
                    <a:pt x="168" y="2"/>
                  </a:lnTo>
                  <a:lnTo>
                    <a:pt x="189" y="0"/>
                  </a:lnTo>
                  <a:lnTo>
                    <a:pt x="211" y="2"/>
                  </a:lnTo>
                  <a:lnTo>
                    <a:pt x="237" y="6"/>
                  </a:lnTo>
                  <a:lnTo>
                    <a:pt x="262" y="12"/>
                  </a:lnTo>
                  <a:lnTo>
                    <a:pt x="292" y="20"/>
                  </a:lnTo>
                  <a:lnTo>
                    <a:pt x="321" y="32"/>
                  </a:lnTo>
                  <a:lnTo>
                    <a:pt x="357" y="44"/>
                  </a:lnTo>
                  <a:lnTo>
                    <a:pt x="394" y="55"/>
                  </a:lnTo>
                  <a:lnTo>
                    <a:pt x="526" y="189"/>
                  </a:lnTo>
                  <a:lnTo>
                    <a:pt x="743" y="361"/>
                  </a:lnTo>
                  <a:lnTo>
                    <a:pt x="524" y="445"/>
                  </a:lnTo>
                  <a:lnTo>
                    <a:pt x="221" y="424"/>
                  </a:lnTo>
                  <a:lnTo>
                    <a:pt x="156" y="390"/>
                  </a:lnTo>
                  <a:lnTo>
                    <a:pt x="105" y="367"/>
                  </a:lnTo>
                  <a:lnTo>
                    <a:pt x="65" y="347"/>
                  </a:lnTo>
                  <a:lnTo>
                    <a:pt x="38" y="325"/>
                  </a:lnTo>
                  <a:lnTo>
                    <a:pt x="20" y="302"/>
                  </a:lnTo>
                  <a:lnTo>
                    <a:pt x="8" y="266"/>
                  </a:lnTo>
                  <a:lnTo>
                    <a:pt x="2" y="215"/>
                  </a:lnTo>
                  <a:lnTo>
                    <a:pt x="0" y="146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" name="Freeform 13"/>
            <p:cNvSpPr>
              <a:spLocks/>
            </p:cNvSpPr>
            <p:nvPr/>
          </p:nvSpPr>
          <p:spPr bwMode="auto">
            <a:xfrm>
              <a:off x="3278" y="1771"/>
              <a:ext cx="322" cy="262"/>
            </a:xfrm>
            <a:custGeom>
              <a:avLst/>
              <a:gdLst>
                <a:gd name="T0" fmla="*/ 1 w 646"/>
                <a:gd name="T1" fmla="*/ 1 h 524"/>
                <a:gd name="T2" fmla="*/ 0 w 646"/>
                <a:gd name="T3" fmla="*/ 0 h 524"/>
                <a:gd name="T4" fmla="*/ 0 w 646"/>
                <a:gd name="T5" fmla="*/ 0 h 524"/>
                <a:gd name="T6" fmla="*/ 0 w 646"/>
                <a:gd name="T7" fmla="*/ 1 h 524"/>
                <a:gd name="T8" fmla="*/ 0 w 646"/>
                <a:gd name="T9" fmla="*/ 1 h 524"/>
                <a:gd name="T10" fmla="*/ 0 w 646"/>
                <a:gd name="T11" fmla="*/ 2 h 524"/>
                <a:gd name="T12" fmla="*/ 1 w 646"/>
                <a:gd name="T13" fmla="*/ 2 h 524"/>
                <a:gd name="T14" fmla="*/ 1 w 646"/>
                <a:gd name="T15" fmla="*/ 1 h 5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6" h="524">
                  <a:moveTo>
                    <a:pt x="646" y="217"/>
                  </a:moveTo>
                  <a:lnTo>
                    <a:pt x="398" y="0"/>
                  </a:lnTo>
                  <a:lnTo>
                    <a:pt x="179" y="0"/>
                  </a:lnTo>
                  <a:lnTo>
                    <a:pt x="0" y="108"/>
                  </a:lnTo>
                  <a:lnTo>
                    <a:pt x="162" y="343"/>
                  </a:lnTo>
                  <a:lnTo>
                    <a:pt x="361" y="524"/>
                  </a:lnTo>
                  <a:lnTo>
                    <a:pt x="593" y="524"/>
                  </a:lnTo>
                  <a:lnTo>
                    <a:pt x="646" y="217"/>
                  </a:lnTo>
                  <a:close/>
                </a:path>
              </a:pathLst>
            </a:custGeom>
            <a:solidFill>
              <a:srgbClr val="00420F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" name="Freeform 14"/>
            <p:cNvSpPr>
              <a:spLocks/>
            </p:cNvSpPr>
            <p:nvPr/>
          </p:nvSpPr>
          <p:spPr bwMode="auto">
            <a:xfrm>
              <a:off x="3547" y="1625"/>
              <a:ext cx="221" cy="1332"/>
            </a:xfrm>
            <a:custGeom>
              <a:avLst/>
              <a:gdLst>
                <a:gd name="T0" fmla="*/ 1 w 441"/>
                <a:gd name="T1" fmla="*/ 5 h 2664"/>
                <a:gd name="T2" fmla="*/ 1 w 441"/>
                <a:gd name="T3" fmla="*/ 4 h 2664"/>
                <a:gd name="T4" fmla="*/ 1 w 441"/>
                <a:gd name="T5" fmla="*/ 3 h 2664"/>
                <a:gd name="T6" fmla="*/ 1 w 441"/>
                <a:gd name="T7" fmla="*/ 3 h 2664"/>
                <a:gd name="T8" fmla="*/ 1 w 441"/>
                <a:gd name="T9" fmla="*/ 2 h 2664"/>
                <a:gd name="T10" fmla="*/ 1 w 441"/>
                <a:gd name="T11" fmla="*/ 2 h 2664"/>
                <a:gd name="T12" fmla="*/ 1 w 441"/>
                <a:gd name="T13" fmla="*/ 2 h 2664"/>
                <a:gd name="T14" fmla="*/ 1 w 441"/>
                <a:gd name="T15" fmla="*/ 2 h 2664"/>
                <a:gd name="T16" fmla="*/ 1 w 441"/>
                <a:gd name="T17" fmla="*/ 2 h 2664"/>
                <a:gd name="T18" fmla="*/ 1 w 441"/>
                <a:gd name="T19" fmla="*/ 2 h 2664"/>
                <a:gd name="T20" fmla="*/ 1 w 441"/>
                <a:gd name="T21" fmla="*/ 2 h 2664"/>
                <a:gd name="T22" fmla="*/ 1 w 441"/>
                <a:gd name="T23" fmla="*/ 1 h 2664"/>
                <a:gd name="T24" fmla="*/ 1 w 441"/>
                <a:gd name="T25" fmla="*/ 1 h 2664"/>
                <a:gd name="T26" fmla="*/ 1 w 441"/>
                <a:gd name="T27" fmla="*/ 1 h 2664"/>
                <a:gd name="T28" fmla="*/ 1 w 441"/>
                <a:gd name="T29" fmla="*/ 1 h 2664"/>
                <a:gd name="T30" fmla="*/ 1 w 441"/>
                <a:gd name="T31" fmla="*/ 1 h 2664"/>
                <a:gd name="T32" fmla="*/ 1 w 441"/>
                <a:gd name="T33" fmla="*/ 1 h 2664"/>
                <a:gd name="T34" fmla="*/ 1 w 441"/>
                <a:gd name="T35" fmla="*/ 1 h 2664"/>
                <a:gd name="T36" fmla="*/ 0 w 441"/>
                <a:gd name="T37" fmla="*/ 1 h 2664"/>
                <a:gd name="T38" fmla="*/ 0 w 441"/>
                <a:gd name="T39" fmla="*/ 0 h 2664"/>
                <a:gd name="T40" fmla="*/ 1 w 441"/>
                <a:gd name="T41" fmla="*/ 1 h 2664"/>
                <a:gd name="T42" fmla="*/ 1 w 441"/>
                <a:gd name="T43" fmla="*/ 1 h 2664"/>
                <a:gd name="T44" fmla="*/ 1 w 441"/>
                <a:gd name="T45" fmla="*/ 1 h 2664"/>
                <a:gd name="T46" fmla="*/ 1 w 441"/>
                <a:gd name="T47" fmla="*/ 1 h 2664"/>
                <a:gd name="T48" fmla="*/ 1 w 441"/>
                <a:gd name="T49" fmla="*/ 1 h 2664"/>
                <a:gd name="T50" fmla="*/ 1 w 441"/>
                <a:gd name="T51" fmla="*/ 2 h 2664"/>
                <a:gd name="T52" fmla="*/ 1 w 441"/>
                <a:gd name="T53" fmla="*/ 2 h 2664"/>
                <a:gd name="T54" fmla="*/ 1 w 441"/>
                <a:gd name="T55" fmla="*/ 2 h 2664"/>
                <a:gd name="T56" fmla="*/ 1 w 441"/>
                <a:gd name="T57" fmla="*/ 2 h 2664"/>
                <a:gd name="T58" fmla="*/ 1 w 441"/>
                <a:gd name="T59" fmla="*/ 2 h 2664"/>
                <a:gd name="T60" fmla="*/ 1 w 441"/>
                <a:gd name="T61" fmla="*/ 3 h 2664"/>
                <a:gd name="T62" fmla="*/ 1 w 441"/>
                <a:gd name="T63" fmla="*/ 3 h 2664"/>
                <a:gd name="T64" fmla="*/ 1 w 441"/>
                <a:gd name="T65" fmla="*/ 3 h 2664"/>
                <a:gd name="T66" fmla="*/ 1 w 441"/>
                <a:gd name="T67" fmla="*/ 3 h 2664"/>
                <a:gd name="T68" fmla="*/ 1 w 441"/>
                <a:gd name="T69" fmla="*/ 3 h 2664"/>
                <a:gd name="T70" fmla="*/ 1 w 441"/>
                <a:gd name="T71" fmla="*/ 4 h 2664"/>
                <a:gd name="T72" fmla="*/ 1 w 441"/>
                <a:gd name="T73" fmla="*/ 5 h 2664"/>
                <a:gd name="T74" fmla="*/ 1 w 441"/>
                <a:gd name="T75" fmla="*/ 6 h 2664"/>
                <a:gd name="T76" fmla="*/ 0 w 441"/>
                <a:gd name="T77" fmla="*/ 5 h 2664"/>
                <a:gd name="T78" fmla="*/ 1 w 441"/>
                <a:gd name="T79" fmla="*/ 5 h 26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441" h="2664">
                  <a:moveTo>
                    <a:pt x="106" y="2375"/>
                  </a:moveTo>
                  <a:lnTo>
                    <a:pt x="215" y="1995"/>
                  </a:lnTo>
                  <a:lnTo>
                    <a:pt x="341" y="1122"/>
                  </a:lnTo>
                  <a:lnTo>
                    <a:pt x="337" y="1026"/>
                  </a:lnTo>
                  <a:lnTo>
                    <a:pt x="333" y="937"/>
                  </a:lnTo>
                  <a:lnTo>
                    <a:pt x="331" y="854"/>
                  </a:lnTo>
                  <a:lnTo>
                    <a:pt x="331" y="782"/>
                  </a:lnTo>
                  <a:lnTo>
                    <a:pt x="329" y="713"/>
                  </a:lnTo>
                  <a:lnTo>
                    <a:pt x="325" y="648"/>
                  </a:lnTo>
                  <a:lnTo>
                    <a:pt x="319" y="589"/>
                  </a:lnTo>
                  <a:lnTo>
                    <a:pt x="309" y="531"/>
                  </a:lnTo>
                  <a:lnTo>
                    <a:pt x="295" y="478"/>
                  </a:lnTo>
                  <a:lnTo>
                    <a:pt x="276" y="425"/>
                  </a:lnTo>
                  <a:lnTo>
                    <a:pt x="250" y="372"/>
                  </a:lnTo>
                  <a:lnTo>
                    <a:pt x="217" y="321"/>
                  </a:lnTo>
                  <a:lnTo>
                    <a:pt x="177" y="266"/>
                  </a:lnTo>
                  <a:lnTo>
                    <a:pt x="128" y="210"/>
                  </a:lnTo>
                  <a:lnTo>
                    <a:pt x="69" y="153"/>
                  </a:lnTo>
                  <a:lnTo>
                    <a:pt x="0" y="90"/>
                  </a:lnTo>
                  <a:lnTo>
                    <a:pt x="0" y="0"/>
                  </a:lnTo>
                  <a:lnTo>
                    <a:pt x="110" y="100"/>
                  </a:lnTo>
                  <a:lnTo>
                    <a:pt x="203" y="201"/>
                  </a:lnTo>
                  <a:lnTo>
                    <a:pt x="278" y="299"/>
                  </a:lnTo>
                  <a:lnTo>
                    <a:pt x="335" y="396"/>
                  </a:lnTo>
                  <a:lnTo>
                    <a:pt x="378" y="492"/>
                  </a:lnTo>
                  <a:lnTo>
                    <a:pt x="410" y="587"/>
                  </a:lnTo>
                  <a:lnTo>
                    <a:pt x="429" y="683"/>
                  </a:lnTo>
                  <a:lnTo>
                    <a:pt x="439" y="780"/>
                  </a:lnTo>
                  <a:lnTo>
                    <a:pt x="441" y="876"/>
                  </a:lnTo>
                  <a:lnTo>
                    <a:pt x="435" y="975"/>
                  </a:lnTo>
                  <a:lnTo>
                    <a:pt x="423" y="1075"/>
                  </a:lnTo>
                  <a:lnTo>
                    <a:pt x="410" y="1177"/>
                  </a:lnTo>
                  <a:lnTo>
                    <a:pt x="392" y="1282"/>
                  </a:lnTo>
                  <a:lnTo>
                    <a:pt x="374" y="1388"/>
                  </a:lnTo>
                  <a:lnTo>
                    <a:pt x="356" y="1498"/>
                  </a:lnTo>
                  <a:lnTo>
                    <a:pt x="341" y="1613"/>
                  </a:lnTo>
                  <a:lnTo>
                    <a:pt x="126" y="2556"/>
                  </a:lnTo>
                  <a:lnTo>
                    <a:pt x="35" y="2664"/>
                  </a:lnTo>
                  <a:lnTo>
                    <a:pt x="0" y="2556"/>
                  </a:lnTo>
                  <a:lnTo>
                    <a:pt x="106" y="2375"/>
                  </a:lnTo>
                  <a:close/>
                </a:path>
              </a:pathLst>
            </a:custGeom>
            <a:solidFill>
              <a:srgbClr val="3300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" name="Freeform 15"/>
            <p:cNvSpPr>
              <a:spLocks/>
            </p:cNvSpPr>
            <p:nvPr/>
          </p:nvSpPr>
          <p:spPr bwMode="auto">
            <a:xfrm>
              <a:off x="2532" y="1933"/>
              <a:ext cx="997" cy="1538"/>
            </a:xfrm>
            <a:custGeom>
              <a:avLst/>
              <a:gdLst>
                <a:gd name="T0" fmla="*/ 2 w 1993"/>
                <a:gd name="T1" fmla="*/ 0 h 3080"/>
                <a:gd name="T2" fmla="*/ 2 w 1993"/>
                <a:gd name="T3" fmla="*/ 0 h 3080"/>
                <a:gd name="T4" fmla="*/ 1 w 1993"/>
                <a:gd name="T5" fmla="*/ 0 h 3080"/>
                <a:gd name="T6" fmla="*/ 1 w 1993"/>
                <a:gd name="T7" fmla="*/ 0 h 3080"/>
                <a:gd name="T8" fmla="*/ 2 w 1993"/>
                <a:gd name="T9" fmla="*/ 1 h 3080"/>
                <a:gd name="T10" fmla="*/ 2 w 1993"/>
                <a:gd name="T11" fmla="*/ 4 h 3080"/>
                <a:gd name="T12" fmla="*/ 1 w 1993"/>
                <a:gd name="T13" fmla="*/ 5 h 3080"/>
                <a:gd name="T14" fmla="*/ 1 w 1993"/>
                <a:gd name="T15" fmla="*/ 5 h 3080"/>
                <a:gd name="T16" fmla="*/ 1 w 1993"/>
                <a:gd name="T17" fmla="*/ 5 h 3080"/>
                <a:gd name="T18" fmla="*/ 2 w 1993"/>
                <a:gd name="T19" fmla="*/ 5 h 3080"/>
                <a:gd name="T20" fmla="*/ 2 w 1993"/>
                <a:gd name="T21" fmla="*/ 5 h 3080"/>
                <a:gd name="T22" fmla="*/ 2 w 1993"/>
                <a:gd name="T23" fmla="*/ 5 h 3080"/>
                <a:gd name="T24" fmla="*/ 2 w 1993"/>
                <a:gd name="T25" fmla="*/ 5 h 3080"/>
                <a:gd name="T26" fmla="*/ 2 w 1993"/>
                <a:gd name="T27" fmla="*/ 6 h 3080"/>
                <a:gd name="T28" fmla="*/ 3 w 1993"/>
                <a:gd name="T29" fmla="*/ 5 h 3080"/>
                <a:gd name="T30" fmla="*/ 2 w 1993"/>
                <a:gd name="T31" fmla="*/ 5 h 3080"/>
                <a:gd name="T32" fmla="*/ 2 w 1993"/>
                <a:gd name="T33" fmla="*/ 5 h 3080"/>
                <a:gd name="T34" fmla="*/ 2 w 1993"/>
                <a:gd name="T35" fmla="*/ 5 h 3080"/>
                <a:gd name="T36" fmla="*/ 2 w 1993"/>
                <a:gd name="T37" fmla="*/ 4 h 3080"/>
                <a:gd name="T38" fmla="*/ 3 w 1993"/>
                <a:gd name="T39" fmla="*/ 4 h 3080"/>
                <a:gd name="T40" fmla="*/ 3 w 1993"/>
                <a:gd name="T41" fmla="*/ 4 h 3080"/>
                <a:gd name="T42" fmla="*/ 3 w 1993"/>
                <a:gd name="T43" fmla="*/ 4 h 3080"/>
                <a:gd name="T44" fmla="*/ 3 w 1993"/>
                <a:gd name="T45" fmla="*/ 4 h 3080"/>
                <a:gd name="T46" fmla="*/ 3 w 1993"/>
                <a:gd name="T47" fmla="*/ 4 h 3080"/>
                <a:gd name="T48" fmla="*/ 3 w 1993"/>
                <a:gd name="T49" fmla="*/ 4 h 3080"/>
                <a:gd name="T50" fmla="*/ 4 w 1993"/>
                <a:gd name="T51" fmla="*/ 4 h 3080"/>
                <a:gd name="T52" fmla="*/ 4 w 1993"/>
                <a:gd name="T53" fmla="*/ 4 h 3080"/>
                <a:gd name="T54" fmla="*/ 4 w 1993"/>
                <a:gd name="T55" fmla="*/ 4 h 3080"/>
                <a:gd name="T56" fmla="*/ 4 w 1993"/>
                <a:gd name="T57" fmla="*/ 3 h 3080"/>
                <a:gd name="T58" fmla="*/ 4 w 1993"/>
                <a:gd name="T59" fmla="*/ 3 h 3080"/>
                <a:gd name="T60" fmla="*/ 4 w 1993"/>
                <a:gd name="T61" fmla="*/ 3 h 3080"/>
                <a:gd name="T62" fmla="*/ 3 w 1993"/>
                <a:gd name="T63" fmla="*/ 4 h 3080"/>
                <a:gd name="T64" fmla="*/ 3 w 1993"/>
                <a:gd name="T65" fmla="*/ 4 h 3080"/>
                <a:gd name="T66" fmla="*/ 3 w 1993"/>
                <a:gd name="T67" fmla="*/ 4 h 3080"/>
                <a:gd name="T68" fmla="*/ 3 w 1993"/>
                <a:gd name="T69" fmla="*/ 4 h 3080"/>
                <a:gd name="T70" fmla="*/ 3 w 1993"/>
                <a:gd name="T71" fmla="*/ 4 h 3080"/>
                <a:gd name="T72" fmla="*/ 2 w 1993"/>
                <a:gd name="T73" fmla="*/ 4 h 3080"/>
                <a:gd name="T74" fmla="*/ 2 w 1993"/>
                <a:gd name="T75" fmla="*/ 4 h 3080"/>
                <a:gd name="T76" fmla="*/ 2 w 1993"/>
                <a:gd name="T77" fmla="*/ 3 h 3080"/>
                <a:gd name="T78" fmla="*/ 2 w 1993"/>
                <a:gd name="T79" fmla="*/ 0 h 308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993" h="3080">
                  <a:moveTo>
                    <a:pt x="772" y="471"/>
                  </a:moveTo>
                  <a:lnTo>
                    <a:pt x="863" y="181"/>
                  </a:lnTo>
                  <a:lnTo>
                    <a:pt x="863" y="18"/>
                  </a:lnTo>
                  <a:lnTo>
                    <a:pt x="827" y="73"/>
                  </a:lnTo>
                  <a:lnTo>
                    <a:pt x="701" y="73"/>
                  </a:lnTo>
                  <a:lnTo>
                    <a:pt x="504" y="18"/>
                  </a:lnTo>
                  <a:lnTo>
                    <a:pt x="287" y="0"/>
                  </a:lnTo>
                  <a:lnTo>
                    <a:pt x="414" y="55"/>
                  </a:lnTo>
                  <a:lnTo>
                    <a:pt x="792" y="128"/>
                  </a:lnTo>
                  <a:lnTo>
                    <a:pt x="593" y="634"/>
                  </a:lnTo>
                  <a:lnTo>
                    <a:pt x="611" y="2284"/>
                  </a:lnTo>
                  <a:lnTo>
                    <a:pt x="648" y="2538"/>
                  </a:lnTo>
                  <a:lnTo>
                    <a:pt x="683" y="2737"/>
                  </a:lnTo>
                  <a:lnTo>
                    <a:pt x="504" y="2755"/>
                  </a:lnTo>
                  <a:lnTo>
                    <a:pt x="270" y="2755"/>
                  </a:lnTo>
                  <a:lnTo>
                    <a:pt x="20" y="2592"/>
                  </a:lnTo>
                  <a:lnTo>
                    <a:pt x="0" y="2682"/>
                  </a:lnTo>
                  <a:lnTo>
                    <a:pt x="217" y="2810"/>
                  </a:lnTo>
                  <a:lnTo>
                    <a:pt x="504" y="2810"/>
                  </a:lnTo>
                  <a:lnTo>
                    <a:pt x="683" y="2810"/>
                  </a:lnTo>
                  <a:lnTo>
                    <a:pt x="715" y="2844"/>
                  </a:lnTo>
                  <a:lnTo>
                    <a:pt x="741" y="2875"/>
                  </a:lnTo>
                  <a:lnTo>
                    <a:pt x="758" y="2903"/>
                  </a:lnTo>
                  <a:lnTo>
                    <a:pt x="774" y="2932"/>
                  </a:lnTo>
                  <a:lnTo>
                    <a:pt x="788" y="2964"/>
                  </a:lnTo>
                  <a:lnTo>
                    <a:pt x="800" y="2997"/>
                  </a:lnTo>
                  <a:lnTo>
                    <a:pt x="813" y="3035"/>
                  </a:lnTo>
                  <a:lnTo>
                    <a:pt x="827" y="3080"/>
                  </a:lnTo>
                  <a:lnTo>
                    <a:pt x="1077" y="3080"/>
                  </a:lnTo>
                  <a:lnTo>
                    <a:pt x="1034" y="3019"/>
                  </a:lnTo>
                  <a:lnTo>
                    <a:pt x="1001" y="2960"/>
                  </a:lnTo>
                  <a:lnTo>
                    <a:pt x="973" y="2899"/>
                  </a:lnTo>
                  <a:lnTo>
                    <a:pt x="951" y="2838"/>
                  </a:lnTo>
                  <a:lnTo>
                    <a:pt x="930" y="2775"/>
                  </a:lnTo>
                  <a:lnTo>
                    <a:pt x="910" y="2712"/>
                  </a:lnTo>
                  <a:lnTo>
                    <a:pt x="888" y="2645"/>
                  </a:lnTo>
                  <a:lnTo>
                    <a:pt x="863" y="2574"/>
                  </a:lnTo>
                  <a:lnTo>
                    <a:pt x="932" y="2523"/>
                  </a:lnTo>
                  <a:lnTo>
                    <a:pt x="993" y="2479"/>
                  </a:lnTo>
                  <a:lnTo>
                    <a:pt x="1046" y="2442"/>
                  </a:lnTo>
                  <a:lnTo>
                    <a:pt x="1093" y="2412"/>
                  </a:lnTo>
                  <a:lnTo>
                    <a:pt x="1137" y="2385"/>
                  </a:lnTo>
                  <a:lnTo>
                    <a:pt x="1176" y="2363"/>
                  </a:lnTo>
                  <a:lnTo>
                    <a:pt x="1213" y="2344"/>
                  </a:lnTo>
                  <a:lnTo>
                    <a:pt x="1249" y="2328"/>
                  </a:lnTo>
                  <a:lnTo>
                    <a:pt x="1284" y="2312"/>
                  </a:lnTo>
                  <a:lnTo>
                    <a:pt x="1322" y="2298"/>
                  </a:lnTo>
                  <a:lnTo>
                    <a:pt x="1361" y="2282"/>
                  </a:lnTo>
                  <a:lnTo>
                    <a:pt x="1404" y="2267"/>
                  </a:lnTo>
                  <a:lnTo>
                    <a:pt x="1452" y="2249"/>
                  </a:lnTo>
                  <a:lnTo>
                    <a:pt x="1505" y="2227"/>
                  </a:lnTo>
                  <a:lnTo>
                    <a:pt x="1566" y="2204"/>
                  </a:lnTo>
                  <a:lnTo>
                    <a:pt x="1635" y="2174"/>
                  </a:lnTo>
                  <a:lnTo>
                    <a:pt x="1814" y="2229"/>
                  </a:lnTo>
                  <a:lnTo>
                    <a:pt x="1958" y="2229"/>
                  </a:lnTo>
                  <a:lnTo>
                    <a:pt x="1814" y="2174"/>
                  </a:lnTo>
                  <a:lnTo>
                    <a:pt x="1796" y="1975"/>
                  </a:lnTo>
                  <a:lnTo>
                    <a:pt x="1993" y="1650"/>
                  </a:lnTo>
                  <a:lnTo>
                    <a:pt x="1976" y="1432"/>
                  </a:lnTo>
                  <a:lnTo>
                    <a:pt x="1779" y="1832"/>
                  </a:lnTo>
                  <a:lnTo>
                    <a:pt x="1635" y="1993"/>
                  </a:lnTo>
                  <a:lnTo>
                    <a:pt x="1578" y="2019"/>
                  </a:lnTo>
                  <a:lnTo>
                    <a:pt x="1523" y="2044"/>
                  </a:lnTo>
                  <a:lnTo>
                    <a:pt x="1467" y="2070"/>
                  </a:lnTo>
                  <a:lnTo>
                    <a:pt x="1412" y="2093"/>
                  </a:lnTo>
                  <a:lnTo>
                    <a:pt x="1357" y="2117"/>
                  </a:lnTo>
                  <a:lnTo>
                    <a:pt x="1304" y="2143"/>
                  </a:lnTo>
                  <a:lnTo>
                    <a:pt x="1249" y="2166"/>
                  </a:lnTo>
                  <a:lnTo>
                    <a:pt x="1196" y="2190"/>
                  </a:lnTo>
                  <a:lnTo>
                    <a:pt x="1142" y="2214"/>
                  </a:lnTo>
                  <a:lnTo>
                    <a:pt x="1087" y="2239"/>
                  </a:lnTo>
                  <a:lnTo>
                    <a:pt x="1034" y="2265"/>
                  </a:lnTo>
                  <a:lnTo>
                    <a:pt x="979" y="2292"/>
                  </a:lnTo>
                  <a:lnTo>
                    <a:pt x="924" y="2320"/>
                  </a:lnTo>
                  <a:lnTo>
                    <a:pt x="869" y="2349"/>
                  </a:lnTo>
                  <a:lnTo>
                    <a:pt x="811" y="2379"/>
                  </a:lnTo>
                  <a:lnTo>
                    <a:pt x="754" y="2410"/>
                  </a:lnTo>
                  <a:lnTo>
                    <a:pt x="683" y="1595"/>
                  </a:lnTo>
                  <a:lnTo>
                    <a:pt x="683" y="743"/>
                  </a:lnTo>
                  <a:lnTo>
                    <a:pt x="772" y="471"/>
                  </a:lnTo>
                  <a:close/>
                </a:path>
              </a:pathLst>
            </a:custGeom>
            <a:solidFill>
              <a:srgbClr val="3300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" name="Freeform 16"/>
            <p:cNvSpPr>
              <a:spLocks/>
            </p:cNvSpPr>
            <p:nvPr/>
          </p:nvSpPr>
          <p:spPr bwMode="auto">
            <a:xfrm>
              <a:off x="3190" y="1838"/>
              <a:ext cx="957" cy="934"/>
            </a:xfrm>
            <a:custGeom>
              <a:avLst/>
              <a:gdLst>
                <a:gd name="T0" fmla="*/ 2 w 1915"/>
                <a:gd name="T1" fmla="*/ 0 h 1869"/>
                <a:gd name="T2" fmla="*/ 2 w 1915"/>
                <a:gd name="T3" fmla="*/ 0 h 1869"/>
                <a:gd name="T4" fmla="*/ 2 w 1915"/>
                <a:gd name="T5" fmla="*/ 0 h 1869"/>
                <a:gd name="T6" fmla="*/ 2 w 1915"/>
                <a:gd name="T7" fmla="*/ 0 h 1869"/>
                <a:gd name="T8" fmla="*/ 2 w 1915"/>
                <a:gd name="T9" fmla="*/ 0 h 1869"/>
                <a:gd name="T10" fmla="*/ 2 w 1915"/>
                <a:gd name="T11" fmla="*/ 0 h 1869"/>
                <a:gd name="T12" fmla="*/ 3 w 1915"/>
                <a:gd name="T13" fmla="*/ 0 h 1869"/>
                <a:gd name="T14" fmla="*/ 3 w 1915"/>
                <a:gd name="T15" fmla="*/ 0 h 1869"/>
                <a:gd name="T16" fmla="*/ 3 w 1915"/>
                <a:gd name="T17" fmla="*/ 0 h 1869"/>
                <a:gd name="T18" fmla="*/ 3 w 1915"/>
                <a:gd name="T19" fmla="*/ 0 h 1869"/>
                <a:gd name="T20" fmla="*/ 3 w 1915"/>
                <a:gd name="T21" fmla="*/ 0 h 1869"/>
                <a:gd name="T22" fmla="*/ 3 w 1915"/>
                <a:gd name="T23" fmla="*/ 1 h 1869"/>
                <a:gd name="T24" fmla="*/ 3 w 1915"/>
                <a:gd name="T25" fmla="*/ 1 h 1869"/>
                <a:gd name="T26" fmla="*/ 3 w 1915"/>
                <a:gd name="T27" fmla="*/ 1 h 1869"/>
                <a:gd name="T28" fmla="*/ 3 w 1915"/>
                <a:gd name="T29" fmla="*/ 1 h 1869"/>
                <a:gd name="T30" fmla="*/ 3 w 1915"/>
                <a:gd name="T31" fmla="*/ 1 h 1869"/>
                <a:gd name="T32" fmla="*/ 3 w 1915"/>
                <a:gd name="T33" fmla="*/ 2 h 1869"/>
                <a:gd name="T34" fmla="*/ 3 w 1915"/>
                <a:gd name="T35" fmla="*/ 2 h 1869"/>
                <a:gd name="T36" fmla="*/ 3 w 1915"/>
                <a:gd name="T37" fmla="*/ 2 h 1869"/>
                <a:gd name="T38" fmla="*/ 3 w 1915"/>
                <a:gd name="T39" fmla="*/ 2 h 1869"/>
                <a:gd name="T40" fmla="*/ 2 w 1915"/>
                <a:gd name="T41" fmla="*/ 2 h 1869"/>
                <a:gd name="T42" fmla="*/ 2 w 1915"/>
                <a:gd name="T43" fmla="*/ 3 h 1869"/>
                <a:gd name="T44" fmla="*/ 2 w 1915"/>
                <a:gd name="T45" fmla="*/ 3 h 1869"/>
                <a:gd name="T46" fmla="*/ 2 w 1915"/>
                <a:gd name="T47" fmla="*/ 3 h 1869"/>
                <a:gd name="T48" fmla="*/ 1 w 1915"/>
                <a:gd name="T49" fmla="*/ 3 h 1869"/>
                <a:gd name="T50" fmla="*/ 1 w 1915"/>
                <a:gd name="T51" fmla="*/ 3 h 1869"/>
                <a:gd name="T52" fmla="*/ 1 w 1915"/>
                <a:gd name="T53" fmla="*/ 3 h 1869"/>
                <a:gd name="T54" fmla="*/ 1 w 1915"/>
                <a:gd name="T55" fmla="*/ 3 h 1869"/>
                <a:gd name="T56" fmla="*/ 1 w 1915"/>
                <a:gd name="T57" fmla="*/ 3 h 1869"/>
                <a:gd name="T58" fmla="*/ 1 w 1915"/>
                <a:gd name="T59" fmla="*/ 3 h 1869"/>
                <a:gd name="T60" fmla="*/ 1 w 1915"/>
                <a:gd name="T61" fmla="*/ 3 h 1869"/>
                <a:gd name="T62" fmla="*/ 1 w 1915"/>
                <a:gd name="T63" fmla="*/ 3 h 1869"/>
                <a:gd name="T64" fmla="*/ 0 w 1915"/>
                <a:gd name="T65" fmla="*/ 3 h 1869"/>
                <a:gd name="T66" fmla="*/ 0 w 1915"/>
                <a:gd name="T67" fmla="*/ 2 h 1869"/>
                <a:gd name="T68" fmla="*/ 0 w 1915"/>
                <a:gd name="T69" fmla="*/ 1 h 1869"/>
                <a:gd name="T70" fmla="*/ 0 w 1915"/>
                <a:gd name="T71" fmla="*/ 1 h 1869"/>
                <a:gd name="T72" fmla="*/ 0 w 1915"/>
                <a:gd name="T73" fmla="*/ 1 h 1869"/>
                <a:gd name="T74" fmla="*/ 0 w 1915"/>
                <a:gd name="T75" fmla="*/ 1 h 1869"/>
                <a:gd name="T76" fmla="*/ 0 w 1915"/>
                <a:gd name="T77" fmla="*/ 1 h 1869"/>
                <a:gd name="T78" fmla="*/ 0 w 1915"/>
                <a:gd name="T79" fmla="*/ 0 h 1869"/>
                <a:gd name="T80" fmla="*/ 0 w 1915"/>
                <a:gd name="T81" fmla="*/ 0 h 1869"/>
                <a:gd name="T82" fmla="*/ 1 w 1915"/>
                <a:gd name="T83" fmla="*/ 0 h 1869"/>
                <a:gd name="T84" fmla="*/ 1 w 1915"/>
                <a:gd name="T85" fmla="*/ 0 h 1869"/>
                <a:gd name="T86" fmla="*/ 1 w 1915"/>
                <a:gd name="T87" fmla="*/ 0 h 18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915" h="1869">
                  <a:moveTo>
                    <a:pt x="1012" y="47"/>
                  </a:moveTo>
                  <a:lnTo>
                    <a:pt x="1048" y="112"/>
                  </a:lnTo>
                  <a:lnTo>
                    <a:pt x="1150" y="158"/>
                  </a:lnTo>
                  <a:lnTo>
                    <a:pt x="1205" y="215"/>
                  </a:lnTo>
                  <a:lnTo>
                    <a:pt x="1241" y="209"/>
                  </a:lnTo>
                  <a:lnTo>
                    <a:pt x="1278" y="205"/>
                  </a:lnTo>
                  <a:lnTo>
                    <a:pt x="1314" y="201"/>
                  </a:lnTo>
                  <a:lnTo>
                    <a:pt x="1349" y="199"/>
                  </a:lnTo>
                  <a:lnTo>
                    <a:pt x="1385" y="195"/>
                  </a:lnTo>
                  <a:lnTo>
                    <a:pt x="1420" y="191"/>
                  </a:lnTo>
                  <a:lnTo>
                    <a:pt x="1456" y="185"/>
                  </a:lnTo>
                  <a:lnTo>
                    <a:pt x="1491" y="177"/>
                  </a:lnTo>
                  <a:lnTo>
                    <a:pt x="1509" y="297"/>
                  </a:lnTo>
                  <a:lnTo>
                    <a:pt x="1564" y="372"/>
                  </a:lnTo>
                  <a:lnTo>
                    <a:pt x="1592" y="366"/>
                  </a:lnTo>
                  <a:lnTo>
                    <a:pt x="1619" y="362"/>
                  </a:lnTo>
                  <a:lnTo>
                    <a:pt x="1643" y="362"/>
                  </a:lnTo>
                  <a:lnTo>
                    <a:pt x="1666" y="360"/>
                  </a:lnTo>
                  <a:lnTo>
                    <a:pt x="1690" y="360"/>
                  </a:lnTo>
                  <a:lnTo>
                    <a:pt x="1716" y="360"/>
                  </a:lnTo>
                  <a:lnTo>
                    <a:pt x="1739" y="358"/>
                  </a:lnTo>
                  <a:lnTo>
                    <a:pt x="1767" y="355"/>
                  </a:lnTo>
                  <a:lnTo>
                    <a:pt x="1761" y="443"/>
                  </a:lnTo>
                  <a:lnTo>
                    <a:pt x="1751" y="538"/>
                  </a:lnTo>
                  <a:lnTo>
                    <a:pt x="1749" y="630"/>
                  </a:lnTo>
                  <a:lnTo>
                    <a:pt x="1767" y="707"/>
                  </a:lnTo>
                  <a:lnTo>
                    <a:pt x="1729" y="800"/>
                  </a:lnTo>
                  <a:lnTo>
                    <a:pt x="1767" y="833"/>
                  </a:lnTo>
                  <a:lnTo>
                    <a:pt x="1794" y="869"/>
                  </a:lnTo>
                  <a:lnTo>
                    <a:pt x="1816" y="906"/>
                  </a:lnTo>
                  <a:lnTo>
                    <a:pt x="1834" y="945"/>
                  </a:lnTo>
                  <a:lnTo>
                    <a:pt x="1850" y="987"/>
                  </a:lnTo>
                  <a:lnTo>
                    <a:pt x="1867" y="1030"/>
                  </a:lnTo>
                  <a:lnTo>
                    <a:pt x="1887" y="1073"/>
                  </a:lnTo>
                  <a:lnTo>
                    <a:pt x="1915" y="1117"/>
                  </a:lnTo>
                  <a:lnTo>
                    <a:pt x="1794" y="1172"/>
                  </a:lnTo>
                  <a:lnTo>
                    <a:pt x="1712" y="1199"/>
                  </a:lnTo>
                  <a:lnTo>
                    <a:pt x="1729" y="1282"/>
                  </a:lnTo>
                  <a:lnTo>
                    <a:pt x="1729" y="1377"/>
                  </a:lnTo>
                  <a:lnTo>
                    <a:pt x="1611" y="1357"/>
                  </a:lnTo>
                  <a:lnTo>
                    <a:pt x="1501" y="1329"/>
                  </a:lnTo>
                  <a:lnTo>
                    <a:pt x="1473" y="1384"/>
                  </a:lnTo>
                  <a:lnTo>
                    <a:pt x="1438" y="1637"/>
                  </a:lnTo>
                  <a:lnTo>
                    <a:pt x="1371" y="1739"/>
                  </a:lnTo>
                  <a:lnTo>
                    <a:pt x="1371" y="1804"/>
                  </a:lnTo>
                  <a:lnTo>
                    <a:pt x="1278" y="1804"/>
                  </a:lnTo>
                  <a:lnTo>
                    <a:pt x="1058" y="1776"/>
                  </a:lnTo>
                  <a:lnTo>
                    <a:pt x="1032" y="1782"/>
                  </a:lnTo>
                  <a:lnTo>
                    <a:pt x="1004" y="1788"/>
                  </a:lnTo>
                  <a:lnTo>
                    <a:pt x="979" y="1794"/>
                  </a:lnTo>
                  <a:lnTo>
                    <a:pt x="953" y="1798"/>
                  </a:lnTo>
                  <a:lnTo>
                    <a:pt x="926" y="1804"/>
                  </a:lnTo>
                  <a:lnTo>
                    <a:pt x="900" y="1810"/>
                  </a:lnTo>
                  <a:lnTo>
                    <a:pt x="873" y="1816"/>
                  </a:lnTo>
                  <a:lnTo>
                    <a:pt x="847" y="1822"/>
                  </a:lnTo>
                  <a:lnTo>
                    <a:pt x="819" y="1828"/>
                  </a:lnTo>
                  <a:lnTo>
                    <a:pt x="794" y="1833"/>
                  </a:lnTo>
                  <a:lnTo>
                    <a:pt x="766" y="1839"/>
                  </a:lnTo>
                  <a:lnTo>
                    <a:pt x="741" y="1845"/>
                  </a:lnTo>
                  <a:lnTo>
                    <a:pt x="713" y="1851"/>
                  </a:lnTo>
                  <a:lnTo>
                    <a:pt x="687" y="1857"/>
                  </a:lnTo>
                  <a:lnTo>
                    <a:pt x="660" y="1863"/>
                  </a:lnTo>
                  <a:lnTo>
                    <a:pt x="634" y="1869"/>
                  </a:lnTo>
                  <a:lnTo>
                    <a:pt x="634" y="1711"/>
                  </a:lnTo>
                  <a:lnTo>
                    <a:pt x="561" y="1459"/>
                  </a:lnTo>
                  <a:lnTo>
                    <a:pt x="486" y="1544"/>
                  </a:lnTo>
                  <a:lnTo>
                    <a:pt x="368" y="1394"/>
                  </a:lnTo>
                  <a:lnTo>
                    <a:pt x="173" y="1237"/>
                  </a:lnTo>
                  <a:lnTo>
                    <a:pt x="63" y="1125"/>
                  </a:lnTo>
                  <a:lnTo>
                    <a:pt x="27" y="977"/>
                  </a:lnTo>
                  <a:lnTo>
                    <a:pt x="0" y="819"/>
                  </a:lnTo>
                  <a:lnTo>
                    <a:pt x="31" y="780"/>
                  </a:lnTo>
                  <a:lnTo>
                    <a:pt x="65" y="748"/>
                  </a:lnTo>
                  <a:lnTo>
                    <a:pt x="98" y="723"/>
                  </a:lnTo>
                  <a:lnTo>
                    <a:pt x="136" y="705"/>
                  </a:lnTo>
                  <a:lnTo>
                    <a:pt x="173" y="693"/>
                  </a:lnTo>
                  <a:lnTo>
                    <a:pt x="217" y="685"/>
                  </a:lnTo>
                  <a:lnTo>
                    <a:pt x="262" y="681"/>
                  </a:lnTo>
                  <a:lnTo>
                    <a:pt x="311" y="679"/>
                  </a:lnTo>
                  <a:lnTo>
                    <a:pt x="311" y="420"/>
                  </a:lnTo>
                  <a:lnTo>
                    <a:pt x="311" y="270"/>
                  </a:lnTo>
                  <a:lnTo>
                    <a:pt x="431" y="242"/>
                  </a:lnTo>
                  <a:lnTo>
                    <a:pt x="634" y="195"/>
                  </a:lnTo>
                  <a:lnTo>
                    <a:pt x="727" y="128"/>
                  </a:lnTo>
                  <a:lnTo>
                    <a:pt x="764" y="0"/>
                  </a:lnTo>
                  <a:lnTo>
                    <a:pt x="855" y="38"/>
                  </a:lnTo>
                  <a:lnTo>
                    <a:pt x="902" y="93"/>
                  </a:lnTo>
                  <a:lnTo>
                    <a:pt x="1012" y="47"/>
                  </a:lnTo>
                  <a:close/>
                </a:path>
              </a:pathLst>
            </a:custGeom>
            <a:solidFill>
              <a:srgbClr val="E5D1AF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" name="Freeform 17"/>
            <p:cNvSpPr>
              <a:spLocks/>
            </p:cNvSpPr>
            <p:nvPr/>
          </p:nvSpPr>
          <p:spPr bwMode="auto">
            <a:xfrm>
              <a:off x="3968" y="2022"/>
              <a:ext cx="100" cy="151"/>
            </a:xfrm>
            <a:custGeom>
              <a:avLst/>
              <a:gdLst>
                <a:gd name="T0" fmla="*/ 0 w 199"/>
                <a:gd name="T1" fmla="*/ 0 h 304"/>
                <a:gd name="T2" fmla="*/ 1 w 199"/>
                <a:gd name="T3" fmla="*/ 0 h 304"/>
                <a:gd name="T4" fmla="*/ 1 w 199"/>
                <a:gd name="T5" fmla="*/ 0 h 304"/>
                <a:gd name="T6" fmla="*/ 1 w 199"/>
                <a:gd name="T7" fmla="*/ 0 h 304"/>
                <a:gd name="T8" fmla="*/ 1 w 199"/>
                <a:gd name="T9" fmla="*/ 0 h 304"/>
                <a:gd name="T10" fmla="*/ 1 w 199"/>
                <a:gd name="T11" fmla="*/ 0 h 304"/>
                <a:gd name="T12" fmla="*/ 1 w 199"/>
                <a:gd name="T13" fmla="*/ 0 h 304"/>
                <a:gd name="T14" fmla="*/ 1 w 199"/>
                <a:gd name="T15" fmla="*/ 0 h 304"/>
                <a:gd name="T16" fmla="*/ 1 w 199"/>
                <a:gd name="T17" fmla="*/ 0 h 304"/>
                <a:gd name="T18" fmla="*/ 1 w 199"/>
                <a:gd name="T19" fmla="*/ 0 h 304"/>
                <a:gd name="T20" fmla="*/ 0 w 199"/>
                <a:gd name="T21" fmla="*/ 0 h 3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9" h="304">
                  <a:moveTo>
                    <a:pt x="0" y="16"/>
                  </a:moveTo>
                  <a:lnTo>
                    <a:pt x="118" y="16"/>
                  </a:lnTo>
                  <a:lnTo>
                    <a:pt x="199" y="0"/>
                  </a:lnTo>
                  <a:lnTo>
                    <a:pt x="193" y="75"/>
                  </a:lnTo>
                  <a:lnTo>
                    <a:pt x="171" y="229"/>
                  </a:lnTo>
                  <a:lnTo>
                    <a:pt x="130" y="304"/>
                  </a:lnTo>
                  <a:lnTo>
                    <a:pt x="87" y="304"/>
                  </a:lnTo>
                  <a:lnTo>
                    <a:pt x="45" y="239"/>
                  </a:lnTo>
                  <a:lnTo>
                    <a:pt x="45" y="168"/>
                  </a:lnTo>
                  <a:lnTo>
                    <a:pt x="8" y="16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" name="Freeform 18"/>
            <p:cNvSpPr>
              <a:spLocks/>
            </p:cNvSpPr>
            <p:nvPr/>
          </p:nvSpPr>
          <p:spPr bwMode="auto">
            <a:xfrm>
              <a:off x="3805" y="1943"/>
              <a:ext cx="147" cy="180"/>
            </a:xfrm>
            <a:custGeom>
              <a:avLst/>
              <a:gdLst>
                <a:gd name="T0" fmla="*/ 1 w 294"/>
                <a:gd name="T1" fmla="*/ 0 h 360"/>
                <a:gd name="T2" fmla="*/ 1 w 294"/>
                <a:gd name="T3" fmla="*/ 1 h 360"/>
                <a:gd name="T4" fmla="*/ 1 w 294"/>
                <a:gd name="T5" fmla="*/ 1 h 360"/>
                <a:gd name="T6" fmla="*/ 1 w 294"/>
                <a:gd name="T7" fmla="*/ 1 h 360"/>
                <a:gd name="T8" fmla="*/ 1 w 294"/>
                <a:gd name="T9" fmla="*/ 1 h 360"/>
                <a:gd name="T10" fmla="*/ 1 w 294"/>
                <a:gd name="T11" fmla="*/ 1 h 360"/>
                <a:gd name="T12" fmla="*/ 1 w 294"/>
                <a:gd name="T13" fmla="*/ 1 h 360"/>
                <a:gd name="T14" fmla="*/ 1 w 294"/>
                <a:gd name="T15" fmla="*/ 1 h 360"/>
                <a:gd name="T16" fmla="*/ 1 w 294"/>
                <a:gd name="T17" fmla="*/ 1 h 360"/>
                <a:gd name="T18" fmla="*/ 1 w 294"/>
                <a:gd name="T19" fmla="*/ 1 h 360"/>
                <a:gd name="T20" fmla="*/ 0 w 294"/>
                <a:gd name="T21" fmla="*/ 1 h 360"/>
                <a:gd name="T22" fmla="*/ 1 w 294"/>
                <a:gd name="T23" fmla="*/ 0 h 360"/>
                <a:gd name="T24" fmla="*/ 1 w 294"/>
                <a:gd name="T25" fmla="*/ 0 h 3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4" h="360">
                  <a:moveTo>
                    <a:pt x="234" y="0"/>
                  </a:moveTo>
                  <a:lnTo>
                    <a:pt x="240" y="106"/>
                  </a:lnTo>
                  <a:lnTo>
                    <a:pt x="294" y="272"/>
                  </a:lnTo>
                  <a:lnTo>
                    <a:pt x="294" y="327"/>
                  </a:lnTo>
                  <a:lnTo>
                    <a:pt x="262" y="327"/>
                  </a:lnTo>
                  <a:lnTo>
                    <a:pt x="219" y="360"/>
                  </a:lnTo>
                  <a:lnTo>
                    <a:pt x="183" y="266"/>
                  </a:lnTo>
                  <a:lnTo>
                    <a:pt x="114" y="191"/>
                  </a:lnTo>
                  <a:lnTo>
                    <a:pt x="71" y="153"/>
                  </a:lnTo>
                  <a:lnTo>
                    <a:pt x="67" y="94"/>
                  </a:lnTo>
                  <a:lnTo>
                    <a:pt x="0" y="16"/>
                  </a:lnTo>
                  <a:lnTo>
                    <a:pt x="67" y="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Freeform 19"/>
            <p:cNvSpPr>
              <a:spLocks/>
            </p:cNvSpPr>
            <p:nvPr/>
          </p:nvSpPr>
          <p:spPr bwMode="auto">
            <a:xfrm>
              <a:off x="3832" y="2112"/>
              <a:ext cx="151" cy="223"/>
            </a:xfrm>
            <a:custGeom>
              <a:avLst/>
              <a:gdLst>
                <a:gd name="T0" fmla="*/ 1 w 302"/>
                <a:gd name="T1" fmla="*/ 0 h 447"/>
                <a:gd name="T2" fmla="*/ 1 w 302"/>
                <a:gd name="T3" fmla="*/ 0 h 447"/>
                <a:gd name="T4" fmla="*/ 1 w 302"/>
                <a:gd name="T5" fmla="*/ 0 h 447"/>
                <a:gd name="T6" fmla="*/ 1 w 302"/>
                <a:gd name="T7" fmla="*/ 0 h 447"/>
                <a:gd name="T8" fmla="*/ 1 w 302"/>
                <a:gd name="T9" fmla="*/ 0 h 447"/>
                <a:gd name="T10" fmla="*/ 1 w 302"/>
                <a:gd name="T11" fmla="*/ 0 h 447"/>
                <a:gd name="T12" fmla="*/ 1 w 302"/>
                <a:gd name="T13" fmla="*/ 0 h 447"/>
                <a:gd name="T14" fmla="*/ 0 w 302"/>
                <a:gd name="T15" fmla="*/ 0 h 447"/>
                <a:gd name="T16" fmla="*/ 1 w 302"/>
                <a:gd name="T17" fmla="*/ 0 h 447"/>
                <a:gd name="T18" fmla="*/ 1 w 302"/>
                <a:gd name="T19" fmla="*/ 0 h 447"/>
                <a:gd name="T20" fmla="*/ 1 w 302"/>
                <a:gd name="T21" fmla="*/ 0 h 447"/>
                <a:gd name="T22" fmla="*/ 1 w 302"/>
                <a:gd name="T23" fmla="*/ 0 h 447"/>
                <a:gd name="T24" fmla="*/ 1 w 302"/>
                <a:gd name="T25" fmla="*/ 0 h 447"/>
                <a:gd name="T26" fmla="*/ 1 w 302"/>
                <a:gd name="T27" fmla="*/ 0 h 4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02" h="447">
                  <a:moveTo>
                    <a:pt x="302" y="0"/>
                  </a:moveTo>
                  <a:lnTo>
                    <a:pt x="239" y="0"/>
                  </a:lnTo>
                  <a:lnTo>
                    <a:pt x="164" y="25"/>
                  </a:lnTo>
                  <a:lnTo>
                    <a:pt x="164" y="84"/>
                  </a:lnTo>
                  <a:lnTo>
                    <a:pt x="112" y="196"/>
                  </a:lnTo>
                  <a:lnTo>
                    <a:pt x="53" y="291"/>
                  </a:lnTo>
                  <a:lnTo>
                    <a:pt x="16" y="356"/>
                  </a:lnTo>
                  <a:lnTo>
                    <a:pt x="0" y="447"/>
                  </a:lnTo>
                  <a:lnTo>
                    <a:pt x="97" y="413"/>
                  </a:lnTo>
                  <a:lnTo>
                    <a:pt x="138" y="317"/>
                  </a:lnTo>
                  <a:lnTo>
                    <a:pt x="154" y="254"/>
                  </a:lnTo>
                  <a:lnTo>
                    <a:pt x="229" y="126"/>
                  </a:lnTo>
                  <a:lnTo>
                    <a:pt x="286" y="4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" name="Freeform 20"/>
            <p:cNvSpPr>
              <a:spLocks/>
            </p:cNvSpPr>
            <p:nvPr/>
          </p:nvSpPr>
          <p:spPr bwMode="auto">
            <a:xfrm>
              <a:off x="3901" y="2292"/>
              <a:ext cx="39" cy="28"/>
            </a:xfrm>
            <a:custGeom>
              <a:avLst/>
              <a:gdLst>
                <a:gd name="T0" fmla="*/ 0 w 79"/>
                <a:gd name="T1" fmla="*/ 0 h 53"/>
                <a:gd name="T2" fmla="*/ 0 w 79"/>
                <a:gd name="T3" fmla="*/ 1 h 53"/>
                <a:gd name="T4" fmla="*/ 0 w 79"/>
                <a:gd name="T5" fmla="*/ 1 h 53"/>
                <a:gd name="T6" fmla="*/ 0 w 79"/>
                <a:gd name="T7" fmla="*/ 1 h 53"/>
                <a:gd name="T8" fmla="*/ 0 w 79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53">
                  <a:moveTo>
                    <a:pt x="79" y="0"/>
                  </a:moveTo>
                  <a:lnTo>
                    <a:pt x="10" y="6"/>
                  </a:lnTo>
                  <a:lnTo>
                    <a:pt x="0" y="53"/>
                  </a:lnTo>
                  <a:lnTo>
                    <a:pt x="41" y="53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Freeform 21"/>
            <p:cNvSpPr>
              <a:spLocks/>
            </p:cNvSpPr>
            <p:nvPr/>
          </p:nvSpPr>
          <p:spPr bwMode="auto">
            <a:xfrm>
              <a:off x="3854" y="2279"/>
              <a:ext cx="280" cy="230"/>
            </a:xfrm>
            <a:custGeom>
              <a:avLst/>
              <a:gdLst>
                <a:gd name="T0" fmla="*/ 1 w 559"/>
                <a:gd name="T1" fmla="*/ 1 h 459"/>
                <a:gd name="T2" fmla="*/ 1 w 559"/>
                <a:gd name="T3" fmla="*/ 1 h 459"/>
                <a:gd name="T4" fmla="*/ 1 w 559"/>
                <a:gd name="T5" fmla="*/ 1 h 459"/>
                <a:gd name="T6" fmla="*/ 1 w 559"/>
                <a:gd name="T7" fmla="*/ 1 h 459"/>
                <a:gd name="T8" fmla="*/ 1 w 559"/>
                <a:gd name="T9" fmla="*/ 1 h 459"/>
                <a:gd name="T10" fmla="*/ 1 w 559"/>
                <a:gd name="T11" fmla="*/ 1 h 459"/>
                <a:gd name="T12" fmla="*/ 1 w 559"/>
                <a:gd name="T13" fmla="*/ 1 h 459"/>
                <a:gd name="T14" fmla="*/ 1 w 559"/>
                <a:gd name="T15" fmla="*/ 1 h 459"/>
                <a:gd name="T16" fmla="*/ 1 w 559"/>
                <a:gd name="T17" fmla="*/ 1 h 459"/>
                <a:gd name="T18" fmla="*/ 1 w 559"/>
                <a:gd name="T19" fmla="*/ 1 h 459"/>
                <a:gd name="T20" fmla="*/ 1 w 559"/>
                <a:gd name="T21" fmla="*/ 1 h 459"/>
                <a:gd name="T22" fmla="*/ 0 w 559"/>
                <a:gd name="T23" fmla="*/ 1 h 459"/>
                <a:gd name="T24" fmla="*/ 1 w 559"/>
                <a:gd name="T25" fmla="*/ 1 h 459"/>
                <a:gd name="T26" fmla="*/ 1 w 559"/>
                <a:gd name="T27" fmla="*/ 1 h 459"/>
                <a:gd name="T28" fmla="*/ 1 w 559"/>
                <a:gd name="T29" fmla="*/ 1 h 459"/>
                <a:gd name="T30" fmla="*/ 1 w 559"/>
                <a:gd name="T31" fmla="*/ 1 h 459"/>
                <a:gd name="T32" fmla="*/ 1 w 559"/>
                <a:gd name="T33" fmla="*/ 1 h 459"/>
                <a:gd name="T34" fmla="*/ 2 w 559"/>
                <a:gd name="T35" fmla="*/ 1 h 459"/>
                <a:gd name="T36" fmla="*/ 1 w 559"/>
                <a:gd name="T37" fmla="*/ 1 h 459"/>
                <a:gd name="T38" fmla="*/ 1 w 559"/>
                <a:gd name="T39" fmla="*/ 1 h 459"/>
                <a:gd name="T40" fmla="*/ 1 w 559"/>
                <a:gd name="T41" fmla="*/ 1 h 459"/>
                <a:gd name="T42" fmla="*/ 1 w 559"/>
                <a:gd name="T43" fmla="*/ 1 h 459"/>
                <a:gd name="T44" fmla="*/ 1 w 559"/>
                <a:gd name="T45" fmla="*/ 1 h 459"/>
                <a:gd name="T46" fmla="*/ 1 w 559"/>
                <a:gd name="T47" fmla="*/ 1 h 459"/>
                <a:gd name="T48" fmla="*/ 1 w 559"/>
                <a:gd name="T49" fmla="*/ 1 h 459"/>
                <a:gd name="T50" fmla="*/ 1 w 559"/>
                <a:gd name="T51" fmla="*/ 0 h 459"/>
                <a:gd name="T52" fmla="*/ 1 w 559"/>
                <a:gd name="T53" fmla="*/ 1 h 45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59" h="459">
                  <a:moveTo>
                    <a:pt x="358" y="2"/>
                  </a:moveTo>
                  <a:lnTo>
                    <a:pt x="311" y="87"/>
                  </a:lnTo>
                  <a:lnTo>
                    <a:pt x="289" y="150"/>
                  </a:lnTo>
                  <a:lnTo>
                    <a:pt x="346" y="150"/>
                  </a:lnTo>
                  <a:lnTo>
                    <a:pt x="384" y="168"/>
                  </a:lnTo>
                  <a:lnTo>
                    <a:pt x="311" y="168"/>
                  </a:lnTo>
                  <a:lnTo>
                    <a:pt x="252" y="221"/>
                  </a:lnTo>
                  <a:lnTo>
                    <a:pt x="236" y="294"/>
                  </a:lnTo>
                  <a:lnTo>
                    <a:pt x="195" y="353"/>
                  </a:lnTo>
                  <a:lnTo>
                    <a:pt x="132" y="353"/>
                  </a:lnTo>
                  <a:lnTo>
                    <a:pt x="100" y="396"/>
                  </a:lnTo>
                  <a:lnTo>
                    <a:pt x="0" y="412"/>
                  </a:lnTo>
                  <a:lnTo>
                    <a:pt x="84" y="459"/>
                  </a:lnTo>
                  <a:lnTo>
                    <a:pt x="149" y="412"/>
                  </a:lnTo>
                  <a:lnTo>
                    <a:pt x="264" y="315"/>
                  </a:lnTo>
                  <a:lnTo>
                    <a:pt x="354" y="252"/>
                  </a:lnTo>
                  <a:lnTo>
                    <a:pt x="462" y="229"/>
                  </a:lnTo>
                  <a:lnTo>
                    <a:pt x="559" y="221"/>
                  </a:lnTo>
                  <a:lnTo>
                    <a:pt x="500" y="156"/>
                  </a:lnTo>
                  <a:lnTo>
                    <a:pt x="484" y="109"/>
                  </a:lnTo>
                  <a:lnTo>
                    <a:pt x="476" y="73"/>
                  </a:lnTo>
                  <a:lnTo>
                    <a:pt x="470" y="46"/>
                  </a:lnTo>
                  <a:lnTo>
                    <a:pt x="464" y="24"/>
                  </a:lnTo>
                  <a:lnTo>
                    <a:pt x="453" y="10"/>
                  </a:lnTo>
                  <a:lnTo>
                    <a:pt x="435" y="4"/>
                  </a:lnTo>
                  <a:lnTo>
                    <a:pt x="403" y="0"/>
                  </a:lnTo>
                  <a:lnTo>
                    <a:pt x="358" y="2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5" name="Freeform 22"/>
            <p:cNvSpPr>
              <a:spLocks/>
            </p:cNvSpPr>
            <p:nvPr/>
          </p:nvSpPr>
          <p:spPr bwMode="auto">
            <a:xfrm>
              <a:off x="3632" y="2335"/>
              <a:ext cx="234" cy="101"/>
            </a:xfrm>
            <a:custGeom>
              <a:avLst/>
              <a:gdLst>
                <a:gd name="T0" fmla="*/ 1 w 467"/>
                <a:gd name="T1" fmla="*/ 0 h 200"/>
                <a:gd name="T2" fmla="*/ 1 w 467"/>
                <a:gd name="T3" fmla="*/ 1 h 200"/>
                <a:gd name="T4" fmla="*/ 1 w 467"/>
                <a:gd name="T5" fmla="*/ 1 h 200"/>
                <a:gd name="T6" fmla="*/ 1 w 467"/>
                <a:gd name="T7" fmla="*/ 1 h 200"/>
                <a:gd name="T8" fmla="*/ 0 w 467"/>
                <a:gd name="T9" fmla="*/ 1 h 200"/>
                <a:gd name="T10" fmla="*/ 0 w 467"/>
                <a:gd name="T11" fmla="*/ 1 h 200"/>
                <a:gd name="T12" fmla="*/ 1 w 467"/>
                <a:gd name="T13" fmla="*/ 1 h 200"/>
                <a:gd name="T14" fmla="*/ 1 w 467"/>
                <a:gd name="T15" fmla="*/ 1 h 200"/>
                <a:gd name="T16" fmla="*/ 1 w 467"/>
                <a:gd name="T17" fmla="*/ 1 h 200"/>
                <a:gd name="T18" fmla="*/ 1 w 467"/>
                <a:gd name="T19" fmla="*/ 1 h 200"/>
                <a:gd name="T20" fmla="*/ 1 w 467"/>
                <a:gd name="T21" fmla="*/ 1 h 200"/>
                <a:gd name="T22" fmla="*/ 1 w 467"/>
                <a:gd name="T23" fmla="*/ 0 h 2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67" h="200">
                  <a:moveTo>
                    <a:pt x="467" y="0"/>
                  </a:moveTo>
                  <a:lnTo>
                    <a:pt x="369" y="25"/>
                  </a:lnTo>
                  <a:lnTo>
                    <a:pt x="174" y="84"/>
                  </a:lnTo>
                  <a:lnTo>
                    <a:pt x="32" y="114"/>
                  </a:lnTo>
                  <a:lnTo>
                    <a:pt x="0" y="169"/>
                  </a:lnTo>
                  <a:lnTo>
                    <a:pt x="0" y="200"/>
                  </a:lnTo>
                  <a:lnTo>
                    <a:pt x="42" y="200"/>
                  </a:lnTo>
                  <a:lnTo>
                    <a:pt x="140" y="185"/>
                  </a:lnTo>
                  <a:lnTo>
                    <a:pt x="302" y="131"/>
                  </a:lnTo>
                  <a:lnTo>
                    <a:pt x="412" y="72"/>
                  </a:lnTo>
                  <a:lnTo>
                    <a:pt x="453" y="41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6" name="Freeform 23"/>
            <p:cNvSpPr>
              <a:spLocks/>
            </p:cNvSpPr>
            <p:nvPr/>
          </p:nvSpPr>
          <p:spPr bwMode="auto">
            <a:xfrm>
              <a:off x="3656" y="2070"/>
              <a:ext cx="190" cy="164"/>
            </a:xfrm>
            <a:custGeom>
              <a:avLst/>
              <a:gdLst>
                <a:gd name="T0" fmla="*/ 1 w 380"/>
                <a:gd name="T1" fmla="*/ 0 h 331"/>
                <a:gd name="T2" fmla="*/ 1 w 380"/>
                <a:gd name="T3" fmla="*/ 0 h 331"/>
                <a:gd name="T4" fmla="*/ 1 w 380"/>
                <a:gd name="T5" fmla="*/ 0 h 331"/>
                <a:gd name="T6" fmla="*/ 1 w 380"/>
                <a:gd name="T7" fmla="*/ 0 h 331"/>
                <a:gd name="T8" fmla="*/ 1 w 380"/>
                <a:gd name="T9" fmla="*/ 0 h 331"/>
                <a:gd name="T10" fmla="*/ 0 w 380"/>
                <a:gd name="T11" fmla="*/ 0 h 331"/>
                <a:gd name="T12" fmla="*/ 1 w 380"/>
                <a:gd name="T13" fmla="*/ 0 h 331"/>
                <a:gd name="T14" fmla="*/ 1 w 380"/>
                <a:gd name="T15" fmla="*/ 0 h 331"/>
                <a:gd name="T16" fmla="*/ 1 w 380"/>
                <a:gd name="T17" fmla="*/ 0 h 331"/>
                <a:gd name="T18" fmla="*/ 1 w 380"/>
                <a:gd name="T19" fmla="*/ 0 h 331"/>
                <a:gd name="T20" fmla="*/ 1 w 380"/>
                <a:gd name="T21" fmla="*/ 0 h 3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331">
                  <a:moveTo>
                    <a:pt x="380" y="0"/>
                  </a:moveTo>
                  <a:lnTo>
                    <a:pt x="342" y="59"/>
                  </a:lnTo>
                  <a:lnTo>
                    <a:pt x="279" y="144"/>
                  </a:lnTo>
                  <a:lnTo>
                    <a:pt x="147" y="230"/>
                  </a:lnTo>
                  <a:lnTo>
                    <a:pt x="59" y="287"/>
                  </a:lnTo>
                  <a:lnTo>
                    <a:pt x="0" y="331"/>
                  </a:lnTo>
                  <a:lnTo>
                    <a:pt x="53" y="331"/>
                  </a:lnTo>
                  <a:lnTo>
                    <a:pt x="173" y="256"/>
                  </a:lnTo>
                  <a:lnTo>
                    <a:pt x="311" y="165"/>
                  </a:lnTo>
                  <a:lnTo>
                    <a:pt x="380" y="7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7" name="Freeform 24"/>
            <p:cNvSpPr>
              <a:spLocks/>
            </p:cNvSpPr>
            <p:nvPr/>
          </p:nvSpPr>
          <p:spPr bwMode="auto">
            <a:xfrm>
              <a:off x="3464" y="2247"/>
              <a:ext cx="367" cy="33"/>
            </a:xfrm>
            <a:custGeom>
              <a:avLst/>
              <a:gdLst>
                <a:gd name="T0" fmla="*/ 2 w 733"/>
                <a:gd name="T1" fmla="*/ 1 h 65"/>
                <a:gd name="T2" fmla="*/ 2 w 733"/>
                <a:gd name="T3" fmla="*/ 1 h 65"/>
                <a:gd name="T4" fmla="*/ 1 w 733"/>
                <a:gd name="T5" fmla="*/ 0 h 65"/>
                <a:gd name="T6" fmla="*/ 1 w 733"/>
                <a:gd name="T7" fmla="*/ 0 h 65"/>
                <a:gd name="T8" fmla="*/ 1 w 733"/>
                <a:gd name="T9" fmla="*/ 0 h 65"/>
                <a:gd name="T10" fmla="*/ 0 w 733"/>
                <a:gd name="T11" fmla="*/ 1 h 65"/>
                <a:gd name="T12" fmla="*/ 1 w 733"/>
                <a:gd name="T13" fmla="*/ 1 h 65"/>
                <a:gd name="T14" fmla="*/ 1 w 733"/>
                <a:gd name="T15" fmla="*/ 1 h 65"/>
                <a:gd name="T16" fmla="*/ 1 w 733"/>
                <a:gd name="T17" fmla="*/ 1 h 65"/>
                <a:gd name="T18" fmla="*/ 1 w 733"/>
                <a:gd name="T19" fmla="*/ 1 h 65"/>
                <a:gd name="T20" fmla="*/ 1 w 733"/>
                <a:gd name="T21" fmla="*/ 1 h 65"/>
                <a:gd name="T22" fmla="*/ 1 w 733"/>
                <a:gd name="T23" fmla="*/ 1 h 65"/>
                <a:gd name="T24" fmla="*/ 2 w 733"/>
                <a:gd name="T25" fmla="*/ 1 h 65"/>
                <a:gd name="T26" fmla="*/ 2 w 733"/>
                <a:gd name="T27" fmla="*/ 1 h 65"/>
                <a:gd name="T28" fmla="*/ 2 w 733"/>
                <a:gd name="T29" fmla="*/ 1 h 65"/>
                <a:gd name="T30" fmla="*/ 2 w 733"/>
                <a:gd name="T31" fmla="*/ 1 h 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33" h="65">
                  <a:moveTo>
                    <a:pt x="733" y="34"/>
                  </a:moveTo>
                  <a:lnTo>
                    <a:pt x="574" y="6"/>
                  </a:lnTo>
                  <a:lnTo>
                    <a:pt x="491" y="0"/>
                  </a:lnTo>
                  <a:lnTo>
                    <a:pt x="199" y="0"/>
                  </a:lnTo>
                  <a:lnTo>
                    <a:pt x="58" y="0"/>
                  </a:lnTo>
                  <a:lnTo>
                    <a:pt x="0" y="28"/>
                  </a:lnTo>
                  <a:lnTo>
                    <a:pt x="48" y="48"/>
                  </a:lnTo>
                  <a:lnTo>
                    <a:pt x="227" y="48"/>
                  </a:lnTo>
                  <a:lnTo>
                    <a:pt x="306" y="34"/>
                  </a:lnTo>
                  <a:lnTo>
                    <a:pt x="369" y="34"/>
                  </a:lnTo>
                  <a:lnTo>
                    <a:pt x="406" y="38"/>
                  </a:lnTo>
                  <a:lnTo>
                    <a:pt x="479" y="38"/>
                  </a:lnTo>
                  <a:lnTo>
                    <a:pt x="548" y="34"/>
                  </a:lnTo>
                  <a:lnTo>
                    <a:pt x="639" y="65"/>
                  </a:lnTo>
                  <a:lnTo>
                    <a:pt x="723" y="65"/>
                  </a:lnTo>
                  <a:lnTo>
                    <a:pt x="733" y="34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8" name="Freeform 25"/>
            <p:cNvSpPr>
              <a:spLocks/>
            </p:cNvSpPr>
            <p:nvPr/>
          </p:nvSpPr>
          <p:spPr bwMode="auto">
            <a:xfrm>
              <a:off x="3811" y="1981"/>
              <a:ext cx="29" cy="134"/>
            </a:xfrm>
            <a:custGeom>
              <a:avLst/>
              <a:gdLst>
                <a:gd name="T0" fmla="*/ 1 w 57"/>
                <a:gd name="T1" fmla="*/ 0 h 265"/>
                <a:gd name="T2" fmla="*/ 1 w 57"/>
                <a:gd name="T3" fmla="*/ 1 h 265"/>
                <a:gd name="T4" fmla="*/ 1 w 57"/>
                <a:gd name="T5" fmla="*/ 1 h 265"/>
                <a:gd name="T6" fmla="*/ 0 w 57"/>
                <a:gd name="T7" fmla="*/ 1 h 265"/>
                <a:gd name="T8" fmla="*/ 1 w 57"/>
                <a:gd name="T9" fmla="*/ 1 h 265"/>
                <a:gd name="T10" fmla="*/ 1 w 57"/>
                <a:gd name="T11" fmla="*/ 0 h 2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265">
                  <a:moveTo>
                    <a:pt x="37" y="0"/>
                  </a:moveTo>
                  <a:lnTo>
                    <a:pt x="57" y="84"/>
                  </a:lnTo>
                  <a:lnTo>
                    <a:pt x="47" y="175"/>
                  </a:lnTo>
                  <a:lnTo>
                    <a:pt x="0" y="265"/>
                  </a:lnTo>
                  <a:lnTo>
                    <a:pt x="31" y="12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9" name="Freeform 26"/>
            <p:cNvSpPr>
              <a:spLocks/>
            </p:cNvSpPr>
            <p:nvPr/>
          </p:nvSpPr>
          <p:spPr bwMode="auto">
            <a:xfrm>
              <a:off x="3676" y="2062"/>
              <a:ext cx="133" cy="131"/>
            </a:xfrm>
            <a:custGeom>
              <a:avLst/>
              <a:gdLst>
                <a:gd name="T0" fmla="*/ 1 w 264"/>
                <a:gd name="T1" fmla="*/ 0 h 262"/>
                <a:gd name="T2" fmla="*/ 1 w 264"/>
                <a:gd name="T3" fmla="*/ 1 h 262"/>
                <a:gd name="T4" fmla="*/ 1 w 264"/>
                <a:gd name="T5" fmla="*/ 1 h 262"/>
                <a:gd name="T6" fmla="*/ 1 w 264"/>
                <a:gd name="T7" fmla="*/ 1 h 262"/>
                <a:gd name="T8" fmla="*/ 0 w 264"/>
                <a:gd name="T9" fmla="*/ 1 h 262"/>
                <a:gd name="T10" fmla="*/ 1 w 264"/>
                <a:gd name="T11" fmla="*/ 1 h 262"/>
                <a:gd name="T12" fmla="*/ 1 w 264"/>
                <a:gd name="T13" fmla="*/ 1 h 262"/>
                <a:gd name="T14" fmla="*/ 1 w 264"/>
                <a:gd name="T15" fmla="*/ 1 h 262"/>
                <a:gd name="T16" fmla="*/ 1 w 264"/>
                <a:gd name="T17" fmla="*/ 1 h 262"/>
                <a:gd name="T18" fmla="*/ 1 w 264"/>
                <a:gd name="T19" fmla="*/ 0 h 2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4" h="262">
                  <a:moveTo>
                    <a:pt x="264" y="0"/>
                  </a:moveTo>
                  <a:lnTo>
                    <a:pt x="223" y="53"/>
                  </a:lnTo>
                  <a:lnTo>
                    <a:pt x="116" y="122"/>
                  </a:lnTo>
                  <a:lnTo>
                    <a:pt x="33" y="203"/>
                  </a:lnTo>
                  <a:lnTo>
                    <a:pt x="0" y="262"/>
                  </a:lnTo>
                  <a:lnTo>
                    <a:pt x="33" y="246"/>
                  </a:lnTo>
                  <a:lnTo>
                    <a:pt x="81" y="173"/>
                  </a:lnTo>
                  <a:lnTo>
                    <a:pt x="179" y="112"/>
                  </a:lnTo>
                  <a:lnTo>
                    <a:pt x="256" y="5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0" name="Freeform 27"/>
            <p:cNvSpPr>
              <a:spLocks/>
            </p:cNvSpPr>
            <p:nvPr/>
          </p:nvSpPr>
          <p:spPr bwMode="auto">
            <a:xfrm>
              <a:off x="3528" y="2091"/>
              <a:ext cx="147" cy="118"/>
            </a:xfrm>
            <a:custGeom>
              <a:avLst/>
              <a:gdLst>
                <a:gd name="T0" fmla="*/ 0 w 295"/>
                <a:gd name="T1" fmla="*/ 1 h 235"/>
                <a:gd name="T2" fmla="*/ 0 w 295"/>
                <a:gd name="T3" fmla="*/ 1 h 235"/>
                <a:gd name="T4" fmla="*/ 0 w 295"/>
                <a:gd name="T5" fmla="*/ 1 h 235"/>
                <a:gd name="T6" fmla="*/ 0 w 295"/>
                <a:gd name="T7" fmla="*/ 0 h 235"/>
                <a:gd name="T8" fmla="*/ 0 w 295"/>
                <a:gd name="T9" fmla="*/ 1 h 235"/>
                <a:gd name="T10" fmla="*/ 0 w 295"/>
                <a:gd name="T11" fmla="*/ 1 h 235"/>
                <a:gd name="T12" fmla="*/ 0 w 295"/>
                <a:gd name="T13" fmla="*/ 1 h 235"/>
                <a:gd name="T14" fmla="*/ 0 w 295"/>
                <a:gd name="T15" fmla="*/ 1 h 2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5" h="235">
                  <a:moveTo>
                    <a:pt x="295" y="235"/>
                  </a:moveTo>
                  <a:lnTo>
                    <a:pt x="226" y="166"/>
                  </a:lnTo>
                  <a:lnTo>
                    <a:pt x="68" y="44"/>
                  </a:lnTo>
                  <a:lnTo>
                    <a:pt x="0" y="0"/>
                  </a:lnTo>
                  <a:lnTo>
                    <a:pt x="65" y="85"/>
                  </a:lnTo>
                  <a:lnTo>
                    <a:pt x="120" y="114"/>
                  </a:lnTo>
                  <a:lnTo>
                    <a:pt x="204" y="166"/>
                  </a:lnTo>
                  <a:lnTo>
                    <a:pt x="295" y="235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1" name="Freeform 28"/>
            <p:cNvSpPr>
              <a:spLocks/>
            </p:cNvSpPr>
            <p:nvPr/>
          </p:nvSpPr>
          <p:spPr bwMode="auto">
            <a:xfrm>
              <a:off x="3413" y="2014"/>
              <a:ext cx="101" cy="205"/>
            </a:xfrm>
            <a:custGeom>
              <a:avLst/>
              <a:gdLst>
                <a:gd name="T0" fmla="*/ 1 w 201"/>
                <a:gd name="T1" fmla="*/ 0 h 409"/>
                <a:gd name="T2" fmla="*/ 1 w 201"/>
                <a:gd name="T3" fmla="*/ 1 h 409"/>
                <a:gd name="T4" fmla="*/ 0 w 201"/>
                <a:gd name="T5" fmla="*/ 1 h 409"/>
                <a:gd name="T6" fmla="*/ 1 w 201"/>
                <a:gd name="T7" fmla="*/ 1 h 409"/>
                <a:gd name="T8" fmla="*/ 1 w 201"/>
                <a:gd name="T9" fmla="*/ 1 h 409"/>
                <a:gd name="T10" fmla="*/ 1 w 201"/>
                <a:gd name="T11" fmla="*/ 1 h 409"/>
                <a:gd name="T12" fmla="*/ 1 w 201"/>
                <a:gd name="T13" fmla="*/ 1 h 409"/>
                <a:gd name="T14" fmla="*/ 1 w 201"/>
                <a:gd name="T15" fmla="*/ 1 h 409"/>
                <a:gd name="T16" fmla="*/ 1 w 201"/>
                <a:gd name="T17" fmla="*/ 1 h 409"/>
                <a:gd name="T18" fmla="*/ 1 w 201"/>
                <a:gd name="T19" fmla="*/ 1 h 409"/>
                <a:gd name="T20" fmla="*/ 1 w 201"/>
                <a:gd name="T21" fmla="*/ 1 h 409"/>
                <a:gd name="T22" fmla="*/ 1 w 201"/>
                <a:gd name="T23" fmla="*/ 0 h 4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1" h="409">
                  <a:moveTo>
                    <a:pt x="152" y="0"/>
                  </a:moveTo>
                  <a:lnTo>
                    <a:pt x="73" y="31"/>
                  </a:lnTo>
                  <a:lnTo>
                    <a:pt x="0" y="110"/>
                  </a:lnTo>
                  <a:lnTo>
                    <a:pt x="37" y="181"/>
                  </a:lnTo>
                  <a:lnTo>
                    <a:pt x="89" y="265"/>
                  </a:lnTo>
                  <a:lnTo>
                    <a:pt x="126" y="360"/>
                  </a:lnTo>
                  <a:lnTo>
                    <a:pt x="201" y="409"/>
                  </a:lnTo>
                  <a:lnTo>
                    <a:pt x="148" y="340"/>
                  </a:lnTo>
                  <a:lnTo>
                    <a:pt x="79" y="175"/>
                  </a:lnTo>
                  <a:lnTo>
                    <a:pt x="85" y="57"/>
                  </a:lnTo>
                  <a:lnTo>
                    <a:pt x="158" y="57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2" name="Freeform 29"/>
            <p:cNvSpPr>
              <a:spLocks/>
            </p:cNvSpPr>
            <p:nvPr/>
          </p:nvSpPr>
          <p:spPr bwMode="auto">
            <a:xfrm>
              <a:off x="3693" y="1947"/>
              <a:ext cx="153" cy="164"/>
            </a:xfrm>
            <a:custGeom>
              <a:avLst/>
              <a:gdLst>
                <a:gd name="T0" fmla="*/ 1 w 306"/>
                <a:gd name="T1" fmla="*/ 1 h 325"/>
                <a:gd name="T2" fmla="*/ 1 w 306"/>
                <a:gd name="T3" fmla="*/ 1 h 325"/>
                <a:gd name="T4" fmla="*/ 1 w 306"/>
                <a:gd name="T5" fmla="*/ 1 h 325"/>
                <a:gd name="T6" fmla="*/ 1 w 306"/>
                <a:gd name="T7" fmla="*/ 1 h 325"/>
                <a:gd name="T8" fmla="*/ 1 w 306"/>
                <a:gd name="T9" fmla="*/ 1 h 325"/>
                <a:gd name="T10" fmla="*/ 1 w 306"/>
                <a:gd name="T11" fmla="*/ 1 h 325"/>
                <a:gd name="T12" fmla="*/ 1 w 306"/>
                <a:gd name="T13" fmla="*/ 1 h 325"/>
                <a:gd name="T14" fmla="*/ 1 w 306"/>
                <a:gd name="T15" fmla="*/ 1 h 325"/>
                <a:gd name="T16" fmla="*/ 1 w 306"/>
                <a:gd name="T17" fmla="*/ 1 h 325"/>
                <a:gd name="T18" fmla="*/ 1 w 306"/>
                <a:gd name="T19" fmla="*/ 1 h 325"/>
                <a:gd name="T20" fmla="*/ 1 w 306"/>
                <a:gd name="T21" fmla="*/ 1 h 325"/>
                <a:gd name="T22" fmla="*/ 0 w 306"/>
                <a:gd name="T23" fmla="*/ 1 h 325"/>
                <a:gd name="T24" fmla="*/ 1 w 306"/>
                <a:gd name="T25" fmla="*/ 1 h 325"/>
                <a:gd name="T26" fmla="*/ 1 w 306"/>
                <a:gd name="T27" fmla="*/ 0 h 325"/>
                <a:gd name="T28" fmla="*/ 1 w 306"/>
                <a:gd name="T29" fmla="*/ 0 h 325"/>
                <a:gd name="T30" fmla="*/ 1 w 306"/>
                <a:gd name="T31" fmla="*/ 1 h 3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6" h="325">
                  <a:moveTo>
                    <a:pt x="264" y="65"/>
                  </a:moveTo>
                  <a:lnTo>
                    <a:pt x="306" y="153"/>
                  </a:lnTo>
                  <a:lnTo>
                    <a:pt x="300" y="212"/>
                  </a:lnTo>
                  <a:lnTo>
                    <a:pt x="274" y="271"/>
                  </a:lnTo>
                  <a:lnTo>
                    <a:pt x="237" y="325"/>
                  </a:lnTo>
                  <a:lnTo>
                    <a:pt x="274" y="175"/>
                  </a:lnTo>
                  <a:lnTo>
                    <a:pt x="227" y="118"/>
                  </a:lnTo>
                  <a:lnTo>
                    <a:pt x="164" y="96"/>
                  </a:lnTo>
                  <a:lnTo>
                    <a:pt x="164" y="53"/>
                  </a:lnTo>
                  <a:lnTo>
                    <a:pt x="105" y="53"/>
                  </a:lnTo>
                  <a:lnTo>
                    <a:pt x="26" y="84"/>
                  </a:lnTo>
                  <a:lnTo>
                    <a:pt x="0" y="37"/>
                  </a:lnTo>
                  <a:lnTo>
                    <a:pt x="60" y="11"/>
                  </a:lnTo>
                  <a:lnTo>
                    <a:pt x="164" y="0"/>
                  </a:lnTo>
                  <a:lnTo>
                    <a:pt x="223" y="0"/>
                  </a:lnTo>
                  <a:lnTo>
                    <a:pt x="264" y="65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3" name="Freeform 30"/>
            <p:cNvSpPr>
              <a:spLocks/>
            </p:cNvSpPr>
            <p:nvPr/>
          </p:nvSpPr>
          <p:spPr bwMode="auto">
            <a:xfrm>
              <a:off x="3366" y="2128"/>
              <a:ext cx="226" cy="237"/>
            </a:xfrm>
            <a:custGeom>
              <a:avLst/>
              <a:gdLst>
                <a:gd name="T0" fmla="*/ 0 w 453"/>
                <a:gd name="T1" fmla="*/ 1 h 473"/>
                <a:gd name="T2" fmla="*/ 0 w 453"/>
                <a:gd name="T3" fmla="*/ 1 h 473"/>
                <a:gd name="T4" fmla="*/ 0 w 453"/>
                <a:gd name="T5" fmla="*/ 1 h 473"/>
                <a:gd name="T6" fmla="*/ 0 w 453"/>
                <a:gd name="T7" fmla="*/ 1 h 473"/>
                <a:gd name="T8" fmla="*/ 0 w 453"/>
                <a:gd name="T9" fmla="*/ 1 h 473"/>
                <a:gd name="T10" fmla="*/ 0 w 453"/>
                <a:gd name="T11" fmla="*/ 1 h 473"/>
                <a:gd name="T12" fmla="*/ 0 w 453"/>
                <a:gd name="T13" fmla="*/ 0 h 473"/>
                <a:gd name="T14" fmla="*/ 0 w 453"/>
                <a:gd name="T15" fmla="*/ 1 h 473"/>
                <a:gd name="T16" fmla="*/ 0 w 453"/>
                <a:gd name="T17" fmla="*/ 1 h 473"/>
                <a:gd name="T18" fmla="*/ 0 w 453"/>
                <a:gd name="T19" fmla="*/ 1 h 473"/>
                <a:gd name="T20" fmla="*/ 0 w 453"/>
                <a:gd name="T21" fmla="*/ 1 h 473"/>
                <a:gd name="T22" fmla="*/ 0 w 453"/>
                <a:gd name="T23" fmla="*/ 1 h 473"/>
                <a:gd name="T24" fmla="*/ 0 w 453"/>
                <a:gd name="T25" fmla="*/ 1 h 473"/>
                <a:gd name="T26" fmla="*/ 0 w 453"/>
                <a:gd name="T27" fmla="*/ 1 h 4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3" h="473">
                  <a:moveTo>
                    <a:pt x="453" y="457"/>
                  </a:moveTo>
                  <a:lnTo>
                    <a:pt x="296" y="404"/>
                  </a:lnTo>
                  <a:lnTo>
                    <a:pt x="215" y="325"/>
                  </a:lnTo>
                  <a:lnTo>
                    <a:pt x="89" y="128"/>
                  </a:lnTo>
                  <a:lnTo>
                    <a:pt x="58" y="79"/>
                  </a:lnTo>
                  <a:lnTo>
                    <a:pt x="105" y="37"/>
                  </a:lnTo>
                  <a:lnTo>
                    <a:pt x="67" y="0"/>
                  </a:lnTo>
                  <a:lnTo>
                    <a:pt x="0" y="39"/>
                  </a:lnTo>
                  <a:lnTo>
                    <a:pt x="0" y="106"/>
                  </a:lnTo>
                  <a:lnTo>
                    <a:pt x="132" y="335"/>
                  </a:lnTo>
                  <a:lnTo>
                    <a:pt x="180" y="419"/>
                  </a:lnTo>
                  <a:lnTo>
                    <a:pt x="253" y="441"/>
                  </a:lnTo>
                  <a:lnTo>
                    <a:pt x="416" y="473"/>
                  </a:lnTo>
                  <a:lnTo>
                    <a:pt x="453" y="457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4" name="Freeform 31"/>
            <p:cNvSpPr>
              <a:spLocks/>
            </p:cNvSpPr>
            <p:nvPr/>
          </p:nvSpPr>
          <p:spPr bwMode="auto">
            <a:xfrm>
              <a:off x="3335" y="2338"/>
              <a:ext cx="403" cy="165"/>
            </a:xfrm>
            <a:custGeom>
              <a:avLst/>
              <a:gdLst>
                <a:gd name="T0" fmla="*/ 2 w 806"/>
                <a:gd name="T1" fmla="*/ 0 h 331"/>
                <a:gd name="T2" fmla="*/ 2 w 806"/>
                <a:gd name="T3" fmla="*/ 0 h 331"/>
                <a:gd name="T4" fmla="*/ 1 w 806"/>
                <a:gd name="T5" fmla="*/ 0 h 331"/>
                <a:gd name="T6" fmla="*/ 1 w 806"/>
                <a:gd name="T7" fmla="*/ 0 h 331"/>
                <a:gd name="T8" fmla="*/ 1 w 806"/>
                <a:gd name="T9" fmla="*/ 0 h 331"/>
                <a:gd name="T10" fmla="*/ 1 w 806"/>
                <a:gd name="T11" fmla="*/ 0 h 331"/>
                <a:gd name="T12" fmla="*/ 1 w 806"/>
                <a:gd name="T13" fmla="*/ 0 h 331"/>
                <a:gd name="T14" fmla="*/ 1 w 806"/>
                <a:gd name="T15" fmla="*/ 0 h 331"/>
                <a:gd name="T16" fmla="*/ 0 w 806"/>
                <a:gd name="T17" fmla="*/ 0 h 331"/>
                <a:gd name="T18" fmla="*/ 1 w 806"/>
                <a:gd name="T19" fmla="*/ 0 h 331"/>
                <a:gd name="T20" fmla="*/ 1 w 806"/>
                <a:gd name="T21" fmla="*/ 0 h 331"/>
                <a:gd name="T22" fmla="*/ 1 w 806"/>
                <a:gd name="T23" fmla="*/ 0 h 331"/>
                <a:gd name="T24" fmla="*/ 1 w 806"/>
                <a:gd name="T25" fmla="*/ 0 h 331"/>
                <a:gd name="T26" fmla="*/ 2 w 806"/>
                <a:gd name="T27" fmla="*/ 0 h 331"/>
                <a:gd name="T28" fmla="*/ 2 w 806"/>
                <a:gd name="T29" fmla="*/ 0 h 331"/>
                <a:gd name="T30" fmla="*/ 2 w 806"/>
                <a:gd name="T31" fmla="*/ 0 h 331"/>
                <a:gd name="T32" fmla="*/ 2 w 806"/>
                <a:gd name="T33" fmla="*/ 0 h 3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06" h="331">
                  <a:moveTo>
                    <a:pt x="749" y="213"/>
                  </a:moveTo>
                  <a:lnTo>
                    <a:pt x="601" y="247"/>
                  </a:lnTo>
                  <a:lnTo>
                    <a:pt x="473" y="241"/>
                  </a:lnTo>
                  <a:lnTo>
                    <a:pt x="294" y="144"/>
                  </a:lnTo>
                  <a:lnTo>
                    <a:pt x="215" y="81"/>
                  </a:lnTo>
                  <a:lnTo>
                    <a:pt x="174" y="0"/>
                  </a:lnTo>
                  <a:lnTo>
                    <a:pt x="95" y="22"/>
                  </a:lnTo>
                  <a:lnTo>
                    <a:pt x="48" y="69"/>
                  </a:lnTo>
                  <a:lnTo>
                    <a:pt x="0" y="91"/>
                  </a:lnTo>
                  <a:lnTo>
                    <a:pt x="142" y="219"/>
                  </a:lnTo>
                  <a:lnTo>
                    <a:pt x="306" y="325"/>
                  </a:lnTo>
                  <a:lnTo>
                    <a:pt x="363" y="316"/>
                  </a:lnTo>
                  <a:lnTo>
                    <a:pt x="432" y="316"/>
                  </a:lnTo>
                  <a:lnTo>
                    <a:pt x="538" y="331"/>
                  </a:lnTo>
                  <a:lnTo>
                    <a:pt x="627" y="294"/>
                  </a:lnTo>
                  <a:lnTo>
                    <a:pt x="806" y="241"/>
                  </a:lnTo>
                  <a:lnTo>
                    <a:pt x="749" y="213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5" name="Freeform 32"/>
            <p:cNvSpPr>
              <a:spLocks/>
            </p:cNvSpPr>
            <p:nvPr/>
          </p:nvSpPr>
          <p:spPr bwMode="auto">
            <a:xfrm>
              <a:off x="3190" y="2170"/>
              <a:ext cx="307" cy="417"/>
            </a:xfrm>
            <a:custGeom>
              <a:avLst/>
              <a:gdLst>
                <a:gd name="T0" fmla="*/ 0 w 616"/>
                <a:gd name="T1" fmla="*/ 0 h 831"/>
                <a:gd name="T2" fmla="*/ 0 w 616"/>
                <a:gd name="T3" fmla="*/ 1 h 831"/>
                <a:gd name="T4" fmla="*/ 0 w 616"/>
                <a:gd name="T5" fmla="*/ 1 h 831"/>
                <a:gd name="T6" fmla="*/ 0 w 616"/>
                <a:gd name="T7" fmla="*/ 1 h 831"/>
                <a:gd name="T8" fmla="*/ 0 w 616"/>
                <a:gd name="T9" fmla="*/ 1 h 831"/>
                <a:gd name="T10" fmla="*/ 0 w 616"/>
                <a:gd name="T11" fmla="*/ 1 h 831"/>
                <a:gd name="T12" fmla="*/ 0 w 616"/>
                <a:gd name="T13" fmla="*/ 1 h 831"/>
                <a:gd name="T14" fmla="*/ 0 w 616"/>
                <a:gd name="T15" fmla="*/ 1 h 831"/>
                <a:gd name="T16" fmla="*/ 0 w 616"/>
                <a:gd name="T17" fmla="*/ 1 h 831"/>
                <a:gd name="T18" fmla="*/ 0 w 616"/>
                <a:gd name="T19" fmla="*/ 1 h 831"/>
                <a:gd name="T20" fmla="*/ 0 w 616"/>
                <a:gd name="T21" fmla="*/ 2 h 831"/>
                <a:gd name="T22" fmla="*/ 0 w 616"/>
                <a:gd name="T23" fmla="*/ 2 h 831"/>
                <a:gd name="T24" fmla="*/ 0 w 616"/>
                <a:gd name="T25" fmla="*/ 2 h 831"/>
                <a:gd name="T26" fmla="*/ 0 w 616"/>
                <a:gd name="T27" fmla="*/ 2 h 831"/>
                <a:gd name="T28" fmla="*/ 0 w 616"/>
                <a:gd name="T29" fmla="*/ 2 h 831"/>
                <a:gd name="T30" fmla="*/ 0 w 616"/>
                <a:gd name="T31" fmla="*/ 2 h 831"/>
                <a:gd name="T32" fmla="*/ 0 w 616"/>
                <a:gd name="T33" fmla="*/ 2 h 831"/>
                <a:gd name="T34" fmla="*/ 0 w 616"/>
                <a:gd name="T35" fmla="*/ 2 h 831"/>
                <a:gd name="T36" fmla="*/ 0 w 616"/>
                <a:gd name="T37" fmla="*/ 2 h 831"/>
                <a:gd name="T38" fmla="*/ 0 w 616"/>
                <a:gd name="T39" fmla="*/ 2 h 831"/>
                <a:gd name="T40" fmla="*/ 0 w 616"/>
                <a:gd name="T41" fmla="*/ 2 h 831"/>
                <a:gd name="T42" fmla="*/ 1 w 616"/>
                <a:gd name="T43" fmla="*/ 2 h 831"/>
                <a:gd name="T44" fmla="*/ 1 w 616"/>
                <a:gd name="T45" fmla="*/ 2 h 831"/>
                <a:gd name="T46" fmla="*/ 1 w 616"/>
                <a:gd name="T47" fmla="*/ 2 h 831"/>
                <a:gd name="T48" fmla="*/ 0 w 616"/>
                <a:gd name="T49" fmla="*/ 1 h 831"/>
                <a:gd name="T50" fmla="*/ 0 w 616"/>
                <a:gd name="T51" fmla="*/ 1 h 831"/>
                <a:gd name="T52" fmla="*/ 0 w 616"/>
                <a:gd name="T53" fmla="*/ 1 h 831"/>
                <a:gd name="T54" fmla="*/ 0 w 616"/>
                <a:gd name="T55" fmla="*/ 1 h 831"/>
                <a:gd name="T56" fmla="*/ 0 w 616"/>
                <a:gd name="T57" fmla="*/ 1 h 831"/>
                <a:gd name="T58" fmla="*/ 0 w 616"/>
                <a:gd name="T59" fmla="*/ 1 h 831"/>
                <a:gd name="T60" fmla="*/ 0 w 616"/>
                <a:gd name="T61" fmla="*/ 0 h 83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616" h="831">
                  <a:moveTo>
                    <a:pt x="295" y="0"/>
                  </a:moveTo>
                  <a:lnTo>
                    <a:pt x="195" y="6"/>
                  </a:lnTo>
                  <a:lnTo>
                    <a:pt x="0" y="106"/>
                  </a:lnTo>
                  <a:lnTo>
                    <a:pt x="14" y="293"/>
                  </a:lnTo>
                  <a:lnTo>
                    <a:pt x="16" y="338"/>
                  </a:lnTo>
                  <a:lnTo>
                    <a:pt x="21" y="378"/>
                  </a:lnTo>
                  <a:lnTo>
                    <a:pt x="29" y="413"/>
                  </a:lnTo>
                  <a:lnTo>
                    <a:pt x="41" y="447"/>
                  </a:lnTo>
                  <a:lnTo>
                    <a:pt x="55" y="474"/>
                  </a:lnTo>
                  <a:lnTo>
                    <a:pt x="73" y="500"/>
                  </a:lnTo>
                  <a:lnTo>
                    <a:pt x="92" y="524"/>
                  </a:lnTo>
                  <a:lnTo>
                    <a:pt x="114" y="547"/>
                  </a:lnTo>
                  <a:lnTo>
                    <a:pt x="140" y="569"/>
                  </a:lnTo>
                  <a:lnTo>
                    <a:pt x="165" y="590"/>
                  </a:lnTo>
                  <a:lnTo>
                    <a:pt x="195" y="610"/>
                  </a:lnTo>
                  <a:lnTo>
                    <a:pt x="226" y="634"/>
                  </a:lnTo>
                  <a:lnTo>
                    <a:pt x="258" y="655"/>
                  </a:lnTo>
                  <a:lnTo>
                    <a:pt x="291" y="681"/>
                  </a:lnTo>
                  <a:lnTo>
                    <a:pt x="327" y="709"/>
                  </a:lnTo>
                  <a:lnTo>
                    <a:pt x="364" y="740"/>
                  </a:lnTo>
                  <a:lnTo>
                    <a:pt x="443" y="831"/>
                  </a:lnTo>
                  <a:lnTo>
                    <a:pt x="518" y="793"/>
                  </a:lnTo>
                  <a:lnTo>
                    <a:pt x="616" y="740"/>
                  </a:lnTo>
                  <a:lnTo>
                    <a:pt x="559" y="675"/>
                  </a:lnTo>
                  <a:lnTo>
                    <a:pt x="295" y="468"/>
                  </a:lnTo>
                  <a:lnTo>
                    <a:pt x="217" y="403"/>
                  </a:lnTo>
                  <a:lnTo>
                    <a:pt x="138" y="256"/>
                  </a:lnTo>
                  <a:lnTo>
                    <a:pt x="169" y="138"/>
                  </a:lnTo>
                  <a:lnTo>
                    <a:pt x="254" y="75"/>
                  </a:lnTo>
                  <a:lnTo>
                    <a:pt x="317" y="6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6" name="Freeform 33"/>
            <p:cNvSpPr>
              <a:spLocks/>
            </p:cNvSpPr>
            <p:nvPr/>
          </p:nvSpPr>
          <p:spPr bwMode="auto">
            <a:xfrm>
              <a:off x="3349" y="1857"/>
              <a:ext cx="277" cy="291"/>
            </a:xfrm>
            <a:custGeom>
              <a:avLst/>
              <a:gdLst>
                <a:gd name="T0" fmla="*/ 1 w 557"/>
                <a:gd name="T1" fmla="*/ 1 h 579"/>
                <a:gd name="T2" fmla="*/ 1 w 557"/>
                <a:gd name="T3" fmla="*/ 1 h 579"/>
                <a:gd name="T4" fmla="*/ 0 w 557"/>
                <a:gd name="T5" fmla="*/ 0 h 579"/>
                <a:gd name="T6" fmla="*/ 0 w 557"/>
                <a:gd name="T7" fmla="*/ 1 h 579"/>
                <a:gd name="T8" fmla="*/ 0 w 557"/>
                <a:gd name="T9" fmla="*/ 1 h 579"/>
                <a:gd name="T10" fmla="*/ 0 w 557"/>
                <a:gd name="T11" fmla="*/ 1 h 579"/>
                <a:gd name="T12" fmla="*/ 0 w 557"/>
                <a:gd name="T13" fmla="*/ 1 h 579"/>
                <a:gd name="T14" fmla="*/ 0 w 557"/>
                <a:gd name="T15" fmla="*/ 1 h 579"/>
                <a:gd name="T16" fmla="*/ 0 w 557"/>
                <a:gd name="T17" fmla="*/ 2 h 579"/>
                <a:gd name="T18" fmla="*/ 0 w 557"/>
                <a:gd name="T19" fmla="*/ 2 h 579"/>
                <a:gd name="T20" fmla="*/ 0 w 557"/>
                <a:gd name="T21" fmla="*/ 1 h 579"/>
                <a:gd name="T22" fmla="*/ 0 w 557"/>
                <a:gd name="T23" fmla="*/ 1 h 579"/>
                <a:gd name="T24" fmla="*/ 0 w 557"/>
                <a:gd name="T25" fmla="*/ 1 h 579"/>
                <a:gd name="T26" fmla="*/ 0 w 557"/>
                <a:gd name="T27" fmla="*/ 1 h 579"/>
                <a:gd name="T28" fmla="*/ 0 w 557"/>
                <a:gd name="T29" fmla="*/ 1 h 579"/>
                <a:gd name="T30" fmla="*/ 0 w 557"/>
                <a:gd name="T31" fmla="*/ 1 h 579"/>
                <a:gd name="T32" fmla="*/ 0 w 557"/>
                <a:gd name="T33" fmla="*/ 1 h 579"/>
                <a:gd name="T34" fmla="*/ 0 w 557"/>
                <a:gd name="T35" fmla="*/ 1 h 579"/>
                <a:gd name="T36" fmla="*/ 1 w 557"/>
                <a:gd name="T37" fmla="*/ 1 h 5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57" h="579">
                  <a:moveTo>
                    <a:pt x="557" y="79"/>
                  </a:moveTo>
                  <a:lnTo>
                    <a:pt x="518" y="46"/>
                  </a:lnTo>
                  <a:lnTo>
                    <a:pt x="459" y="0"/>
                  </a:lnTo>
                  <a:lnTo>
                    <a:pt x="394" y="87"/>
                  </a:lnTo>
                  <a:lnTo>
                    <a:pt x="286" y="162"/>
                  </a:lnTo>
                  <a:lnTo>
                    <a:pt x="156" y="190"/>
                  </a:lnTo>
                  <a:lnTo>
                    <a:pt x="14" y="207"/>
                  </a:lnTo>
                  <a:lnTo>
                    <a:pt x="0" y="260"/>
                  </a:lnTo>
                  <a:lnTo>
                    <a:pt x="10" y="579"/>
                  </a:lnTo>
                  <a:lnTo>
                    <a:pt x="67" y="534"/>
                  </a:lnTo>
                  <a:lnTo>
                    <a:pt x="96" y="489"/>
                  </a:lnTo>
                  <a:lnTo>
                    <a:pt x="67" y="377"/>
                  </a:lnTo>
                  <a:lnTo>
                    <a:pt x="67" y="260"/>
                  </a:lnTo>
                  <a:lnTo>
                    <a:pt x="177" y="260"/>
                  </a:lnTo>
                  <a:lnTo>
                    <a:pt x="280" y="239"/>
                  </a:lnTo>
                  <a:lnTo>
                    <a:pt x="364" y="193"/>
                  </a:lnTo>
                  <a:lnTo>
                    <a:pt x="439" y="117"/>
                  </a:lnTo>
                  <a:lnTo>
                    <a:pt x="514" y="73"/>
                  </a:lnTo>
                  <a:lnTo>
                    <a:pt x="557" y="79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7" name="Freeform 34"/>
            <p:cNvSpPr>
              <a:spLocks/>
            </p:cNvSpPr>
            <p:nvPr/>
          </p:nvSpPr>
          <p:spPr bwMode="auto">
            <a:xfrm>
              <a:off x="3595" y="1989"/>
              <a:ext cx="82" cy="120"/>
            </a:xfrm>
            <a:custGeom>
              <a:avLst/>
              <a:gdLst>
                <a:gd name="T0" fmla="*/ 0 w 166"/>
                <a:gd name="T1" fmla="*/ 0 h 241"/>
                <a:gd name="T2" fmla="*/ 0 w 166"/>
                <a:gd name="T3" fmla="*/ 0 h 241"/>
                <a:gd name="T4" fmla="*/ 0 w 166"/>
                <a:gd name="T5" fmla="*/ 0 h 241"/>
                <a:gd name="T6" fmla="*/ 0 w 166"/>
                <a:gd name="T7" fmla="*/ 0 h 241"/>
                <a:gd name="T8" fmla="*/ 0 w 166"/>
                <a:gd name="T9" fmla="*/ 0 h 241"/>
                <a:gd name="T10" fmla="*/ 0 w 166"/>
                <a:gd name="T11" fmla="*/ 0 h 241"/>
                <a:gd name="T12" fmla="*/ 0 w 166"/>
                <a:gd name="T13" fmla="*/ 0 h 241"/>
                <a:gd name="T14" fmla="*/ 0 w 166"/>
                <a:gd name="T15" fmla="*/ 0 h 241"/>
                <a:gd name="T16" fmla="*/ 0 w 166"/>
                <a:gd name="T17" fmla="*/ 0 h 241"/>
                <a:gd name="T18" fmla="*/ 0 w 166"/>
                <a:gd name="T19" fmla="*/ 0 h 241"/>
                <a:gd name="T20" fmla="*/ 0 w 166"/>
                <a:gd name="T21" fmla="*/ 0 h 2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6" h="241">
                  <a:moveTo>
                    <a:pt x="166" y="0"/>
                  </a:moveTo>
                  <a:lnTo>
                    <a:pt x="99" y="0"/>
                  </a:lnTo>
                  <a:lnTo>
                    <a:pt x="38" y="42"/>
                  </a:lnTo>
                  <a:lnTo>
                    <a:pt x="0" y="95"/>
                  </a:lnTo>
                  <a:lnTo>
                    <a:pt x="12" y="142"/>
                  </a:lnTo>
                  <a:lnTo>
                    <a:pt x="63" y="241"/>
                  </a:lnTo>
                  <a:lnTo>
                    <a:pt x="30" y="174"/>
                  </a:lnTo>
                  <a:lnTo>
                    <a:pt x="30" y="83"/>
                  </a:lnTo>
                  <a:lnTo>
                    <a:pt x="83" y="22"/>
                  </a:lnTo>
                  <a:lnTo>
                    <a:pt x="134" y="8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8" name="Freeform 35"/>
            <p:cNvSpPr>
              <a:spLocks/>
            </p:cNvSpPr>
            <p:nvPr/>
          </p:nvSpPr>
          <p:spPr bwMode="auto">
            <a:xfrm>
              <a:off x="3573" y="1908"/>
              <a:ext cx="130" cy="181"/>
            </a:xfrm>
            <a:custGeom>
              <a:avLst/>
              <a:gdLst>
                <a:gd name="T0" fmla="*/ 1 w 260"/>
                <a:gd name="T1" fmla="*/ 0 h 360"/>
                <a:gd name="T2" fmla="*/ 1 w 260"/>
                <a:gd name="T3" fmla="*/ 1 h 360"/>
                <a:gd name="T4" fmla="*/ 1 w 260"/>
                <a:gd name="T5" fmla="*/ 1 h 360"/>
                <a:gd name="T6" fmla="*/ 1 w 260"/>
                <a:gd name="T7" fmla="*/ 1 h 360"/>
                <a:gd name="T8" fmla="*/ 0 w 260"/>
                <a:gd name="T9" fmla="*/ 1 h 360"/>
                <a:gd name="T10" fmla="*/ 1 w 260"/>
                <a:gd name="T11" fmla="*/ 1 h 360"/>
                <a:gd name="T12" fmla="*/ 1 w 260"/>
                <a:gd name="T13" fmla="*/ 1 h 360"/>
                <a:gd name="T14" fmla="*/ 1 w 260"/>
                <a:gd name="T15" fmla="*/ 1 h 360"/>
                <a:gd name="T16" fmla="*/ 1 w 260"/>
                <a:gd name="T17" fmla="*/ 1 h 360"/>
                <a:gd name="T18" fmla="*/ 1 w 260"/>
                <a:gd name="T19" fmla="*/ 1 h 360"/>
                <a:gd name="T20" fmla="*/ 1 w 260"/>
                <a:gd name="T21" fmla="*/ 1 h 360"/>
                <a:gd name="T22" fmla="*/ 1 w 260"/>
                <a:gd name="T23" fmla="*/ 1 h 360"/>
                <a:gd name="T24" fmla="*/ 1 w 260"/>
                <a:gd name="T25" fmla="*/ 1 h 360"/>
                <a:gd name="T26" fmla="*/ 1 w 260"/>
                <a:gd name="T27" fmla="*/ 1 h 360"/>
                <a:gd name="T28" fmla="*/ 1 w 260"/>
                <a:gd name="T29" fmla="*/ 0 h 36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0" h="360">
                  <a:moveTo>
                    <a:pt x="260" y="0"/>
                  </a:moveTo>
                  <a:lnTo>
                    <a:pt x="160" y="45"/>
                  </a:lnTo>
                  <a:lnTo>
                    <a:pt x="59" y="96"/>
                  </a:lnTo>
                  <a:lnTo>
                    <a:pt x="38" y="173"/>
                  </a:lnTo>
                  <a:lnTo>
                    <a:pt x="0" y="274"/>
                  </a:lnTo>
                  <a:lnTo>
                    <a:pt x="6" y="319"/>
                  </a:lnTo>
                  <a:lnTo>
                    <a:pt x="71" y="360"/>
                  </a:lnTo>
                  <a:lnTo>
                    <a:pt x="26" y="319"/>
                  </a:lnTo>
                  <a:lnTo>
                    <a:pt x="26" y="274"/>
                  </a:lnTo>
                  <a:lnTo>
                    <a:pt x="47" y="177"/>
                  </a:lnTo>
                  <a:lnTo>
                    <a:pt x="73" y="116"/>
                  </a:lnTo>
                  <a:lnTo>
                    <a:pt x="134" y="79"/>
                  </a:lnTo>
                  <a:lnTo>
                    <a:pt x="223" y="59"/>
                  </a:lnTo>
                  <a:lnTo>
                    <a:pt x="252" y="29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9" name="Freeform 36"/>
            <p:cNvSpPr>
              <a:spLocks/>
            </p:cNvSpPr>
            <p:nvPr/>
          </p:nvSpPr>
          <p:spPr bwMode="auto">
            <a:xfrm>
              <a:off x="3487" y="1912"/>
              <a:ext cx="161" cy="247"/>
            </a:xfrm>
            <a:custGeom>
              <a:avLst/>
              <a:gdLst>
                <a:gd name="T0" fmla="*/ 0 w 323"/>
                <a:gd name="T1" fmla="*/ 1 h 492"/>
                <a:gd name="T2" fmla="*/ 0 w 323"/>
                <a:gd name="T3" fmla="*/ 0 h 492"/>
                <a:gd name="T4" fmla="*/ 0 w 323"/>
                <a:gd name="T5" fmla="*/ 0 h 492"/>
                <a:gd name="T6" fmla="*/ 0 w 323"/>
                <a:gd name="T7" fmla="*/ 1 h 492"/>
                <a:gd name="T8" fmla="*/ 0 w 323"/>
                <a:gd name="T9" fmla="*/ 1 h 492"/>
                <a:gd name="T10" fmla="*/ 0 w 323"/>
                <a:gd name="T11" fmla="*/ 1 h 492"/>
                <a:gd name="T12" fmla="*/ 0 w 323"/>
                <a:gd name="T13" fmla="*/ 1 h 492"/>
                <a:gd name="T14" fmla="*/ 0 w 323"/>
                <a:gd name="T15" fmla="*/ 1 h 492"/>
                <a:gd name="T16" fmla="*/ 0 w 323"/>
                <a:gd name="T17" fmla="*/ 1 h 492"/>
                <a:gd name="T18" fmla="*/ 0 w 323"/>
                <a:gd name="T19" fmla="*/ 1 h 492"/>
                <a:gd name="T20" fmla="*/ 0 w 323"/>
                <a:gd name="T21" fmla="*/ 1 h 492"/>
                <a:gd name="T22" fmla="*/ 0 w 323"/>
                <a:gd name="T23" fmla="*/ 1 h 492"/>
                <a:gd name="T24" fmla="*/ 0 w 323"/>
                <a:gd name="T25" fmla="*/ 1 h 492"/>
                <a:gd name="T26" fmla="*/ 0 w 323"/>
                <a:gd name="T27" fmla="*/ 1 h 492"/>
                <a:gd name="T28" fmla="*/ 0 w 323"/>
                <a:gd name="T29" fmla="*/ 1 h 492"/>
                <a:gd name="T30" fmla="*/ 0 w 323"/>
                <a:gd name="T31" fmla="*/ 1 h 492"/>
                <a:gd name="T32" fmla="*/ 0 w 323"/>
                <a:gd name="T33" fmla="*/ 1 h 4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23" h="492">
                  <a:moveTo>
                    <a:pt x="323" y="25"/>
                  </a:moveTo>
                  <a:lnTo>
                    <a:pt x="277" y="0"/>
                  </a:lnTo>
                  <a:lnTo>
                    <a:pt x="185" y="0"/>
                  </a:lnTo>
                  <a:lnTo>
                    <a:pt x="130" y="67"/>
                  </a:lnTo>
                  <a:lnTo>
                    <a:pt x="59" y="138"/>
                  </a:lnTo>
                  <a:lnTo>
                    <a:pt x="29" y="195"/>
                  </a:lnTo>
                  <a:lnTo>
                    <a:pt x="4" y="285"/>
                  </a:lnTo>
                  <a:lnTo>
                    <a:pt x="0" y="364"/>
                  </a:lnTo>
                  <a:lnTo>
                    <a:pt x="0" y="461"/>
                  </a:lnTo>
                  <a:lnTo>
                    <a:pt x="29" y="492"/>
                  </a:lnTo>
                  <a:lnTo>
                    <a:pt x="21" y="409"/>
                  </a:lnTo>
                  <a:lnTo>
                    <a:pt x="21" y="299"/>
                  </a:lnTo>
                  <a:lnTo>
                    <a:pt x="55" y="175"/>
                  </a:lnTo>
                  <a:lnTo>
                    <a:pt x="114" y="116"/>
                  </a:lnTo>
                  <a:lnTo>
                    <a:pt x="183" y="21"/>
                  </a:lnTo>
                  <a:lnTo>
                    <a:pt x="248" y="10"/>
                  </a:lnTo>
                  <a:lnTo>
                    <a:pt x="323" y="25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0" name="Freeform 37"/>
            <p:cNvSpPr>
              <a:spLocks/>
            </p:cNvSpPr>
            <p:nvPr/>
          </p:nvSpPr>
          <p:spPr bwMode="auto">
            <a:xfrm>
              <a:off x="3603" y="2080"/>
              <a:ext cx="163" cy="56"/>
            </a:xfrm>
            <a:custGeom>
              <a:avLst/>
              <a:gdLst>
                <a:gd name="T0" fmla="*/ 0 w 327"/>
                <a:gd name="T1" fmla="*/ 0 h 112"/>
                <a:gd name="T2" fmla="*/ 0 w 327"/>
                <a:gd name="T3" fmla="*/ 1 h 112"/>
                <a:gd name="T4" fmla="*/ 0 w 327"/>
                <a:gd name="T5" fmla="*/ 1 h 112"/>
                <a:gd name="T6" fmla="*/ 0 w 327"/>
                <a:gd name="T7" fmla="*/ 1 h 112"/>
                <a:gd name="T8" fmla="*/ 0 w 327"/>
                <a:gd name="T9" fmla="*/ 1 h 112"/>
                <a:gd name="T10" fmla="*/ 0 w 327"/>
                <a:gd name="T11" fmla="*/ 1 h 112"/>
                <a:gd name="T12" fmla="*/ 0 w 327"/>
                <a:gd name="T13" fmla="*/ 1 h 112"/>
                <a:gd name="T14" fmla="*/ 0 w 327"/>
                <a:gd name="T15" fmla="*/ 1 h 112"/>
                <a:gd name="T16" fmla="*/ 0 w 327"/>
                <a:gd name="T17" fmla="*/ 1 h 112"/>
                <a:gd name="T18" fmla="*/ 0 w 327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7" h="112">
                  <a:moveTo>
                    <a:pt x="327" y="0"/>
                  </a:moveTo>
                  <a:lnTo>
                    <a:pt x="231" y="47"/>
                  </a:lnTo>
                  <a:lnTo>
                    <a:pt x="130" y="66"/>
                  </a:lnTo>
                  <a:lnTo>
                    <a:pt x="75" y="74"/>
                  </a:lnTo>
                  <a:lnTo>
                    <a:pt x="0" y="112"/>
                  </a:lnTo>
                  <a:lnTo>
                    <a:pt x="63" y="108"/>
                  </a:lnTo>
                  <a:lnTo>
                    <a:pt x="118" y="84"/>
                  </a:lnTo>
                  <a:lnTo>
                    <a:pt x="227" y="66"/>
                  </a:lnTo>
                  <a:lnTo>
                    <a:pt x="309" y="29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1" name="Freeform 38"/>
            <p:cNvSpPr>
              <a:spLocks/>
            </p:cNvSpPr>
            <p:nvPr/>
          </p:nvSpPr>
          <p:spPr bwMode="auto">
            <a:xfrm>
              <a:off x="3740" y="2014"/>
              <a:ext cx="69" cy="52"/>
            </a:xfrm>
            <a:custGeom>
              <a:avLst/>
              <a:gdLst>
                <a:gd name="T0" fmla="*/ 1 w 138"/>
                <a:gd name="T1" fmla="*/ 1 h 104"/>
                <a:gd name="T2" fmla="*/ 1 w 138"/>
                <a:gd name="T3" fmla="*/ 1 h 104"/>
                <a:gd name="T4" fmla="*/ 1 w 138"/>
                <a:gd name="T5" fmla="*/ 0 h 104"/>
                <a:gd name="T6" fmla="*/ 1 w 138"/>
                <a:gd name="T7" fmla="*/ 1 h 104"/>
                <a:gd name="T8" fmla="*/ 0 w 138"/>
                <a:gd name="T9" fmla="*/ 1 h 104"/>
                <a:gd name="T10" fmla="*/ 1 w 138"/>
                <a:gd name="T11" fmla="*/ 1 h 104"/>
                <a:gd name="T12" fmla="*/ 1 w 138"/>
                <a:gd name="T13" fmla="*/ 1 h 104"/>
                <a:gd name="T14" fmla="*/ 1 w 138"/>
                <a:gd name="T15" fmla="*/ 1 h 104"/>
                <a:gd name="T16" fmla="*/ 1 w 138"/>
                <a:gd name="T17" fmla="*/ 1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8" h="104">
                  <a:moveTo>
                    <a:pt x="138" y="59"/>
                  </a:moveTo>
                  <a:lnTo>
                    <a:pt x="108" y="29"/>
                  </a:lnTo>
                  <a:lnTo>
                    <a:pt x="59" y="0"/>
                  </a:lnTo>
                  <a:lnTo>
                    <a:pt x="4" y="25"/>
                  </a:lnTo>
                  <a:lnTo>
                    <a:pt x="0" y="67"/>
                  </a:lnTo>
                  <a:lnTo>
                    <a:pt x="51" y="67"/>
                  </a:lnTo>
                  <a:lnTo>
                    <a:pt x="63" y="104"/>
                  </a:lnTo>
                  <a:lnTo>
                    <a:pt x="108" y="104"/>
                  </a:lnTo>
                  <a:lnTo>
                    <a:pt x="138" y="59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2" name="Freeform 39"/>
            <p:cNvSpPr>
              <a:spLocks/>
            </p:cNvSpPr>
            <p:nvPr/>
          </p:nvSpPr>
          <p:spPr bwMode="auto">
            <a:xfrm>
              <a:off x="3642" y="2037"/>
              <a:ext cx="42" cy="26"/>
            </a:xfrm>
            <a:custGeom>
              <a:avLst/>
              <a:gdLst>
                <a:gd name="T0" fmla="*/ 0 w 85"/>
                <a:gd name="T1" fmla="*/ 0 h 53"/>
                <a:gd name="T2" fmla="*/ 0 w 85"/>
                <a:gd name="T3" fmla="*/ 0 h 53"/>
                <a:gd name="T4" fmla="*/ 0 w 85"/>
                <a:gd name="T5" fmla="*/ 0 h 53"/>
                <a:gd name="T6" fmla="*/ 0 w 85"/>
                <a:gd name="T7" fmla="*/ 0 h 53"/>
                <a:gd name="T8" fmla="*/ 0 w 85"/>
                <a:gd name="T9" fmla="*/ 0 h 53"/>
                <a:gd name="T10" fmla="*/ 0 w 85"/>
                <a:gd name="T11" fmla="*/ 0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53">
                  <a:moveTo>
                    <a:pt x="85" y="18"/>
                  </a:moveTo>
                  <a:lnTo>
                    <a:pt x="43" y="0"/>
                  </a:lnTo>
                  <a:lnTo>
                    <a:pt x="4" y="22"/>
                  </a:lnTo>
                  <a:lnTo>
                    <a:pt x="0" y="53"/>
                  </a:lnTo>
                  <a:lnTo>
                    <a:pt x="33" y="25"/>
                  </a:lnTo>
                  <a:lnTo>
                    <a:pt x="85" y="18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" name="Freeform 40"/>
            <p:cNvSpPr>
              <a:spLocks/>
            </p:cNvSpPr>
            <p:nvPr/>
          </p:nvSpPr>
          <p:spPr bwMode="auto">
            <a:xfrm>
              <a:off x="3677" y="2048"/>
              <a:ext cx="35" cy="28"/>
            </a:xfrm>
            <a:custGeom>
              <a:avLst/>
              <a:gdLst>
                <a:gd name="T0" fmla="*/ 1 w 69"/>
                <a:gd name="T1" fmla="*/ 1 h 54"/>
                <a:gd name="T2" fmla="*/ 1 w 69"/>
                <a:gd name="T3" fmla="*/ 0 h 54"/>
                <a:gd name="T4" fmla="*/ 0 w 69"/>
                <a:gd name="T5" fmla="*/ 1 h 54"/>
                <a:gd name="T6" fmla="*/ 1 w 69"/>
                <a:gd name="T7" fmla="*/ 1 h 54"/>
                <a:gd name="T8" fmla="*/ 1 w 69"/>
                <a:gd name="T9" fmla="*/ 1 h 54"/>
                <a:gd name="T10" fmla="*/ 1 w 69"/>
                <a:gd name="T11" fmla="*/ 1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54">
                  <a:moveTo>
                    <a:pt x="69" y="22"/>
                  </a:moveTo>
                  <a:lnTo>
                    <a:pt x="39" y="0"/>
                  </a:lnTo>
                  <a:lnTo>
                    <a:pt x="0" y="22"/>
                  </a:lnTo>
                  <a:lnTo>
                    <a:pt x="18" y="54"/>
                  </a:lnTo>
                  <a:lnTo>
                    <a:pt x="59" y="54"/>
                  </a:lnTo>
                  <a:lnTo>
                    <a:pt x="69" y="22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" name="Freeform 41"/>
            <p:cNvSpPr>
              <a:spLocks/>
            </p:cNvSpPr>
            <p:nvPr/>
          </p:nvSpPr>
          <p:spPr bwMode="auto">
            <a:xfrm>
              <a:off x="3661" y="2078"/>
              <a:ext cx="39" cy="13"/>
            </a:xfrm>
            <a:custGeom>
              <a:avLst/>
              <a:gdLst>
                <a:gd name="T0" fmla="*/ 0 w 81"/>
                <a:gd name="T1" fmla="*/ 1 h 25"/>
                <a:gd name="T2" fmla="*/ 0 w 81"/>
                <a:gd name="T3" fmla="*/ 0 h 25"/>
                <a:gd name="T4" fmla="*/ 0 w 81"/>
                <a:gd name="T5" fmla="*/ 1 h 25"/>
                <a:gd name="T6" fmla="*/ 0 w 81"/>
                <a:gd name="T7" fmla="*/ 1 h 25"/>
                <a:gd name="T8" fmla="*/ 0 w 81"/>
                <a:gd name="T9" fmla="*/ 1 h 25"/>
                <a:gd name="T10" fmla="*/ 0 w 81"/>
                <a:gd name="T11" fmla="*/ 1 h 25"/>
                <a:gd name="T12" fmla="*/ 0 w 81"/>
                <a:gd name="T13" fmla="*/ 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25">
                  <a:moveTo>
                    <a:pt x="34" y="5"/>
                  </a:moveTo>
                  <a:lnTo>
                    <a:pt x="0" y="0"/>
                  </a:lnTo>
                  <a:lnTo>
                    <a:pt x="8" y="21"/>
                  </a:lnTo>
                  <a:lnTo>
                    <a:pt x="40" y="25"/>
                  </a:lnTo>
                  <a:lnTo>
                    <a:pt x="81" y="25"/>
                  </a:lnTo>
                  <a:lnTo>
                    <a:pt x="81" y="4"/>
                  </a:lnTo>
                  <a:lnTo>
                    <a:pt x="34" y="5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5" name="Freeform 42"/>
            <p:cNvSpPr>
              <a:spLocks/>
            </p:cNvSpPr>
            <p:nvPr/>
          </p:nvSpPr>
          <p:spPr bwMode="auto">
            <a:xfrm>
              <a:off x="3639" y="1857"/>
              <a:ext cx="122" cy="78"/>
            </a:xfrm>
            <a:custGeom>
              <a:avLst/>
              <a:gdLst>
                <a:gd name="T0" fmla="*/ 1 w 242"/>
                <a:gd name="T1" fmla="*/ 0 h 156"/>
                <a:gd name="T2" fmla="*/ 1 w 242"/>
                <a:gd name="T3" fmla="*/ 1 h 156"/>
                <a:gd name="T4" fmla="*/ 1 w 242"/>
                <a:gd name="T5" fmla="*/ 1 h 156"/>
                <a:gd name="T6" fmla="*/ 1 w 242"/>
                <a:gd name="T7" fmla="*/ 1 h 156"/>
                <a:gd name="T8" fmla="*/ 1 w 242"/>
                <a:gd name="T9" fmla="*/ 1 h 156"/>
                <a:gd name="T10" fmla="*/ 1 w 242"/>
                <a:gd name="T11" fmla="*/ 1 h 156"/>
                <a:gd name="T12" fmla="*/ 0 w 242"/>
                <a:gd name="T13" fmla="*/ 1 h 156"/>
                <a:gd name="T14" fmla="*/ 1 w 242"/>
                <a:gd name="T15" fmla="*/ 1 h 156"/>
                <a:gd name="T16" fmla="*/ 1 w 242"/>
                <a:gd name="T17" fmla="*/ 0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2" h="156">
                  <a:moveTo>
                    <a:pt x="104" y="0"/>
                  </a:moveTo>
                  <a:lnTo>
                    <a:pt x="193" y="89"/>
                  </a:lnTo>
                  <a:lnTo>
                    <a:pt x="242" y="156"/>
                  </a:lnTo>
                  <a:lnTo>
                    <a:pt x="181" y="125"/>
                  </a:lnTo>
                  <a:lnTo>
                    <a:pt x="97" y="75"/>
                  </a:lnTo>
                  <a:lnTo>
                    <a:pt x="37" y="89"/>
                  </a:lnTo>
                  <a:lnTo>
                    <a:pt x="0" y="65"/>
                  </a:lnTo>
                  <a:lnTo>
                    <a:pt x="37" y="3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6" name="Freeform 43"/>
            <p:cNvSpPr>
              <a:spLocks/>
            </p:cNvSpPr>
            <p:nvPr/>
          </p:nvSpPr>
          <p:spPr bwMode="auto">
            <a:xfrm>
              <a:off x="3496" y="2546"/>
              <a:ext cx="412" cy="221"/>
            </a:xfrm>
            <a:custGeom>
              <a:avLst/>
              <a:gdLst>
                <a:gd name="T0" fmla="*/ 2 w 822"/>
                <a:gd name="T1" fmla="*/ 0 h 445"/>
                <a:gd name="T2" fmla="*/ 2 w 822"/>
                <a:gd name="T3" fmla="*/ 0 h 445"/>
                <a:gd name="T4" fmla="*/ 2 w 822"/>
                <a:gd name="T5" fmla="*/ 0 h 445"/>
                <a:gd name="T6" fmla="*/ 2 w 822"/>
                <a:gd name="T7" fmla="*/ 0 h 445"/>
                <a:gd name="T8" fmla="*/ 1 w 822"/>
                <a:gd name="T9" fmla="*/ 0 h 445"/>
                <a:gd name="T10" fmla="*/ 1 w 822"/>
                <a:gd name="T11" fmla="*/ 0 h 445"/>
                <a:gd name="T12" fmla="*/ 1 w 822"/>
                <a:gd name="T13" fmla="*/ 0 h 445"/>
                <a:gd name="T14" fmla="*/ 0 w 822"/>
                <a:gd name="T15" fmla="*/ 0 h 445"/>
                <a:gd name="T16" fmla="*/ 1 w 822"/>
                <a:gd name="T17" fmla="*/ 0 h 445"/>
                <a:gd name="T18" fmla="*/ 1 w 822"/>
                <a:gd name="T19" fmla="*/ 0 h 445"/>
                <a:gd name="T20" fmla="*/ 1 w 822"/>
                <a:gd name="T21" fmla="*/ 0 h 445"/>
                <a:gd name="T22" fmla="*/ 1 w 822"/>
                <a:gd name="T23" fmla="*/ 0 h 445"/>
                <a:gd name="T24" fmla="*/ 2 w 822"/>
                <a:gd name="T25" fmla="*/ 0 h 445"/>
                <a:gd name="T26" fmla="*/ 2 w 822"/>
                <a:gd name="T27" fmla="*/ 0 h 445"/>
                <a:gd name="T28" fmla="*/ 2 w 822"/>
                <a:gd name="T29" fmla="*/ 0 h 445"/>
                <a:gd name="T30" fmla="*/ 2 w 822"/>
                <a:gd name="T31" fmla="*/ 0 h 445"/>
                <a:gd name="T32" fmla="*/ 2 w 822"/>
                <a:gd name="T33" fmla="*/ 0 h 4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22" h="445">
                  <a:moveTo>
                    <a:pt x="822" y="35"/>
                  </a:moveTo>
                  <a:lnTo>
                    <a:pt x="690" y="0"/>
                  </a:lnTo>
                  <a:lnTo>
                    <a:pt x="682" y="120"/>
                  </a:lnTo>
                  <a:lnTo>
                    <a:pt x="580" y="223"/>
                  </a:lnTo>
                  <a:lnTo>
                    <a:pt x="359" y="223"/>
                  </a:lnTo>
                  <a:lnTo>
                    <a:pt x="221" y="158"/>
                  </a:lnTo>
                  <a:lnTo>
                    <a:pt x="128" y="158"/>
                  </a:lnTo>
                  <a:lnTo>
                    <a:pt x="0" y="213"/>
                  </a:lnTo>
                  <a:lnTo>
                    <a:pt x="28" y="445"/>
                  </a:lnTo>
                  <a:lnTo>
                    <a:pt x="128" y="343"/>
                  </a:lnTo>
                  <a:lnTo>
                    <a:pt x="314" y="343"/>
                  </a:lnTo>
                  <a:lnTo>
                    <a:pt x="491" y="343"/>
                  </a:lnTo>
                  <a:lnTo>
                    <a:pt x="672" y="305"/>
                  </a:lnTo>
                  <a:lnTo>
                    <a:pt x="717" y="362"/>
                  </a:lnTo>
                  <a:lnTo>
                    <a:pt x="737" y="240"/>
                  </a:lnTo>
                  <a:lnTo>
                    <a:pt x="802" y="130"/>
                  </a:lnTo>
                  <a:lnTo>
                    <a:pt x="822" y="35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7" name="Freeform 44"/>
            <p:cNvSpPr>
              <a:spLocks/>
            </p:cNvSpPr>
            <p:nvPr/>
          </p:nvSpPr>
          <p:spPr bwMode="auto">
            <a:xfrm>
              <a:off x="3412" y="2072"/>
              <a:ext cx="163" cy="271"/>
            </a:xfrm>
            <a:custGeom>
              <a:avLst/>
              <a:gdLst>
                <a:gd name="T0" fmla="*/ 1 w 325"/>
                <a:gd name="T1" fmla="*/ 1 h 541"/>
                <a:gd name="T2" fmla="*/ 1 w 325"/>
                <a:gd name="T3" fmla="*/ 1 h 541"/>
                <a:gd name="T4" fmla="*/ 1 w 325"/>
                <a:gd name="T5" fmla="*/ 1 h 541"/>
                <a:gd name="T6" fmla="*/ 1 w 325"/>
                <a:gd name="T7" fmla="*/ 2 h 541"/>
                <a:gd name="T8" fmla="*/ 1 w 325"/>
                <a:gd name="T9" fmla="*/ 2 h 541"/>
                <a:gd name="T10" fmla="*/ 1 w 325"/>
                <a:gd name="T11" fmla="*/ 1 h 541"/>
                <a:gd name="T12" fmla="*/ 1 w 325"/>
                <a:gd name="T13" fmla="*/ 1 h 541"/>
                <a:gd name="T14" fmla="*/ 1 w 325"/>
                <a:gd name="T15" fmla="*/ 1 h 541"/>
                <a:gd name="T16" fmla="*/ 1 w 325"/>
                <a:gd name="T17" fmla="*/ 1 h 541"/>
                <a:gd name="T18" fmla="*/ 1 w 325"/>
                <a:gd name="T19" fmla="*/ 1 h 541"/>
                <a:gd name="T20" fmla="*/ 1 w 325"/>
                <a:gd name="T21" fmla="*/ 1 h 541"/>
                <a:gd name="T22" fmla="*/ 0 w 325"/>
                <a:gd name="T23" fmla="*/ 1 h 541"/>
                <a:gd name="T24" fmla="*/ 0 w 325"/>
                <a:gd name="T25" fmla="*/ 0 h 541"/>
                <a:gd name="T26" fmla="*/ 1 w 325"/>
                <a:gd name="T27" fmla="*/ 1 h 541"/>
                <a:gd name="T28" fmla="*/ 1 w 325"/>
                <a:gd name="T29" fmla="*/ 1 h 541"/>
                <a:gd name="T30" fmla="*/ 1 w 325"/>
                <a:gd name="T31" fmla="*/ 1 h 541"/>
                <a:gd name="T32" fmla="*/ 1 w 325"/>
                <a:gd name="T33" fmla="*/ 1 h 541"/>
                <a:gd name="T34" fmla="*/ 1 w 325"/>
                <a:gd name="T35" fmla="*/ 1 h 541"/>
                <a:gd name="T36" fmla="*/ 1 w 325"/>
                <a:gd name="T37" fmla="*/ 1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25" h="541">
                  <a:moveTo>
                    <a:pt x="122" y="392"/>
                  </a:moveTo>
                  <a:lnTo>
                    <a:pt x="167" y="445"/>
                  </a:lnTo>
                  <a:lnTo>
                    <a:pt x="278" y="474"/>
                  </a:lnTo>
                  <a:lnTo>
                    <a:pt x="325" y="541"/>
                  </a:lnTo>
                  <a:lnTo>
                    <a:pt x="225" y="516"/>
                  </a:lnTo>
                  <a:lnTo>
                    <a:pt x="167" y="466"/>
                  </a:lnTo>
                  <a:lnTo>
                    <a:pt x="87" y="364"/>
                  </a:lnTo>
                  <a:lnTo>
                    <a:pt x="59" y="305"/>
                  </a:lnTo>
                  <a:lnTo>
                    <a:pt x="75" y="242"/>
                  </a:lnTo>
                  <a:lnTo>
                    <a:pt x="59" y="189"/>
                  </a:lnTo>
                  <a:lnTo>
                    <a:pt x="33" y="102"/>
                  </a:lnTo>
                  <a:lnTo>
                    <a:pt x="0" y="86"/>
                  </a:lnTo>
                  <a:lnTo>
                    <a:pt x="0" y="0"/>
                  </a:lnTo>
                  <a:lnTo>
                    <a:pt x="81" y="102"/>
                  </a:lnTo>
                  <a:lnTo>
                    <a:pt x="122" y="252"/>
                  </a:lnTo>
                  <a:lnTo>
                    <a:pt x="138" y="295"/>
                  </a:lnTo>
                  <a:lnTo>
                    <a:pt x="150" y="354"/>
                  </a:lnTo>
                  <a:lnTo>
                    <a:pt x="112" y="354"/>
                  </a:lnTo>
                  <a:lnTo>
                    <a:pt x="122" y="392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8" name="Freeform 45"/>
            <p:cNvSpPr>
              <a:spLocks/>
            </p:cNvSpPr>
            <p:nvPr/>
          </p:nvSpPr>
          <p:spPr bwMode="auto">
            <a:xfrm>
              <a:off x="3612" y="1996"/>
              <a:ext cx="79" cy="94"/>
            </a:xfrm>
            <a:custGeom>
              <a:avLst/>
              <a:gdLst>
                <a:gd name="T0" fmla="*/ 1 w 157"/>
                <a:gd name="T1" fmla="*/ 1 h 187"/>
                <a:gd name="T2" fmla="*/ 1 w 157"/>
                <a:gd name="T3" fmla="*/ 1 h 187"/>
                <a:gd name="T4" fmla="*/ 1 w 157"/>
                <a:gd name="T5" fmla="*/ 1 h 187"/>
                <a:gd name="T6" fmla="*/ 1 w 157"/>
                <a:gd name="T7" fmla="*/ 1 h 187"/>
                <a:gd name="T8" fmla="*/ 1 w 157"/>
                <a:gd name="T9" fmla="*/ 1 h 187"/>
                <a:gd name="T10" fmla="*/ 1 w 157"/>
                <a:gd name="T11" fmla="*/ 1 h 187"/>
                <a:gd name="T12" fmla="*/ 1 w 157"/>
                <a:gd name="T13" fmla="*/ 1 h 187"/>
                <a:gd name="T14" fmla="*/ 0 w 157"/>
                <a:gd name="T15" fmla="*/ 1 h 187"/>
                <a:gd name="T16" fmla="*/ 0 w 157"/>
                <a:gd name="T17" fmla="*/ 1 h 187"/>
                <a:gd name="T18" fmla="*/ 1 w 157"/>
                <a:gd name="T19" fmla="*/ 1 h 187"/>
                <a:gd name="T20" fmla="*/ 1 w 157"/>
                <a:gd name="T21" fmla="*/ 0 h 187"/>
                <a:gd name="T22" fmla="*/ 1 w 157"/>
                <a:gd name="T23" fmla="*/ 1 h 1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187">
                  <a:moveTo>
                    <a:pt x="157" y="10"/>
                  </a:moveTo>
                  <a:lnTo>
                    <a:pt x="157" y="63"/>
                  </a:lnTo>
                  <a:lnTo>
                    <a:pt x="157" y="107"/>
                  </a:lnTo>
                  <a:lnTo>
                    <a:pt x="116" y="69"/>
                  </a:lnTo>
                  <a:lnTo>
                    <a:pt x="73" y="97"/>
                  </a:lnTo>
                  <a:lnTo>
                    <a:pt x="41" y="134"/>
                  </a:lnTo>
                  <a:lnTo>
                    <a:pt x="31" y="187"/>
                  </a:lnTo>
                  <a:lnTo>
                    <a:pt x="0" y="116"/>
                  </a:lnTo>
                  <a:lnTo>
                    <a:pt x="0" y="63"/>
                  </a:lnTo>
                  <a:lnTo>
                    <a:pt x="41" y="10"/>
                  </a:lnTo>
                  <a:lnTo>
                    <a:pt x="100" y="0"/>
                  </a:lnTo>
                  <a:lnTo>
                    <a:pt x="157" y="1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9" name="Freeform 46"/>
            <p:cNvSpPr>
              <a:spLocks/>
            </p:cNvSpPr>
            <p:nvPr/>
          </p:nvSpPr>
          <p:spPr bwMode="auto">
            <a:xfrm>
              <a:off x="3630" y="2067"/>
              <a:ext cx="38" cy="45"/>
            </a:xfrm>
            <a:custGeom>
              <a:avLst/>
              <a:gdLst>
                <a:gd name="T0" fmla="*/ 1 w 75"/>
                <a:gd name="T1" fmla="*/ 0 h 91"/>
                <a:gd name="T2" fmla="*/ 1 w 75"/>
                <a:gd name="T3" fmla="*/ 0 h 91"/>
                <a:gd name="T4" fmla="*/ 0 w 75"/>
                <a:gd name="T5" fmla="*/ 0 h 91"/>
                <a:gd name="T6" fmla="*/ 1 w 75"/>
                <a:gd name="T7" fmla="*/ 0 h 91"/>
                <a:gd name="T8" fmla="*/ 1 w 75"/>
                <a:gd name="T9" fmla="*/ 0 h 91"/>
                <a:gd name="T10" fmla="*/ 1 w 75"/>
                <a:gd name="T11" fmla="*/ 0 h 91"/>
                <a:gd name="T12" fmla="*/ 1 w 75"/>
                <a:gd name="T13" fmla="*/ 0 h 91"/>
                <a:gd name="T14" fmla="*/ 1 w 75"/>
                <a:gd name="T15" fmla="*/ 0 h 91"/>
                <a:gd name="T16" fmla="*/ 1 w 75"/>
                <a:gd name="T17" fmla="*/ 0 h 91"/>
                <a:gd name="T18" fmla="*/ 1 w 75"/>
                <a:gd name="T19" fmla="*/ 0 h 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" h="91">
                  <a:moveTo>
                    <a:pt x="75" y="0"/>
                  </a:moveTo>
                  <a:lnTo>
                    <a:pt x="34" y="22"/>
                  </a:lnTo>
                  <a:lnTo>
                    <a:pt x="0" y="43"/>
                  </a:lnTo>
                  <a:lnTo>
                    <a:pt x="12" y="91"/>
                  </a:lnTo>
                  <a:lnTo>
                    <a:pt x="65" y="91"/>
                  </a:lnTo>
                  <a:lnTo>
                    <a:pt x="44" y="43"/>
                  </a:lnTo>
                  <a:lnTo>
                    <a:pt x="50" y="35"/>
                  </a:lnTo>
                  <a:lnTo>
                    <a:pt x="59" y="18"/>
                  </a:lnTo>
                  <a:lnTo>
                    <a:pt x="71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0" name="Freeform 47"/>
            <p:cNvSpPr>
              <a:spLocks/>
            </p:cNvSpPr>
            <p:nvPr/>
          </p:nvSpPr>
          <p:spPr bwMode="auto">
            <a:xfrm>
              <a:off x="3586" y="1924"/>
              <a:ext cx="111" cy="145"/>
            </a:xfrm>
            <a:custGeom>
              <a:avLst/>
              <a:gdLst>
                <a:gd name="T0" fmla="*/ 1 w 222"/>
                <a:gd name="T1" fmla="*/ 0 h 292"/>
                <a:gd name="T2" fmla="*/ 1 w 222"/>
                <a:gd name="T3" fmla="*/ 0 h 292"/>
                <a:gd name="T4" fmla="*/ 1 w 222"/>
                <a:gd name="T5" fmla="*/ 0 h 292"/>
                <a:gd name="T6" fmla="*/ 0 w 222"/>
                <a:gd name="T7" fmla="*/ 0 h 292"/>
                <a:gd name="T8" fmla="*/ 0 w 222"/>
                <a:gd name="T9" fmla="*/ 0 h 292"/>
                <a:gd name="T10" fmla="*/ 1 w 222"/>
                <a:gd name="T11" fmla="*/ 0 h 292"/>
                <a:gd name="T12" fmla="*/ 1 w 222"/>
                <a:gd name="T13" fmla="*/ 0 h 292"/>
                <a:gd name="T14" fmla="*/ 1 w 222"/>
                <a:gd name="T15" fmla="*/ 0 h 292"/>
                <a:gd name="T16" fmla="*/ 1 w 222"/>
                <a:gd name="T17" fmla="*/ 0 h 292"/>
                <a:gd name="T18" fmla="*/ 1 w 222"/>
                <a:gd name="T19" fmla="*/ 0 h 292"/>
                <a:gd name="T20" fmla="*/ 1 w 222"/>
                <a:gd name="T21" fmla="*/ 0 h 2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2" h="292">
                  <a:moveTo>
                    <a:pt x="222" y="0"/>
                  </a:moveTo>
                  <a:lnTo>
                    <a:pt x="88" y="54"/>
                  </a:lnTo>
                  <a:lnTo>
                    <a:pt x="35" y="115"/>
                  </a:lnTo>
                  <a:lnTo>
                    <a:pt x="0" y="199"/>
                  </a:lnTo>
                  <a:lnTo>
                    <a:pt x="0" y="264"/>
                  </a:lnTo>
                  <a:lnTo>
                    <a:pt x="31" y="292"/>
                  </a:lnTo>
                  <a:lnTo>
                    <a:pt x="31" y="199"/>
                  </a:lnTo>
                  <a:lnTo>
                    <a:pt x="63" y="168"/>
                  </a:lnTo>
                  <a:lnTo>
                    <a:pt x="116" y="109"/>
                  </a:lnTo>
                  <a:lnTo>
                    <a:pt x="169" y="10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1" name="Freeform 48"/>
            <p:cNvSpPr>
              <a:spLocks/>
            </p:cNvSpPr>
            <p:nvPr/>
          </p:nvSpPr>
          <p:spPr bwMode="auto">
            <a:xfrm>
              <a:off x="3500" y="1929"/>
              <a:ext cx="135" cy="271"/>
            </a:xfrm>
            <a:custGeom>
              <a:avLst/>
              <a:gdLst>
                <a:gd name="T0" fmla="*/ 0 w 272"/>
                <a:gd name="T1" fmla="*/ 0 h 542"/>
                <a:gd name="T2" fmla="*/ 0 w 272"/>
                <a:gd name="T3" fmla="*/ 0 h 542"/>
                <a:gd name="T4" fmla="*/ 0 w 272"/>
                <a:gd name="T5" fmla="*/ 1 h 542"/>
                <a:gd name="T6" fmla="*/ 0 w 272"/>
                <a:gd name="T7" fmla="*/ 1 h 542"/>
                <a:gd name="T8" fmla="*/ 0 w 272"/>
                <a:gd name="T9" fmla="*/ 1 h 542"/>
                <a:gd name="T10" fmla="*/ 0 w 272"/>
                <a:gd name="T11" fmla="*/ 1 h 542"/>
                <a:gd name="T12" fmla="*/ 0 w 272"/>
                <a:gd name="T13" fmla="*/ 1 h 542"/>
                <a:gd name="T14" fmla="*/ 0 w 272"/>
                <a:gd name="T15" fmla="*/ 2 h 542"/>
                <a:gd name="T16" fmla="*/ 0 w 272"/>
                <a:gd name="T17" fmla="*/ 1 h 542"/>
                <a:gd name="T18" fmla="*/ 0 w 272"/>
                <a:gd name="T19" fmla="*/ 1 h 542"/>
                <a:gd name="T20" fmla="*/ 0 w 272"/>
                <a:gd name="T21" fmla="*/ 1 h 542"/>
                <a:gd name="T22" fmla="*/ 0 w 272"/>
                <a:gd name="T23" fmla="*/ 1 h 542"/>
                <a:gd name="T24" fmla="*/ 0 w 272"/>
                <a:gd name="T25" fmla="*/ 1 h 542"/>
                <a:gd name="T26" fmla="*/ 0 w 272"/>
                <a:gd name="T27" fmla="*/ 1 h 542"/>
                <a:gd name="T28" fmla="*/ 0 w 272"/>
                <a:gd name="T29" fmla="*/ 1 h 542"/>
                <a:gd name="T30" fmla="*/ 0 w 272"/>
                <a:gd name="T31" fmla="*/ 1 h 542"/>
                <a:gd name="T32" fmla="*/ 0 w 272"/>
                <a:gd name="T33" fmla="*/ 1 h 542"/>
                <a:gd name="T34" fmla="*/ 0 w 272"/>
                <a:gd name="T35" fmla="*/ 1 h 542"/>
                <a:gd name="T36" fmla="*/ 0 w 272"/>
                <a:gd name="T37" fmla="*/ 1 h 542"/>
                <a:gd name="T38" fmla="*/ 0 w 272"/>
                <a:gd name="T39" fmla="*/ 1 h 542"/>
                <a:gd name="T40" fmla="*/ 0 w 272"/>
                <a:gd name="T41" fmla="*/ 1 h 542"/>
                <a:gd name="T42" fmla="*/ 0 w 272"/>
                <a:gd name="T43" fmla="*/ 1 h 542"/>
                <a:gd name="T44" fmla="*/ 0 w 272"/>
                <a:gd name="T45" fmla="*/ 0 h 5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72" h="542">
                  <a:moveTo>
                    <a:pt x="272" y="0"/>
                  </a:moveTo>
                  <a:lnTo>
                    <a:pt x="172" y="0"/>
                  </a:lnTo>
                  <a:lnTo>
                    <a:pt x="134" y="49"/>
                  </a:lnTo>
                  <a:lnTo>
                    <a:pt x="32" y="134"/>
                  </a:lnTo>
                  <a:lnTo>
                    <a:pt x="0" y="215"/>
                  </a:lnTo>
                  <a:lnTo>
                    <a:pt x="0" y="402"/>
                  </a:lnTo>
                  <a:lnTo>
                    <a:pt x="12" y="489"/>
                  </a:lnTo>
                  <a:lnTo>
                    <a:pt x="44" y="542"/>
                  </a:lnTo>
                  <a:lnTo>
                    <a:pt x="44" y="451"/>
                  </a:lnTo>
                  <a:lnTo>
                    <a:pt x="16" y="321"/>
                  </a:lnTo>
                  <a:lnTo>
                    <a:pt x="79" y="335"/>
                  </a:lnTo>
                  <a:lnTo>
                    <a:pt x="65" y="205"/>
                  </a:lnTo>
                  <a:lnTo>
                    <a:pt x="91" y="150"/>
                  </a:lnTo>
                  <a:lnTo>
                    <a:pt x="162" y="116"/>
                  </a:lnTo>
                  <a:lnTo>
                    <a:pt x="199" y="38"/>
                  </a:lnTo>
                  <a:lnTo>
                    <a:pt x="203" y="36"/>
                  </a:lnTo>
                  <a:lnTo>
                    <a:pt x="211" y="32"/>
                  </a:lnTo>
                  <a:lnTo>
                    <a:pt x="223" y="26"/>
                  </a:lnTo>
                  <a:lnTo>
                    <a:pt x="237" y="18"/>
                  </a:lnTo>
                  <a:lnTo>
                    <a:pt x="251" y="12"/>
                  </a:lnTo>
                  <a:lnTo>
                    <a:pt x="262" y="6"/>
                  </a:lnTo>
                  <a:lnTo>
                    <a:pt x="270" y="2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2" name="Freeform 49"/>
            <p:cNvSpPr>
              <a:spLocks/>
            </p:cNvSpPr>
            <p:nvPr/>
          </p:nvSpPr>
          <p:spPr bwMode="auto">
            <a:xfrm>
              <a:off x="3511" y="2101"/>
              <a:ext cx="47" cy="140"/>
            </a:xfrm>
            <a:custGeom>
              <a:avLst/>
              <a:gdLst>
                <a:gd name="T0" fmla="*/ 1 w 91"/>
                <a:gd name="T1" fmla="*/ 1 h 279"/>
                <a:gd name="T2" fmla="*/ 1 w 91"/>
                <a:gd name="T3" fmla="*/ 0 h 279"/>
                <a:gd name="T4" fmla="*/ 0 w 91"/>
                <a:gd name="T5" fmla="*/ 0 h 279"/>
                <a:gd name="T6" fmla="*/ 1 w 91"/>
                <a:gd name="T7" fmla="*/ 1 h 279"/>
                <a:gd name="T8" fmla="*/ 1 w 91"/>
                <a:gd name="T9" fmla="*/ 1 h 279"/>
                <a:gd name="T10" fmla="*/ 1 w 91"/>
                <a:gd name="T11" fmla="*/ 1 h 279"/>
                <a:gd name="T12" fmla="*/ 1 w 91"/>
                <a:gd name="T13" fmla="*/ 1 h 279"/>
                <a:gd name="T14" fmla="*/ 1 w 91"/>
                <a:gd name="T15" fmla="*/ 1 h 279"/>
                <a:gd name="T16" fmla="*/ 1 w 91"/>
                <a:gd name="T17" fmla="*/ 1 h 279"/>
                <a:gd name="T18" fmla="*/ 1 w 91"/>
                <a:gd name="T19" fmla="*/ 1 h 279"/>
                <a:gd name="T20" fmla="*/ 1 w 91"/>
                <a:gd name="T21" fmla="*/ 1 h 279"/>
                <a:gd name="T22" fmla="*/ 1 w 91"/>
                <a:gd name="T23" fmla="*/ 1 h 2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1" h="279">
                  <a:moveTo>
                    <a:pt x="47" y="49"/>
                  </a:moveTo>
                  <a:lnTo>
                    <a:pt x="43" y="0"/>
                  </a:lnTo>
                  <a:lnTo>
                    <a:pt x="0" y="0"/>
                  </a:lnTo>
                  <a:lnTo>
                    <a:pt x="22" y="81"/>
                  </a:lnTo>
                  <a:lnTo>
                    <a:pt x="22" y="167"/>
                  </a:lnTo>
                  <a:lnTo>
                    <a:pt x="28" y="226"/>
                  </a:lnTo>
                  <a:lnTo>
                    <a:pt x="91" y="279"/>
                  </a:lnTo>
                  <a:lnTo>
                    <a:pt x="63" y="183"/>
                  </a:lnTo>
                  <a:lnTo>
                    <a:pt x="61" y="161"/>
                  </a:lnTo>
                  <a:lnTo>
                    <a:pt x="55" y="114"/>
                  </a:lnTo>
                  <a:lnTo>
                    <a:pt x="49" y="67"/>
                  </a:lnTo>
                  <a:lnTo>
                    <a:pt x="47" y="49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3" name="Freeform 50"/>
            <p:cNvSpPr>
              <a:spLocks/>
            </p:cNvSpPr>
            <p:nvPr/>
          </p:nvSpPr>
          <p:spPr bwMode="auto">
            <a:xfrm>
              <a:off x="3714" y="2067"/>
              <a:ext cx="36" cy="30"/>
            </a:xfrm>
            <a:custGeom>
              <a:avLst/>
              <a:gdLst>
                <a:gd name="T0" fmla="*/ 0 w 75"/>
                <a:gd name="T1" fmla="*/ 0 h 59"/>
                <a:gd name="T2" fmla="*/ 0 w 75"/>
                <a:gd name="T3" fmla="*/ 1 h 59"/>
                <a:gd name="T4" fmla="*/ 0 w 75"/>
                <a:gd name="T5" fmla="*/ 1 h 59"/>
                <a:gd name="T6" fmla="*/ 0 w 75"/>
                <a:gd name="T7" fmla="*/ 1 h 59"/>
                <a:gd name="T8" fmla="*/ 0 w 75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59">
                  <a:moveTo>
                    <a:pt x="0" y="0"/>
                  </a:moveTo>
                  <a:lnTo>
                    <a:pt x="25" y="59"/>
                  </a:lnTo>
                  <a:lnTo>
                    <a:pt x="75" y="47"/>
                  </a:lnTo>
                  <a:lnTo>
                    <a:pt x="37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4" name="Freeform 51"/>
            <p:cNvSpPr>
              <a:spLocks/>
            </p:cNvSpPr>
            <p:nvPr/>
          </p:nvSpPr>
          <p:spPr bwMode="auto">
            <a:xfrm>
              <a:off x="3827" y="2033"/>
              <a:ext cx="82" cy="242"/>
            </a:xfrm>
            <a:custGeom>
              <a:avLst/>
              <a:gdLst>
                <a:gd name="T0" fmla="*/ 1 w 162"/>
                <a:gd name="T1" fmla="*/ 1 h 480"/>
                <a:gd name="T2" fmla="*/ 1 w 162"/>
                <a:gd name="T3" fmla="*/ 1 h 480"/>
                <a:gd name="T4" fmla="*/ 0 w 162"/>
                <a:gd name="T5" fmla="*/ 1 h 480"/>
                <a:gd name="T6" fmla="*/ 0 w 162"/>
                <a:gd name="T7" fmla="*/ 1 h 480"/>
                <a:gd name="T8" fmla="*/ 1 w 162"/>
                <a:gd name="T9" fmla="*/ 1 h 480"/>
                <a:gd name="T10" fmla="*/ 1 w 162"/>
                <a:gd name="T11" fmla="*/ 1 h 480"/>
                <a:gd name="T12" fmla="*/ 1 w 162"/>
                <a:gd name="T13" fmla="*/ 1 h 480"/>
                <a:gd name="T14" fmla="*/ 1 w 162"/>
                <a:gd name="T15" fmla="*/ 1 h 480"/>
                <a:gd name="T16" fmla="*/ 1 w 162"/>
                <a:gd name="T17" fmla="*/ 1 h 480"/>
                <a:gd name="T18" fmla="*/ 1 w 162"/>
                <a:gd name="T19" fmla="*/ 1 h 480"/>
                <a:gd name="T20" fmla="*/ 1 w 162"/>
                <a:gd name="T21" fmla="*/ 0 h 480"/>
                <a:gd name="T22" fmla="*/ 1 w 162"/>
                <a:gd name="T23" fmla="*/ 1 h 480"/>
                <a:gd name="T24" fmla="*/ 1 w 162"/>
                <a:gd name="T25" fmla="*/ 1 h 480"/>
                <a:gd name="T26" fmla="*/ 1 w 162"/>
                <a:gd name="T27" fmla="*/ 1 h 480"/>
                <a:gd name="T28" fmla="*/ 1 w 162"/>
                <a:gd name="T29" fmla="*/ 1 h 4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2" h="480">
                  <a:moveTo>
                    <a:pt x="10" y="209"/>
                  </a:moveTo>
                  <a:lnTo>
                    <a:pt x="10" y="289"/>
                  </a:lnTo>
                  <a:lnTo>
                    <a:pt x="0" y="374"/>
                  </a:lnTo>
                  <a:lnTo>
                    <a:pt x="0" y="433"/>
                  </a:lnTo>
                  <a:lnTo>
                    <a:pt x="42" y="480"/>
                  </a:lnTo>
                  <a:lnTo>
                    <a:pt x="91" y="412"/>
                  </a:lnTo>
                  <a:lnTo>
                    <a:pt x="162" y="293"/>
                  </a:lnTo>
                  <a:lnTo>
                    <a:pt x="162" y="193"/>
                  </a:lnTo>
                  <a:lnTo>
                    <a:pt x="148" y="106"/>
                  </a:lnTo>
                  <a:lnTo>
                    <a:pt x="73" y="37"/>
                  </a:lnTo>
                  <a:lnTo>
                    <a:pt x="32" y="0"/>
                  </a:lnTo>
                  <a:lnTo>
                    <a:pt x="38" y="61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10" y="209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5" name="Freeform 52"/>
            <p:cNvSpPr>
              <a:spLocks/>
            </p:cNvSpPr>
            <p:nvPr/>
          </p:nvSpPr>
          <p:spPr bwMode="auto">
            <a:xfrm>
              <a:off x="3710" y="2300"/>
              <a:ext cx="125" cy="77"/>
            </a:xfrm>
            <a:custGeom>
              <a:avLst/>
              <a:gdLst>
                <a:gd name="T0" fmla="*/ 1 w 250"/>
                <a:gd name="T1" fmla="*/ 0 h 153"/>
                <a:gd name="T2" fmla="*/ 1 w 250"/>
                <a:gd name="T3" fmla="*/ 0 h 153"/>
                <a:gd name="T4" fmla="*/ 1 w 250"/>
                <a:gd name="T5" fmla="*/ 1 h 153"/>
                <a:gd name="T6" fmla="*/ 1 w 250"/>
                <a:gd name="T7" fmla="*/ 1 h 153"/>
                <a:gd name="T8" fmla="*/ 0 w 250"/>
                <a:gd name="T9" fmla="*/ 1 h 153"/>
                <a:gd name="T10" fmla="*/ 1 w 250"/>
                <a:gd name="T11" fmla="*/ 1 h 153"/>
                <a:gd name="T12" fmla="*/ 1 w 250"/>
                <a:gd name="T13" fmla="*/ 1 h 153"/>
                <a:gd name="T14" fmla="*/ 1 w 250"/>
                <a:gd name="T15" fmla="*/ 0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0" h="153">
                  <a:moveTo>
                    <a:pt x="250" y="0"/>
                  </a:moveTo>
                  <a:lnTo>
                    <a:pt x="159" y="0"/>
                  </a:lnTo>
                  <a:lnTo>
                    <a:pt x="159" y="31"/>
                  </a:lnTo>
                  <a:lnTo>
                    <a:pt x="112" y="69"/>
                  </a:lnTo>
                  <a:lnTo>
                    <a:pt x="0" y="153"/>
                  </a:lnTo>
                  <a:lnTo>
                    <a:pt x="91" y="128"/>
                  </a:lnTo>
                  <a:lnTo>
                    <a:pt x="159" y="100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6" name="Freeform 53"/>
            <p:cNvSpPr>
              <a:spLocks/>
            </p:cNvSpPr>
            <p:nvPr/>
          </p:nvSpPr>
          <p:spPr bwMode="auto">
            <a:xfrm>
              <a:off x="3747" y="2175"/>
              <a:ext cx="312" cy="253"/>
            </a:xfrm>
            <a:custGeom>
              <a:avLst/>
              <a:gdLst>
                <a:gd name="T0" fmla="*/ 0 w 626"/>
                <a:gd name="T1" fmla="*/ 0 h 506"/>
                <a:gd name="T2" fmla="*/ 0 w 626"/>
                <a:gd name="T3" fmla="*/ 1 h 506"/>
                <a:gd name="T4" fmla="*/ 0 w 626"/>
                <a:gd name="T5" fmla="*/ 1 h 506"/>
                <a:gd name="T6" fmla="*/ 0 w 626"/>
                <a:gd name="T7" fmla="*/ 1 h 506"/>
                <a:gd name="T8" fmla="*/ 0 w 626"/>
                <a:gd name="T9" fmla="*/ 1 h 506"/>
                <a:gd name="T10" fmla="*/ 0 w 626"/>
                <a:gd name="T11" fmla="*/ 1 h 506"/>
                <a:gd name="T12" fmla="*/ 0 w 626"/>
                <a:gd name="T13" fmla="*/ 1 h 506"/>
                <a:gd name="T14" fmla="*/ 0 w 626"/>
                <a:gd name="T15" fmla="*/ 1 h 506"/>
                <a:gd name="T16" fmla="*/ 0 w 626"/>
                <a:gd name="T17" fmla="*/ 1 h 506"/>
                <a:gd name="T18" fmla="*/ 0 w 626"/>
                <a:gd name="T19" fmla="*/ 1 h 506"/>
                <a:gd name="T20" fmla="*/ 0 w 626"/>
                <a:gd name="T21" fmla="*/ 1 h 506"/>
                <a:gd name="T22" fmla="*/ 0 w 626"/>
                <a:gd name="T23" fmla="*/ 1 h 506"/>
                <a:gd name="T24" fmla="*/ 0 w 626"/>
                <a:gd name="T25" fmla="*/ 1 h 506"/>
                <a:gd name="T26" fmla="*/ 1 w 626"/>
                <a:gd name="T27" fmla="*/ 1 h 506"/>
                <a:gd name="T28" fmla="*/ 1 w 626"/>
                <a:gd name="T29" fmla="*/ 1 h 506"/>
                <a:gd name="T30" fmla="*/ 1 w 626"/>
                <a:gd name="T31" fmla="*/ 1 h 506"/>
                <a:gd name="T32" fmla="*/ 0 w 626"/>
                <a:gd name="T33" fmla="*/ 0 h 50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26" h="506">
                  <a:moveTo>
                    <a:pt x="512" y="0"/>
                  </a:moveTo>
                  <a:lnTo>
                    <a:pt x="429" y="175"/>
                  </a:lnTo>
                  <a:lnTo>
                    <a:pt x="398" y="194"/>
                  </a:lnTo>
                  <a:lnTo>
                    <a:pt x="429" y="267"/>
                  </a:lnTo>
                  <a:lnTo>
                    <a:pt x="382" y="319"/>
                  </a:lnTo>
                  <a:lnTo>
                    <a:pt x="281" y="328"/>
                  </a:lnTo>
                  <a:lnTo>
                    <a:pt x="232" y="409"/>
                  </a:lnTo>
                  <a:lnTo>
                    <a:pt x="106" y="468"/>
                  </a:lnTo>
                  <a:lnTo>
                    <a:pt x="0" y="506"/>
                  </a:lnTo>
                  <a:lnTo>
                    <a:pt x="114" y="506"/>
                  </a:lnTo>
                  <a:lnTo>
                    <a:pt x="250" y="506"/>
                  </a:lnTo>
                  <a:lnTo>
                    <a:pt x="429" y="425"/>
                  </a:lnTo>
                  <a:lnTo>
                    <a:pt x="496" y="330"/>
                  </a:lnTo>
                  <a:lnTo>
                    <a:pt x="538" y="222"/>
                  </a:lnTo>
                  <a:lnTo>
                    <a:pt x="626" y="147"/>
                  </a:lnTo>
                  <a:lnTo>
                    <a:pt x="555" y="39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7" name="Freeform 54"/>
            <p:cNvSpPr>
              <a:spLocks/>
            </p:cNvSpPr>
            <p:nvPr/>
          </p:nvSpPr>
          <p:spPr bwMode="auto">
            <a:xfrm>
              <a:off x="3518" y="2376"/>
              <a:ext cx="112" cy="78"/>
            </a:xfrm>
            <a:custGeom>
              <a:avLst/>
              <a:gdLst>
                <a:gd name="T0" fmla="*/ 1 w 222"/>
                <a:gd name="T1" fmla="*/ 1 h 156"/>
                <a:gd name="T2" fmla="*/ 1 w 222"/>
                <a:gd name="T3" fmla="*/ 1 h 156"/>
                <a:gd name="T4" fmla="*/ 0 w 222"/>
                <a:gd name="T5" fmla="*/ 0 h 156"/>
                <a:gd name="T6" fmla="*/ 1 w 222"/>
                <a:gd name="T7" fmla="*/ 1 h 156"/>
                <a:gd name="T8" fmla="*/ 1 w 222"/>
                <a:gd name="T9" fmla="*/ 1 h 156"/>
                <a:gd name="T10" fmla="*/ 1 w 222"/>
                <a:gd name="T11" fmla="*/ 1 h 156"/>
                <a:gd name="T12" fmla="*/ 1 w 222"/>
                <a:gd name="T13" fmla="*/ 1 h 156"/>
                <a:gd name="T14" fmla="*/ 1 w 222"/>
                <a:gd name="T15" fmla="*/ 1 h 156"/>
                <a:gd name="T16" fmla="*/ 1 w 222"/>
                <a:gd name="T17" fmla="*/ 1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2" h="156">
                  <a:moveTo>
                    <a:pt x="222" y="32"/>
                  </a:moveTo>
                  <a:lnTo>
                    <a:pt x="153" y="32"/>
                  </a:lnTo>
                  <a:lnTo>
                    <a:pt x="0" y="0"/>
                  </a:lnTo>
                  <a:lnTo>
                    <a:pt x="21" y="40"/>
                  </a:lnTo>
                  <a:lnTo>
                    <a:pt x="53" y="71"/>
                  </a:lnTo>
                  <a:lnTo>
                    <a:pt x="116" y="118"/>
                  </a:lnTo>
                  <a:lnTo>
                    <a:pt x="197" y="156"/>
                  </a:lnTo>
                  <a:lnTo>
                    <a:pt x="181" y="87"/>
                  </a:lnTo>
                  <a:lnTo>
                    <a:pt x="222" y="32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8" name="Freeform 55"/>
            <p:cNvSpPr>
              <a:spLocks/>
            </p:cNvSpPr>
            <p:nvPr/>
          </p:nvSpPr>
          <p:spPr bwMode="auto">
            <a:xfrm>
              <a:off x="3479" y="2478"/>
              <a:ext cx="420" cy="140"/>
            </a:xfrm>
            <a:custGeom>
              <a:avLst/>
              <a:gdLst>
                <a:gd name="T0" fmla="*/ 2 w 839"/>
                <a:gd name="T1" fmla="*/ 0 h 286"/>
                <a:gd name="T2" fmla="*/ 2 w 839"/>
                <a:gd name="T3" fmla="*/ 0 h 286"/>
                <a:gd name="T4" fmla="*/ 2 w 839"/>
                <a:gd name="T5" fmla="*/ 0 h 286"/>
                <a:gd name="T6" fmla="*/ 1 w 839"/>
                <a:gd name="T7" fmla="*/ 0 h 286"/>
                <a:gd name="T8" fmla="*/ 1 w 839"/>
                <a:gd name="T9" fmla="*/ 0 h 286"/>
                <a:gd name="T10" fmla="*/ 1 w 839"/>
                <a:gd name="T11" fmla="*/ 0 h 286"/>
                <a:gd name="T12" fmla="*/ 1 w 839"/>
                <a:gd name="T13" fmla="*/ 0 h 286"/>
                <a:gd name="T14" fmla="*/ 1 w 839"/>
                <a:gd name="T15" fmla="*/ 0 h 286"/>
                <a:gd name="T16" fmla="*/ 1 w 839"/>
                <a:gd name="T17" fmla="*/ 0 h 286"/>
                <a:gd name="T18" fmla="*/ 1 w 839"/>
                <a:gd name="T19" fmla="*/ 0 h 286"/>
                <a:gd name="T20" fmla="*/ 1 w 839"/>
                <a:gd name="T21" fmla="*/ 0 h 286"/>
                <a:gd name="T22" fmla="*/ 1 w 839"/>
                <a:gd name="T23" fmla="*/ 0 h 286"/>
                <a:gd name="T24" fmla="*/ 1 w 839"/>
                <a:gd name="T25" fmla="*/ 0 h 286"/>
                <a:gd name="T26" fmla="*/ 0 w 839"/>
                <a:gd name="T27" fmla="*/ 0 h 286"/>
                <a:gd name="T28" fmla="*/ 1 w 839"/>
                <a:gd name="T29" fmla="*/ 0 h 286"/>
                <a:gd name="T30" fmla="*/ 1 w 839"/>
                <a:gd name="T31" fmla="*/ 0 h 286"/>
                <a:gd name="T32" fmla="*/ 1 w 839"/>
                <a:gd name="T33" fmla="*/ 0 h 286"/>
                <a:gd name="T34" fmla="*/ 1 w 839"/>
                <a:gd name="T35" fmla="*/ 0 h 286"/>
                <a:gd name="T36" fmla="*/ 1 w 839"/>
                <a:gd name="T37" fmla="*/ 0 h 286"/>
                <a:gd name="T38" fmla="*/ 1 w 839"/>
                <a:gd name="T39" fmla="*/ 0 h 286"/>
                <a:gd name="T40" fmla="*/ 1 w 839"/>
                <a:gd name="T41" fmla="*/ 0 h 286"/>
                <a:gd name="T42" fmla="*/ 1 w 839"/>
                <a:gd name="T43" fmla="*/ 0 h 286"/>
                <a:gd name="T44" fmla="*/ 1 w 839"/>
                <a:gd name="T45" fmla="*/ 0 h 286"/>
                <a:gd name="T46" fmla="*/ 1 w 839"/>
                <a:gd name="T47" fmla="*/ 0 h 286"/>
                <a:gd name="T48" fmla="*/ 1 w 839"/>
                <a:gd name="T49" fmla="*/ 0 h 286"/>
                <a:gd name="T50" fmla="*/ 1 w 839"/>
                <a:gd name="T51" fmla="*/ 0 h 286"/>
                <a:gd name="T52" fmla="*/ 2 w 839"/>
                <a:gd name="T53" fmla="*/ 0 h 286"/>
                <a:gd name="T54" fmla="*/ 2 w 839"/>
                <a:gd name="T55" fmla="*/ 0 h 286"/>
                <a:gd name="T56" fmla="*/ 2 w 839"/>
                <a:gd name="T57" fmla="*/ 0 h 286"/>
                <a:gd name="T58" fmla="*/ 2 w 839"/>
                <a:gd name="T59" fmla="*/ 0 h 286"/>
                <a:gd name="T60" fmla="*/ 2 w 839"/>
                <a:gd name="T61" fmla="*/ 0 h 286"/>
                <a:gd name="T62" fmla="*/ 2 w 839"/>
                <a:gd name="T63" fmla="*/ 0 h 286"/>
                <a:gd name="T64" fmla="*/ 2 w 839"/>
                <a:gd name="T65" fmla="*/ 0 h 286"/>
                <a:gd name="T66" fmla="*/ 2 w 839"/>
                <a:gd name="T67" fmla="*/ 0 h 286"/>
                <a:gd name="T68" fmla="*/ 2 w 839"/>
                <a:gd name="T69" fmla="*/ 0 h 286"/>
                <a:gd name="T70" fmla="*/ 2 w 839"/>
                <a:gd name="T71" fmla="*/ 0 h 286"/>
                <a:gd name="T72" fmla="*/ 2 w 839"/>
                <a:gd name="T73" fmla="*/ 0 h 28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39" h="286">
                  <a:moveTo>
                    <a:pt x="800" y="85"/>
                  </a:moveTo>
                  <a:lnTo>
                    <a:pt x="727" y="63"/>
                  </a:lnTo>
                  <a:lnTo>
                    <a:pt x="605" y="0"/>
                  </a:lnTo>
                  <a:lnTo>
                    <a:pt x="469" y="34"/>
                  </a:lnTo>
                  <a:lnTo>
                    <a:pt x="429" y="47"/>
                  </a:lnTo>
                  <a:lnTo>
                    <a:pt x="394" y="57"/>
                  </a:lnTo>
                  <a:lnTo>
                    <a:pt x="362" y="65"/>
                  </a:lnTo>
                  <a:lnTo>
                    <a:pt x="331" y="71"/>
                  </a:lnTo>
                  <a:lnTo>
                    <a:pt x="297" y="77"/>
                  </a:lnTo>
                  <a:lnTo>
                    <a:pt x="264" y="79"/>
                  </a:lnTo>
                  <a:lnTo>
                    <a:pt x="226" y="83"/>
                  </a:lnTo>
                  <a:lnTo>
                    <a:pt x="185" y="85"/>
                  </a:lnTo>
                  <a:lnTo>
                    <a:pt x="120" y="118"/>
                  </a:lnTo>
                  <a:lnTo>
                    <a:pt x="0" y="181"/>
                  </a:lnTo>
                  <a:lnTo>
                    <a:pt x="22" y="236"/>
                  </a:lnTo>
                  <a:lnTo>
                    <a:pt x="134" y="236"/>
                  </a:lnTo>
                  <a:lnTo>
                    <a:pt x="292" y="203"/>
                  </a:lnTo>
                  <a:lnTo>
                    <a:pt x="323" y="227"/>
                  </a:lnTo>
                  <a:lnTo>
                    <a:pt x="351" y="246"/>
                  </a:lnTo>
                  <a:lnTo>
                    <a:pt x="376" y="260"/>
                  </a:lnTo>
                  <a:lnTo>
                    <a:pt x="402" y="272"/>
                  </a:lnTo>
                  <a:lnTo>
                    <a:pt x="425" y="280"/>
                  </a:lnTo>
                  <a:lnTo>
                    <a:pt x="447" y="284"/>
                  </a:lnTo>
                  <a:lnTo>
                    <a:pt x="467" y="286"/>
                  </a:lnTo>
                  <a:lnTo>
                    <a:pt x="487" y="282"/>
                  </a:lnTo>
                  <a:lnTo>
                    <a:pt x="506" y="274"/>
                  </a:lnTo>
                  <a:lnTo>
                    <a:pt x="526" y="262"/>
                  </a:lnTo>
                  <a:lnTo>
                    <a:pt x="546" y="246"/>
                  </a:lnTo>
                  <a:lnTo>
                    <a:pt x="565" y="229"/>
                  </a:lnTo>
                  <a:lnTo>
                    <a:pt x="585" y="205"/>
                  </a:lnTo>
                  <a:lnTo>
                    <a:pt x="607" y="177"/>
                  </a:lnTo>
                  <a:lnTo>
                    <a:pt x="630" y="148"/>
                  </a:lnTo>
                  <a:lnTo>
                    <a:pt x="654" y="112"/>
                  </a:lnTo>
                  <a:lnTo>
                    <a:pt x="739" y="112"/>
                  </a:lnTo>
                  <a:lnTo>
                    <a:pt x="833" y="148"/>
                  </a:lnTo>
                  <a:lnTo>
                    <a:pt x="839" y="97"/>
                  </a:lnTo>
                  <a:lnTo>
                    <a:pt x="800" y="85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9" name="Freeform 56"/>
            <p:cNvSpPr>
              <a:spLocks/>
            </p:cNvSpPr>
            <p:nvPr/>
          </p:nvSpPr>
          <p:spPr bwMode="auto">
            <a:xfrm>
              <a:off x="3548" y="2290"/>
              <a:ext cx="241" cy="70"/>
            </a:xfrm>
            <a:custGeom>
              <a:avLst/>
              <a:gdLst>
                <a:gd name="T0" fmla="*/ 1 w 481"/>
                <a:gd name="T1" fmla="*/ 0 h 142"/>
                <a:gd name="T2" fmla="*/ 1 w 481"/>
                <a:gd name="T3" fmla="*/ 0 h 142"/>
                <a:gd name="T4" fmla="*/ 1 w 481"/>
                <a:gd name="T5" fmla="*/ 0 h 142"/>
                <a:gd name="T6" fmla="*/ 1 w 481"/>
                <a:gd name="T7" fmla="*/ 0 h 142"/>
                <a:gd name="T8" fmla="*/ 1 w 481"/>
                <a:gd name="T9" fmla="*/ 0 h 142"/>
                <a:gd name="T10" fmla="*/ 0 w 481"/>
                <a:gd name="T11" fmla="*/ 0 h 142"/>
                <a:gd name="T12" fmla="*/ 1 w 481"/>
                <a:gd name="T13" fmla="*/ 0 h 142"/>
                <a:gd name="T14" fmla="*/ 1 w 481"/>
                <a:gd name="T15" fmla="*/ 0 h 142"/>
                <a:gd name="T16" fmla="*/ 1 w 481"/>
                <a:gd name="T17" fmla="*/ 0 h 142"/>
                <a:gd name="T18" fmla="*/ 1 w 481"/>
                <a:gd name="T19" fmla="*/ 0 h 142"/>
                <a:gd name="T20" fmla="*/ 1 w 481"/>
                <a:gd name="T21" fmla="*/ 0 h 142"/>
                <a:gd name="T22" fmla="*/ 1 w 481"/>
                <a:gd name="T23" fmla="*/ 0 h 1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1" h="142">
                  <a:moveTo>
                    <a:pt x="481" y="6"/>
                  </a:moveTo>
                  <a:lnTo>
                    <a:pt x="410" y="96"/>
                  </a:lnTo>
                  <a:lnTo>
                    <a:pt x="323" y="142"/>
                  </a:lnTo>
                  <a:lnTo>
                    <a:pt x="207" y="142"/>
                  </a:lnTo>
                  <a:lnTo>
                    <a:pt x="77" y="100"/>
                  </a:lnTo>
                  <a:lnTo>
                    <a:pt x="0" y="6"/>
                  </a:lnTo>
                  <a:lnTo>
                    <a:pt x="67" y="6"/>
                  </a:lnTo>
                  <a:lnTo>
                    <a:pt x="161" y="20"/>
                  </a:lnTo>
                  <a:lnTo>
                    <a:pt x="260" y="24"/>
                  </a:lnTo>
                  <a:lnTo>
                    <a:pt x="378" y="0"/>
                  </a:lnTo>
                  <a:lnTo>
                    <a:pt x="431" y="0"/>
                  </a:lnTo>
                  <a:lnTo>
                    <a:pt x="481" y="6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0" name="Freeform 57"/>
            <p:cNvSpPr>
              <a:spLocks/>
            </p:cNvSpPr>
            <p:nvPr/>
          </p:nvSpPr>
          <p:spPr bwMode="auto">
            <a:xfrm>
              <a:off x="3673" y="2104"/>
              <a:ext cx="177" cy="141"/>
            </a:xfrm>
            <a:custGeom>
              <a:avLst/>
              <a:gdLst>
                <a:gd name="T0" fmla="*/ 0 w 355"/>
                <a:gd name="T1" fmla="*/ 0 h 283"/>
                <a:gd name="T2" fmla="*/ 0 w 355"/>
                <a:gd name="T3" fmla="*/ 0 h 283"/>
                <a:gd name="T4" fmla="*/ 0 w 355"/>
                <a:gd name="T5" fmla="*/ 0 h 283"/>
                <a:gd name="T6" fmla="*/ 0 w 355"/>
                <a:gd name="T7" fmla="*/ 0 h 283"/>
                <a:gd name="T8" fmla="*/ 0 w 355"/>
                <a:gd name="T9" fmla="*/ 0 h 283"/>
                <a:gd name="T10" fmla="*/ 0 w 355"/>
                <a:gd name="T11" fmla="*/ 0 h 283"/>
                <a:gd name="T12" fmla="*/ 0 w 355"/>
                <a:gd name="T13" fmla="*/ 0 h 283"/>
                <a:gd name="T14" fmla="*/ 0 w 355"/>
                <a:gd name="T15" fmla="*/ 0 h 283"/>
                <a:gd name="T16" fmla="*/ 0 w 355"/>
                <a:gd name="T17" fmla="*/ 0 h 2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5" h="283">
                  <a:moveTo>
                    <a:pt x="355" y="0"/>
                  </a:moveTo>
                  <a:lnTo>
                    <a:pt x="256" y="116"/>
                  </a:lnTo>
                  <a:lnTo>
                    <a:pt x="156" y="163"/>
                  </a:lnTo>
                  <a:lnTo>
                    <a:pt x="0" y="260"/>
                  </a:lnTo>
                  <a:lnTo>
                    <a:pt x="114" y="266"/>
                  </a:lnTo>
                  <a:lnTo>
                    <a:pt x="189" y="283"/>
                  </a:lnTo>
                  <a:lnTo>
                    <a:pt x="244" y="283"/>
                  </a:lnTo>
                  <a:lnTo>
                    <a:pt x="294" y="173"/>
                  </a:lnTo>
                  <a:lnTo>
                    <a:pt x="355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1" name="Freeform 58"/>
            <p:cNvSpPr>
              <a:spLocks/>
            </p:cNvSpPr>
            <p:nvPr/>
          </p:nvSpPr>
          <p:spPr bwMode="auto">
            <a:xfrm>
              <a:off x="3535" y="2117"/>
              <a:ext cx="135" cy="122"/>
            </a:xfrm>
            <a:custGeom>
              <a:avLst/>
              <a:gdLst>
                <a:gd name="T0" fmla="*/ 1 w 270"/>
                <a:gd name="T1" fmla="*/ 0 h 245"/>
                <a:gd name="T2" fmla="*/ 1 w 270"/>
                <a:gd name="T3" fmla="*/ 0 h 245"/>
                <a:gd name="T4" fmla="*/ 1 w 270"/>
                <a:gd name="T5" fmla="*/ 0 h 245"/>
                <a:gd name="T6" fmla="*/ 1 w 270"/>
                <a:gd name="T7" fmla="*/ 0 h 245"/>
                <a:gd name="T8" fmla="*/ 1 w 270"/>
                <a:gd name="T9" fmla="*/ 0 h 245"/>
                <a:gd name="T10" fmla="*/ 1 w 270"/>
                <a:gd name="T11" fmla="*/ 0 h 245"/>
                <a:gd name="T12" fmla="*/ 1 w 270"/>
                <a:gd name="T13" fmla="*/ 0 h 245"/>
                <a:gd name="T14" fmla="*/ 1 w 270"/>
                <a:gd name="T15" fmla="*/ 0 h 245"/>
                <a:gd name="T16" fmla="*/ 0 w 270"/>
                <a:gd name="T17" fmla="*/ 0 h 245"/>
                <a:gd name="T18" fmla="*/ 1 w 270"/>
                <a:gd name="T19" fmla="*/ 0 h 245"/>
                <a:gd name="T20" fmla="*/ 1 w 270"/>
                <a:gd name="T21" fmla="*/ 0 h 245"/>
                <a:gd name="T22" fmla="*/ 1 w 270"/>
                <a:gd name="T23" fmla="*/ 0 h 245"/>
                <a:gd name="T24" fmla="*/ 1 w 270"/>
                <a:gd name="T25" fmla="*/ 0 h 24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70" h="245">
                  <a:moveTo>
                    <a:pt x="10" y="0"/>
                  </a:moveTo>
                  <a:lnTo>
                    <a:pt x="89" y="42"/>
                  </a:lnTo>
                  <a:lnTo>
                    <a:pt x="174" y="101"/>
                  </a:lnTo>
                  <a:lnTo>
                    <a:pt x="270" y="172"/>
                  </a:lnTo>
                  <a:lnTo>
                    <a:pt x="176" y="245"/>
                  </a:lnTo>
                  <a:lnTo>
                    <a:pt x="93" y="245"/>
                  </a:lnTo>
                  <a:lnTo>
                    <a:pt x="40" y="221"/>
                  </a:lnTo>
                  <a:lnTo>
                    <a:pt x="10" y="183"/>
                  </a:lnTo>
                  <a:lnTo>
                    <a:pt x="0" y="138"/>
                  </a:lnTo>
                  <a:lnTo>
                    <a:pt x="2" y="89"/>
                  </a:lnTo>
                  <a:lnTo>
                    <a:pt x="8" y="46"/>
                  </a:lnTo>
                  <a:lnTo>
                    <a:pt x="12" y="1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2" name="Freeform 59"/>
            <p:cNvSpPr>
              <a:spLocks/>
            </p:cNvSpPr>
            <p:nvPr/>
          </p:nvSpPr>
          <p:spPr bwMode="auto">
            <a:xfrm>
              <a:off x="3290" y="2224"/>
              <a:ext cx="138" cy="138"/>
            </a:xfrm>
            <a:custGeom>
              <a:avLst/>
              <a:gdLst>
                <a:gd name="T0" fmla="*/ 0 w 278"/>
                <a:gd name="T1" fmla="*/ 0 h 278"/>
                <a:gd name="T2" fmla="*/ 0 w 278"/>
                <a:gd name="T3" fmla="*/ 0 h 278"/>
                <a:gd name="T4" fmla="*/ 0 w 278"/>
                <a:gd name="T5" fmla="*/ 0 h 278"/>
                <a:gd name="T6" fmla="*/ 0 w 278"/>
                <a:gd name="T7" fmla="*/ 0 h 278"/>
                <a:gd name="T8" fmla="*/ 0 w 278"/>
                <a:gd name="T9" fmla="*/ 0 h 278"/>
                <a:gd name="T10" fmla="*/ 0 w 278"/>
                <a:gd name="T11" fmla="*/ 0 h 278"/>
                <a:gd name="T12" fmla="*/ 0 w 278"/>
                <a:gd name="T13" fmla="*/ 0 h 278"/>
                <a:gd name="T14" fmla="*/ 0 w 278"/>
                <a:gd name="T15" fmla="*/ 0 h 278"/>
                <a:gd name="T16" fmla="*/ 0 w 278"/>
                <a:gd name="T17" fmla="*/ 0 h 278"/>
                <a:gd name="T18" fmla="*/ 0 w 278"/>
                <a:gd name="T19" fmla="*/ 0 h 278"/>
                <a:gd name="T20" fmla="*/ 0 w 278"/>
                <a:gd name="T21" fmla="*/ 0 h 278"/>
                <a:gd name="T22" fmla="*/ 0 w 278"/>
                <a:gd name="T23" fmla="*/ 0 h 278"/>
                <a:gd name="T24" fmla="*/ 0 w 278"/>
                <a:gd name="T25" fmla="*/ 0 h 278"/>
                <a:gd name="T26" fmla="*/ 0 w 278"/>
                <a:gd name="T27" fmla="*/ 0 h 278"/>
                <a:gd name="T28" fmla="*/ 0 w 278"/>
                <a:gd name="T29" fmla="*/ 0 h 278"/>
                <a:gd name="T30" fmla="*/ 0 w 278"/>
                <a:gd name="T31" fmla="*/ 0 h 2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78" h="278">
                  <a:moveTo>
                    <a:pt x="157" y="8"/>
                  </a:moveTo>
                  <a:lnTo>
                    <a:pt x="203" y="102"/>
                  </a:lnTo>
                  <a:lnTo>
                    <a:pt x="278" y="205"/>
                  </a:lnTo>
                  <a:lnTo>
                    <a:pt x="203" y="213"/>
                  </a:lnTo>
                  <a:lnTo>
                    <a:pt x="130" y="278"/>
                  </a:lnTo>
                  <a:lnTo>
                    <a:pt x="65" y="278"/>
                  </a:lnTo>
                  <a:lnTo>
                    <a:pt x="0" y="177"/>
                  </a:lnTo>
                  <a:lnTo>
                    <a:pt x="82" y="195"/>
                  </a:lnTo>
                  <a:lnTo>
                    <a:pt x="147" y="185"/>
                  </a:lnTo>
                  <a:lnTo>
                    <a:pt x="92" y="130"/>
                  </a:lnTo>
                  <a:lnTo>
                    <a:pt x="47" y="47"/>
                  </a:lnTo>
                  <a:lnTo>
                    <a:pt x="110" y="0"/>
                  </a:lnTo>
                  <a:lnTo>
                    <a:pt x="116" y="2"/>
                  </a:lnTo>
                  <a:lnTo>
                    <a:pt x="130" y="8"/>
                  </a:lnTo>
                  <a:lnTo>
                    <a:pt x="146" y="10"/>
                  </a:lnTo>
                  <a:lnTo>
                    <a:pt x="157" y="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3" name="Freeform 60"/>
            <p:cNvSpPr>
              <a:spLocks/>
            </p:cNvSpPr>
            <p:nvPr/>
          </p:nvSpPr>
          <p:spPr bwMode="auto">
            <a:xfrm>
              <a:off x="3534" y="1981"/>
              <a:ext cx="39" cy="127"/>
            </a:xfrm>
            <a:custGeom>
              <a:avLst/>
              <a:gdLst>
                <a:gd name="T0" fmla="*/ 0 w 79"/>
                <a:gd name="T1" fmla="*/ 0 h 254"/>
                <a:gd name="T2" fmla="*/ 0 w 79"/>
                <a:gd name="T3" fmla="*/ 1 h 254"/>
                <a:gd name="T4" fmla="*/ 0 w 79"/>
                <a:gd name="T5" fmla="*/ 1 h 254"/>
                <a:gd name="T6" fmla="*/ 0 w 79"/>
                <a:gd name="T7" fmla="*/ 1 h 254"/>
                <a:gd name="T8" fmla="*/ 0 w 79"/>
                <a:gd name="T9" fmla="*/ 1 h 254"/>
                <a:gd name="T10" fmla="*/ 0 w 79"/>
                <a:gd name="T11" fmla="*/ 0 h 2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254">
                  <a:moveTo>
                    <a:pt x="65" y="0"/>
                  </a:moveTo>
                  <a:lnTo>
                    <a:pt x="0" y="57"/>
                  </a:lnTo>
                  <a:lnTo>
                    <a:pt x="0" y="224"/>
                  </a:lnTo>
                  <a:lnTo>
                    <a:pt x="79" y="254"/>
                  </a:lnTo>
                  <a:lnTo>
                    <a:pt x="55" y="102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4" name="Freeform 61"/>
            <p:cNvSpPr>
              <a:spLocks/>
            </p:cNvSpPr>
            <p:nvPr/>
          </p:nvSpPr>
          <p:spPr bwMode="auto">
            <a:xfrm>
              <a:off x="3611" y="2097"/>
              <a:ext cx="151" cy="95"/>
            </a:xfrm>
            <a:custGeom>
              <a:avLst/>
              <a:gdLst>
                <a:gd name="T0" fmla="*/ 1 w 301"/>
                <a:gd name="T1" fmla="*/ 0 h 191"/>
                <a:gd name="T2" fmla="*/ 1 w 301"/>
                <a:gd name="T3" fmla="*/ 0 h 191"/>
                <a:gd name="T4" fmla="*/ 0 w 301"/>
                <a:gd name="T5" fmla="*/ 0 h 191"/>
                <a:gd name="T6" fmla="*/ 1 w 301"/>
                <a:gd name="T7" fmla="*/ 0 h 191"/>
                <a:gd name="T8" fmla="*/ 1 w 301"/>
                <a:gd name="T9" fmla="*/ 0 h 191"/>
                <a:gd name="T10" fmla="*/ 1 w 301"/>
                <a:gd name="T11" fmla="*/ 0 h 191"/>
                <a:gd name="T12" fmla="*/ 1 w 301"/>
                <a:gd name="T13" fmla="*/ 0 h 191"/>
                <a:gd name="T14" fmla="*/ 1 w 301"/>
                <a:gd name="T15" fmla="*/ 0 h 1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1" h="191">
                  <a:moveTo>
                    <a:pt x="211" y="31"/>
                  </a:moveTo>
                  <a:lnTo>
                    <a:pt x="104" y="53"/>
                  </a:lnTo>
                  <a:lnTo>
                    <a:pt x="0" y="79"/>
                  </a:lnTo>
                  <a:lnTo>
                    <a:pt x="43" y="144"/>
                  </a:lnTo>
                  <a:lnTo>
                    <a:pt x="104" y="191"/>
                  </a:lnTo>
                  <a:lnTo>
                    <a:pt x="165" y="122"/>
                  </a:lnTo>
                  <a:lnTo>
                    <a:pt x="301" y="0"/>
                  </a:lnTo>
                  <a:lnTo>
                    <a:pt x="211" y="31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5" name="Freeform 62"/>
            <p:cNvSpPr>
              <a:spLocks/>
            </p:cNvSpPr>
            <p:nvPr/>
          </p:nvSpPr>
          <p:spPr bwMode="auto">
            <a:xfrm>
              <a:off x="3658" y="1992"/>
              <a:ext cx="118" cy="86"/>
            </a:xfrm>
            <a:custGeom>
              <a:avLst/>
              <a:gdLst>
                <a:gd name="T0" fmla="*/ 0 w 238"/>
                <a:gd name="T1" fmla="*/ 1 h 172"/>
                <a:gd name="T2" fmla="*/ 0 w 238"/>
                <a:gd name="T3" fmla="*/ 1 h 172"/>
                <a:gd name="T4" fmla="*/ 0 w 238"/>
                <a:gd name="T5" fmla="*/ 1 h 172"/>
                <a:gd name="T6" fmla="*/ 0 w 238"/>
                <a:gd name="T7" fmla="*/ 0 h 172"/>
                <a:gd name="T8" fmla="*/ 0 w 238"/>
                <a:gd name="T9" fmla="*/ 0 h 172"/>
                <a:gd name="T10" fmla="*/ 0 w 238"/>
                <a:gd name="T11" fmla="*/ 1 h 172"/>
                <a:gd name="T12" fmla="*/ 0 w 238"/>
                <a:gd name="T13" fmla="*/ 1 h 172"/>
                <a:gd name="T14" fmla="*/ 0 w 238"/>
                <a:gd name="T15" fmla="*/ 1 h 172"/>
                <a:gd name="T16" fmla="*/ 0 w 238"/>
                <a:gd name="T17" fmla="*/ 1 h 172"/>
                <a:gd name="T18" fmla="*/ 0 w 238"/>
                <a:gd name="T19" fmla="*/ 1 h 172"/>
                <a:gd name="T20" fmla="*/ 0 w 238"/>
                <a:gd name="T21" fmla="*/ 1 h 172"/>
                <a:gd name="T22" fmla="*/ 0 w 238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8" h="172">
                  <a:moveTo>
                    <a:pt x="238" y="138"/>
                  </a:moveTo>
                  <a:lnTo>
                    <a:pt x="224" y="75"/>
                  </a:lnTo>
                  <a:lnTo>
                    <a:pt x="171" y="55"/>
                  </a:lnTo>
                  <a:lnTo>
                    <a:pt x="171" y="0"/>
                  </a:lnTo>
                  <a:lnTo>
                    <a:pt x="122" y="0"/>
                  </a:lnTo>
                  <a:lnTo>
                    <a:pt x="61" y="42"/>
                  </a:lnTo>
                  <a:lnTo>
                    <a:pt x="0" y="69"/>
                  </a:lnTo>
                  <a:lnTo>
                    <a:pt x="68" y="97"/>
                  </a:lnTo>
                  <a:lnTo>
                    <a:pt x="135" y="116"/>
                  </a:lnTo>
                  <a:lnTo>
                    <a:pt x="183" y="124"/>
                  </a:lnTo>
                  <a:lnTo>
                    <a:pt x="183" y="172"/>
                  </a:lnTo>
                  <a:lnTo>
                    <a:pt x="238" y="13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6" name="Freeform 63"/>
            <p:cNvSpPr>
              <a:spLocks/>
            </p:cNvSpPr>
            <p:nvPr/>
          </p:nvSpPr>
          <p:spPr bwMode="auto">
            <a:xfrm>
              <a:off x="3396" y="1977"/>
              <a:ext cx="105" cy="112"/>
            </a:xfrm>
            <a:custGeom>
              <a:avLst/>
              <a:gdLst>
                <a:gd name="T0" fmla="*/ 1 w 210"/>
                <a:gd name="T1" fmla="*/ 0 h 222"/>
                <a:gd name="T2" fmla="*/ 1 w 210"/>
                <a:gd name="T3" fmla="*/ 0 h 222"/>
                <a:gd name="T4" fmla="*/ 1 w 210"/>
                <a:gd name="T5" fmla="*/ 1 h 222"/>
                <a:gd name="T6" fmla="*/ 0 w 210"/>
                <a:gd name="T7" fmla="*/ 1 h 222"/>
                <a:gd name="T8" fmla="*/ 1 w 210"/>
                <a:gd name="T9" fmla="*/ 1 h 222"/>
                <a:gd name="T10" fmla="*/ 1 w 210"/>
                <a:gd name="T11" fmla="*/ 1 h 222"/>
                <a:gd name="T12" fmla="*/ 1 w 210"/>
                <a:gd name="T13" fmla="*/ 1 h 222"/>
                <a:gd name="T14" fmla="*/ 1 w 210"/>
                <a:gd name="T15" fmla="*/ 1 h 222"/>
                <a:gd name="T16" fmla="*/ 1 w 210"/>
                <a:gd name="T17" fmla="*/ 0 h 2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22">
                  <a:moveTo>
                    <a:pt x="210" y="0"/>
                  </a:moveTo>
                  <a:lnTo>
                    <a:pt x="100" y="0"/>
                  </a:lnTo>
                  <a:lnTo>
                    <a:pt x="27" y="17"/>
                  </a:lnTo>
                  <a:lnTo>
                    <a:pt x="0" y="102"/>
                  </a:lnTo>
                  <a:lnTo>
                    <a:pt x="9" y="222"/>
                  </a:lnTo>
                  <a:lnTo>
                    <a:pt x="82" y="167"/>
                  </a:lnTo>
                  <a:lnTo>
                    <a:pt x="128" y="92"/>
                  </a:lnTo>
                  <a:lnTo>
                    <a:pt x="193" y="92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7" name="Freeform 64"/>
            <p:cNvSpPr>
              <a:spLocks/>
            </p:cNvSpPr>
            <p:nvPr/>
          </p:nvSpPr>
          <p:spPr bwMode="auto">
            <a:xfrm>
              <a:off x="3957" y="2126"/>
              <a:ext cx="83" cy="115"/>
            </a:xfrm>
            <a:custGeom>
              <a:avLst/>
              <a:gdLst>
                <a:gd name="T0" fmla="*/ 1 w 166"/>
                <a:gd name="T1" fmla="*/ 0 h 232"/>
                <a:gd name="T2" fmla="*/ 1 w 166"/>
                <a:gd name="T3" fmla="*/ 0 h 232"/>
                <a:gd name="T4" fmla="*/ 1 w 166"/>
                <a:gd name="T5" fmla="*/ 0 h 232"/>
                <a:gd name="T6" fmla="*/ 1 w 166"/>
                <a:gd name="T7" fmla="*/ 0 h 232"/>
                <a:gd name="T8" fmla="*/ 0 w 166"/>
                <a:gd name="T9" fmla="*/ 0 h 232"/>
                <a:gd name="T10" fmla="*/ 1 w 166"/>
                <a:gd name="T11" fmla="*/ 0 h 232"/>
                <a:gd name="T12" fmla="*/ 1 w 166"/>
                <a:gd name="T13" fmla="*/ 0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232">
                  <a:moveTo>
                    <a:pt x="166" y="148"/>
                  </a:moveTo>
                  <a:lnTo>
                    <a:pt x="166" y="65"/>
                  </a:lnTo>
                  <a:lnTo>
                    <a:pt x="75" y="0"/>
                  </a:lnTo>
                  <a:lnTo>
                    <a:pt x="65" y="75"/>
                  </a:lnTo>
                  <a:lnTo>
                    <a:pt x="0" y="232"/>
                  </a:lnTo>
                  <a:lnTo>
                    <a:pt x="93" y="130"/>
                  </a:lnTo>
                  <a:lnTo>
                    <a:pt x="166" y="14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8" name="Freeform 65"/>
            <p:cNvSpPr>
              <a:spLocks/>
            </p:cNvSpPr>
            <p:nvPr/>
          </p:nvSpPr>
          <p:spPr bwMode="auto">
            <a:xfrm>
              <a:off x="3456" y="2372"/>
              <a:ext cx="96" cy="60"/>
            </a:xfrm>
            <a:custGeom>
              <a:avLst/>
              <a:gdLst>
                <a:gd name="T0" fmla="*/ 0 w 193"/>
                <a:gd name="T1" fmla="*/ 0 h 121"/>
                <a:gd name="T2" fmla="*/ 0 w 193"/>
                <a:gd name="T3" fmla="*/ 0 h 121"/>
                <a:gd name="T4" fmla="*/ 0 w 193"/>
                <a:gd name="T5" fmla="*/ 0 h 121"/>
                <a:gd name="T6" fmla="*/ 0 w 193"/>
                <a:gd name="T7" fmla="*/ 0 h 121"/>
                <a:gd name="T8" fmla="*/ 0 w 193"/>
                <a:gd name="T9" fmla="*/ 0 h 121"/>
                <a:gd name="T10" fmla="*/ 0 w 193"/>
                <a:gd name="T11" fmla="*/ 0 h 1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3" h="121">
                  <a:moveTo>
                    <a:pt x="193" y="113"/>
                  </a:moveTo>
                  <a:lnTo>
                    <a:pt x="82" y="38"/>
                  </a:lnTo>
                  <a:lnTo>
                    <a:pt x="0" y="0"/>
                  </a:lnTo>
                  <a:lnTo>
                    <a:pt x="35" y="75"/>
                  </a:lnTo>
                  <a:lnTo>
                    <a:pt x="138" y="121"/>
                  </a:lnTo>
                  <a:lnTo>
                    <a:pt x="193" y="113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9" name="Freeform 66"/>
            <p:cNvSpPr>
              <a:spLocks/>
            </p:cNvSpPr>
            <p:nvPr/>
          </p:nvSpPr>
          <p:spPr bwMode="auto">
            <a:xfrm>
              <a:off x="3570" y="2446"/>
              <a:ext cx="321" cy="70"/>
            </a:xfrm>
            <a:custGeom>
              <a:avLst/>
              <a:gdLst>
                <a:gd name="T0" fmla="*/ 0 w 644"/>
                <a:gd name="T1" fmla="*/ 0 h 140"/>
                <a:gd name="T2" fmla="*/ 0 w 644"/>
                <a:gd name="T3" fmla="*/ 1 h 140"/>
                <a:gd name="T4" fmla="*/ 1 w 644"/>
                <a:gd name="T5" fmla="*/ 1 h 140"/>
                <a:gd name="T6" fmla="*/ 1 w 644"/>
                <a:gd name="T7" fmla="*/ 1 h 140"/>
                <a:gd name="T8" fmla="*/ 0 w 644"/>
                <a:gd name="T9" fmla="*/ 1 h 140"/>
                <a:gd name="T10" fmla="*/ 0 w 644"/>
                <a:gd name="T11" fmla="*/ 1 h 140"/>
                <a:gd name="T12" fmla="*/ 0 w 644"/>
                <a:gd name="T13" fmla="*/ 1 h 140"/>
                <a:gd name="T14" fmla="*/ 0 w 644"/>
                <a:gd name="T15" fmla="*/ 1 h 140"/>
                <a:gd name="T16" fmla="*/ 0 w 644"/>
                <a:gd name="T17" fmla="*/ 1 h 140"/>
                <a:gd name="T18" fmla="*/ 0 w 644"/>
                <a:gd name="T19" fmla="*/ 1 h 140"/>
                <a:gd name="T20" fmla="*/ 0 w 644"/>
                <a:gd name="T21" fmla="*/ 1 h 140"/>
                <a:gd name="T22" fmla="*/ 0 w 644"/>
                <a:gd name="T23" fmla="*/ 1 h 140"/>
                <a:gd name="T24" fmla="*/ 0 w 644"/>
                <a:gd name="T25" fmla="*/ 0 h 1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44" h="140">
                  <a:moveTo>
                    <a:pt x="369" y="0"/>
                  </a:moveTo>
                  <a:lnTo>
                    <a:pt x="497" y="65"/>
                  </a:lnTo>
                  <a:lnTo>
                    <a:pt x="644" y="112"/>
                  </a:lnTo>
                  <a:lnTo>
                    <a:pt x="552" y="112"/>
                  </a:lnTo>
                  <a:lnTo>
                    <a:pt x="414" y="75"/>
                  </a:lnTo>
                  <a:lnTo>
                    <a:pt x="321" y="122"/>
                  </a:lnTo>
                  <a:lnTo>
                    <a:pt x="239" y="95"/>
                  </a:lnTo>
                  <a:lnTo>
                    <a:pt x="174" y="140"/>
                  </a:lnTo>
                  <a:lnTo>
                    <a:pt x="63" y="140"/>
                  </a:lnTo>
                  <a:lnTo>
                    <a:pt x="0" y="140"/>
                  </a:lnTo>
                  <a:lnTo>
                    <a:pt x="101" y="112"/>
                  </a:lnTo>
                  <a:lnTo>
                    <a:pt x="284" y="5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0" name="Freeform 67"/>
            <p:cNvSpPr>
              <a:spLocks/>
            </p:cNvSpPr>
            <p:nvPr/>
          </p:nvSpPr>
          <p:spPr bwMode="auto">
            <a:xfrm>
              <a:off x="3788" y="2130"/>
              <a:ext cx="56" cy="126"/>
            </a:xfrm>
            <a:custGeom>
              <a:avLst/>
              <a:gdLst>
                <a:gd name="T0" fmla="*/ 1 w 110"/>
                <a:gd name="T1" fmla="*/ 0 h 250"/>
                <a:gd name="T2" fmla="*/ 1 w 110"/>
                <a:gd name="T3" fmla="*/ 1 h 250"/>
                <a:gd name="T4" fmla="*/ 1 w 110"/>
                <a:gd name="T5" fmla="*/ 1 h 250"/>
                <a:gd name="T6" fmla="*/ 0 w 110"/>
                <a:gd name="T7" fmla="*/ 1 h 250"/>
                <a:gd name="T8" fmla="*/ 1 w 110"/>
                <a:gd name="T9" fmla="*/ 1 h 250"/>
                <a:gd name="T10" fmla="*/ 1 w 110"/>
                <a:gd name="T11" fmla="*/ 1 h 250"/>
                <a:gd name="T12" fmla="*/ 1 w 110"/>
                <a:gd name="T13" fmla="*/ 1 h 250"/>
                <a:gd name="T14" fmla="*/ 1 w 110"/>
                <a:gd name="T15" fmla="*/ 0 h 2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250">
                  <a:moveTo>
                    <a:pt x="102" y="0"/>
                  </a:moveTo>
                  <a:lnTo>
                    <a:pt x="76" y="120"/>
                  </a:lnTo>
                  <a:lnTo>
                    <a:pt x="37" y="175"/>
                  </a:lnTo>
                  <a:lnTo>
                    <a:pt x="0" y="250"/>
                  </a:lnTo>
                  <a:lnTo>
                    <a:pt x="55" y="250"/>
                  </a:lnTo>
                  <a:lnTo>
                    <a:pt x="102" y="185"/>
                  </a:lnTo>
                  <a:lnTo>
                    <a:pt x="110" y="100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1" name="Freeform 68"/>
            <p:cNvSpPr>
              <a:spLocks/>
            </p:cNvSpPr>
            <p:nvPr/>
          </p:nvSpPr>
          <p:spPr bwMode="auto">
            <a:xfrm>
              <a:off x="3637" y="2052"/>
              <a:ext cx="25" cy="66"/>
            </a:xfrm>
            <a:custGeom>
              <a:avLst/>
              <a:gdLst>
                <a:gd name="T0" fmla="*/ 1 w 49"/>
                <a:gd name="T1" fmla="*/ 0 h 132"/>
                <a:gd name="T2" fmla="*/ 1 w 49"/>
                <a:gd name="T3" fmla="*/ 1 h 132"/>
                <a:gd name="T4" fmla="*/ 0 w 49"/>
                <a:gd name="T5" fmla="*/ 1 h 132"/>
                <a:gd name="T6" fmla="*/ 1 w 49"/>
                <a:gd name="T7" fmla="*/ 1 h 132"/>
                <a:gd name="T8" fmla="*/ 1 w 49"/>
                <a:gd name="T9" fmla="*/ 1 h 132"/>
                <a:gd name="T10" fmla="*/ 1 w 49"/>
                <a:gd name="T11" fmla="*/ 1 h 132"/>
                <a:gd name="T12" fmla="*/ 1 w 49"/>
                <a:gd name="T13" fmla="*/ 0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32">
                  <a:moveTo>
                    <a:pt x="49" y="0"/>
                  </a:moveTo>
                  <a:lnTo>
                    <a:pt x="14" y="46"/>
                  </a:lnTo>
                  <a:lnTo>
                    <a:pt x="0" y="132"/>
                  </a:lnTo>
                  <a:lnTo>
                    <a:pt x="40" y="124"/>
                  </a:lnTo>
                  <a:lnTo>
                    <a:pt x="40" y="67"/>
                  </a:lnTo>
                  <a:lnTo>
                    <a:pt x="49" y="4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2" name="Freeform 69"/>
            <p:cNvSpPr>
              <a:spLocks/>
            </p:cNvSpPr>
            <p:nvPr/>
          </p:nvSpPr>
          <p:spPr bwMode="auto">
            <a:xfrm>
              <a:off x="3552" y="2000"/>
              <a:ext cx="20" cy="115"/>
            </a:xfrm>
            <a:custGeom>
              <a:avLst/>
              <a:gdLst>
                <a:gd name="T0" fmla="*/ 1 w 39"/>
                <a:gd name="T1" fmla="*/ 0 h 226"/>
                <a:gd name="T2" fmla="*/ 1 w 39"/>
                <a:gd name="T3" fmla="*/ 1 h 226"/>
                <a:gd name="T4" fmla="*/ 1 w 39"/>
                <a:gd name="T5" fmla="*/ 1 h 226"/>
                <a:gd name="T6" fmla="*/ 0 w 39"/>
                <a:gd name="T7" fmla="*/ 1 h 226"/>
                <a:gd name="T8" fmla="*/ 1 w 39"/>
                <a:gd name="T9" fmla="*/ 1 h 226"/>
                <a:gd name="T10" fmla="*/ 1 w 39"/>
                <a:gd name="T11" fmla="*/ 1 h 226"/>
                <a:gd name="T12" fmla="*/ 1 w 39"/>
                <a:gd name="T13" fmla="*/ 0 h 2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26">
                  <a:moveTo>
                    <a:pt x="35" y="0"/>
                  </a:moveTo>
                  <a:lnTo>
                    <a:pt x="23" y="93"/>
                  </a:lnTo>
                  <a:lnTo>
                    <a:pt x="39" y="226"/>
                  </a:lnTo>
                  <a:lnTo>
                    <a:pt x="0" y="207"/>
                  </a:lnTo>
                  <a:lnTo>
                    <a:pt x="2" y="150"/>
                  </a:lnTo>
                  <a:lnTo>
                    <a:pt x="14" y="6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3" name="Freeform 70"/>
            <p:cNvSpPr>
              <a:spLocks/>
            </p:cNvSpPr>
            <p:nvPr/>
          </p:nvSpPr>
          <p:spPr bwMode="auto">
            <a:xfrm>
              <a:off x="3690" y="2042"/>
              <a:ext cx="60" cy="56"/>
            </a:xfrm>
            <a:custGeom>
              <a:avLst/>
              <a:gdLst>
                <a:gd name="T0" fmla="*/ 1 w 120"/>
                <a:gd name="T1" fmla="*/ 1 h 110"/>
                <a:gd name="T2" fmla="*/ 1 w 120"/>
                <a:gd name="T3" fmla="*/ 1 h 110"/>
                <a:gd name="T4" fmla="*/ 1 w 120"/>
                <a:gd name="T5" fmla="*/ 1 h 110"/>
                <a:gd name="T6" fmla="*/ 1 w 120"/>
                <a:gd name="T7" fmla="*/ 1 h 110"/>
                <a:gd name="T8" fmla="*/ 0 w 120"/>
                <a:gd name="T9" fmla="*/ 0 h 110"/>
                <a:gd name="T10" fmla="*/ 1 w 120"/>
                <a:gd name="T11" fmla="*/ 1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10">
                  <a:moveTo>
                    <a:pt x="78" y="37"/>
                  </a:moveTo>
                  <a:lnTo>
                    <a:pt x="120" y="59"/>
                  </a:lnTo>
                  <a:lnTo>
                    <a:pt x="59" y="110"/>
                  </a:lnTo>
                  <a:lnTo>
                    <a:pt x="59" y="59"/>
                  </a:lnTo>
                  <a:lnTo>
                    <a:pt x="0" y="0"/>
                  </a:lnTo>
                  <a:lnTo>
                    <a:pt x="78" y="3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4" name="Freeform 71"/>
            <p:cNvSpPr>
              <a:spLocks/>
            </p:cNvSpPr>
            <p:nvPr/>
          </p:nvSpPr>
          <p:spPr bwMode="auto">
            <a:xfrm>
              <a:off x="3942" y="2025"/>
              <a:ext cx="33" cy="86"/>
            </a:xfrm>
            <a:custGeom>
              <a:avLst/>
              <a:gdLst>
                <a:gd name="T0" fmla="*/ 0 w 63"/>
                <a:gd name="T1" fmla="*/ 0 h 176"/>
                <a:gd name="T2" fmla="*/ 1 w 63"/>
                <a:gd name="T3" fmla="*/ 0 h 176"/>
                <a:gd name="T4" fmla="*/ 1 w 63"/>
                <a:gd name="T5" fmla="*/ 0 h 176"/>
                <a:gd name="T6" fmla="*/ 1 w 63"/>
                <a:gd name="T7" fmla="*/ 0 h 176"/>
                <a:gd name="T8" fmla="*/ 1 w 63"/>
                <a:gd name="T9" fmla="*/ 0 h 176"/>
                <a:gd name="T10" fmla="*/ 1 w 63"/>
                <a:gd name="T11" fmla="*/ 0 h 176"/>
                <a:gd name="T12" fmla="*/ 0 w 63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176">
                  <a:moveTo>
                    <a:pt x="0" y="0"/>
                  </a:moveTo>
                  <a:lnTo>
                    <a:pt x="27" y="79"/>
                  </a:lnTo>
                  <a:lnTo>
                    <a:pt x="27" y="176"/>
                  </a:lnTo>
                  <a:lnTo>
                    <a:pt x="63" y="176"/>
                  </a:lnTo>
                  <a:lnTo>
                    <a:pt x="53" y="50"/>
                  </a:lnTo>
                  <a:lnTo>
                    <a:pt x="31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5" name="Freeform 72"/>
            <p:cNvSpPr>
              <a:spLocks/>
            </p:cNvSpPr>
            <p:nvPr/>
          </p:nvSpPr>
          <p:spPr bwMode="auto">
            <a:xfrm>
              <a:off x="3443" y="2119"/>
              <a:ext cx="62" cy="132"/>
            </a:xfrm>
            <a:custGeom>
              <a:avLst/>
              <a:gdLst>
                <a:gd name="T0" fmla="*/ 0 w 124"/>
                <a:gd name="T1" fmla="*/ 0 h 264"/>
                <a:gd name="T2" fmla="*/ 1 w 124"/>
                <a:gd name="T3" fmla="*/ 1 h 264"/>
                <a:gd name="T4" fmla="*/ 1 w 124"/>
                <a:gd name="T5" fmla="*/ 1 h 264"/>
                <a:gd name="T6" fmla="*/ 1 w 124"/>
                <a:gd name="T7" fmla="*/ 1 h 264"/>
                <a:gd name="T8" fmla="*/ 1 w 124"/>
                <a:gd name="T9" fmla="*/ 1 h 264"/>
                <a:gd name="T10" fmla="*/ 1 w 124"/>
                <a:gd name="T11" fmla="*/ 1 h 264"/>
                <a:gd name="T12" fmla="*/ 0 w 124"/>
                <a:gd name="T13" fmla="*/ 0 h 2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264">
                  <a:moveTo>
                    <a:pt x="0" y="0"/>
                  </a:moveTo>
                  <a:lnTo>
                    <a:pt x="77" y="174"/>
                  </a:lnTo>
                  <a:lnTo>
                    <a:pt x="124" y="264"/>
                  </a:lnTo>
                  <a:lnTo>
                    <a:pt x="89" y="264"/>
                  </a:lnTo>
                  <a:lnTo>
                    <a:pt x="57" y="199"/>
                  </a:lnTo>
                  <a:lnTo>
                    <a:pt x="41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6" name="Freeform 73"/>
            <p:cNvSpPr>
              <a:spLocks/>
            </p:cNvSpPr>
            <p:nvPr/>
          </p:nvSpPr>
          <p:spPr bwMode="auto">
            <a:xfrm>
              <a:off x="3725" y="2267"/>
              <a:ext cx="117" cy="98"/>
            </a:xfrm>
            <a:custGeom>
              <a:avLst/>
              <a:gdLst>
                <a:gd name="T0" fmla="*/ 0 w 235"/>
                <a:gd name="T1" fmla="*/ 1 h 195"/>
                <a:gd name="T2" fmla="*/ 0 w 235"/>
                <a:gd name="T3" fmla="*/ 1 h 195"/>
                <a:gd name="T4" fmla="*/ 0 w 235"/>
                <a:gd name="T5" fmla="*/ 1 h 195"/>
                <a:gd name="T6" fmla="*/ 0 w 235"/>
                <a:gd name="T7" fmla="*/ 1 h 195"/>
                <a:gd name="T8" fmla="*/ 0 w 235"/>
                <a:gd name="T9" fmla="*/ 1 h 195"/>
                <a:gd name="T10" fmla="*/ 0 w 235"/>
                <a:gd name="T11" fmla="*/ 1 h 195"/>
                <a:gd name="T12" fmla="*/ 0 w 235"/>
                <a:gd name="T13" fmla="*/ 1 h 195"/>
                <a:gd name="T14" fmla="*/ 0 w 235"/>
                <a:gd name="T15" fmla="*/ 0 h 195"/>
                <a:gd name="T16" fmla="*/ 0 w 235"/>
                <a:gd name="T17" fmla="*/ 1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5" h="195">
                  <a:moveTo>
                    <a:pt x="184" y="57"/>
                  </a:moveTo>
                  <a:lnTo>
                    <a:pt x="109" y="126"/>
                  </a:lnTo>
                  <a:lnTo>
                    <a:pt x="0" y="195"/>
                  </a:lnTo>
                  <a:lnTo>
                    <a:pt x="89" y="167"/>
                  </a:lnTo>
                  <a:lnTo>
                    <a:pt x="172" y="136"/>
                  </a:lnTo>
                  <a:lnTo>
                    <a:pt x="213" y="136"/>
                  </a:lnTo>
                  <a:lnTo>
                    <a:pt x="235" y="25"/>
                  </a:lnTo>
                  <a:lnTo>
                    <a:pt x="213" y="0"/>
                  </a:lnTo>
                  <a:lnTo>
                    <a:pt x="184" y="5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7" name="Freeform 74"/>
            <p:cNvSpPr>
              <a:spLocks/>
            </p:cNvSpPr>
            <p:nvPr/>
          </p:nvSpPr>
          <p:spPr bwMode="auto">
            <a:xfrm>
              <a:off x="3477" y="2268"/>
              <a:ext cx="181" cy="122"/>
            </a:xfrm>
            <a:custGeom>
              <a:avLst/>
              <a:gdLst>
                <a:gd name="T0" fmla="*/ 1 w 361"/>
                <a:gd name="T1" fmla="*/ 1 h 244"/>
                <a:gd name="T2" fmla="*/ 1 w 361"/>
                <a:gd name="T3" fmla="*/ 1 h 244"/>
                <a:gd name="T4" fmla="*/ 1 w 361"/>
                <a:gd name="T5" fmla="*/ 1 h 244"/>
                <a:gd name="T6" fmla="*/ 1 w 361"/>
                <a:gd name="T7" fmla="*/ 1 h 244"/>
                <a:gd name="T8" fmla="*/ 1 w 361"/>
                <a:gd name="T9" fmla="*/ 1 h 244"/>
                <a:gd name="T10" fmla="*/ 1 w 361"/>
                <a:gd name="T11" fmla="*/ 1 h 244"/>
                <a:gd name="T12" fmla="*/ 1 w 361"/>
                <a:gd name="T13" fmla="*/ 1 h 244"/>
                <a:gd name="T14" fmla="*/ 1 w 361"/>
                <a:gd name="T15" fmla="*/ 1 h 244"/>
                <a:gd name="T16" fmla="*/ 1 w 361"/>
                <a:gd name="T17" fmla="*/ 1 h 244"/>
                <a:gd name="T18" fmla="*/ 1 w 361"/>
                <a:gd name="T19" fmla="*/ 1 h 244"/>
                <a:gd name="T20" fmla="*/ 1 w 361"/>
                <a:gd name="T21" fmla="*/ 1 h 244"/>
                <a:gd name="T22" fmla="*/ 1 w 361"/>
                <a:gd name="T23" fmla="*/ 1 h 244"/>
                <a:gd name="T24" fmla="*/ 1 w 361"/>
                <a:gd name="T25" fmla="*/ 1 h 244"/>
                <a:gd name="T26" fmla="*/ 1 w 361"/>
                <a:gd name="T27" fmla="*/ 1 h 244"/>
                <a:gd name="T28" fmla="*/ 1 w 361"/>
                <a:gd name="T29" fmla="*/ 1 h 244"/>
                <a:gd name="T30" fmla="*/ 0 w 361"/>
                <a:gd name="T31" fmla="*/ 0 h 244"/>
                <a:gd name="T32" fmla="*/ 1 w 361"/>
                <a:gd name="T33" fmla="*/ 1 h 2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61" h="244">
                  <a:moveTo>
                    <a:pt x="73" y="76"/>
                  </a:moveTo>
                  <a:lnTo>
                    <a:pt x="152" y="128"/>
                  </a:lnTo>
                  <a:lnTo>
                    <a:pt x="225" y="161"/>
                  </a:lnTo>
                  <a:lnTo>
                    <a:pt x="351" y="193"/>
                  </a:lnTo>
                  <a:lnTo>
                    <a:pt x="361" y="224"/>
                  </a:lnTo>
                  <a:lnTo>
                    <a:pt x="323" y="244"/>
                  </a:lnTo>
                  <a:lnTo>
                    <a:pt x="256" y="244"/>
                  </a:lnTo>
                  <a:lnTo>
                    <a:pt x="89" y="228"/>
                  </a:lnTo>
                  <a:lnTo>
                    <a:pt x="63" y="197"/>
                  </a:lnTo>
                  <a:lnTo>
                    <a:pt x="130" y="212"/>
                  </a:lnTo>
                  <a:lnTo>
                    <a:pt x="231" y="218"/>
                  </a:lnTo>
                  <a:lnTo>
                    <a:pt x="303" y="218"/>
                  </a:lnTo>
                  <a:lnTo>
                    <a:pt x="250" y="187"/>
                  </a:lnTo>
                  <a:lnTo>
                    <a:pt x="110" y="139"/>
                  </a:lnTo>
                  <a:lnTo>
                    <a:pt x="22" y="61"/>
                  </a:lnTo>
                  <a:lnTo>
                    <a:pt x="0" y="0"/>
                  </a:lnTo>
                  <a:lnTo>
                    <a:pt x="73" y="76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8" name="Freeform 75"/>
            <p:cNvSpPr>
              <a:spLocks/>
            </p:cNvSpPr>
            <p:nvPr/>
          </p:nvSpPr>
          <p:spPr bwMode="auto">
            <a:xfrm>
              <a:off x="3773" y="2210"/>
              <a:ext cx="267" cy="222"/>
            </a:xfrm>
            <a:custGeom>
              <a:avLst/>
              <a:gdLst>
                <a:gd name="T0" fmla="*/ 1 w 534"/>
                <a:gd name="T1" fmla="*/ 0 h 446"/>
                <a:gd name="T2" fmla="*/ 1 w 534"/>
                <a:gd name="T3" fmla="*/ 0 h 446"/>
                <a:gd name="T4" fmla="*/ 1 w 534"/>
                <a:gd name="T5" fmla="*/ 0 h 446"/>
                <a:gd name="T6" fmla="*/ 1 w 534"/>
                <a:gd name="T7" fmla="*/ 0 h 446"/>
                <a:gd name="T8" fmla="*/ 1 w 534"/>
                <a:gd name="T9" fmla="*/ 0 h 446"/>
                <a:gd name="T10" fmla="*/ 1 w 534"/>
                <a:gd name="T11" fmla="*/ 0 h 446"/>
                <a:gd name="T12" fmla="*/ 1 w 534"/>
                <a:gd name="T13" fmla="*/ 0 h 446"/>
                <a:gd name="T14" fmla="*/ 0 w 534"/>
                <a:gd name="T15" fmla="*/ 0 h 446"/>
                <a:gd name="T16" fmla="*/ 1 w 534"/>
                <a:gd name="T17" fmla="*/ 0 h 446"/>
                <a:gd name="T18" fmla="*/ 1 w 534"/>
                <a:gd name="T19" fmla="*/ 0 h 446"/>
                <a:gd name="T20" fmla="*/ 1 w 534"/>
                <a:gd name="T21" fmla="*/ 0 h 446"/>
                <a:gd name="T22" fmla="*/ 1 w 534"/>
                <a:gd name="T23" fmla="*/ 0 h 446"/>
                <a:gd name="T24" fmla="*/ 2 w 534"/>
                <a:gd name="T25" fmla="*/ 0 h 446"/>
                <a:gd name="T26" fmla="*/ 1 w 534"/>
                <a:gd name="T27" fmla="*/ 0 h 4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4" h="446">
                  <a:moveTo>
                    <a:pt x="461" y="0"/>
                  </a:moveTo>
                  <a:lnTo>
                    <a:pt x="378" y="46"/>
                  </a:lnTo>
                  <a:lnTo>
                    <a:pt x="360" y="130"/>
                  </a:lnTo>
                  <a:lnTo>
                    <a:pt x="378" y="213"/>
                  </a:lnTo>
                  <a:lnTo>
                    <a:pt x="333" y="270"/>
                  </a:lnTo>
                  <a:lnTo>
                    <a:pt x="240" y="270"/>
                  </a:lnTo>
                  <a:lnTo>
                    <a:pt x="185" y="363"/>
                  </a:lnTo>
                  <a:lnTo>
                    <a:pt x="0" y="446"/>
                  </a:lnTo>
                  <a:lnTo>
                    <a:pt x="213" y="400"/>
                  </a:lnTo>
                  <a:lnTo>
                    <a:pt x="333" y="373"/>
                  </a:lnTo>
                  <a:lnTo>
                    <a:pt x="368" y="270"/>
                  </a:lnTo>
                  <a:lnTo>
                    <a:pt x="461" y="158"/>
                  </a:lnTo>
                  <a:lnTo>
                    <a:pt x="534" y="46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9" name="Freeform 76"/>
            <p:cNvSpPr>
              <a:spLocks/>
            </p:cNvSpPr>
            <p:nvPr/>
          </p:nvSpPr>
          <p:spPr bwMode="auto">
            <a:xfrm>
              <a:off x="3938" y="2437"/>
              <a:ext cx="107" cy="60"/>
            </a:xfrm>
            <a:custGeom>
              <a:avLst/>
              <a:gdLst>
                <a:gd name="T0" fmla="*/ 1 w 211"/>
                <a:gd name="T1" fmla="*/ 0 h 120"/>
                <a:gd name="T2" fmla="*/ 1 w 211"/>
                <a:gd name="T3" fmla="*/ 1 h 120"/>
                <a:gd name="T4" fmla="*/ 0 w 211"/>
                <a:gd name="T5" fmla="*/ 1 h 120"/>
                <a:gd name="T6" fmla="*/ 1 w 211"/>
                <a:gd name="T7" fmla="*/ 1 h 120"/>
                <a:gd name="T8" fmla="*/ 1 w 211"/>
                <a:gd name="T9" fmla="*/ 1 h 120"/>
                <a:gd name="T10" fmla="*/ 1 w 211"/>
                <a:gd name="T11" fmla="*/ 1 h 120"/>
                <a:gd name="T12" fmla="*/ 1 w 211"/>
                <a:gd name="T13" fmla="*/ 0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20">
                  <a:moveTo>
                    <a:pt x="193" y="0"/>
                  </a:moveTo>
                  <a:lnTo>
                    <a:pt x="118" y="28"/>
                  </a:lnTo>
                  <a:lnTo>
                    <a:pt x="0" y="103"/>
                  </a:lnTo>
                  <a:lnTo>
                    <a:pt x="83" y="120"/>
                  </a:lnTo>
                  <a:lnTo>
                    <a:pt x="165" y="120"/>
                  </a:lnTo>
                  <a:lnTo>
                    <a:pt x="211" y="56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0" name="Freeform 77"/>
            <p:cNvSpPr>
              <a:spLocks/>
            </p:cNvSpPr>
            <p:nvPr/>
          </p:nvSpPr>
          <p:spPr bwMode="auto">
            <a:xfrm>
              <a:off x="3622" y="2034"/>
              <a:ext cx="52" cy="52"/>
            </a:xfrm>
            <a:custGeom>
              <a:avLst/>
              <a:gdLst>
                <a:gd name="T0" fmla="*/ 1 w 104"/>
                <a:gd name="T1" fmla="*/ 1 h 102"/>
                <a:gd name="T2" fmla="*/ 1 w 104"/>
                <a:gd name="T3" fmla="*/ 1 h 102"/>
                <a:gd name="T4" fmla="*/ 1 w 104"/>
                <a:gd name="T5" fmla="*/ 1 h 102"/>
                <a:gd name="T6" fmla="*/ 1 w 104"/>
                <a:gd name="T7" fmla="*/ 0 h 102"/>
                <a:gd name="T8" fmla="*/ 1 w 104"/>
                <a:gd name="T9" fmla="*/ 1 h 102"/>
                <a:gd name="T10" fmla="*/ 1 w 104"/>
                <a:gd name="T11" fmla="*/ 1 h 102"/>
                <a:gd name="T12" fmla="*/ 0 w 104"/>
                <a:gd name="T13" fmla="*/ 1 h 102"/>
                <a:gd name="T14" fmla="*/ 1 w 104"/>
                <a:gd name="T15" fmla="*/ 1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102">
                  <a:moveTo>
                    <a:pt x="17" y="102"/>
                  </a:moveTo>
                  <a:lnTo>
                    <a:pt x="17" y="67"/>
                  </a:lnTo>
                  <a:lnTo>
                    <a:pt x="41" y="28"/>
                  </a:lnTo>
                  <a:lnTo>
                    <a:pt x="104" y="0"/>
                  </a:lnTo>
                  <a:lnTo>
                    <a:pt x="47" y="12"/>
                  </a:lnTo>
                  <a:lnTo>
                    <a:pt x="11" y="33"/>
                  </a:lnTo>
                  <a:lnTo>
                    <a:pt x="0" y="81"/>
                  </a:lnTo>
                  <a:lnTo>
                    <a:pt x="17" y="102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1" name="Freeform 78"/>
            <p:cNvSpPr>
              <a:spLocks/>
            </p:cNvSpPr>
            <p:nvPr/>
          </p:nvSpPr>
          <p:spPr bwMode="auto">
            <a:xfrm>
              <a:off x="3710" y="2018"/>
              <a:ext cx="49" cy="38"/>
            </a:xfrm>
            <a:custGeom>
              <a:avLst/>
              <a:gdLst>
                <a:gd name="T0" fmla="*/ 1 w 98"/>
                <a:gd name="T1" fmla="*/ 0 h 79"/>
                <a:gd name="T2" fmla="*/ 1 w 98"/>
                <a:gd name="T3" fmla="*/ 0 h 79"/>
                <a:gd name="T4" fmla="*/ 1 w 98"/>
                <a:gd name="T5" fmla="*/ 0 h 79"/>
                <a:gd name="T6" fmla="*/ 1 w 98"/>
                <a:gd name="T7" fmla="*/ 0 h 79"/>
                <a:gd name="T8" fmla="*/ 1 w 98"/>
                <a:gd name="T9" fmla="*/ 0 h 79"/>
                <a:gd name="T10" fmla="*/ 1 w 98"/>
                <a:gd name="T11" fmla="*/ 0 h 79"/>
                <a:gd name="T12" fmla="*/ 1 w 98"/>
                <a:gd name="T13" fmla="*/ 0 h 79"/>
                <a:gd name="T14" fmla="*/ 0 w 98"/>
                <a:gd name="T15" fmla="*/ 0 h 79"/>
                <a:gd name="T16" fmla="*/ 1 w 98"/>
                <a:gd name="T17" fmla="*/ 0 h 79"/>
                <a:gd name="T18" fmla="*/ 1 w 98"/>
                <a:gd name="T19" fmla="*/ 0 h 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8" h="79">
                  <a:moveTo>
                    <a:pt x="77" y="79"/>
                  </a:moveTo>
                  <a:lnTo>
                    <a:pt x="59" y="56"/>
                  </a:lnTo>
                  <a:lnTo>
                    <a:pt x="69" y="26"/>
                  </a:lnTo>
                  <a:lnTo>
                    <a:pt x="98" y="0"/>
                  </a:lnTo>
                  <a:lnTo>
                    <a:pt x="75" y="0"/>
                  </a:lnTo>
                  <a:lnTo>
                    <a:pt x="51" y="18"/>
                  </a:lnTo>
                  <a:lnTo>
                    <a:pt x="35" y="40"/>
                  </a:lnTo>
                  <a:lnTo>
                    <a:pt x="0" y="40"/>
                  </a:lnTo>
                  <a:lnTo>
                    <a:pt x="33" y="58"/>
                  </a:lnTo>
                  <a:lnTo>
                    <a:pt x="77" y="79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2" name="Freeform 79"/>
            <p:cNvSpPr>
              <a:spLocks/>
            </p:cNvSpPr>
            <p:nvPr/>
          </p:nvSpPr>
          <p:spPr bwMode="auto">
            <a:xfrm>
              <a:off x="3632" y="1982"/>
              <a:ext cx="87" cy="46"/>
            </a:xfrm>
            <a:custGeom>
              <a:avLst/>
              <a:gdLst>
                <a:gd name="T0" fmla="*/ 1 w 174"/>
                <a:gd name="T1" fmla="*/ 1 h 92"/>
                <a:gd name="T2" fmla="*/ 1 w 174"/>
                <a:gd name="T3" fmla="*/ 1 h 92"/>
                <a:gd name="T4" fmla="*/ 1 w 174"/>
                <a:gd name="T5" fmla="*/ 1 h 92"/>
                <a:gd name="T6" fmla="*/ 1 w 174"/>
                <a:gd name="T7" fmla="*/ 1 h 92"/>
                <a:gd name="T8" fmla="*/ 1 w 174"/>
                <a:gd name="T9" fmla="*/ 1 h 92"/>
                <a:gd name="T10" fmla="*/ 1 w 174"/>
                <a:gd name="T11" fmla="*/ 1 h 92"/>
                <a:gd name="T12" fmla="*/ 1 w 174"/>
                <a:gd name="T13" fmla="*/ 1 h 92"/>
                <a:gd name="T14" fmla="*/ 1 w 174"/>
                <a:gd name="T15" fmla="*/ 1 h 92"/>
                <a:gd name="T16" fmla="*/ 1 w 174"/>
                <a:gd name="T17" fmla="*/ 1 h 92"/>
                <a:gd name="T18" fmla="*/ 1 w 174"/>
                <a:gd name="T19" fmla="*/ 1 h 92"/>
                <a:gd name="T20" fmla="*/ 1 w 174"/>
                <a:gd name="T21" fmla="*/ 0 h 92"/>
                <a:gd name="T22" fmla="*/ 1 w 174"/>
                <a:gd name="T23" fmla="*/ 0 h 92"/>
                <a:gd name="T24" fmla="*/ 0 w 174"/>
                <a:gd name="T25" fmla="*/ 1 h 92"/>
                <a:gd name="T26" fmla="*/ 1 w 174"/>
                <a:gd name="T27" fmla="*/ 1 h 92"/>
                <a:gd name="T28" fmla="*/ 1 w 174"/>
                <a:gd name="T29" fmla="*/ 1 h 9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4" h="92">
                  <a:moveTo>
                    <a:pt x="93" y="17"/>
                  </a:moveTo>
                  <a:lnTo>
                    <a:pt x="120" y="41"/>
                  </a:lnTo>
                  <a:lnTo>
                    <a:pt x="120" y="74"/>
                  </a:lnTo>
                  <a:lnTo>
                    <a:pt x="120" y="92"/>
                  </a:lnTo>
                  <a:lnTo>
                    <a:pt x="140" y="92"/>
                  </a:lnTo>
                  <a:lnTo>
                    <a:pt x="132" y="63"/>
                  </a:lnTo>
                  <a:lnTo>
                    <a:pt x="174" y="23"/>
                  </a:lnTo>
                  <a:lnTo>
                    <a:pt x="146" y="29"/>
                  </a:lnTo>
                  <a:lnTo>
                    <a:pt x="128" y="43"/>
                  </a:lnTo>
                  <a:lnTo>
                    <a:pt x="120" y="17"/>
                  </a:lnTo>
                  <a:lnTo>
                    <a:pt x="73" y="0"/>
                  </a:lnTo>
                  <a:lnTo>
                    <a:pt x="34" y="0"/>
                  </a:lnTo>
                  <a:lnTo>
                    <a:pt x="0" y="25"/>
                  </a:lnTo>
                  <a:lnTo>
                    <a:pt x="59" y="13"/>
                  </a:lnTo>
                  <a:lnTo>
                    <a:pt x="93" y="1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3" name="Freeform 80"/>
            <p:cNvSpPr>
              <a:spLocks/>
            </p:cNvSpPr>
            <p:nvPr/>
          </p:nvSpPr>
          <p:spPr bwMode="auto">
            <a:xfrm>
              <a:off x="3681" y="1949"/>
              <a:ext cx="72" cy="29"/>
            </a:xfrm>
            <a:custGeom>
              <a:avLst/>
              <a:gdLst>
                <a:gd name="T0" fmla="*/ 1 w 144"/>
                <a:gd name="T1" fmla="*/ 0 h 59"/>
                <a:gd name="T2" fmla="*/ 1 w 144"/>
                <a:gd name="T3" fmla="*/ 0 h 59"/>
                <a:gd name="T4" fmla="*/ 1 w 144"/>
                <a:gd name="T5" fmla="*/ 0 h 59"/>
                <a:gd name="T6" fmla="*/ 0 w 144"/>
                <a:gd name="T7" fmla="*/ 0 h 59"/>
                <a:gd name="T8" fmla="*/ 1 w 144"/>
                <a:gd name="T9" fmla="*/ 0 h 59"/>
                <a:gd name="T10" fmla="*/ 1 w 144"/>
                <a:gd name="T11" fmla="*/ 0 h 59"/>
                <a:gd name="T12" fmla="*/ 1 w 144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59">
                  <a:moveTo>
                    <a:pt x="144" y="0"/>
                  </a:moveTo>
                  <a:lnTo>
                    <a:pt x="27" y="21"/>
                  </a:lnTo>
                  <a:lnTo>
                    <a:pt x="2" y="59"/>
                  </a:lnTo>
                  <a:lnTo>
                    <a:pt x="0" y="39"/>
                  </a:lnTo>
                  <a:lnTo>
                    <a:pt x="21" y="11"/>
                  </a:lnTo>
                  <a:lnTo>
                    <a:pt x="69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4" name="Freeform 81"/>
            <p:cNvSpPr>
              <a:spLocks/>
            </p:cNvSpPr>
            <p:nvPr/>
          </p:nvSpPr>
          <p:spPr bwMode="auto">
            <a:xfrm>
              <a:off x="3587" y="2119"/>
              <a:ext cx="39" cy="25"/>
            </a:xfrm>
            <a:custGeom>
              <a:avLst/>
              <a:gdLst>
                <a:gd name="T0" fmla="*/ 1 w 76"/>
                <a:gd name="T1" fmla="*/ 0 h 46"/>
                <a:gd name="T2" fmla="*/ 1 w 76"/>
                <a:gd name="T3" fmla="*/ 1 h 46"/>
                <a:gd name="T4" fmla="*/ 0 w 76"/>
                <a:gd name="T5" fmla="*/ 1 h 46"/>
                <a:gd name="T6" fmla="*/ 1 w 76"/>
                <a:gd name="T7" fmla="*/ 1 h 46"/>
                <a:gd name="T8" fmla="*/ 1 w 76"/>
                <a:gd name="T9" fmla="*/ 1 h 46"/>
                <a:gd name="T10" fmla="*/ 1 w 76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6" h="46">
                  <a:moveTo>
                    <a:pt x="76" y="0"/>
                  </a:moveTo>
                  <a:lnTo>
                    <a:pt x="41" y="2"/>
                  </a:lnTo>
                  <a:lnTo>
                    <a:pt x="0" y="22"/>
                  </a:lnTo>
                  <a:lnTo>
                    <a:pt x="23" y="46"/>
                  </a:lnTo>
                  <a:lnTo>
                    <a:pt x="53" y="24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5" name="Freeform 82"/>
            <p:cNvSpPr>
              <a:spLocks/>
            </p:cNvSpPr>
            <p:nvPr/>
          </p:nvSpPr>
          <p:spPr bwMode="auto">
            <a:xfrm>
              <a:off x="3645" y="2122"/>
              <a:ext cx="95" cy="74"/>
            </a:xfrm>
            <a:custGeom>
              <a:avLst/>
              <a:gdLst>
                <a:gd name="T0" fmla="*/ 1 w 189"/>
                <a:gd name="T1" fmla="*/ 0 h 150"/>
                <a:gd name="T2" fmla="*/ 1 w 189"/>
                <a:gd name="T3" fmla="*/ 0 h 150"/>
                <a:gd name="T4" fmla="*/ 1 w 189"/>
                <a:gd name="T5" fmla="*/ 0 h 150"/>
                <a:gd name="T6" fmla="*/ 1 w 189"/>
                <a:gd name="T7" fmla="*/ 0 h 150"/>
                <a:gd name="T8" fmla="*/ 0 w 189"/>
                <a:gd name="T9" fmla="*/ 0 h 150"/>
                <a:gd name="T10" fmla="*/ 1 w 189"/>
                <a:gd name="T11" fmla="*/ 0 h 150"/>
                <a:gd name="T12" fmla="*/ 1 w 189"/>
                <a:gd name="T13" fmla="*/ 0 h 150"/>
                <a:gd name="T14" fmla="*/ 1 w 189"/>
                <a:gd name="T15" fmla="*/ 0 h 150"/>
                <a:gd name="T16" fmla="*/ 1 w 189"/>
                <a:gd name="T17" fmla="*/ 0 h 150"/>
                <a:gd name="T18" fmla="*/ 1 w 189"/>
                <a:gd name="T19" fmla="*/ 0 h 1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9" h="150">
                  <a:moveTo>
                    <a:pt x="189" y="0"/>
                  </a:moveTo>
                  <a:lnTo>
                    <a:pt x="132" y="34"/>
                  </a:lnTo>
                  <a:lnTo>
                    <a:pt x="85" y="75"/>
                  </a:lnTo>
                  <a:lnTo>
                    <a:pt x="45" y="112"/>
                  </a:lnTo>
                  <a:lnTo>
                    <a:pt x="0" y="105"/>
                  </a:lnTo>
                  <a:lnTo>
                    <a:pt x="24" y="136"/>
                  </a:lnTo>
                  <a:lnTo>
                    <a:pt x="51" y="150"/>
                  </a:lnTo>
                  <a:lnTo>
                    <a:pt x="87" y="93"/>
                  </a:lnTo>
                  <a:lnTo>
                    <a:pt x="126" y="49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6" name="Freeform 83"/>
            <p:cNvSpPr>
              <a:spLocks/>
            </p:cNvSpPr>
            <p:nvPr/>
          </p:nvSpPr>
          <p:spPr bwMode="auto">
            <a:xfrm>
              <a:off x="2275" y="2107"/>
              <a:ext cx="1122" cy="1095"/>
            </a:xfrm>
            <a:custGeom>
              <a:avLst/>
              <a:gdLst>
                <a:gd name="T0" fmla="*/ 2 w 2241"/>
                <a:gd name="T1" fmla="*/ 1 h 2186"/>
                <a:gd name="T2" fmla="*/ 2 w 2241"/>
                <a:gd name="T3" fmla="*/ 1 h 2186"/>
                <a:gd name="T4" fmla="*/ 2 w 2241"/>
                <a:gd name="T5" fmla="*/ 1 h 2186"/>
                <a:gd name="T6" fmla="*/ 2 w 2241"/>
                <a:gd name="T7" fmla="*/ 1 h 2186"/>
                <a:gd name="T8" fmla="*/ 2 w 2241"/>
                <a:gd name="T9" fmla="*/ 1 h 2186"/>
                <a:gd name="T10" fmla="*/ 2 w 2241"/>
                <a:gd name="T11" fmla="*/ 1 h 2186"/>
                <a:gd name="T12" fmla="*/ 2 w 2241"/>
                <a:gd name="T13" fmla="*/ 1 h 2186"/>
                <a:gd name="T14" fmla="*/ 2 w 2241"/>
                <a:gd name="T15" fmla="*/ 1 h 2186"/>
                <a:gd name="T16" fmla="*/ 2 w 2241"/>
                <a:gd name="T17" fmla="*/ 1 h 2186"/>
                <a:gd name="T18" fmla="*/ 1 w 2241"/>
                <a:gd name="T19" fmla="*/ 1 h 2186"/>
                <a:gd name="T20" fmla="*/ 1 w 2241"/>
                <a:gd name="T21" fmla="*/ 1 h 2186"/>
                <a:gd name="T22" fmla="*/ 1 w 2241"/>
                <a:gd name="T23" fmla="*/ 1 h 2186"/>
                <a:gd name="T24" fmla="*/ 1 w 2241"/>
                <a:gd name="T25" fmla="*/ 1 h 2186"/>
                <a:gd name="T26" fmla="*/ 1 w 2241"/>
                <a:gd name="T27" fmla="*/ 1 h 2186"/>
                <a:gd name="T28" fmla="*/ 1 w 2241"/>
                <a:gd name="T29" fmla="*/ 1 h 2186"/>
                <a:gd name="T30" fmla="*/ 1 w 2241"/>
                <a:gd name="T31" fmla="*/ 2 h 2186"/>
                <a:gd name="T32" fmla="*/ 1 w 2241"/>
                <a:gd name="T33" fmla="*/ 2 h 2186"/>
                <a:gd name="T34" fmla="*/ 1 w 2241"/>
                <a:gd name="T35" fmla="*/ 2 h 2186"/>
                <a:gd name="T36" fmla="*/ 1 w 2241"/>
                <a:gd name="T37" fmla="*/ 3 h 2186"/>
                <a:gd name="T38" fmla="*/ 1 w 2241"/>
                <a:gd name="T39" fmla="*/ 3 h 2186"/>
                <a:gd name="T40" fmla="*/ 1 w 2241"/>
                <a:gd name="T41" fmla="*/ 3 h 2186"/>
                <a:gd name="T42" fmla="*/ 1 w 2241"/>
                <a:gd name="T43" fmla="*/ 3 h 2186"/>
                <a:gd name="T44" fmla="*/ 1 w 2241"/>
                <a:gd name="T45" fmla="*/ 3 h 2186"/>
                <a:gd name="T46" fmla="*/ 1 w 2241"/>
                <a:gd name="T47" fmla="*/ 4 h 2186"/>
                <a:gd name="T48" fmla="*/ 2 w 2241"/>
                <a:gd name="T49" fmla="*/ 4 h 2186"/>
                <a:gd name="T50" fmla="*/ 2 w 2241"/>
                <a:gd name="T51" fmla="*/ 4 h 2186"/>
                <a:gd name="T52" fmla="*/ 2 w 2241"/>
                <a:gd name="T53" fmla="*/ 5 h 2186"/>
                <a:gd name="T54" fmla="*/ 3 w 2241"/>
                <a:gd name="T55" fmla="*/ 5 h 2186"/>
                <a:gd name="T56" fmla="*/ 3 w 2241"/>
                <a:gd name="T57" fmla="*/ 5 h 2186"/>
                <a:gd name="T58" fmla="*/ 3 w 2241"/>
                <a:gd name="T59" fmla="*/ 5 h 2186"/>
                <a:gd name="T60" fmla="*/ 3 w 2241"/>
                <a:gd name="T61" fmla="*/ 5 h 2186"/>
                <a:gd name="T62" fmla="*/ 3 w 2241"/>
                <a:gd name="T63" fmla="*/ 5 h 2186"/>
                <a:gd name="T64" fmla="*/ 3 w 2241"/>
                <a:gd name="T65" fmla="*/ 5 h 2186"/>
                <a:gd name="T66" fmla="*/ 3 w 2241"/>
                <a:gd name="T67" fmla="*/ 5 h 2186"/>
                <a:gd name="T68" fmla="*/ 3 w 2241"/>
                <a:gd name="T69" fmla="*/ 5 h 2186"/>
                <a:gd name="T70" fmla="*/ 3 w 2241"/>
                <a:gd name="T71" fmla="*/ 4 h 2186"/>
                <a:gd name="T72" fmla="*/ 4 w 2241"/>
                <a:gd name="T73" fmla="*/ 4 h 2186"/>
                <a:gd name="T74" fmla="*/ 4 w 2241"/>
                <a:gd name="T75" fmla="*/ 3 h 2186"/>
                <a:gd name="T76" fmla="*/ 5 w 2241"/>
                <a:gd name="T77" fmla="*/ 3 h 2186"/>
                <a:gd name="T78" fmla="*/ 5 w 2241"/>
                <a:gd name="T79" fmla="*/ 2 h 2186"/>
                <a:gd name="T80" fmla="*/ 5 w 2241"/>
                <a:gd name="T81" fmla="*/ 2 h 2186"/>
                <a:gd name="T82" fmla="*/ 5 w 2241"/>
                <a:gd name="T83" fmla="*/ 2 h 2186"/>
                <a:gd name="T84" fmla="*/ 5 w 2241"/>
                <a:gd name="T85" fmla="*/ 2 h 2186"/>
                <a:gd name="T86" fmla="*/ 5 w 2241"/>
                <a:gd name="T87" fmla="*/ 2 h 2186"/>
                <a:gd name="T88" fmla="*/ 4 w 2241"/>
                <a:gd name="T89" fmla="*/ 2 h 2186"/>
                <a:gd name="T90" fmla="*/ 4 w 2241"/>
                <a:gd name="T91" fmla="*/ 2 h 2186"/>
                <a:gd name="T92" fmla="*/ 4 w 2241"/>
                <a:gd name="T93" fmla="*/ 2 h 2186"/>
                <a:gd name="T94" fmla="*/ 4 w 2241"/>
                <a:gd name="T95" fmla="*/ 1 h 2186"/>
                <a:gd name="T96" fmla="*/ 4 w 2241"/>
                <a:gd name="T97" fmla="*/ 1 h 2186"/>
                <a:gd name="T98" fmla="*/ 3 w 2241"/>
                <a:gd name="T99" fmla="*/ 1 h 2186"/>
                <a:gd name="T100" fmla="*/ 3 w 2241"/>
                <a:gd name="T101" fmla="*/ 1 h 2186"/>
                <a:gd name="T102" fmla="*/ 3 w 2241"/>
                <a:gd name="T103" fmla="*/ 1 h 21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241" h="2186">
                  <a:moveTo>
                    <a:pt x="1056" y="53"/>
                  </a:moveTo>
                  <a:lnTo>
                    <a:pt x="1012" y="130"/>
                  </a:lnTo>
                  <a:lnTo>
                    <a:pt x="894" y="185"/>
                  </a:lnTo>
                  <a:lnTo>
                    <a:pt x="829" y="250"/>
                  </a:lnTo>
                  <a:lnTo>
                    <a:pt x="807" y="246"/>
                  </a:lnTo>
                  <a:lnTo>
                    <a:pt x="786" y="244"/>
                  </a:lnTo>
                  <a:lnTo>
                    <a:pt x="766" y="240"/>
                  </a:lnTo>
                  <a:lnTo>
                    <a:pt x="744" y="238"/>
                  </a:lnTo>
                  <a:lnTo>
                    <a:pt x="723" y="236"/>
                  </a:lnTo>
                  <a:lnTo>
                    <a:pt x="701" y="234"/>
                  </a:lnTo>
                  <a:lnTo>
                    <a:pt x="681" y="232"/>
                  </a:lnTo>
                  <a:lnTo>
                    <a:pt x="660" y="230"/>
                  </a:lnTo>
                  <a:lnTo>
                    <a:pt x="640" y="230"/>
                  </a:lnTo>
                  <a:lnTo>
                    <a:pt x="618" y="226"/>
                  </a:lnTo>
                  <a:lnTo>
                    <a:pt x="599" y="224"/>
                  </a:lnTo>
                  <a:lnTo>
                    <a:pt x="577" y="222"/>
                  </a:lnTo>
                  <a:lnTo>
                    <a:pt x="557" y="218"/>
                  </a:lnTo>
                  <a:lnTo>
                    <a:pt x="536" y="216"/>
                  </a:lnTo>
                  <a:lnTo>
                    <a:pt x="516" y="210"/>
                  </a:lnTo>
                  <a:lnTo>
                    <a:pt x="494" y="206"/>
                  </a:lnTo>
                  <a:lnTo>
                    <a:pt x="472" y="348"/>
                  </a:lnTo>
                  <a:lnTo>
                    <a:pt x="409" y="435"/>
                  </a:lnTo>
                  <a:lnTo>
                    <a:pt x="376" y="427"/>
                  </a:lnTo>
                  <a:lnTo>
                    <a:pt x="346" y="423"/>
                  </a:lnTo>
                  <a:lnTo>
                    <a:pt x="317" y="423"/>
                  </a:lnTo>
                  <a:lnTo>
                    <a:pt x="289" y="421"/>
                  </a:lnTo>
                  <a:lnTo>
                    <a:pt x="262" y="421"/>
                  </a:lnTo>
                  <a:lnTo>
                    <a:pt x="232" y="421"/>
                  </a:lnTo>
                  <a:lnTo>
                    <a:pt x="203" y="419"/>
                  </a:lnTo>
                  <a:lnTo>
                    <a:pt x="171" y="413"/>
                  </a:lnTo>
                  <a:lnTo>
                    <a:pt x="179" y="518"/>
                  </a:lnTo>
                  <a:lnTo>
                    <a:pt x="191" y="628"/>
                  </a:lnTo>
                  <a:lnTo>
                    <a:pt x="193" y="734"/>
                  </a:lnTo>
                  <a:lnTo>
                    <a:pt x="171" y="825"/>
                  </a:lnTo>
                  <a:lnTo>
                    <a:pt x="214" y="935"/>
                  </a:lnTo>
                  <a:lnTo>
                    <a:pt x="171" y="974"/>
                  </a:lnTo>
                  <a:lnTo>
                    <a:pt x="140" y="1014"/>
                  </a:lnTo>
                  <a:lnTo>
                    <a:pt x="114" y="1059"/>
                  </a:lnTo>
                  <a:lnTo>
                    <a:pt x="94" y="1104"/>
                  </a:lnTo>
                  <a:lnTo>
                    <a:pt x="75" y="1152"/>
                  </a:lnTo>
                  <a:lnTo>
                    <a:pt x="55" y="1201"/>
                  </a:lnTo>
                  <a:lnTo>
                    <a:pt x="31" y="1252"/>
                  </a:lnTo>
                  <a:lnTo>
                    <a:pt x="0" y="1303"/>
                  </a:lnTo>
                  <a:lnTo>
                    <a:pt x="142" y="1370"/>
                  </a:lnTo>
                  <a:lnTo>
                    <a:pt x="236" y="1402"/>
                  </a:lnTo>
                  <a:lnTo>
                    <a:pt x="214" y="1500"/>
                  </a:lnTo>
                  <a:lnTo>
                    <a:pt x="214" y="1609"/>
                  </a:lnTo>
                  <a:lnTo>
                    <a:pt x="354" y="1587"/>
                  </a:lnTo>
                  <a:lnTo>
                    <a:pt x="484" y="1551"/>
                  </a:lnTo>
                  <a:lnTo>
                    <a:pt x="516" y="1620"/>
                  </a:lnTo>
                  <a:lnTo>
                    <a:pt x="559" y="1914"/>
                  </a:lnTo>
                  <a:lnTo>
                    <a:pt x="634" y="2032"/>
                  </a:lnTo>
                  <a:lnTo>
                    <a:pt x="634" y="2109"/>
                  </a:lnTo>
                  <a:lnTo>
                    <a:pt x="742" y="2109"/>
                  </a:lnTo>
                  <a:lnTo>
                    <a:pt x="1000" y="2075"/>
                  </a:lnTo>
                  <a:lnTo>
                    <a:pt x="1032" y="2083"/>
                  </a:lnTo>
                  <a:lnTo>
                    <a:pt x="1063" y="2089"/>
                  </a:lnTo>
                  <a:lnTo>
                    <a:pt x="1093" y="2097"/>
                  </a:lnTo>
                  <a:lnTo>
                    <a:pt x="1125" y="2103"/>
                  </a:lnTo>
                  <a:lnTo>
                    <a:pt x="1156" y="2111"/>
                  </a:lnTo>
                  <a:lnTo>
                    <a:pt x="1188" y="2117"/>
                  </a:lnTo>
                  <a:lnTo>
                    <a:pt x="1217" y="2124"/>
                  </a:lnTo>
                  <a:lnTo>
                    <a:pt x="1249" y="2130"/>
                  </a:lnTo>
                  <a:lnTo>
                    <a:pt x="1280" y="2138"/>
                  </a:lnTo>
                  <a:lnTo>
                    <a:pt x="1312" y="2144"/>
                  </a:lnTo>
                  <a:lnTo>
                    <a:pt x="1341" y="2152"/>
                  </a:lnTo>
                  <a:lnTo>
                    <a:pt x="1373" y="2158"/>
                  </a:lnTo>
                  <a:lnTo>
                    <a:pt x="1404" y="2166"/>
                  </a:lnTo>
                  <a:lnTo>
                    <a:pt x="1436" y="2172"/>
                  </a:lnTo>
                  <a:lnTo>
                    <a:pt x="1465" y="2180"/>
                  </a:lnTo>
                  <a:lnTo>
                    <a:pt x="1497" y="2186"/>
                  </a:lnTo>
                  <a:lnTo>
                    <a:pt x="1497" y="2000"/>
                  </a:lnTo>
                  <a:lnTo>
                    <a:pt x="1584" y="1707"/>
                  </a:lnTo>
                  <a:lnTo>
                    <a:pt x="1670" y="1802"/>
                  </a:lnTo>
                  <a:lnTo>
                    <a:pt x="1810" y="1630"/>
                  </a:lnTo>
                  <a:lnTo>
                    <a:pt x="2037" y="1445"/>
                  </a:lnTo>
                  <a:lnTo>
                    <a:pt x="2165" y="1315"/>
                  </a:lnTo>
                  <a:lnTo>
                    <a:pt x="2208" y="1142"/>
                  </a:lnTo>
                  <a:lnTo>
                    <a:pt x="2241" y="957"/>
                  </a:lnTo>
                  <a:lnTo>
                    <a:pt x="2224" y="931"/>
                  </a:lnTo>
                  <a:lnTo>
                    <a:pt x="2204" y="909"/>
                  </a:lnTo>
                  <a:lnTo>
                    <a:pt x="2184" y="890"/>
                  </a:lnTo>
                  <a:lnTo>
                    <a:pt x="2165" y="872"/>
                  </a:lnTo>
                  <a:lnTo>
                    <a:pt x="2145" y="856"/>
                  </a:lnTo>
                  <a:lnTo>
                    <a:pt x="2125" y="844"/>
                  </a:lnTo>
                  <a:lnTo>
                    <a:pt x="2104" y="833"/>
                  </a:lnTo>
                  <a:lnTo>
                    <a:pt x="2082" y="823"/>
                  </a:lnTo>
                  <a:lnTo>
                    <a:pt x="2060" y="815"/>
                  </a:lnTo>
                  <a:lnTo>
                    <a:pt x="2037" y="809"/>
                  </a:lnTo>
                  <a:lnTo>
                    <a:pt x="2011" y="803"/>
                  </a:lnTo>
                  <a:lnTo>
                    <a:pt x="1987" y="799"/>
                  </a:lnTo>
                  <a:lnTo>
                    <a:pt x="1960" y="797"/>
                  </a:lnTo>
                  <a:lnTo>
                    <a:pt x="1932" y="795"/>
                  </a:lnTo>
                  <a:lnTo>
                    <a:pt x="1905" y="793"/>
                  </a:lnTo>
                  <a:lnTo>
                    <a:pt x="1875" y="793"/>
                  </a:lnTo>
                  <a:lnTo>
                    <a:pt x="1875" y="486"/>
                  </a:lnTo>
                  <a:lnTo>
                    <a:pt x="1875" y="315"/>
                  </a:lnTo>
                  <a:lnTo>
                    <a:pt x="1733" y="281"/>
                  </a:lnTo>
                  <a:lnTo>
                    <a:pt x="1497" y="228"/>
                  </a:lnTo>
                  <a:lnTo>
                    <a:pt x="1388" y="151"/>
                  </a:lnTo>
                  <a:lnTo>
                    <a:pt x="1345" y="0"/>
                  </a:lnTo>
                  <a:lnTo>
                    <a:pt x="1239" y="43"/>
                  </a:lnTo>
                  <a:lnTo>
                    <a:pt x="1184" y="108"/>
                  </a:lnTo>
                  <a:lnTo>
                    <a:pt x="1056" y="53"/>
                  </a:lnTo>
                  <a:close/>
                </a:path>
              </a:pathLst>
            </a:custGeom>
            <a:solidFill>
              <a:srgbClr val="E5D1AF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7" name="Freeform 84"/>
            <p:cNvSpPr>
              <a:spLocks/>
            </p:cNvSpPr>
            <p:nvPr/>
          </p:nvSpPr>
          <p:spPr bwMode="auto">
            <a:xfrm>
              <a:off x="2368" y="2322"/>
              <a:ext cx="118" cy="177"/>
            </a:xfrm>
            <a:custGeom>
              <a:avLst/>
              <a:gdLst>
                <a:gd name="T0" fmla="*/ 1 w 234"/>
                <a:gd name="T1" fmla="*/ 1 h 354"/>
                <a:gd name="T2" fmla="*/ 1 w 234"/>
                <a:gd name="T3" fmla="*/ 1 h 354"/>
                <a:gd name="T4" fmla="*/ 0 w 234"/>
                <a:gd name="T5" fmla="*/ 0 h 354"/>
                <a:gd name="T6" fmla="*/ 1 w 234"/>
                <a:gd name="T7" fmla="*/ 1 h 354"/>
                <a:gd name="T8" fmla="*/ 1 w 234"/>
                <a:gd name="T9" fmla="*/ 1 h 354"/>
                <a:gd name="T10" fmla="*/ 1 w 234"/>
                <a:gd name="T11" fmla="*/ 1 h 354"/>
                <a:gd name="T12" fmla="*/ 1 w 234"/>
                <a:gd name="T13" fmla="*/ 1 h 354"/>
                <a:gd name="T14" fmla="*/ 1 w 234"/>
                <a:gd name="T15" fmla="*/ 1 h 354"/>
                <a:gd name="T16" fmla="*/ 1 w 234"/>
                <a:gd name="T17" fmla="*/ 1 h 354"/>
                <a:gd name="T18" fmla="*/ 1 w 234"/>
                <a:gd name="T19" fmla="*/ 1 h 354"/>
                <a:gd name="T20" fmla="*/ 1 w 234"/>
                <a:gd name="T21" fmla="*/ 1 h 35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4" h="354">
                  <a:moveTo>
                    <a:pt x="234" y="20"/>
                  </a:moveTo>
                  <a:lnTo>
                    <a:pt x="92" y="20"/>
                  </a:lnTo>
                  <a:lnTo>
                    <a:pt x="0" y="0"/>
                  </a:lnTo>
                  <a:lnTo>
                    <a:pt x="6" y="87"/>
                  </a:lnTo>
                  <a:lnTo>
                    <a:pt x="29" y="268"/>
                  </a:lnTo>
                  <a:lnTo>
                    <a:pt x="79" y="354"/>
                  </a:lnTo>
                  <a:lnTo>
                    <a:pt x="128" y="354"/>
                  </a:lnTo>
                  <a:lnTo>
                    <a:pt x="179" y="280"/>
                  </a:lnTo>
                  <a:lnTo>
                    <a:pt x="179" y="199"/>
                  </a:lnTo>
                  <a:lnTo>
                    <a:pt x="220" y="199"/>
                  </a:lnTo>
                  <a:lnTo>
                    <a:pt x="234" y="2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8" name="Freeform 85"/>
            <p:cNvSpPr>
              <a:spLocks/>
            </p:cNvSpPr>
            <p:nvPr/>
          </p:nvSpPr>
          <p:spPr bwMode="auto">
            <a:xfrm>
              <a:off x="2503" y="2227"/>
              <a:ext cx="174" cy="213"/>
            </a:xfrm>
            <a:custGeom>
              <a:avLst/>
              <a:gdLst>
                <a:gd name="T0" fmla="*/ 1 w 346"/>
                <a:gd name="T1" fmla="*/ 0 h 425"/>
                <a:gd name="T2" fmla="*/ 1 w 346"/>
                <a:gd name="T3" fmla="*/ 1 h 425"/>
                <a:gd name="T4" fmla="*/ 0 w 346"/>
                <a:gd name="T5" fmla="*/ 1 h 425"/>
                <a:gd name="T6" fmla="*/ 0 w 346"/>
                <a:gd name="T7" fmla="*/ 1 h 425"/>
                <a:gd name="T8" fmla="*/ 1 w 346"/>
                <a:gd name="T9" fmla="*/ 1 h 425"/>
                <a:gd name="T10" fmla="*/ 1 w 346"/>
                <a:gd name="T11" fmla="*/ 1 h 425"/>
                <a:gd name="T12" fmla="*/ 1 w 346"/>
                <a:gd name="T13" fmla="*/ 1 h 425"/>
                <a:gd name="T14" fmla="*/ 1 w 346"/>
                <a:gd name="T15" fmla="*/ 1 h 425"/>
                <a:gd name="T16" fmla="*/ 1 w 346"/>
                <a:gd name="T17" fmla="*/ 1 h 425"/>
                <a:gd name="T18" fmla="*/ 1 w 346"/>
                <a:gd name="T19" fmla="*/ 1 h 425"/>
                <a:gd name="T20" fmla="*/ 1 w 346"/>
                <a:gd name="T21" fmla="*/ 1 h 425"/>
                <a:gd name="T22" fmla="*/ 1 w 346"/>
                <a:gd name="T23" fmla="*/ 0 h 425"/>
                <a:gd name="T24" fmla="*/ 1 w 346"/>
                <a:gd name="T25" fmla="*/ 0 h 4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6" h="425">
                  <a:moveTo>
                    <a:pt x="69" y="0"/>
                  </a:moveTo>
                  <a:lnTo>
                    <a:pt x="63" y="126"/>
                  </a:lnTo>
                  <a:lnTo>
                    <a:pt x="0" y="319"/>
                  </a:lnTo>
                  <a:lnTo>
                    <a:pt x="0" y="388"/>
                  </a:lnTo>
                  <a:lnTo>
                    <a:pt x="37" y="388"/>
                  </a:lnTo>
                  <a:lnTo>
                    <a:pt x="86" y="425"/>
                  </a:lnTo>
                  <a:lnTo>
                    <a:pt x="130" y="313"/>
                  </a:lnTo>
                  <a:lnTo>
                    <a:pt x="211" y="226"/>
                  </a:lnTo>
                  <a:lnTo>
                    <a:pt x="260" y="183"/>
                  </a:lnTo>
                  <a:lnTo>
                    <a:pt x="266" y="114"/>
                  </a:lnTo>
                  <a:lnTo>
                    <a:pt x="346" y="22"/>
                  </a:lnTo>
                  <a:lnTo>
                    <a:pt x="266" y="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9" name="Freeform 86"/>
            <p:cNvSpPr>
              <a:spLocks/>
            </p:cNvSpPr>
            <p:nvPr/>
          </p:nvSpPr>
          <p:spPr bwMode="auto">
            <a:xfrm>
              <a:off x="2467" y="2428"/>
              <a:ext cx="177" cy="261"/>
            </a:xfrm>
            <a:custGeom>
              <a:avLst/>
              <a:gdLst>
                <a:gd name="T0" fmla="*/ 0 w 351"/>
                <a:gd name="T1" fmla="*/ 0 h 521"/>
                <a:gd name="T2" fmla="*/ 1 w 351"/>
                <a:gd name="T3" fmla="*/ 0 h 521"/>
                <a:gd name="T4" fmla="*/ 1 w 351"/>
                <a:gd name="T5" fmla="*/ 1 h 521"/>
                <a:gd name="T6" fmla="*/ 1 w 351"/>
                <a:gd name="T7" fmla="*/ 1 h 521"/>
                <a:gd name="T8" fmla="*/ 1 w 351"/>
                <a:gd name="T9" fmla="*/ 1 h 521"/>
                <a:gd name="T10" fmla="*/ 1 w 351"/>
                <a:gd name="T11" fmla="*/ 1 h 521"/>
                <a:gd name="T12" fmla="*/ 1 w 351"/>
                <a:gd name="T13" fmla="*/ 1 h 521"/>
                <a:gd name="T14" fmla="*/ 1 w 351"/>
                <a:gd name="T15" fmla="*/ 2 h 521"/>
                <a:gd name="T16" fmla="*/ 1 w 351"/>
                <a:gd name="T17" fmla="*/ 1 h 521"/>
                <a:gd name="T18" fmla="*/ 1 w 351"/>
                <a:gd name="T19" fmla="*/ 1 h 521"/>
                <a:gd name="T20" fmla="*/ 1 w 351"/>
                <a:gd name="T21" fmla="*/ 1 h 521"/>
                <a:gd name="T22" fmla="*/ 1 w 351"/>
                <a:gd name="T23" fmla="*/ 1 h 521"/>
                <a:gd name="T24" fmla="*/ 1 w 351"/>
                <a:gd name="T25" fmla="*/ 1 h 521"/>
                <a:gd name="T26" fmla="*/ 0 w 351"/>
                <a:gd name="T27" fmla="*/ 0 h 5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51" h="521">
                  <a:moveTo>
                    <a:pt x="0" y="0"/>
                  </a:moveTo>
                  <a:lnTo>
                    <a:pt x="73" y="0"/>
                  </a:lnTo>
                  <a:lnTo>
                    <a:pt x="159" y="29"/>
                  </a:lnTo>
                  <a:lnTo>
                    <a:pt x="159" y="98"/>
                  </a:lnTo>
                  <a:lnTo>
                    <a:pt x="222" y="230"/>
                  </a:lnTo>
                  <a:lnTo>
                    <a:pt x="289" y="338"/>
                  </a:lnTo>
                  <a:lnTo>
                    <a:pt x="333" y="415"/>
                  </a:lnTo>
                  <a:lnTo>
                    <a:pt x="351" y="521"/>
                  </a:lnTo>
                  <a:lnTo>
                    <a:pt x="240" y="484"/>
                  </a:lnTo>
                  <a:lnTo>
                    <a:pt x="191" y="372"/>
                  </a:lnTo>
                  <a:lnTo>
                    <a:pt x="173" y="297"/>
                  </a:lnTo>
                  <a:lnTo>
                    <a:pt x="87" y="147"/>
                  </a:lnTo>
                  <a:lnTo>
                    <a:pt x="18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0" name="Freeform 87"/>
            <p:cNvSpPr>
              <a:spLocks/>
            </p:cNvSpPr>
            <p:nvPr/>
          </p:nvSpPr>
          <p:spPr bwMode="auto">
            <a:xfrm>
              <a:off x="2516" y="2640"/>
              <a:ext cx="46" cy="33"/>
            </a:xfrm>
            <a:custGeom>
              <a:avLst/>
              <a:gdLst>
                <a:gd name="T0" fmla="*/ 0 w 93"/>
                <a:gd name="T1" fmla="*/ 0 h 63"/>
                <a:gd name="T2" fmla="*/ 0 w 93"/>
                <a:gd name="T3" fmla="*/ 1 h 63"/>
                <a:gd name="T4" fmla="*/ 0 w 93"/>
                <a:gd name="T5" fmla="*/ 1 h 63"/>
                <a:gd name="T6" fmla="*/ 0 w 93"/>
                <a:gd name="T7" fmla="*/ 1 h 63"/>
                <a:gd name="T8" fmla="*/ 0 w 93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lnTo>
                    <a:pt x="81" y="8"/>
                  </a:lnTo>
                  <a:lnTo>
                    <a:pt x="93" y="63"/>
                  </a:lnTo>
                  <a:lnTo>
                    <a:pt x="44" y="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1" name="Freeform 88"/>
            <p:cNvSpPr>
              <a:spLocks/>
            </p:cNvSpPr>
            <p:nvPr/>
          </p:nvSpPr>
          <p:spPr bwMode="auto">
            <a:xfrm>
              <a:off x="2291" y="2622"/>
              <a:ext cx="326" cy="270"/>
            </a:xfrm>
            <a:custGeom>
              <a:avLst/>
              <a:gdLst>
                <a:gd name="T0" fmla="*/ 0 w 654"/>
                <a:gd name="T1" fmla="*/ 1 h 537"/>
                <a:gd name="T2" fmla="*/ 0 w 654"/>
                <a:gd name="T3" fmla="*/ 1 h 537"/>
                <a:gd name="T4" fmla="*/ 0 w 654"/>
                <a:gd name="T5" fmla="*/ 1 h 537"/>
                <a:gd name="T6" fmla="*/ 0 w 654"/>
                <a:gd name="T7" fmla="*/ 1 h 537"/>
                <a:gd name="T8" fmla="*/ 0 w 654"/>
                <a:gd name="T9" fmla="*/ 1 h 537"/>
                <a:gd name="T10" fmla="*/ 0 w 654"/>
                <a:gd name="T11" fmla="*/ 1 h 537"/>
                <a:gd name="T12" fmla="*/ 0 w 654"/>
                <a:gd name="T13" fmla="*/ 1 h 537"/>
                <a:gd name="T14" fmla="*/ 0 w 654"/>
                <a:gd name="T15" fmla="*/ 1 h 537"/>
                <a:gd name="T16" fmla="*/ 0 w 654"/>
                <a:gd name="T17" fmla="*/ 1 h 537"/>
                <a:gd name="T18" fmla="*/ 0 w 654"/>
                <a:gd name="T19" fmla="*/ 1 h 537"/>
                <a:gd name="T20" fmla="*/ 1 w 654"/>
                <a:gd name="T21" fmla="*/ 1 h 537"/>
                <a:gd name="T22" fmla="*/ 1 w 654"/>
                <a:gd name="T23" fmla="*/ 1 h 537"/>
                <a:gd name="T24" fmla="*/ 1 w 654"/>
                <a:gd name="T25" fmla="*/ 2 h 537"/>
                <a:gd name="T26" fmla="*/ 0 w 654"/>
                <a:gd name="T27" fmla="*/ 1 h 537"/>
                <a:gd name="T28" fmla="*/ 0 w 654"/>
                <a:gd name="T29" fmla="*/ 1 h 537"/>
                <a:gd name="T30" fmla="*/ 0 w 654"/>
                <a:gd name="T31" fmla="*/ 1 h 537"/>
                <a:gd name="T32" fmla="*/ 0 w 654"/>
                <a:gd name="T33" fmla="*/ 1 h 537"/>
                <a:gd name="T34" fmla="*/ 0 w 654"/>
                <a:gd name="T35" fmla="*/ 1 h 537"/>
                <a:gd name="T36" fmla="*/ 0 w 654"/>
                <a:gd name="T37" fmla="*/ 1 h 537"/>
                <a:gd name="T38" fmla="*/ 0 w 654"/>
                <a:gd name="T39" fmla="*/ 1 h 537"/>
                <a:gd name="T40" fmla="*/ 0 w 654"/>
                <a:gd name="T41" fmla="*/ 1 h 537"/>
                <a:gd name="T42" fmla="*/ 0 w 654"/>
                <a:gd name="T43" fmla="*/ 1 h 537"/>
                <a:gd name="T44" fmla="*/ 0 w 654"/>
                <a:gd name="T45" fmla="*/ 1 h 537"/>
                <a:gd name="T46" fmla="*/ 0 w 654"/>
                <a:gd name="T47" fmla="*/ 1 h 537"/>
                <a:gd name="T48" fmla="*/ 0 w 654"/>
                <a:gd name="T49" fmla="*/ 1 h 537"/>
                <a:gd name="T50" fmla="*/ 0 w 654"/>
                <a:gd name="T51" fmla="*/ 0 h 537"/>
                <a:gd name="T52" fmla="*/ 0 w 654"/>
                <a:gd name="T53" fmla="*/ 1 h 53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54" h="537">
                  <a:moveTo>
                    <a:pt x="235" y="2"/>
                  </a:moveTo>
                  <a:lnTo>
                    <a:pt x="292" y="100"/>
                  </a:lnTo>
                  <a:lnTo>
                    <a:pt x="315" y="175"/>
                  </a:lnTo>
                  <a:lnTo>
                    <a:pt x="248" y="175"/>
                  </a:lnTo>
                  <a:lnTo>
                    <a:pt x="205" y="193"/>
                  </a:lnTo>
                  <a:lnTo>
                    <a:pt x="292" y="193"/>
                  </a:lnTo>
                  <a:lnTo>
                    <a:pt x="359" y="256"/>
                  </a:lnTo>
                  <a:lnTo>
                    <a:pt x="376" y="344"/>
                  </a:lnTo>
                  <a:lnTo>
                    <a:pt x="426" y="411"/>
                  </a:lnTo>
                  <a:lnTo>
                    <a:pt x="501" y="411"/>
                  </a:lnTo>
                  <a:lnTo>
                    <a:pt x="538" y="462"/>
                  </a:lnTo>
                  <a:lnTo>
                    <a:pt x="654" y="480"/>
                  </a:lnTo>
                  <a:lnTo>
                    <a:pt x="556" y="537"/>
                  </a:lnTo>
                  <a:lnTo>
                    <a:pt x="483" y="480"/>
                  </a:lnTo>
                  <a:lnTo>
                    <a:pt x="347" y="368"/>
                  </a:lnTo>
                  <a:lnTo>
                    <a:pt x="243" y="293"/>
                  </a:lnTo>
                  <a:lnTo>
                    <a:pt x="113" y="269"/>
                  </a:lnTo>
                  <a:lnTo>
                    <a:pt x="0" y="256"/>
                  </a:lnTo>
                  <a:lnTo>
                    <a:pt x="69" y="181"/>
                  </a:lnTo>
                  <a:lnTo>
                    <a:pt x="87" y="126"/>
                  </a:lnTo>
                  <a:lnTo>
                    <a:pt x="97" y="82"/>
                  </a:lnTo>
                  <a:lnTo>
                    <a:pt x="105" y="51"/>
                  </a:lnTo>
                  <a:lnTo>
                    <a:pt x="111" y="27"/>
                  </a:lnTo>
                  <a:lnTo>
                    <a:pt x="124" y="11"/>
                  </a:lnTo>
                  <a:lnTo>
                    <a:pt x="146" y="3"/>
                  </a:lnTo>
                  <a:lnTo>
                    <a:pt x="181" y="0"/>
                  </a:lnTo>
                  <a:lnTo>
                    <a:pt x="235" y="2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2" name="Freeform 89"/>
            <p:cNvSpPr>
              <a:spLocks/>
            </p:cNvSpPr>
            <p:nvPr/>
          </p:nvSpPr>
          <p:spPr bwMode="auto">
            <a:xfrm>
              <a:off x="2606" y="2688"/>
              <a:ext cx="272" cy="119"/>
            </a:xfrm>
            <a:custGeom>
              <a:avLst/>
              <a:gdLst>
                <a:gd name="T0" fmla="*/ 0 w 541"/>
                <a:gd name="T1" fmla="*/ 0 h 237"/>
                <a:gd name="T2" fmla="*/ 1 w 541"/>
                <a:gd name="T3" fmla="*/ 1 h 237"/>
                <a:gd name="T4" fmla="*/ 1 w 541"/>
                <a:gd name="T5" fmla="*/ 1 h 237"/>
                <a:gd name="T6" fmla="*/ 1 w 541"/>
                <a:gd name="T7" fmla="*/ 1 h 237"/>
                <a:gd name="T8" fmla="*/ 2 w 541"/>
                <a:gd name="T9" fmla="*/ 1 h 237"/>
                <a:gd name="T10" fmla="*/ 2 w 541"/>
                <a:gd name="T11" fmla="*/ 1 h 237"/>
                <a:gd name="T12" fmla="*/ 1 w 541"/>
                <a:gd name="T13" fmla="*/ 1 h 237"/>
                <a:gd name="T14" fmla="*/ 1 w 541"/>
                <a:gd name="T15" fmla="*/ 1 h 237"/>
                <a:gd name="T16" fmla="*/ 1 w 541"/>
                <a:gd name="T17" fmla="*/ 1 h 237"/>
                <a:gd name="T18" fmla="*/ 1 w 541"/>
                <a:gd name="T19" fmla="*/ 1 h 237"/>
                <a:gd name="T20" fmla="*/ 1 w 541"/>
                <a:gd name="T21" fmla="*/ 1 h 237"/>
                <a:gd name="T22" fmla="*/ 0 w 541"/>
                <a:gd name="T23" fmla="*/ 0 h 2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1" h="237">
                  <a:moveTo>
                    <a:pt x="0" y="0"/>
                  </a:moveTo>
                  <a:lnTo>
                    <a:pt x="110" y="32"/>
                  </a:lnTo>
                  <a:lnTo>
                    <a:pt x="338" y="101"/>
                  </a:lnTo>
                  <a:lnTo>
                    <a:pt x="506" y="138"/>
                  </a:lnTo>
                  <a:lnTo>
                    <a:pt x="541" y="199"/>
                  </a:lnTo>
                  <a:lnTo>
                    <a:pt x="541" y="237"/>
                  </a:lnTo>
                  <a:lnTo>
                    <a:pt x="492" y="237"/>
                  </a:lnTo>
                  <a:lnTo>
                    <a:pt x="382" y="219"/>
                  </a:lnTo>
                  <a:lnTo>
                    <a:pt x="191" y="156"/>
                  </a:lnTo>
                  <a:lnTo>
                    <a:pt x="61" y="87"/>
                  </a:lnTo>
                  <a:lnTo>
                    <a:pt x="11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3" name="Freeform 90"/>
            <p:cNvSpPr>
              <a:spLocks/>
            </p:cNvSpPr>
            <p:nvPr/>
          </p:nvSpPr>
          <p:spPr bwMode="auto">
            <a:xfrm>
              <a:off x="2626" y="2378"/>
              <a:ext cx="221" cy="193"/>
            </a:xfrm>
            <a:custGeom>
              <a:avLst/>
              <a:gdLst>
                <a:gd name="T0" fmla="*/ 0 w 443"/>
                <a:gd name="T1" fmla="*/ 0 h 386"/>
                <a:gd name="T2" fmla="*/ 0 w 443"/>
                <a:gd name="T3" fmla="*/ 1 h 386"/>
                <a:gd name="T4" fmla="*/ 0 w 443"/>
                <a:gd name="T5" fmla="*/ 1 h 386"/>
                <a:gd name="T6" fmla="*/ 0 w 443"/>
                <a:gd name="T7" fmla="*/ 1 h 386"/>
                <a:gd name="T8" fmla="*/ 0 w 443"/>
                <a:gd name="T9" fmla="*/ 1 h 386"/>
                <a:gd name="T10" fmla="*/ 0 w 443"/>
                <a:gd name="T11" fmla="*/ 1 h 386"/>
                <a:gd name="T12" fmla="*/ 0 w 443"/>
                <a:gd name="T13" fmla="*/ 1 h 386"/>
                <a:gd name="T14" fmla="*/ 0 w 443"/>
                <a:gd name="T15" fmla="*/ 1 h 386"/>
                <a:gd name="T16" fmla="*/ 0 w 443"/>
                <a:gd name="T17" fmla="*/ 1 h 386"/>
                <a:gd name="T18" fmla="*/ 0 w 443"/>
                <a:gd name="T19" fmla="*/ 1 h 386"/>
                <a:gd name="T20" fmla="*/ 0 w 443"/>
                <a:gd name="T21" fmla="*/ 0 h 3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3" h="386">
                  <a:moveTo>
                    <a:pt x="0" y="0"/>
                  </a:moveTo>
                  <a:lnTo>
                    <a:pt x="43" y="69"/>
                  </a:lnTo>
                  <a:lnTo>
                    <a:pt x="116" y="168"/>
                  </a:lnTo>
                  <a:lnTo>
                    <a:pt x="272" y="268"/>
                  </a:lnTo>
                  <a:lnTo>
                    <a:pt x="376" y="337"/>
                  </a:lnTo>
                  <a:lnTo>
                    <a:pt x="443" y="386"/>
                  </a:lnTo>
                  <a:lnTo>
                    <a:pt x="382" y="386"/>
                  </a:lnTo>
                  <a:lnTo>
                    <a:pt x="240" y="300"/>
                  </a:lnTo>
                  <a:lnTo>
                    <a:pt x="79" y="19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" name="Freeform 91"/>
            <p:cNvSpPr>
              <a:spLocks/>
            </p:cNvSpPr>
            <p:nvPr/>
          </p:nvSpPr>
          <p:spPr bwMode="auto">
            <a:xfrm>
              <a:off x="2646" y="2587"/>
              <a:ext cx="429" cy="37"/>
            </a:xfrm>
            <a:custGeom>
              <a:avLst/>
              <a:gdLst>
                <a:gd name="T0" fmla="*/ 0 w 857"/>
                <a:gd name="T1" fmla="*/ 0 h 75"/>
                <a:gd name="T2" fmla="*/ 1 w 857"/>
                <a:gd name="T3" fmla="*/ 0 h 75"/>
                <a:gd name="T4" fmla="*/ 1 w 857"/>
                <a:gd name="T5" fmla="*/ 0 h 75"/>
                <a:gd name="T6" fmla="*/ 2 w 857"/>
                <a:gd name="T7" fmla="*/ 0 h 75"/>
                <a:gd name="T8" fmla="*/ 2 w 857"/>
                <a:gd name="T9" fmla="*/ 0 h 75"/>
                <a:gd name="T10" fmla="*/ 2 w 857"/>
                <a:gd name="T11" fmla="*/ 0 h 75"/>
                <a:gd name="T12" fmla="*/ 2 w 857"/>
                <a:gd name="T13" fmla="*/ 0 h 75"/>
                <a:gd name="T14" fmla="*/ 2 w 857"/>
                <a:gd name="T15" fmla="*/ 0 h 75"/>
                <a:gd name="T16" fmla="*/ 1 w 857"/>
                <a:gd name="T17" fmla="*/ 0 h 75"/>
                <a:gd name="T18" fmla="*/ 1 w 857"/>
                <a:gd name="T19" fmla="*/ 0 h 75"/>
                <a:gd name="T20" fmla="*/ 1 w 857"/>
                <a:gd name="T21" fmla="*/ 0 h 75"/>
                <a:gd name="T22" fmla="*/ 1 w 857"/>
                <a:gd name="T23" fmla="*/ 0 h 75"/>
                <a:gd name="T24" fmla="*/ 1 w 857"/>
                <a:gd name="T25" fmla="*/ 0 h 75"/>
                <a:gd name="T26" fmla="*/ 1 w 857"/>
                <a:gd name="T27" fmla="*/ 0 h 75"/>
                <a:gd name="T28" fmla="*/ 1 w 857"/>
                <a:gd name="T29" fmla="*/ 0 h 75"/>
                <a:gd name="T30" fmla="*/ 0 w 857"/>
                <a:gd name="T31" fmla="*/ 0 h 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57" h="75">
                  <a:moveTo>
                    <a:pt x="0" y="37"/>
                  </a:moveTo>
                  <a:lnTo>
                    <a:pt x="186" y="6"/>
                  </a:lnTo>
                  <a:lnTo>
                    <a:pt x="284" y="0"/>
                  </a:lnTo>
                  <a:lnTo>
                    <a:pt x="623" y="0"/>
                  </a:lnTo>
                  <a:lnTo>
                    <a:pt x="788" y="0"/>
                  </a:lnTo>
                  <a:lnTo>
                    <a:pt x="857" y="31"/>
                  </a:lnTo>
                  <a:lnTo>
                    <a:pt x="802" y="55"/>
                  </a:lnTo>
                  <a:lnTo>
                    <a:pt x="591" y="55"/>
                  </a:lnTo>
                  <a:lnTo>
                    <a:pt x="499" y="37"/>
                  </a:lnTo>
                  <a:lnTo>
                    <a:pt x="426" y="37"/>
                  </a:lnTo>
                  <a:lnTo>
                    <a:pt x="383" y="43"/>
                  </a:lnTo>
                  <a:lnTo>
                    <a:pt x="296" y="43"/>
                  </a:lnTo>
                  <a:lnTo>
                    <a:pt x="215" y="37"/>
                  </a:lnTo>
                  <a:lnTo>
                    <a:pt x="111" y="75"/>
                  </a:lnTo>
                  <a:lnTo>
                    <a:pt x="12" y="75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5" name="Freeform 92"/>
            <p:cNvSpPr>
              <a:spLocks/>
            </p:cNvSpPr>
            <p:nvPr/>
          </p:nvSpPr>
          <p:spPr bwMode="auto">
            <a:xfrm>
              <a:off x="2633" y="2276"/>
              <a:ext cx="34" cy="155"/>
            </a:xfrm>
            <a:custGeom>
              <a:avLst/>
              <a:gdLst>
                <a:gd name="T0" fmla="*/ 1 w 67"/>
                <a:gd name="T1" fmla="*/ 0 h 312"/>
                <a:gd name="T2" fmla="*/ 0 w 67"/>
                <a:gd name="T3" fmla="*/ 0 h 312"/>
                <a:gd name="T4" fmla="*/ 1 w 67"/>
                <a:gd name="T5" fmla="*/ 0 h 312"/>
                <a:gd name="T6" fmla="*/ 1 w 67"/>
                <a:gd name="T7" fmla="*/ 0 h 312"/>
                <a:gd name="T8" fmla="*/ 1 w 67"/>
                <a:gd name="T9" fmla="*/ 0 h 312"/>
                <a:gd name="T10" fmla="*/ 1 w 67"/>
                <a:gd name="T11" fmla="*/ 0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312">
                  <a:moveTo>
                    <a:pt x="25" y="0"/>
                  </a:moveTo>
                  <a:lnTo>
                    <a:pt x="0" y="99"/>
                  </a:lnTo>
                  <a:lnTo>
                    <a:pt x="12" y="205"/>
                  </a:lnTo>
                  <a:lnTo>
                    <a:pt x="67" y="312"/>
                  </a:lnTo>
                  <a:lnTo>
                    <a:pt x="31" y="15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6" name="Freeform 93"/>
            <p:cNvSpPr>
              <a:spLocks/>
            </p:cNvSpPr>
            <p:nvPr/>
          </p:nvSpPr>
          <p:spPr bwMode="auto">
            <a:xfrm>
              <a:off x="2671" y="2368"/>
              <a:ext cx="153" cy="152"/>
            </a:xfrm>
            <a:custGeom>
              <a:avLst/>
              <a:gdLst>
                <a:gd name="T0" fmla="*/ 0 w 307"/>
                <a:gd name="T1" fmla="*/ 0 h 304"/>
                <a:gd name="T2" fmla="*/ 0 w 307"/>
                <a:gd name="T3" fmla="*/ 1 h 304"/>
                <a:gd name="T4" fmla="*/ 0 w 307"/>
                <a:gd name="T5" fmla="*/ 1 h 304"/>
                <a:gd name="T6" fmla="*/ 0 w 307"/>
                <a:gd name="T7" fmla="*/ 1 h 304"/>
                <a:gd name="T8" fmla="*/ 0 w 307"/>
                <a:gd name="T9" fmla="*/ 1 h 304"/>
                <a:gd name="T10" fmla="*/ 0 w 307"/>
                <a:gd name="T11" fmla="*/ 1 h 304"/>
                <a:gd name="T12" fmla="*/ 0 w 307"/>
                <a:gd name="T13" fmla="*/ 1 h 304"/>
                <a:gd name="T14" fmla="*/ 0 w 307"/>
                <a:gd name="T15" fmla="*/ 1 h 304"/>
                <a:gd name="T16" fmla="*/ 0 w 307"/>
                <a:gd name="T17" fmla="*/ 1 h 304"/>
                <a:gd name="T18" fmla="*/ 0 w 307"/>
                <a:gd name="T19" fmla="*/ 0 h 3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7" h="304">
                  <a:moveTo>
                    <a:pt x="0" y="0"/>
                  </a:moveTo>
                  <a:lnTo>
                    <a:pt x="49" y="62"/>
                  </a:lnTo>
                  <a:lnTo>
                    <a:pt x="171" y="142"/>
                  </a:lnTo>
                  <a:lnTo>
                    <a:pt x="270" y="237"/>
                  </a:lnTo>
                  <a:lnTo>
                    <a:pt x="307" y="304"/>
                  </a:lnTo>
                  <a:lnTo>
                    <a:pt x="270" y="286"/>
                  </a:lnTo>
                  <a:lnTo>
                    <a:pt x="214" y="205"/>
                  </a:lnTo>
                  <a:lnTo>
                    <a:pt x="98" y="130"/>
                  </a:lnTo>
                  <a:lnTo>
                    <a:pt x="11" y="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7" name="Freeform 94"/>
            <p:cNvSpPr>
              <a:spLocks/>
            </p:cNvSpPr>
            <p:nvPr/>
          </p:nvSpPr>
          <p:spPr bwMode="auto">
            <a:xfrm>
              <a:off x="2827" y="2403"/>
              <a:ext cx="174" cy="138"/>
            </a:xfrm>
            <a:custGeom>
              <a:avLst/>
              <a:gdLst>
                <a:gd name="T0" fmla="*/ 0 w 347"/>
                <a:gd name="T1" fmla="*/ 1 h 274"/>
                <a:gd name="T2" fmla="*/ 1 w 347"/>
                <a:gd name="T3" fmla="*/ 1 h 274"/>
                <a:gd name="T4" fmla="*/ 1 w 347"/>
                <a:gd name="T5" fmla="*/ 1 h 274"/>
                <a:gd name="T6" fmla="*/ 1 w 347"/>
                <a:gd name="T7" fmla="*/ 0 h 274"/>
                <a:gd name="T8" fmla="*/ 1 w 347"/>
                <a:gd name="T9" fmla="*/ 1 h 274"/>
                <a:gd name="T10" fmla="*/ 1 w 347"/>
                <a:gd name="T11" fmla="*/ 1 h 274"/>
                <a:gd name="T12" fmla="*/ 1 w 347"/>
                <a:gd name="T13" fmla="*/ 1 h 274"/>
                <a:gd name="T14" fmla="*/ 0 w 347"/>
                <a:gd name="T15" fmla="*/ 1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7" h="274">
                  <a:moveTo>
                    <a:pt x="0" y="274"/>
                  </a:moveTo>
                  <a:lnTo>
                    <a:pt x="81" y="193"/>
                  </a:lnTo>
                  <a:lnTo>
                    <a:pt x="266" y="52"/>
                  </a:lnTo>
                  <a:lnTo>
                    <a:pt x="347" y="0"/>
                  </a:lnTo>
                  <a:lnTo>
                    <a:pt x="272" y="101"/>
                  </a:lnTo>
                  <a:lnTo>
                    <a:pt x="205" y="138"/>
                  </a:lnTo>
                  <a:lnTo>
                    <a:pt x="106" y="193"/>
                  </a:lnTo>
                  <a:lnTo>
                    <a:pt x="0" y="274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8" name="Freeform 95"/>
            <p:cNvSpPr>
              <a:spLocks/>
            </p:cNvSpPr>
            <p:nvPr/>
          </p:nvSpPr>
          <p:spPr bwMode="auto">
            <a:xfrm>
              <a:off x="3017" y="2313"/>
              <a:ext cx="117" cy="239"/>
            </a:xfrm>
            <a:custGeom>
              <a:avLst/>
              <a:gdLst>
                <a:gd name="T0" fmla="*/ 0 w 235"/>
                <a:gd name="T1" fmla="*/ 0 h 479"/>
                <a:gd name="T2" fmla="*/ 0 w 235"/>
                <a:gd name="T3" fmla="*/ 0 h 479"/>
                <a:gd name="T4" fmla="*/ 0 w 235"/>
                <a:gd name="T5" fmla="*/ 0 h 479"/>
                <a:gd name="T6" fmla="*/ 0 w 235"/>
                <a:gd name="T7" fmla="*/ 0 h 479"/>
                <a:gd name="T8" fmla="*/ 0 w 235"/>
                <a:gd name="T9" fmla="*/ 0 h 479"/>
                <a:gd name="T10" fmla="*/ 0 w 235"/>
                <a:gd name="T11" fmla="*/ 0 h 479"/>
                <a:gd name="T12" fmla="*/ 0 w 235"/>
                <a:gd name="T13" fmla="*/ 0 h 479"/>
                <a:gd name="T14" fmla="*/ 0 w 235"/>
                <a:gd name="T15" fmla="*/ 0 h 479"/>
                <a:gd name="T16" fmla="*/ 0 w 235"/>
                <a:gd name="T17" fmla="*/ 0 h 479"/>
                <a:gd name="T18" fmla="*/ 0 w 235"/>
                <a:gd name="T19" fmla="*/ 0 h 479"/>
                <a:gd name="T20" fmla="*/ 0 w 235"/>
                <a:gd name="T21" fmla="*/ 0 h 479"/>
                <a:gd name="T22" fmla="*/ 0 w 235"/>
                <a:gd name="T23" fmla="*/ 0 h 4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5" h="479">
                  <a:moveTo>
                    <a:pt x="57" y="0"/>
                  </a:moveTo>
                  <a:lnTo>
                    <a:pt x="150" y="38"/>
                  </a:lnTo>
                  <a:lnTo>
                    <a:pt x="235" y="130"/>
                  </a:lnTo>
                  <a:lnTo>
                    <a:pt x="191" y="211"/>
                  </a:lnTo>
                  <a:lnTo>
                    <a:pt x="130" y="311"/>
                  </a:lnTo>
                  <a:lnTo>
                    <a:pt x="87" y="424"/>
                  </a:lnTo>
                  <a:lnTo>
                    <a:pt x="0" y="479"/>
                  </a:lnTo>
                  <a:lnTo>
                    <a:pt x="63" y="398"/>
                  </a:lnTo>
                  <a:lnTo>
                    <a:pt x="142" y="205"/>
                  </a:lnTo>
                  <a:lnTo>
                    <a:pt x="136" y="67"/>
                  </a:lnTo>
                  <a:lnTo>
                    <a:pt x="49" y="67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9" name="Freeform 96"/>
            <p:cNvSpPr>
              <a:spLocks/>
            </p:cNvSpPr>
            <p:nvPr/>
          </p:nvSpPr>
          <p:spPr bwMode="auto">
            <a:xfrm>
              <a:off x="2626" y="2235"/>
              <a:ext cx="178" cy="189"/>
            </a:xfrm>
            <a:custGeom>
              <a:avLst/>
              <a:gdLst>
                <a:gd name="T0" fmla="*/ 0 w 357"/>
                <a:gd name="T1" fmla="*/ 1 h 378"/>
                <a:gd name="T2" fmla="*/ 0 w 357"/>
                <a:gd name="T3" fmla="*/ 1 h 378"/>
                <a:gd name="T4" fmla="*/ 0 w 357"/>
                <a:gd name="T5" fmla="*/ 1 h 378"/>
                <a:gd name="T6" fmla="*/ 0 w 357"/>
                <a:gd name="T7" fmla="*/ 1 h 378"/>
                <a:gd name="T8" fmla="*/ 0 w 357"/>
                <a:gd name="T9" fmla="*/ 1 h 378"/>
                <a:gd name="T10" fmla="*/ 0 w 357"/>
                <a:gd name="T11" fmla="*/ 1 h 378"/>
                <a:gd name="T12" fmla="*/ 0 w 357"/>
                <a:gd name="T13" fmla="*/ 1 h 378"/>
                <a:gd name="T14" fmla="*/ 0 w 357"/>
                <a:gd name="T15" fmla="*/ 1 h 378"/>
                <a:gd name="T16" fmla="*/ 0 w 357"/>
                <a:gd name="T17" fmla="*/ 1 h 378"/>
                <a:gd name="T18" fmla="*/ 0 w 357"/>
                <a:gd name="T19" fmla="*/ 1 h 378"/>
                <a:gd name="T20" fmla="*/ 0 w 357"/>
                <a:gd name="T21" fmla="*/ 1 h 378"/>
                <a:gd name="T22" fmla="*/ 0 w 357"/>
                <a:gd name="T23" fmla="*/ 1 h 378"/>
                <a:gd name="T24" fmla="*/ 0 w 357"/>
                <a:gd name="T25" fmla="*/ 1 h 378"/>
                <a:gd name="T26" fmla="*/ 0 w 357"/>
                <a:gd name="T27" fmla="*/ 0 h 378"/>
                <a:gd name="T28" fmla="*/ 0 w 357"/>
                <a:gd name="T29" fmla="*/ 0 h 378"/>
                <a:gd name="T30" fmla="*/ 0 w 357"/>
                <a:gd name="T31" fmla="*/ 1 h 3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7" h="378">
                  <a:moveTo>
                    <a:pt x="49" y="74"/>
                  </a:moveTo>
                  <a:lnTo>
                    <a:pt x="0" y="179"/>
                  </a:lnTo>
                  <a:lnTo>
                    <a:pt x="6" y="248"/>
                  </a:lnTo>
                  <a:lnTo>
                    <a:pt x="37" y="315"/>
                  </a:lnTo>
                  <a:lnTo>
                    <a:pt x="79" y="378"/>
                  </a:lnTo>
                  <a:lnTo>
                    <a:pt x="37" y="204"/>
                  </a:lnTo>
                  <a:lnTo>
                    <a:pt x="93" y="136"/>
                  </a:lnTo>
                  <a:lnTo>
                    <a:pt x="165" y="110"/>
                  </a:lnTo>
                  <a:lnTo>
                    <a:pt x="165" y="61"/>
                  </a:lnTo>
                  <a:lnTo>
                    <a:pt x="234" y="61"/>
                  </a:lnTo>
                  <a:lnTo>
                    <a:pt x="327" y="98"/>
                  </a:lnTo>
                  <a:lnTo>
                    <a:pt x="357" y="43"/>
                  </a:lnTo>
                  <a:lnTo>
                    <a:pt x="290" y="11"/>
                  </a:lnTo>
                  <a:lnTo>
                    <a:pt x="165" y="0"/>
                  </a:lnTo>
                  <a:lnTo>
                    <a:pt x="98" y="0"/>
                  </a:lnTo>
                  <a:lnTo>
                    <a:pt x="49" y="74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0" name="Freeform 97"/>
            <p:cNvSpPr>
              <a:spLocks/>
            </p:cNvSpPr>
            <p:nvPr/>
          </p:nvSpPr>
          <p:spPr bwMode="auto">
            <a:xfrm>
              <a:off x="2923" y="2446"/>
              <a:ext cx="267" cy="278"/>
            </a:xfrm>
            <a:custGeom>
              <a:avLst/>
              <a:gdLst>
                <a:gd name="T0" fmla="*/ 0 w 532"/>
                <a:gd name="T1" fmla="*/ 2 h 553"/>
                <a:gd name="T2" fmla="*/ 1 w 532"/>
                <a:gd name="T3" fmla="*/ 1 h 553"/>
                <a:gd name="T4" fmla="*/ 1 w 532"/>
                <a:gd name="T5" fmla="*/ 1 h 553"/>
                <a:gd name="T6" fmla="*/ 1 w 532"/>
                <a:gd name="T7" fmla="*/ 1 h 553"/>
                <a:gd name="T8" fmla="*/ 1 w 532"/>
                <a:gd name="T9" fmla="*/ 1 h 553"/>
                <a:gd name="T10" fmla="*/ 1 w 532"/>
                <a:gd name="T11" fmla="*/ 1 h 553"/>
                <a:gd name="T12" fmla="*/ 1 w 532"/>
                <a:gd name="T13" fmla="*/ 0 h 553"/>
                <a:gd name="T14" fmla="*/ 2 w 532"/>
                <a:gd name="T15" fmla="*/ 1 h 553"/>
                <a:gd name="T16" fmla="*/ 2 w 532"/>
                <a:gd name="T17" fmla="*/ 1 h 553"/>
                <a:gd name="T18" fmla="*/ 1 w 532"/>
                <a:gd name="T19" fmla="*/ 1 h 553"/>
                <a:gd name="T20" fmla="*/ 1 w 532"/>
                <a:gd name="T21" fmla="*/ 1 h 553"/>
                <a:gd name="T22" fmla="*/ 1 w 532"/>
                <a:gd name="T23" fmla="*/ 2 h 553"/>
                <a:gd name="T24" fmla="*/ 1 w 532"/>
                <a:gd name="T25" fmla="*/ 2 h 553"/>
                <a:gd name="T26" fmla="*/ 0 w 532"/>
                <a:gd name="T27" fmla="*/ 2 h 5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2" h="553">
                  <a:moveTo>
                    <a:pt x="0" y="534"/>
                  </a:moveTo>
                  <a:lnTo>
                    <a:pt x="185" y="473"/>
                  </a:lnTo>
                  <a:lnTo>
                    <a:pt x="278" y="378"/>
                  </a:lnTo>
                  <a:lnTo>
                    <a:pt x="427" y="148"/>
                  </a:lnTo>
                  <a:lnTo>
                    <a:pt x="463" y="93"/>
                  </a:lnTo>
                  <a:lnTo>
                    <a:pt x="408" y="43"/>
                  </a:lnTo>
                  <a:lnTo>
                    <a:pt x="451" y="0"/>
                  </a:lnTo>
                  <a:lnTo>
                    <a:pt x="532" y="49"/>
                  </a:lnTo>
                  <a:lnTo>
                    <a:pt x="532" y="124"/>
                  </a:lnTo>
                  <a:lnTo>
                    <a:pt x="376" y="392"/>
                  </a:lnTo>
                  <a:lnTo>
                    <a:pt x="321" y="490"/>
                  </a:lnTo>
                  <a:lnTo>
                    <a:pt x="234" y="516"/>
                  </a:lnTo>
                  <a:lnTo>
                    <a:pt x="43" y="553"/>
                  </a:lnTo>
                  <a:lnTo>
                    <a:pt x="0" y="534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1" name="Freeform 98"/>
            <p:cNvSpPr>
              <a:spLocks/>
            </p:cNvSpPr>
            <p:nvPr/>
          </p:nvSpPr>
          <p:spPr bwMode="auto">
            <a:xfrm>
              <a:off x="2754" y="2692"/>
              <a:ext cx="471" cy="193"/>
            </a:xfrm>
            <a:custGeom>
              <a:avLst/>
              <a:gdLst>
                <a:gd name="T0" fmla="*/ 0 w 944"/>
                <a:gd name="T1" fmla="*/ 1 h 386"/>
                <a:gd name="T2" fmla="*/ 0 w 944"/>
                <a:gd name="T3" fmla="*/ 1 h 386"/>
                <a:gd name="T4" fmla="*/ 0 w 944"/>
                <a:gd name="T5" fmla="*/ 1 h 386"/>
                <a:gd name="T6" fmla="*/ 1 w 944"/>
                <a:gd name="T7" fmla="*/ 1 h 386"/>
                <a:gd name="T8" fmla="*/ 1 w 944"/>
                <a:gd name="T9" fmla="*/ 1 h 386"/>
                <a:gd name="T10" fmla="*/ 1 w 944"/>
                <a:gd name="T11" fmla="*/ 0 h 386"/>
                <a:gd name="T12" fmla="*/ 1 w 944"/>
                <a:gd name="T13" fmla="*/ 1 h 386"/>
                <a:gd name="T14" fmla="*/ 1 w 944"/>
                <a:gd name="T15" fmla="*/ 1 h 386"/>
                <a:gd name="T16" fmla="*/ 1 w 944"/>
                <a:gd name="T17" fmla="*/ 1 h 386"/>
                <a:gd name="T18" fmla="*/ 1 w 944"/>
                <a:gd name="T19" fmla="*/ 1 h 386"/>
                <a:gd name="T20" fmla="*/ 1 w 944"/>
                <a:gd name="T21" fmla="*/ 1 h 386"/>
                <a:gd name="T22" fmla="*/ 1 w 944"/>
                <a:gd name="T23" fmla="*/ 1 h 386"/>
                <a:gd name="T24" fmla="*/ 0 w 944"/>
                <a:gd name="T25" fmla="*/ 1 h 386"/>
                <a:gd name="T26" fmla="*/ 0 w 944"/>
                <a:gd name="T27" fmla="*/ 1 h 386"/>
                <a:gd name="T28" fmla="*/ 0 w 944"/>
                <a:gd name="T29" fmla="*/ 1 h 386"/>
                <a:gd name="T30" fmla="*/ 0 w 944"/>
                <a:gd name="T31" fmla="*/ 1 h 386"/>
                <a:gd name="T32" fmla="*/ 0 w 944"/>
                <a:gd name="T33" fmla="*/ 1 h 3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44" h="386">
                  <a:moveTo>
                    <a:pt x="69" y="251"/>
                  </a:moveTo>
                  <a:lnTo>
                    <a:pt x="240" y="288"/>
                  </a:lnTo>
                  <a:lnTo>
                    <a:pt x="388" y="282"/>
                  </a:lnTo>
                  <a:lnTo>
                    <a:pt x="599" y="170"/>
                  </a:lnTo>
                  <a:lnTo>
                    <a:pt x="692" y="95"/>
                  </a:lnTo>
                  <a:lnTo>
                    <a:pt x="741" y="0"/>
                  </a:lnTo>
                  <a:lnTo>
                    <a:pt x="833" y="26"/>
                  </a:lnTo>
                  <a:lnTo>
                    <a:pt x="889" y="81"/>
                  </a:lnTo>
                  <a:lnTo>
                    <a:pt x="944" y="107"/>
                  </a:lnTo>
                  <a:lnTo>
                    <a:pt x="778" y="256"/>
                  </a:lnTo>
                  <a:lnTo>
                    <a:pt x="587" y="380"/>
                  </a:lnTo>
                  <a:lnTo>
                    <a:pt x="518" y="369"/>
                  </a:lnTo>
                  <a:lnTo>
                    <a:pt x="439" y="369"/>
                  </a:lnTo>
                  <a:lnTo>
                    <a:pt x="315" y="386"/>
                  </a:lnTo>
                  <a:lnTo>
                    <a:pt x="211" y="343"/>
                  </a:lnTo>
                  <a:lnTo>
                    <a:pt x="0" y="282"/>
                  </a:lnTo>
                  <a:lnTo>
                    <a:pt x="69" y="251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2" name="Freeform 99"/>
            <p:cNvSpPr>
              <a:spLocks/>
            </p:cNvSpPr>
            <p:nvPr/>
          </p:nvSpPr>
          <p:spPr bwMode="auto">
            <a:xfrm>
              <a:off x="3033" y="2495"/>
              <a:ext cx="363" cy="487"/>
            </a:xfrm>
            <a:custGeom>
              <a:avLst/>
              <a:gdLst>
                <a:gd name="T0" fmla="*/ 1 w 723"/>
                <a:gd name="T1" fmla="*/ 0 h 970"/>
                <a:gd name="T2" fmla="*/ 1 w 723"/>
                <a:gd name="T3" fmla="*/ 1 h 970"/>
                <a:gd name="T4" fmla="*/ 2 w 723"/>
                <a:gd name="T5" fmla="*/ 1 h 970"/>
                <a:gd name="T6" fmla="*/ 2 w 723"/>
                <a:gd name="T7" fmla="*/ 1 h 970"/>
                <a:gd name="T8" fmla="*/ 2 w 723"/>
                <a:gd name="T9" fmla="*/ 1 h 970"/>
                <a:gd name="T10" fmla="*/ 2 w 723"/>
                <a:gd name="T11" fmla="*/ 1 h 970"/>
                <a:gd name="T12" fmla="*/ 2 w 723"/>
                <a:gd name="T13" fmla="*/ 1 h 970"/>
                <a:gd name="T14" fmla="*/ 2 w 723"/>
                <a:gd name="T15" fmla="*/ 2 h 970"/>
                <a:gd name="T16" fmla="*/ 2 w 723"/>
                <a:gd name="T17" fmla="*/ 2 h 970"/>
                <a:gd name="T18" fmla="*/ 2 w 723"/>
                <a:gd name="T19" fmla="*/ 2 h 970"/>
                <a:gd name="T20" fmla="*/ 2 w 723"/>
                <a:gd name="T21" fmla="*/ 2 h 970"/>
                <a:gd name="T22" fmla="*/ 2 w 723"/>
                <a:gd name="T23" fmla="*/ 2 h 970"/>
                <a:gd name="T24" fmla="*/ 2 w 723"/>
                <a:gd name="T25" fmla="*/ 2 h 970"/>
                <a:gd name="T26" fmla="*/ 2 w 723"/>
                <a:gd name="T27" fmla="*/ 2 h 970"/>
                <a:gd name="T28" fmla="*/ 1 w 723"/>
                <a:gd name="T29" fmla="*/ 2 h 970"/>
                <a:gd name="T30" fmla="*/ 1 w 723"/>
                <a:gd name="T31" fmla="*/ 2 h 970"/>
                <a:gd name="T32" fmla="*/ 1 w 723"/>
                <a:gd name="T33" fmla="*/ 2 h 970"/>
                <a:gd name="T34" fmla="*/ 1 w 723"/>
                <a:gd name="T35" fmla="*/ 2 h 970"/>
                <a:gd name="T36" fmla="*/ 1 w 723"/>
                <a:gd name="T37" fmla="*/ 2 h 970"/>
                <a:gd name="T38" fmla="*/ 1 w 723"/>
                <a:gd name="T39" fmla="*/ 2 h 970"/>
                <a:gd name="T40" fmla="*/ 1 w 723"/>
                <a:gd name="T41" fmla="*/ 2 h 970"/>
                <a:gd name="T42" fmla="*/ 1 w 723"/>
                <a:gd name="T43" fmla="*/ 2 h 970"/>
                <a:gd name="T44" fmla="*/ 0 w 723"/>
                <a:gd name="T45" fmla="*/ 2 h 970"/>
                <a:gd name="T46" fmla="*/ 1 w 723"/>
                <a:gd name="T47" fmla="*/ 2 h 970"/>
                <a:gd name="T48" fmla="*/ 1 w 723"/>
                <a:gd name="T49" fmla="*/ 2 h 970"/>
                <a:gd name="T50" fmla="*/ 1 w 723"/>
                <a:gd name="T51" fmla="*/ 1 h 970"/>
                <a:gd name="T52" fmla="*/ 2 w 723"/>
                <a:gd name="T53" fmla="*/ 1 h 970"/>
                <a:gd name="T54" fmla="*/ 2 w 723"/>
                <a:gd name="T55" fmla="*/ 1 h 970"/>
                <a:gd name="T56" fmla="*/ 1 w 723"/>
                <a:gd name="T57" fmla="*/ 1 h 970"/>
                <a:gd name="T58" fmla="*/ 1 w 723"/>
                <a:gd name="T59" fmla="*/ 1 h 970"/>
                <a:gd name="T60" fmla="*/ 1 w 723"/>
                <a:gd name="T61" fmla="*/ 0 h 97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23" h="970">
                  <a:moveTo>
                    <a:pt x="376" y="0"/>
                  </a:moveTo>
                  <a:lnTo>
                    <a:pt x="494" y="5"/>
                  </a:lnTo>
                  <a:lnTo>
                    <a:pt x="723" y="124"/>
                  </a:lnTo>
                  <a:lnTo>
                    <a:pt x="707" y="342"/>
                  </a:lnTo>
                  <a:lnTo>
                    <a:pt x="705" y="395"/>
                  </a:lnTo>
                  <a:lnTo>
                    <a:pt x="699" y="443"/>
                  </a:lnTo>
                  <a:lnTo>
                    <a:pt x="689" y="484"/>
                  </a:lnTo>
                  <a:lnTo>
                    <a:pt x="675" y="521"/>
                  </a:lnTo>
                  <a:lnTo>
                    <a:pt x="659" y="555"/>
                  </a:lnTo>
                  <a:lnTo>
                    <a:pt x="638" y="586"/>
                  </a:lnTo>
                  <a:lnTo>
                    <a:pt x="616" y="614"/>
                  </a:lnTo>
                  <a:lnTo>
                    <a:pt x="589" y="640"/>
                  </a:lnTo>
                  <a:lnTo>
                    <a:pt x="561" y="665"/>
                  </a:lnTo>
                  <a:lnTo>
                    <a:pt x="529" y="691"/>
                  </a:lnTo>
                  <a:lnTo>
                    <a:pt x="496" y="714"/>
                  </a:lnTo>
                  <a:lnTo>
                    <a:pt x="459" y="740"/>
                  </a:lnTo>
                  <a:lnTo>
                    <a:pt x="421" y="768"/>
                  </a:lnTo>
                  <a:lnTo>
                    <a:pt x="382" y="797"/>
                  </a:lnTo>
                  <a:lnTo>
                    <a:pt x="340" y="831"/>
                  </a:lnTo>
                  <a:lnTo>
                    <a:pt x="297" y="866"/>
                  </a:lnTo>
                  <a:lnTo>
                    <a:pt x="204" y="970"/>
                  </a:lnTo>
                  <a:lnTo>
                    <a:pt x="118" y="927"/>
                  </a:lnTo>
                  <a:lnTo>
                    <a:pt x="0" y="866"/>
                  </a:lnTo>
                  <a:lnTo>
                    <a:pt x="68" y="791"/>
                  </a:lnTo>
                  <a:lnTo>
                    <a:pt x="376" y="547"/>
                  </a:lnTo>
                  <a:lnTo>
                    <a:pt x="468" y="472"/>
                  </a:lnTo>
                  <a:lnTo>
                    <a:pt x="561" y="299"/>
                  </a:lnTo>
                  <a:lnTo>
                    <a:pt x="524" y="161"/>
                  </a:lnTo>
                  <a:lnTo>
                    <a:pt x="425" y="86"/>
                  </a:lnTo>
                  <a:lnTo>
                    <a:pt x="352" y="74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3" name="Freeform 100"/>
            <p:cNvSpPr>
              <a:spLocks/>
            </p:cNvSpPr>
            <p:nvPr/>
          </p:nvSpPr>
          <p:spPr bwMode="auto">
            <a:xfrm>
              <a:off x="2883" y="2130"/>
              <a:ext cx="326" cy="339"/>
            </a:xfrm>
            <a:custGeom>
              <a:avLst/>
              <a:gdLst>
                <a:gd name="T0" fmla="*/ 0 w 654"/>
                <a:gd name="T1" fmla="*/ 1 h 677"/>
                <a:gd name="T2" fmla="*/ 0 w 654"/>
                <a:gd name="T3" fmla="*/ 1 h 677"/>
                <a:gd name="T4" fmla="*/ 0 w 654"/>
                <a:gd name="T5" fmla="*/ 0 h 677"/>
                <a:gd name="T6" fmla="*/ 0 w 654"/>
                <a:gd name="T7" fmla="*/ 1 h 677"/>
                <a:gd name="T8" fmla="*/ 0 w 654"/>
                <a:gd name="T9" fmla="*/ 1 h 677"/>
                <a:gd name="T10" fmla="*/ 0 w 654"/>
                <a:gd name="T11" fmla="*/ 1 h 677"/>
                <a:gd name="T12" fmla="*/ 1 w 654"/>
                <a:gd name="T13" fmla="*/ 1 h 677"/>
                <a:gd name="T14" fmla="*/ 1 w 654"/>
                <a:gd name="T15" fmla="*/ 1 h 677"/>
                <a:gd name="T16" fmla="*/ 1 w 654"/>
                <a:gd name="T17" fmla="*/ 2 h 677"/>
                <a:gd name="T18" fmla="*/ 1 w 654"/>
                <a:gd name="T19" fmla="*/ 2 h 677"/>
                <a:gd name="T20" fmla="*/ 1 w 654"/>
                <a:gd name="T21" fmla="*/ 2 h 677"/>
                <a:gd name="T22" fmla="*/ 1 w 654"/>
                <a:gd name="T23" fmla="*/ 1 h 677"/>
                <a:gd name="T24" fmla="*/ 1 w 654"/>
                <a:gd name="T25" fmla="*/ 1 h 677"/>
                <a:gd name="T26" fmla="*/ 0 w 654"/>
                <a:gd name="T27" fmla="*/ 1 h 677"/>
                <a:gd name="T28" fmla="*/ 0 w 654"/>
                <a:gd name="T29" fmla="*/ 1 h 677"/>
                <a:gd name="T30" fmla="*/ 0 w 654"/>
                <a:gd name="T31" fmla="*/ 1 h 677"/>
                <a:gd name="T32" fmla="*/ 0 w 654"/>
                <a:gd name="T33" fmla="*/ 1 h 677"/>
                <a:gd name="T34" fmla="*/ 0 w 654"/>
                <a:gd name="T35" fmla="*/ 1 h 677"/>
                <a:gd name="T36" fmla="*/ 0 w 654"/>
                <a:gd name="T37" fmla="*/ 1 h 67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54" h="677">
                  <a:moveTo>
                    <a:pt x="0" y="93"/>
                  </a:moveTo>
                  <a:lnTo>
                    <a:pt x="47" y="53"/>
                  </a:lnTo>
                  <a:lnTo>
                    <a:pt x="116" y="0"/>
                  </a:lnTo>
                  <a:lnTo>
                    <a:pt x="191" y="102"/>
                  </a:lnTo>
                  <a:lnTo>
                    <a:pt x="317" y="189"/>
                  </a:lnTo>
                  <a:lnTo>
                    <a:pt x="471" y="221"/>
                  </a:lnTo>
                  <a:lnTo>
                    <a:pt x="636" y="242"/>
                  </a:lnTo>
                  <a:lnTo>
                    <a:pt x="654" y="303"/>
                  </a:lnTo>
                  <a:lnTo>
                    <a:pt x="640" y="677"/>
                  </a:lnTo>
                  <a:lnTo>
                    <a:pt x="575" y="624"/>
                  </a:lnTo>
                  <a:lnTo>
                    <a:pt x="540" y="573"/>
                  </a:lnTo>
                  <a:lnTo>
                    <a:pt x="575" y="441"/>
                  </a:lnTo>
                  <a:lnTo>
                    <a:pt x="575" y="303"/>
                  </a:lnTo>
                  <a:lnTo>
                    <a:pt x="443" y="303"/>
                  </a:lnTo>
                  <a:lnTo>
                    <a:pt x="327" y="276"/>
                  </a:lnTo>
                  <a:lnTo>
                    <a:pt x="227" y="224"/>
                  </a:lnTo>
                  <a:lnTo>
                    <a:pt x="140" y="136"/>
                  </a:lnTo>
                  <a:lnTo>
                    <a:pt x="51" y="85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4" name="Freeform 101"/>
            <p:cNvSpPr>
              <a:spLocks/>
            </p:cNvSpPr>
            <p:nvPr/>
          </p:nvSpPr>
          <p:spPr bwMode="auto">
            <a:xfrm>
              <a:off x="2824" y="2285"/>
              <a:ext cx="98" cy="140"/>
            </a:xfrm>
            <a:custGeom>
              <a:avLst/>
              <a:gdLst>
                <a:gd name="T0" fmla="*/ 0 w 193"/>
                <a:gd name="T1" fmla="*/ 0 h 282"/>
                <a:gd name="T2" fmla="*/ 1 w 193"/>
                <a:gd name="T3" fmla="*/ 0 h 282"/>
                <a:gd name="T4" fmla="*/ 1 w 193"/>
                <a:gd name="T5" fmla="*/ 0 h 282"/>
                <a:gd name="T6" fmla="*/ 1 w 193"/>
                <a:gd name="T7" fmla="*/ 0 h 282"/>
                <a:gd name="T8" fmla="*/ 1 w 193"/>
                <a:gd name="T9" fmla="*/ 0 h 282"/>
                <a:gd name="T10" fmla="*/ 1 w 193"/>
                <a:gd name="T11" fmla="*/ 0 h 282"/>
                <a:gd name="T12" fmla="*/ 1 w 193"/>
                <a:gd name="T13" fmla="*/ 0 h 282"/>
                <a:gd name="T14" fmla="*/ 1 w 193"/>
                <a:gd name="T15" fmla="*/ 0 h 282"/>
                <a:gd name="T16" fmla="*/ 1 w 193"/>
                <a:gd name="T17" fmla="*/ 0 h 282"/>
                <a:gd name="T18" fmla="*/ 1 w 193"/>
                <a:gd name="T19" fmla="*/ 0 h 282"/>
                <a:gd name="T20" fmla="*/ 0 w 193"/>
                <a:gd name="T21" fmla="*/ 0 h 28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3" h="282">
                  <a:moveTo>
                    <a:pt x="0" y="0"/>
                  </a:moveTo>
                  <a:lnTo>
                    <a:pt x="79" y="0"/>
                  </a:lnTo>
                  <a:lnTo>
                    <a:pt x="148" y="47"/>
                  </a:lnTo>
                  <a:lnTo>
                    <a:pt x="193" y="108"/>
                  </a:lnTo>
                  <a:lnTo>
                    <a:pt x="179" y="166"/>
                  </a:lnTo>
                  <a:lnTo>
                    <a:pt x="118" y="282"/>
                  </a:lnTo>
                  <a:lnTo>
                    <a:pt x="158" y="201"/>
                  </a:lnTo>
                  <a:lnTo>
                    <a:pt x="158" y="97"/>
                  </a:lnTo>
                  <a:lnTo>
                    <a:pt x="96" y="26"/>
                  </a:lnTo>
                  <a:lnTo>
                    <a:pt x="3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" name="Freeform 102"/>
            <p:cNvSpPr>
              <a:spLocks/>
            </p:cNvSpPr>
            <p:nvPr/>
          </p:nvSpPr>
          <p:spPr bwMode="auto">
            <a:xfrm>
              <a:off x="2794" y="2190"/>
              <a:ext cx="152" cy="212"/>
            </a:xfrm>
            <a:custGeom>
              <a:avLst/>
              <a:gdLst>
                <a:gd name="T0" fmla="*/ 0 w 305"/>
                <a:gd name="T1" fmla="*/ 0 h 422"/>
                <a:gd name="T2" fmla="*/ 0 w 305"/>
                <a:gd name="T3" fmla="*/ 1 h 422"/>
                <a:gd name="T4" fmla="*/ 0 w 305"/>
                <a:gd name="T5" fmla="*/ 1 h 422"/>
                <a:gd name="T6" fmla="*/ 0 w 305"/>
                <a:gd name="T7" fmla="*/ 1 h 422"/>
                <a:gd name="T8" fmla="*/ 0 w 305"/>
                <a:gd name="T9" fmla="*/ 1 h 422"/>
                <a:gd name="T10" fmla="*/ 0 w 305"/>
                <a:gd name="T11" fmla="*/ 1 h 422"/>
                <a:gd name="T12" fmla="*/ 0 w 305"/>
                <a:gd name="T13" fmla="*/ 1 h 422"/>
                <a:gd name="T14" fmla="*/ 0 w 305"/>
                <a:gd name="T15" fmla="*/ 1 h 422"/>
                <a:gd name="T16" fmla="*/ 0 w 305"/>
                <a:gd name="T17" fmla="*/ 1 h 422"/>
                <a:gd name="T18" fmla="*/ 0 w 305"/>
                <a:gd name="T19" fmla="*/ 1 h 422"/>
                <a:gd name="T20" fmla="*/ 0 w 305"/>
                <a:gd name="T21" fmla="*/ 1 h 422"/>
                <a:gd name="T22" fmla="*/ 0 w 305"/>
                <a:gd name="T23" fmla="*/ 1 h 422"/>
                <a:gd name="T24" fmla="*/ 0 w 305"/>
                <a:gd name="T25" fmla="*/ 1 h 422"/>
                <a:gd name="T26" fmla="*/ 0 w 305"/>
                <a:gd name="T27" fmla="*/ 1 h 422"/>
                <a:gd name="T28" fmla="*/ 0 w 305"/>
                <a:gd name="T29" fmla="*/ 0 h 4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5" h="422">
                  <a:moveTo>
                    <a:pt x="0" y="0"/>
                  </a:moveTo>
                  <a:lnTo>
                    <a:pt x="118" y="51"/>
                  </a:lnTo>
                  <a:lnTo>
                    <a:pt x="236" y="114"/>
                  </a:lnTo>
                  <a:lnTo>
                    <a:pt x="262" y="201"/>
                  </a:lnTo>
                  <a:lnTo>
                    <a:pt x="305" y="321"/>
                  </a:lnTo>
                  <a:lnTo>
                    <a:pt x="297" y="372"/>
                  </a:lnTo>
                  <a:lnTo>
                    <a:pt x="222" y="422"/>
                  </a:lnTo>
                  <a:lnTo>
                    <a:pt x="276" y="372"/>
                  </a:lnTo>
                  <a:lnTo>
                    <a:pt x="276" y="321"/>
                  </a:lnTo>
                  <a:lnTo>
                    <a:pt x="248" y="207"/>
                  </a:lnTo>
                  <a:lnTo>
                    <a:pt x="219" y="136"/>
                  </a:lnTo>
                  <a:lnTo>
                    <a:pt x="148" y="91"/>
                  </a:lnTo>
                  <a:lnTo>
                    <a:pt x="43" y="69"/>
                  </a:lnTo>
                  <a:lnTo>
                    <a:pt x="1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" name="Freeform 103"/>
            <p:cNvSpPr>
              <a:spLocks/>
            </p:cNvSpPr>
            <p:nvPr/>
          </p:nvSpPr>
          <p:spPr bwMode="auto">
            <a:xfrm>
              <a:off x="2857" y="2194"/>
              <a:ext cx="190" cy="288"/>
            </a:xfrm>
            <a:custGeom>
              <a:avLst/>
              <a:gdLst>
                <a:gd name="T0" fmla="*/ 0 w 380"/>
                <a:gd name="T1" fmla="*/ 0 h 577"/>
                <a:gd name="T2" fmla="*/ 1 w 380"/>
                <a:gd name="T3" fmla="*/ 0 h 577"/>
                <a:gd name="T4" fmla="*/ 1 w 380"/>
                <a:gd name="T5" fmla="*/ 0 h 577"/>
                <a:gd name="T6" fmla="*/ 1 w 380"/>
                <a:gd name="T7" fmla="*/ 0 h 577"/>
                <a:gd name="T8" fmla="*/ 1 w 380"/>
                <a:gd name="T9" fmla="*/ 0 h 577"/>
                <a:gd name="T10" fmla="*/ 1 w 380"/>
                <a:gd name="T11" fmla="*/ 0 h 577"/>
                <a:gd name="T12" fmla="*/ 1 w 380"/>
                <a:gd name="T13" fmla="*/ 0 h 577"/>
                <a:gd name="T14" fmla="*/ 1 w 380"/>
                <a:gd name="T15" fmla="*/ 0 h 577"/>
                <a:gd name="T16" fmla="*/ 1 w 380"/>
                <a:gd name="T17" fmla="*/ 1 h 577"/>
                <a:gd name="T18" fmla="*/ 1 w 380"/>
                <a:gd name="T19" fmla="*/ 1 h 577"/>
                <a:gd name="T20" fmla="*/ 1 w 380"/>
                <a:gd name="T21" fmla="*/ 0 h 577"/>
                <a:gd name="T22" fmla="*/ 1 w 380"/>
                <a:gd name="T23" fmla="*/ 0 h 577"/>
                <a:gd name="T24" fmla="*/ 1 w 380"/>
                <a:gd name="T25" fmla="*/ 0 h 577"/>
                <a:gd name="T26" fmla="*/ 1 w 380"/>
                <a:gd name="T27" fmla="*/ 0 h 577"/>
                <a:gd name="T28" fmla="*/ 1 w 380"/>
                <a:gd name="T29" fmla="*/ 0 h 577"/>
                <a:gd name="T30" fmla="*/ 1 w 380"/>
                <a:gd name="T31" fmla="*/ 0 h 577"/>
                <a:gd name="T32" fmla="*/ 0 w 380"/>
                <a:gd name="T33" fmla="*/ 0 h 5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0" h="577">
                  <a:moveTo>
                    <a:pt x="0" y="31"/>
                  </a:moveTo>
                  <a:lnTo>
                    <a:pt x="53" y="0"/>
                  </a:lnTo>
                  <a:lnTo>
                    <a:pt x="161" y="0"/>
                  </a:lnTo>
                  <a:lnTo>
                    <a:pt x="226" y="79"/>
                  </a:lnTo>
                  <a:lnTo>
                    <a:pt x="309" y="163"/>
                  </a:lnTo>
                  <a:lnTo>
                    <a:pt x="345" y="228"/>
                  </a:lnTo>
                  <a:lnTo>
                    <a:pt x="376" y="335"/>
                  </a:lnTo>
                  <a:lnTo>
                    <a:pt x="380" y="427"/>
                  </a:lnTo>
                  <a:lnTo>
                    <a:pt x="380" y="542"/>
                  </a:lnTo>
                  <a:lnTo>
                    <a:pt x="345" y="577"/>
                  </a:lnTo>
                  <a:lnTo>
                    <a:pt x="355" y="480"/>
                  </a:lnTo>
                  <a:lnTo>
                    <a:pt x="355" y="352"/>
                  </a:lnTo>
                  <a:lnTo>
                    <a:pt x="315" y="207"/>
                  </a:lnTo>
                  <a:lnTo>
                    <a:pt x="244" y="136"/>
                  </a:lnTo>
                  <a:lnTo>
                    <a:pt x="165" y="26"/>
                  </a:lnTo>
                  <a:lnTo>
                    <a:pt x="89" y="1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" name="Freeform 104"/>
            <p:cNvSpPr>
              <a:spLocks/>
            </p:cNvSpPr>
            <p:nvPr/>
          </p:nvSpPr>
          <p:spPr bwMode="auto">
            <a:xfrm>
              <a:off x="2720" y="2390"/>
              <a:ext cx="192" cy="66"/>
            </a:xfrm>
            <a:custGeom>
              <a:avLst/>
              <a:gdLst>
                <a:gd name="T0" fmla="*/ 0 w 384"/>
                <a:gd name="T1" fmla="*/ 0 h 132"/>
                <a:gd name="T2" fmla="*/ 1 w 384"/>
                <a:gd name="T3" fmla="*/ 1 h 132"/>
                <a:gd name="T4" fmla="*/ 1 w 384"/>
                <a:gd name="T5" fmla="*/ 1 h 132"/>
                <a:gd name="T6" fmla="*/ 1 w 384"/>
                <a:gd name="T7" fmla="*/ 1 h 132"/>
                <a:gd name="T8" fmla="*/ 1 w 384"/>
                <a:gd name="T9" fmla="*/ 1 h 132"/>
                <a:gd name="T10" fmla="*/ 1 w 384"/>
                <a:gd name="T11" fmla="*/ 1 h 132"/>
                <a:gd name="T12" fmla="*/ 1 w 384"/>
                <a:gd name="T13" fmla="*/ 1 h 132"/>
                <a:gd name="T14" fmla="*/ 1 w 384"/>
                <a:gd name="T15" fmla="*/ 1 h 132"/>
                <a:gd name="T16" fmla="*/ 1 w 384"/>
                <a:gd name="T17" fmla="*/ 1 h 132"/>
                <a:gd name="T18" fmla="*/ 0 w 384"/>
                <a:gd name="T19" fmla="*/ 0 h 1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4" h="132">
                  <a:moveTo>
                    <a:pt x="0" y="0"/>
                  </a:moveTo>
                  <a:lnTo>
                    <a:pt x="112" y="57"/>
                  </a:lnTo>
                  <a:lnTo>
                    <a:pt x="231" y="79"/>
                  </a:lnTo>
                  <a:lnTo>
                    <a:pt x="296" y="88"/>
                  </a:lnTo>
                  <a:lnTo>
                    <a:pt x="384" y="132"/>
                  </a:lnTo>
                  <a:lnTo>
                    <a:pt x="309" y="128"/>
                  </a:lnTo>
                  <a:lnTo>
                    <a:pt x="244" y="100"/>
                  </a:lnTo>
                  <a:lnTo>
                    <a:pt x="118" y="79"/>
                  </a:lnTo>
                  <a:lnTo>
                    <a:pt x="22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" name="Freeform 105"/>
            <p:cNvSpPr>
              <a:spLocks/>
            </p:cNvSpPr>
            <p:nvPr/>
          </p:nvSpPr>
          <p:spPr bwMode="auto">
            <a:xfrm>
              <a:off x="2672" y="2313"/>
              <a:ext cx="81" cy="61"/>
            </a:xfrm>
            <a:custGeom>
              <a:avLst/>
              <a:gdLst>
                <a:gd name="T0" fmla="*/ 0 w 161"/>
                <a:gd name="T1" fmla="*/ 1 h 122"/>
                <a:gd name="T2" fmla="*/ 1 w 161"/>
                <a:gd name="T3" fmla="*/ 1 h 122"/>
                <a:gd name="T4" fmla="*/ 1 w 161"/>
                <a:gd name="T5" fmla="*/ 0 h 122"/>
                <a:gd name="T6" fmla="*/ 1 w 161"/>
                <a:gd name="T7" fmla="*/ 1 h 122"/>
                <a:gd name="T8" fmla="*/ 1 w 161"/>
                <a:gd name="T9" fmla="*/ 1 h 122"/>
                <a:gd name="T10" fmla="*/ 1 w 161"/>
                <a:gd name="T11" fmla="*/ 1 h 122"/>
                <a:gd name="T12" fmla="*/ 1 w 161"/>
                <a:gd name="T13" fmla="*/ 1 h 122"/>
                <a:gd name="T14" fmla="*/ 1 w 161"/>
                <a:gd name="T15" fmla="*/ 1 h 122"/>
                <a:gd name="T16" fmla="*/ 0 w 161"/>
                <a:gd name="T17" fmla="*/ 1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1" h="122">
                  <a:moveTo>
                    <a:pt x="0" y="69"/>
                  </a:moveTo>
                  <a:lnTo>
                    <a:pt x="35" y="36"/>
                  </a:lnTo>
                  <a:lnTo>
                    <a:pt x="92" y="0"/>
                  </a:lnTo>
                  <a:lnTo>
                    <a:pt x="157" y="30"/>
                  </a:lnTo>
                  <a:lnTo>
                    <a:pt x="161" y="77"/>
                  </a:lnTo>
                  <a:lnTo>
                    <a:pt x="100" y="77"/>
                  </a:lnTo>
                  <a:lnTo>
                    <a:pt x="86" y="122"/>
                  </a:lnTo>
                  <a:lnTo>
                    <a:pt x="35" y="12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" name="Freeform 106"/>
            <p:cNvSpPr>
              <a:spLocks/>
            </p:cNvSpPr>
            <p:nvPr/>
          </p:nvSpPr>
          <p:spPr bwMode="auto">
            <a:xfrm>
              <a:off x="2816" y="2339"/>
              <a:ext cx="48" cy="33"/>
            </a:xfrm>
            <a:custGeom>
              <a:avLst/>
              <a:gdLst>
                <a:gd name="T0" fmla="*/ 0 w 101"/>
                <a:gd name="T1" fmla="*/ 0 h 67"/>
                <a:gd name="T2" fmla="*/ 0 w 101"/>
                <a:gd name="T3" fmla="*/ 0 h 67"/>
                <a:gd name="T4" fmla="*/ 0 w 101"/>
                <a:gd name="T5" fmla="*/ 0 h 67"/>
                <a:gd name="T6" fmla="*/ 0 w 101"/>
                <a:gd name="T7" fmla="*/ 0 h 67"/>
                <a:gd name="T8" fmla="*/ 0 w 101"/>
                <a:gd name="T9" fmla="*/ 0 h 67"/>
                <a:gd name="T10" fmla="*/ 0 w 101"/>
                <a:gd name="T11" fmla="*/ 0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67">
                  <a:moveTo>
                    <a:pt x="0" y="24"/>
                  </a:moveTo>
                  <a:lnTo>
                    <a:pt x="49" y="0"/>
                  </a:lnTo>
                  <a:lnTo>
                    <a:pt x="97" y="26"/>
                  </a:lnTo>
                  <a:lnTo>
                    <a:pt x="101" y="67"/>
                  </a:lnTo>
                  <a:lnTo>
                    <a:pt x="61" y="3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" name="Freeform 107"/>
            <p:cNvSpPr>
              <a:spLocks/>
            </p:cNvSpPr>
            <p:nvPr/>
          </p:nvSpPr>
          <p:spPr bwMode="auto">
            <a:xfrm>
              <a:off x="2783" y="2354"/>
              <a:ext cx="43" cy="32"/>
            </a:xfrm>
            <a:custGeom>
              <a:avLst/>
              <a:gdLst>
                <a:gd name="T0" fmla="*/ 0 w 83"/>
                <a:gd name="T1" fmla="*/ 1 h 61"/>
                <a:gd name="T2" fmla="*/ 1 w 83"/>
                <a:gd name="T3" fmla="*/ 0 h 61"/>
                <a:gd name="T4" fmla="*/ 1 w 83"/>
                <a:gd name="T5" fmla="*/ 1 h 61"/>
                <a:gd name="T6" fmla="*/ 1 w 83"/>
                <a:gd name="T7" fmla="*/ 1 h 61"/>
                <a:gd name="T8" fmla="*/ 1 w 83"/>
                <a:gd name="T9" fmla="*/ 1 h 61"/>
                <a:gd name="T10" fmla="*/ 0 w 83"/>
                <a:gd name="T11" fmla="*/ 1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1">
                  <a:moveTo>
                    <a:pt x="0" y="26"/>
                  </a:moveTo>
                  <a:lnTo>
                    <a:pt x="36" y="0"/>
                  </a:lnTo>
                  <a:lnTo>
                    <a:pt x="83" y="26"/>
                  </a:lnTo>
                  <a:lnTo>
                    <a:pt x="61" y="61"/>
                  </a:lnTo>
                  <a:lnTo>
                    <a:pt x="14" y="6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" name="Freeform 108"/>
            <p:cNvSpPr>
              <a:spLocks/>
            </p:cNvSpPr>
            <p:nvPr/>
          </p:nvSpPr>
          <p:spPr bwMode="auto">
            <a:xfrm>
              <a:off x="2796" y="2388"/>
              <a:ext cx="48" cy="15"/>
            </a:xfrm>
            <a:custGeom>
              <a:avLst/>
              <a:gdLst>
                <a:gd name="T0" fmla="*/ 1 w 92"/>
                <a:gd name="T1" fmla="*/ 1 h 29"/>
                <a:gd name="T2" fmla="*/ 1 w 92"/>
                <a:gd name="T3" fmla="*/ 0 h 29"/>
                <a:gd name="T4" fmla="*/ 1 w 92"/>
                <a:gd name="T5" fmla="*/ 1 h 29"/>
                <a:gd name="T6" fmla="*/ 1 w 92"/>
                <a:gd name="T7" fmla="*/ 1 h 29"/>
                <a:gd name="T8" fmla="*/ 0 w 92"/>
                <a:gd name="T9" fmla="*/ 1 h 29"/>
                <a:gd name="T10" fmla="*/ 0 w 92"/>
                <a:gd name="T11" fmla="*/ 1 h 29"/>
                <a:gd name="T12" fmla="*/ 1 w 92"/>
                <a:gd name="T13" fmla="*/ 1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29">
                  <a:moveTo>
                    <a:pt x="53" y="6"/>
                  </a:moveTo>
                  <a:lnTo>
                    <a:pt x="92" y="0"/>
                  </a:lnTo>
                  <a:lnTo>
                    <a:pt x="83" y="26"/>
                  </a:lnTo>
                  <a:lnTo>
                    <a:pt x="49" y="29"/>
                  </a:lnTo>
                  <a:lnTo>
                    <a:pt x="0" y="29"/>
                  </a:lnTo>
                  <a:lnTo>
                    <a:pt x="0" y="4"/>
                  </a:lnTo>
                  <a:lnTo>
                    <a:pt x="53" y="6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" name="Freeform 109"/>
            <p:cNvSpPr>
              <a:spLocks/>
            </p:cNvSpPr>
            <p:nvPr/>
          </p:nvSpPr>
          <p:spPr bwMode="auto">
            <a:xfrm>
              <a:off x="2727" y="2130"/>
              <a:ext cx="143" cy="90"/>
            </a:xfrm>
            <a:custGeom>
              <a:avLst/>
              <a:gdLst>
                <a:gd name="T0" fmla="*/ 1 w 282"/>
                <a:gd name="T1" fmla="*/ 0 h 181"/>
                <a:gd name="T2" fmla="*/ 1 w 282"/>
                <a:gd name="T3" fmla="*/ 0 h 181"/>
                <a:gd name="T4" fmla="*/ 0 w 282"/>
                <a:gd name="T5" fmla="*/ 0 h 181"/>
                <a:gd name="T6" fmla="*/ 1 w 282"/>
                <a:gd name="T7" fmla="*/ 0 h 181"/>
                <a:gd name="T8" fmla="*/ 1 w 282"/>
                <a:gd name="T9" fmla="*/ 0 h 181"/>
                <a:gd name="T10" fmla="*/ 1 w 282"/>
                <a:gd name="T11" fmla="*/ 0 h 181"/>
                <a:gd name="T12" fmla="*/ 1 w 282"/>
                <a:gd name="T13" fmla="*/ 0 h 181"/>
                <a:gd name="T14" fmla="*/ 1 w 282"/>
                <a:gd name="T15" fmla="*/ 0 h 181"/>
                <a:gd name="T16" fmla="*/ 1 w 282"/>
                <a:gd name="T17" fmla="*/ 0 h 1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2" h="181">
                  <a:moveTo>
                    <a:pt x="159" y="0"/>
                  </a:moveTo>
                  <a:lnTo>
                    <a:pt x="55" y="106"/>
                  </a:lnTo>
                  <a:lnTo>
                    <a:pt x="0" y="181"/>
                  </a:lnTo>
                  <a:lnTo>
                    <a:pt x="69" y="146"/>
                  </a:lnTo>
                  <a:lnTo>
                    <a:pt x="169" y="89"/>
                  </a:lnTo>
                  <a:lnTo>
                    <a:pt x="238" y="106"/>
                  </a:lnTo>
                  <a:lnTo>
                    <a:pt x="282" y="75"/>
                  </a:lnTo>
                  <a:lnTo>
                    <a:pt x="238" y="3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" name="Freeform 110"/>
            <p:cNvSpPr>
              <a:spLocks/>
            </p:cNvSpPr>
            <p:nvPr/>
          </p:nvSpPr>
          <p:spPr bwMode="auto">
            <a:xfrm>
              <a:off x="2556" y="2933"/>
              <a:ext cx="477" cy="261"/>
            </a:xfrm>
            <a:custGeom>
              <a:avLst/>
              <a:gdLst>
                <a:gd name="T0" fmla="*/ 0 w 960"/>
                <a:gd name="T1" fmla="*/ 1 h 522"/>
                <a:gd name="T2" fmla="*/ 0 w 960"/>
                <a:gd name="T3" fmla="*/ 0 h 522"/>
                <a:gd name="T4" fmla="*/ 0 w 960"/>
                <a:gd name="T5" fmla="*/ 1 h 522"/>
                <a:gd name="T6" fmla="*/ 0 w 960"/>
                <a:gd name="T7" fmla="*/ 1 h 522"/>
                <a:gd name="T8" fmla="*/ 1 w 960"/>
                <a:gd name="T9" fmla="*/ 1 h 522"/>
                <a:gd name="T10" fmla="*/ 1 w 960"/>
                <a:gd name="T11" fmla="*/ 1 h 522"/>
                <a:gd name="T12" fmla="*/ 1 w 960"/>
                <a:gd name="T13" fmla="*/ 1 h 522"/>
                <a:gd name="T14" fmla="*/ 1 w 960"/>
                <a:gd name="T15" fmla="*/ 1 h 522"/>
                <a:gd name="T16" fmla="*/ 1 w 960"/>
                <a:gd name="T17" fmla="*/ 2 h 522"/>
                <a:gd name="T18" fmla="*/ 1 w 960"/>
                <a:gd name="T19" fmla="*/ 1 h 522"/>
                <a:gd name="T20" fmla="*/ 1 w 960"/>
                <a:gd name="T21" fmla="*/ 1 h 522"/>
                <a:gd name="T22" fmla="*/ 0 w 960"/>
                <a:gd name="T23" fmla="*/ 1 h 522"/>
                <a:gd name="T24" fmla="*/ 0 w 960"/>
                <a:gd name="T25" fmla="*/ 1 h 522"/>
                <a:gd name="T26" fmla="*/ 0 w 960"/>
                <a:gd name="T27" fmla="*/ 1 h 522"/>
                <a:gd name="T28" fmla="*/ 0 w 960"/>
                <a:gd name="T29" fmla="*/ 1 h 522"/>
                <a:gd name="T30" fmla="*/ 0 w 960"/>
                <a:gd name="T31" fmla="*/ 1 h 522"/>
                <a:gd name="T32" fmla="*/ 0 w 960"/>
                <a:gd name="T33" fmla="*/ 1 h 5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60" h="522">
                  <a:moveTo>
                    <a:pt x="0" y="43"/>
                  </a:moveTo>
                  <a:lnTo>
                    <a:pt x="152" y="0"/>
                  </a:lnTo>
                  <a:lnTo>
                    <a:pt x="162" y="142"/>
                  </a:lnTo>
                  <a:lnTo>
                    <a:pt x="280" y="262"/>
                  </a:lnTo>
                  <a:lnTo>
                    <a:pt x="540" y="262"/>
                  </a:lnTo>
                  <a:lnTo>
                    <a:pt x="701" y="185"/>
                  </a:lnTo>
                  <a:lnTo>
                    <a:pt x="808" y="185"/>
                  </a:lnTo>
                  <a:lnTo>
                    <a:pt x="960" y="250"/>
                  </a:lnTo>
                  <a:lnTo>
                    <a:pt x="928" y="522"/>
                  </a:lnTo>
                  <a:lnTo>
                    <a:pt x="808" y="402"/>
                  </a:lnTo>
                  <a:lnTo>
                    <a:pt x="593" y="402"/>
                  </a:lnTo>
                  <a:lnTo>
                    <a:pt x="388" y="402"/>
                  </a:lnTo>
                  <a:lnTo>
                    <a:pt x="174" y="358"/>
                  </a:lnTo>
                  <a:lnTo>
                    <a:pt x="118" y="423"/>
                  </a:lnTo>
                  <a:lnTo>
                    <a:pt x="97" y="283"/>
                  </a:lnTo>
                  <a:lnTo>
                    <a:pt x="22" y="15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4" name="Freeform 111"/>
            <p:cNvSpPr>
              <a:spLocks/>
            </p:cNvSpPr>
            <p:nvPr/>
          </p:nvSpPr>
          <p:spPr bwMode="auto">
            <a:xfrm>
              <a:off x="2945" y="2382"/>
              <a:ext cx="189" cy="316"/>
            </a:xfrm>
            <a:custGeom>
              <a:avLst/>
              <a:gdLst>
                <a:gd name="T0" fmla="*/ 0 w 379"/>
                <a:gd name="T1" fmla="*/ 1 h 632"/>
                <a:gd name="T2" fmla="*/ 0 w 379"/>
                <a:gd name="T3" fmla="*/ 2 h 632"/>
                <a:gd name="T4" fmla="*/ 0 w 379"/>
                <a:gd name="T5" fmla="*/ 2 h 632"/>
                <a:gd name="T6" fmla="*/ 0 w 379"/>
                <a:gd name="T7" fmla="*/ 2 h 632"/>
                <a:gd name="T8" fmla="*/ 0 w 379"/>
                <a:gd name="T9" fmla="*/ 2 h 632"/>
                <a:gd name="T10" fmla="*/ 0 w 379"/>
                <a:gd name="T11" fmla="*/ 2 h 632"/>
                <a:gd name="T12" fmla="*/ 0 w 379"/>
                <a:gd name="T13" fmla="*/ 1 h 632"/>
                <a:gd name="T14" fmla="*/ 0 w 379"/>
                <a:gd name="T15" fmla="*/ 1 h 632"/>
                <a:gd name="T16" fmla="*/ 0 w 379"/>
                <a:gd name="T17" fmla="*/ 1 h 632"/>
                <a:gd name="T18" fmla="*/ 0 w 379"/>
                <a:gd name="T19" fmla="*/ 1 h 632"/>
                <a:gd name="T20" fmla="*/ 0 w 379"/>
                <a:gd name="T21" fmla="*/ 1 h 632"/>
                <a:gd name="T22" fmla="*/ 0 w 379"/>
                <a:gd name="T23" fmla="*/ 1 h 632"/>
                <a:gd name="T24" fmla="*/ 0 w 379"/>
                <a:gd name="T25" fmla="*/ 0 h 632"/>
                <a:gd name="T26" fmla="*/ 0 w 379"/>
                <a:gd name="T27" fmla="*/ 1 h 632"/>
                <a:gd name="T28" fmla="*/ 0 w 379"/>
                <a:gd name="T29" fmla="*/ 1 h 632"/>
                <a:gd name="T30" fmla="*/ 0 w 379"/>
                <a:gd name="T31" fmla="*/ 1 h 632"/>
                <a:gd name="T32" fmla="*/ 0 w 379"/>
                <a:gd name="T33" fmla="*/ 1 h 632"/>
                <a:gd name="T34" fmla="*/ 0 w 379"/>
                <a:gd name="T35" fmla="*/ 1 h 632"/>
                <a:gd name="T36" fmla="*/ 0 w 379"/>
                <a:gd name="T37" fmla="*/ 1 h 6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9" h="632">
                  <a:moveTo>
                    <a:pt x="235" y="457"/>
                  </a:moveTo>
                  <a:lnTo>
                    <a:pt x="185" y="520"/>
                  </a:lnTo>
                  <a:lnTo>
                    <a:pt x="55" y="557"/>
                  </a:lnTo>
                  <a:lnTo>
                    <a:pt x="0" y="632"/>
                  </a:lnTo>
                  <a:lnTo>
                    <a:pt x="117" y="601"/>
                  </a:lnTo>
                  <a:lnTo>
                    <a:pt x="185" y="544"/>
                  </a:lnTo>
                  <a:lnTo>
                    <a:pt x="278" y="425"/>
                  </a:lnTo>
                  <a:lnTo>
                    <a:pt x="310" y="357"/>
                  </a:lnTo>
                  <a:lnTo>
                    <a:pt x="292" y="282"/>
                  </a:lnTo>
                  <a:lnTo>
                    <a:pt x="310" y="219"/>
                  </a:lnTo>
                  <a:lnTo>
                    <a:pt x="341" y="118"/>
                  </a:lnTo>
                  <a:lnTo>
                    <a:pt x="379" y="99"/>
                  </a:lnTo>
                  <a:lnTo>
                    <a:pt x="379" y="0"/>
                  </a:lnTo>
                  <a:lnTo>
                    <a:pt x="286" y="118"/>
                  </a:lnTo>
                  <a:lnTo>
                    <a:pt x="235" y="294"/>
                  </a:lnTo>
                  <a:lnTo>
                    <a:pt x="217" y="345"/>
                  </a:lnTo>
                  <a:lnTo>
                    <a:pt x="205" y="414"/>
                  </a:lnTo>
                  <a:lnTo>
                    <a:pt x="248" y="414"/>
                  </a:lnTo>
                  <a:lnTo>
                    <a:pt x="235" y="457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5" name="Freeform 112"/>
            <p:cNvSpPr>
              <a:spLocks/>
            </p:cNvSpPr>
            <p:nvPr/>
          </p:nvSpPr>
          <p:spPr bwMode="auto">
            <a:xfrm>
              <a:off x="2809" y="2290"/>
              <a:ext cx="91" cy="111"/>
            </a:xfrm>
            <a:custGeom>
              <a:avLst/>
              <a:gdLst>
                <a:gd name="T0" fmla="*/ 0 w 186"/>
                <a:gd name="T1" fmla="*/ 1 h 221"/>
                <a:gd name="T2" fmla="*/ 0 w 186"/>
                <a:gd name="T3" fmla="*/ 1 h 221"/>
                <a:gd name="T4" fmla="*/ 0 w 186"/>
                <a:gd name="T5" fmla="*/ 1 h 221"/>
                <a:gd name="T6" fmla="*/ 0 w 186"/>
                <a:gd name="T7" fmla="*/ 1 h 221"/>
                <a:gd name="T8" fmla="*/ 0 w 186"/>
                <a:gd name="T9" fmla="*/ 1 h 221"/>
                <a:gd name="T10" fmla="*/ 0 w 186"/>
                <a:gd name="T11" fmla="*/ 1 h 221"/>
                <a:gd name="T12" fmla="*/ 0 w 186"/>
                <a:gd name="T13" fmla="*/ 1 h 221"/>
                <a:gd name="T14" fmla="*/ 0 w 186"/>
                <a:gd name="T15" fmla="*/ 1 h 221"/>
                <a:gd name="T16" fmla="*/ 0 w 186"/>
                <a:gd name="T17" fmla="*/ 1 h 221"/>
                <a:gd name="T18" fmla="*/ 0 w 186"/>
                <a:gd name="T19" fmla="*/ 1 h 221"/>
                <a:gd name="T20" fmla="*/ 0 w 186"/>
                <a:gd name="T21" fmla="*/ 0 h 221"/>
                <a:gd name="T22" fmla="*/ 0 w 186"/>
                <a:gd name="T23" fmla="*/ 1 h 2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6" h="221">
                  <a:moveTo>
                    <a:pt x="0" y="14"/>
                  </a:moveTo>
                  <a:lnTo>
                    <a:pt x="0" y="75"/>
                  </a:lnTo>
                  <a:lnTo>
                    <a:pt x="0" y="126"/>
                  </a:lnTo>
                  <a:lnTo>
                    <a:pt x="50" y="83"/>
                  </a:lnTo>
                  <a:lnTo>
                    <a:pt x="99" y="114"/>
                  </a:lnTo>
                  <a:lnTo>
                    <a:pt x="136" y="157"/>
                  </a:lnTo>
                  <a:lnTo>
                    <a:pt x="150" y="221"/>
                  </a:lnTo>
                  <a:lnTo>
                    <a:pt x="186" y="138"/>
                  </a:lnTo>
                  <a:lnTo>
                    <a:pt x="186" y="75"/>
                  </a:lnTo>
                  <a:lnTo>
                    <a:pt x="136" y="14"/>
                  </a:lnTo>
                  <a:lnTo>
                    <a:pt x="69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6" name="Freeform 113"/>
            <p:cNvSpPr>
              <a:spLocks/>
            </p:cNvSpPr>
            <p:nvPr/>
          </p:nvSpPr>
          <p:spPr bwMode="auto">
            <a:xfrm>
              <a:off x="2835" y="2375"/>
              <a:ext cx="44" cy="53"/>
            </a:xfrm>
            <a:custGeom>
              <a:avLst/>
              <a:gdLst>
                <a:gd name="T0" fmla="*/ 0 w 86"/>
                <a:gd name="T1" fmla="*/ 0 h 107"/>
                <a:gd name="T2" fmla="*/ 1 w 86"/>
                <a:gd name="T3" fmla="*/ 0 h 107"/>
                <a:gd name="T4" fmla="*/ 1 w 86"/>
                <a:gd name="T5" fmla="*/ 0 h 107"/>
                <a:gd name="T6" fmla="*/ 1 w 86"/>
                <a:gd name="T7" fmla="*/ 0 h 107"/>
                <a:gd name="T8" fmla="*/ 1 w 86"/>
                <a:gd name="T9" fmla="*/ 0 h 107"/>
                <a:gd name="T10" fmla="*/ 1 w 86"/>
                <a:gd name="T11" fmla="*/ 0 h 107"/>
                <a:gd name="T12" fmla="*/ 1 w 86"/>
                <a:gd name="T13" fmla="*/ 0 h 107"/>
                <a:gd name="T14" fmla="*/ 1 w 86"/>
                <a:gd name="T15" fmla="*/ 0 h 107"/>
                <a:gd name="T16" fmla="*/ 1 w 86"/>
                <a:gd name="T17" fmla="*/ 0 h 107"/>
                <a:gd name="T18" fmla="*/ 0 w 86"/>
                <a:gd name="T19" fmla="*/ 0 h 1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6" h="107">
                  <a:moveTo>
                    <a:pt x="0" y="0"/>
                  </a:moveTo>
                  <a:lnTo>
                    <a:pt x="49" y="26"/>
                  </a:lnTo>
                  <a:lnTo>
                    <a:pt x="86" y="52"/>
                  </a:lnTo>
                  <a:lnTo>
                    <a:pt x="74" y="107"/>
                  </a:lnTo>
                  <a:lnTo>
                    <a:pt x="13" y="107"/>
                  </a:lnTo>
                  <a:lnTo>
                    <a:pt x="37" y="52"/>
                  </a:lnTo>
                  <a:lnTo>
                    <a:pt x="31" y="44"/>
                  </a:lnTo>
                  <a:lnTo>
                    <a:pt x="19" y="24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7" name="Freeform 114"/>
            <p:cNvSpPr>
              <a:spLocks/>
            </p:cNvSpPr>
            <p:nvPr/>
          </p:nvSpPr>
          <p:spPr bwMode="auto">
            <a:xfrm>
              <a:off x="2802" y="2208"/>
              <a:ext cx="130" cy="168"/>
            </a:xfrm>
            <a:custGeom>
              <a:avLst/>
              <a:gdLst>
                <a:gd name="T0" fmla="*/ 0 w 260"/>
                <a:gd name="T1" fmla="*/ 0 h 339"/>
                <a:gd name="T2" fmla="*/ 1 w 260"/>
                <a:gd name="T3" fmla="*/ 0 h 339"/>
                <a:gd name="T4" fmla="*/ 1 w 260"/>
                <a:gd name="T5" fmla="*/ 0 h 339"/>
                <a:gd name="T6" fmla="*/ 1 w 260"/>
                <a:gd name="T7" fmla="*/ 0 h 339"/>
                <a:gd name="T8" fmla="*/ 1 w 260"/>
                <a:gd name="T9" fmla="*/ 0 h 339"/>
                <a:gd name="T10" fmla="*/ 1 w 260"/>
                <a:gd name="T11" fmla="*/ 0 h 339"/>
                <a:gd name="T12" fmla="*/ 1 w 260"/>
                <a:gd name="T13" fmla="*/ 0 h 339"/>
                <a:gd name="T14" fmla="*/ 1 w 260"/>
                <a:gd name="T15" fmla="*/ 0 h 339"/>
                <a:gd name="T16" fmla="*/ 1 w 260"/>
                <a:gd name="T17" fmla="*/ 0 h 339"/>
                <a:gd name="T18" fmla="*/ 1 w 260"/>
                <a:gd name="T19" fmla="*/ 0 h 339"/>
                <a:gd name="T20" fmla="*/ 0 w 260"/>
                <a:gd name="T21" fmla="*/ 0 h 3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0" h="339">
                  <a:moveTo>
                    <a:pt x="0" y="0"/>
                  </a:moveTo>
                  <a:lnTo>
                    <a:pt x="153" y="62"/>
                  </a:lnTo>
                  <a:lnTo>
                    <a:pt x="216" y="132"/>
                  </a:lnTo>
                  <a:lnTo>
                    <a:pt x="260" y="233"/>
                  </a:lnTo>
                  <a:lnTo>
                    <a:pt x="260" y="308"/>
                  </a:lnTo>
                  <a:lnTo>
                    <a:pt x="222" y="339"/>
                  </a:lnTo>
                  <a:lnTo>
                    <a:pt x="222" y="233"/>
                  </a:lnTo>
                  <a:lnTo>
                    <a:pt x="185" y="195"/>
                  </a:lnTo>
                  <a:lnTo>
                    <a:pt x="124" y="125"/>
                  </a:lnTo>
                  <a:lnTo>
                    <a:pt x="61" y="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8" name="Freeform 115"/>
            <p:cNvSpPr>
              <a:spLocks/>
            </p:cNvSpPr>
            <p:nvPr/>
          </p:nvSpPr>
          <p:spPr bwMode="auto">
            <a:xfrm>
              <a:off x="2874" y="2216"/>
              <a:ext cx="157" cy="316"/>
            </a:xfrm>
            <a:custGeom>
              <a:avLst/>
              <a:gdLst>
                <a:gd name="T0" fmla="*/ 0 w 318"/>
                <a:gd name="T1" fmla="*/ 0 h 632"/>
                <a:gd name="T2" fmla="*/ 0 w 318"/>
                <a:gd name="T3" fmla="*/ 0 h 632"/>
                <a:gd name="T4" fmla="*/ 0 w 318"/>
                <a:gd name="T5" fmla="*/ 1 h 632"/>
                <a:gd name="T6" fmla="*/ 0 w 318"/>
                <a:gd name="T7" fmla="*/ 1 h 632"/>
                <a:gd name="T8" fmla="*/ 0 w 318"/>
                <a:gd name="T9" fmla="*/ 1 h 632"/>
                <a:gd name="T10" fmla="*/ 0 w 318"/>
                <a:gd name="T11" fmla="*/ 1 h 632"/>
                <a:gd name="T12" fmla="*/ 0 w 318"/>
                <a:gd name="T13" fmla="*/ 2 h 632"/>
                <a:gd name="T14" fmla="*/ 0 w 318"/>
                <a:gd name="T15" fmla="*/ 2 h 632"/>
                <a:gd name="T16" fmla="*/ 0 w 318"/>
                <a:gd name="T17" fmla="*/ 2 h 632"/>
                <a:gd name="T18" fmla="*/ 0 w 318"/>
                <a:gd name="T19" fmla="*/ 1 h 632"/>
                <a:gd name="T20" fmla="*/ 0 w 318"/>
                <a:gd name="T21" fmla="*/ 1 h 632"/>
                <a:gd name="T22" fmla="*/ 0 w 318"/>
                <a:gd name="T23" fmla="*/ 1 h 632"/>
                <a:gd name="T24" fmla="*/ 0 w 318"/>
                <a:gd name="T25" fmla="*/ 1 h 632"/>
                <a:gd name="T26" fmla="*/ 0 w 318"/>
                <a:gd name="T27" fmla="*/ 1 h 632"/>
                <a:gd name="T28" fmla="*/ 0 w 318"/>
                <a:gd name="T29" fmla="*/ 1 h 632"/>
                <a:gd name="T30" fmla="*/ 0 w 318"/>
                <a:gd name="T31" fmla="*/ 1 h 632"/>
                <a:gd name="T32" fmla="*/ 0 w 318"/>
                <a:gd name="T33" fmla="*/ 1 h 632"/>
                <a:gd name="T34" fmla="*/ 0 w 318"/>
                <a:gd name="T35" fmla="*/ 1 h 632"/>
                <a:gd name="T36" fmla="*/ 0 w 318"/>
                <a:gd name="T37" fmla="*/ 1 h 632"/>
                <a:gd name="T38" fmla="*/ 0 w 318"/>
                <a:gd name="T39" fmla="*/ 1 h 632"/>
                <a:gd name="T40" fmla="*/ 0 w 318"/>
                <a:gd name="T41" fmla="*/ 1 h 632"/>
                <a:gd name="T42" fmla="*/ 0 w 318"/>
                <a:gd name="T43" fmla="*/ 1 h 632"/>
                <a:gd name="T44" fmla="*/ 0 w 318"/>
                <a:gd name="T45" fmla="*/ 0 h 63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18" h="632">
                  <a:moveTo>
                    <a:pt x="0" y="0"/>
                  </a:moveTo>
                  <a:lnTo>
                    <a:pt x="119" y="0"/>
                  </a:lnTo>
                  <a:lnTo>
                    <a:pt x="162" y="57"/>
                  </a:lnTo>
                  <a:lnTo>
                    <a:pt x="280" y="156"/>
                  </a:lnTo>
                  <a:lnTo>
                    <a:pt x="318" y="250"/>
                  </a:lnTo>
                  <a:lnTo>
                    <a:pt x="318" y="471"/>
                  </a:lnTo>
                  <a:lnTo>
                    <a:pt x="306" y="569"/>
                  </a:lnTo>
                  <a:lnTo>
                    <a:pt x="268" y="632"/>
                  </a:lnTo>
                  <a:lnTo>
                    <a:pt x="268" y="526"/>
                  </a:lnTo>
                  <a:lnTo>
                    <a:pt x="298" y="376"/>
                  </a:lnTo>
                  <a:lnTo>
                    <a:pt x="229" y="390"/>
                  </a:lnTo>
                  <a:lnTo>
                    <a:pt x="243" y="239"/>
                  </a:lnTo>
                  <a:lnTo>
                    <a:pt x="211" y="176"/>
                  </a:lnTo>
                  <a:lnTo>
                    <a:pt x="129" y="134"/>
                  </a:lnTo>
                  <a:lnTo>
                    <a:pt x="87" y="44"/>
                  </a:lnTo>
                  <a:lnTo>
                    <a:pt x="83" y="42"/>
                  </a:lnTo>
                  <a:lnTo>
                    <a:pt x="73" y="38"/>
                  </a:lnTo>
                  <a:lnTo>
                    <a:pt x="58" y="30"/>
                  </a:lnTo>
                  <a:lnTo>
                    <a:pt x="42" y="22"/>
                  </a:lnTo>
                  <a:lnTo>
                    <a:pt x="26" y="14"/>
                  </a:lnTo>
                  <a:lnTo>
                    <a:pt x="12" y="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9" name="Freeform 116"/>
            <p:cNvSpPr>
              <a:spLocks/>
            </p:cNvSpPr>
            <p:nvPr/>
          </p:nvSpPr>
          <p:spPr bwMode="auto">
            <a:xfrm>
              <a:off x="2965" y="2417"/>
              <a:ext cx="56" cy="160"/>
            </a:xfrm>
            <a:custGeom>
              <a:avLst/>
              <a:gdLst>
                <a:gd name="T0" fmla="*/ 1 w 106"/>
                <a:gd name="T1" fmla="*/ 0 h 325"/>
                <a:gd name="T2" fmla="*/ 1 w 106"/>
                <a:gd name="T3" fmla="*/ 0 h 325"/>
                <a:gd name="T4" fmla="*/ 1 w 106"/>
                <a:gd name="T5" fmla="*/ 0 h 325"/>
                <a:gd name="T6" fmla="*/ 1 w 106"/>
                <a:gd name="T7" fmla="*/ 0 h 325"/>
                <a:gd name="T8" fmla="*/ 1 w 106"/>
                <a:gd name="T9" fmla="*/ 0 h 325"/>
                <a:gd name="T10" fmla="*/ 1 w 106"/>
                <a:gd name="T11" fmla="*/ 0 h 325"/>
                <a:gd name="T12" fmla="*/ 0 w 106"/>
                <a:gd name="T13" fmla="*/ 0 h 325"/>
                <a:gd name="T14" fmla="*/ 1 w 106"/>
                <a:gd name="T15" fmla="*/ 0 h 325"/>
                <a:gd name="T16" fmla="*/ 1 w 106"/>
                <a:gd name="T17" fmla="*/ 0 h 325"/>
                <a:gd name="T18" fmla="*/ 1 w 106"/>
                <a:gd name="T19" fmla="*/ 0 h 325"/>
                <a:gd name="T20" fmla="*/ 1 w 106"/>
                <a:gd name="T21" fmla="*/ 0 h 325"/>
                <a:gd name="T22" fmla="*/ 1 w 106"/>
                <a:gd name="T23" fmla="*/ 0 h 3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6" h="325">
                  <a:moveTo>
                    <a:pt x="51" y="55"/>
                  </a:moveTo>
                  <a:lnTo>
                    <a:pt x="57" y="0"/>
                  </a:lnTo>
                  <a:lnTo>
                    <a:pt x="106" y="0"/>
                  </a:lnTo>
                  <a:lnTo>
                    <a:pt x="82" y="93"/>
                  </a:lnTo>
                  <a:lnTo>
                    <a:pt x="82" y="193"/>
                  </a:lnTo>
                  <a:lnTo>
                    <a:pt x="75" y="262"/>
                  </a:lnTo>
                  <a:lnTo>
                    <a:pt x="0" y="325"/>
                  </a:lnTo>
                  <a:lnTo>
                    <a:pt x="31" y="213"/>
                  </a:lnTo>
                  <a:lnTo>
                    <a:pt x="35" y="187"/>
                  </a:lnTo>
                  <a:lnTo>
                    <a:pt x="41" y="132"/>
                  </a:lnTo>
                  <a:lnTo>
                    <a:pt x="47" y="77"/>
                  </a:lnTo>
                  <a:lnTo>
                    <a:pt x="51" y="55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0" name="Freeform 117"/>
            <p:cNvSpPr>
              <a:spLocks/>
            </p:cNvSpPr>
            <p:nvPr/>
          </p:nvSpPr>
          <p:spPr bwMode="auto">
            <a:xfrm>
              <a:off x="2740" y="2375"/>
              <a:ext cx="43" cy="34"/>
            </a:xfrm>
            <a:custGeom>
              <a:avLst/>
              <a:gdLst>
                <a:gd name="T0" fmla="*/ 0 w 88"/>
                <a:gd name="T1" fmla="*/ 0 h 69"/>
                <a:gd name="T2" fmla="*/ 0 w 88"/>
                <a:gd name="T3" fmla="*/ 0 h 69"/>
                <a:gd name="T4" fmla="*/ 0 w 88"/>
                <a:gd name="T5" fmla="*/ 0 h 69"/>
                <a:gd name="T6" fmla="*/ 0 w 88"/>
                <a:gd name="T7" fmla="*/ 0 h 69"/>
                <a:gd name="T8" fmla="*/ 0 w 88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69">
                  <a:moveTo>
                    <a:pt x="88" y="0"/>
                  </a:moveTo>
                  <a:lnTo>
                    <a:pt x="57" y="69"/>
                  </a:lnTo>
                  <a:lnTo>
                    <a:pt x="0" y="57"/>
                  </a:lnTo>
                  <a:lnTo>
                    <a:pt x="45" y="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1" name="Freeform 118"/>
            <p:cNvSpPr>
              <a:spLocks/>
            </p:cNvSpPr>
            <p:nvPr/>
          </p:nvSpPr>
          <p:spPr bwMode="auto">
            <a:xfrm>
              <a:off x="2556" y="2335"/>
              <a:ext cx="92" cy="279"/>
            </a:xfrm>
            <a:custGeom>
              <a:avLst/>
              <a:gdLst>
                <a:gd name="T0" fmla="*/ 0 w 187"/>
                <a:gd name="T1" fmla="*/ 0 h 563"/>
                <a:gd name="T2" fmla="*/ 0 w 187"/>
                <a:gd name="T3" fmla="*/ 0 h 563"/>
                <a:gd name="T4" fmla="*/ 0 w 187"/>
                <a:gd name="T5" fmla="*/ 0 h 563"/>
                <a:gd name="T6" fmla="*/ 0 w 187"/>
                <a:gd name="T7" fmla="*/ 0 h 563"/>
                <a:gd name="T8" fmla="*/ 0 w 187"/>
                <a:gd name="T9" fmla="*/ 1 h 563"/>
                <a:gd name="T10" fmla="*/ 0 w 187"/>
                <a:gd name="T11" fmla="*/ 0 h 563"/>
                <a:gd name="T12" fmla="*/ 0 w 187"/>
                <a:gd name="T13" fmla="*/ 0 h 563"/>
                <a:gd name="T14" fmla="*/ 0 w 187"/>
                <a:gd name="T15" fmla="*/ 0 h 563"/>
                <a:gd name="T16" fmla="*/ 0 w 187"/>
                <a:gd name="T17" fmla="*/ 0 h 563"/>
                <a:gd name="T18" fmla="*/ 0 w 187"/>
                <a:gd name="T19" fmla="*/ 0 h 563"/>
                <a:gd name="T20" fmla="*/ 0 w 187"/>
                <a:gd name="T21" fmla="*/ 0 h 563"/>
                <a:gd name="T22" fmla="*/ 0 w 187"/>
                <a:gd name="T23" fmla="*/ 0 h 563"/>
                <a:gd name="T24" fmla="*/ 0 w 187"/>
                <a:gd name="T25" fmla="*/ 0 h 563"/>
                <a:gd name="T26" fmla="*/ 0 w 187"/>
                <a:gd name="T27" fmla="*/ 0 h 563"/>
                <a:gd name="T28" fmla="*/ 0 w 187"/>
                <a:gd name="T29" fmla="*/ 0 h 56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7" h="563">
                  <a:moveTo>
                    <a:pt x="175" y="244"/>
                  </a:moveTo>
                  <a:lnTo>
                    <a:pt x="175" y="338"/>
                  </a:lnTo>
                  <a:lnTo>
                    <a:pt x="187" y="439"/>
                  </a:lnTo>
                  <a:lnTo>
                    <a:pt x="187" y="508"/>
                  </a:lnTo>
                  <a:lnTo>
                    <a:pt x="138" y="563"/>
                  </a:lnTo>
                  <a:lnTo>
                    <a:pt x="81" y="482"/>
                  </a:lnTo>
                  <a:lnTo>
                    <a:pt x="0" y="344"/>
                  </a:lnTo>
                  <a:lnTo>
                    <a:pt x="0" y="224"/>
                  </a:lnTo>
                  <a:lnTo>
                    <a:pt x="14" y="124"/>
                  </a:lnTo>
                  <a:lnTo>
                    <a:pt x="101" y="43"/>
                  </a:lnTo>
                  <a:lnTo>
                    <a:pt x="150" y="0"/>
                  </a:lnTo>
                  <a:lnTo>
                    <a:pt x="144" y="74"/>
                  </a:lnTo>
                  <a:lnTo>
                    <a:pt x="132" y="132"/>
                  </a:lnTo>
                  <a:lnTo>
                    <a:pt x="150" y="187"/>
                  </a:lnTo>
                  <a:lnTo>
                    <a:pt x="175" y="244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2" name="Freeform 119"/>
            <p:cNvSpPr>
              <a:spLocks/>
            </p:cNvSpPr>
            <p:nvPr/>
          </p:nvSpPr>
          <p:spPr bwMode="auto">
            <a:xfrm>
              <a:off x="2639" y="2647"/>
              <a:ext cx="147" cy="90"/>
            </a:xfrm>
            <a:custGeom>
              <a:avLst/>
              <a:gdLst>
                <a:gd name="T0" fmla="*/ 0 w 291"/>
                <a:gd name="T1" fmla="*/ 0 h 181"/>
                <a:gd name="T2" fmla="*/ 1 w 291"/>
                <a:gd name="T3" fmla="*/ 0 h 181"/>
                <a:gd name="T4" fmla="*/ 1 w 291"/>
                <a:gd name="T5" fmla="*/ 0 h 181"/>
                <a:gd name="T6" fmla="*/ 1 w 291"/>
                <a:gd name="T7" fmla="*/ 0 h 181"/>
                <a:gd name="T8" fmla="*/ 1 w 291"/>
                <a:gd name="T9" fmla="*/ 0 h 181"/>
                <a:gd name="T10" fmla="*/ 1 w 291"/>
                <a:gd name="T11" fmla="*/ 0 h 181"/>
                <a:gd name="T12" fmla="*/ 1 w 291"/>
                <a:gd name="T13" fmla="*/ 0 h 181"/>
                <a:gd name="T14" fmla="*/ 0 w 291"/>
                <a:gd name="T15" fmla="*/ 0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181">
                  <a:moveTo>
                    <a:pt x="0" y="0"/>
                  </a:moveTo>
                  <a:lnTo>
                    <a:pt x="104" y="0"/>
                  </a:lnTo>
                  <a:lnTo>
                    <a:pt x="104" y="37"/>
                  </a:lnTo>
                  <a:lnTo>
                    <a:pt x="161" y="81"/>
                  </a:lnTo>
                  <a:lnTo>
                    <a:pt x="291" y="181"/>
                  </a:lnTo>
                  <a:lnTo>
                    <a:pt x="185" y="149"/>
                  </a:lnTo>
                  <a:lnTo>
                    <a:pt x="10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3" name="Freeform 120"/>
            <p:cNvSpPr>
              <a:spLocks/>
            </p:cNvSpPr>
            <p:nvPr/>
          </p:nvSpPr>
          <p:spPr bwMode="auto">
            <a:xfrm>
              <a:off x="2376" y="2502"/>
              <a:ext cx="368" cy="298"/>
            </a:xfrm>
            <a:custGeom>
              <a:avLst/>
              <a:gdLst>
                <a:gd name="T0" fmla="*/ 1 w 732"/>
                <a:gd name="T1" fmla="*/ 0 h 593"/>
                <a:gd name="T2" fmla="*/ 1 w 732"/>
                <a:gd name="T3" fmla="*/ 1 h 593"/>
                <a:gd name="T4" fmla="*/ 1 w 732"/>
                <a:gd name="T5" fmla="*/ 1 h 593"/>
                <a:gd name="T6" fmla="*/ 1 w 732"/>
                <a:gd name="T7" fmla="*/ 1 h 593"/>
                <a:gd name="T8" fmla="*/ 1 w 732"/>
                <a:gd name="T9" fmla="*/ 1 h 593"/>
                <a:gd name="T10" fmla="*/ 1 w 732"/>
                <a:gd name="T11" fmla="*/ 1 h 593"/>
                <a:gd name="T12" fmla="*/ 1 w 732"/>
                <a:gd name="T13" fmla="*/ 1 h 593"/>
                <a:gd name="T14" fmla="*/ 2 w 732"/>
                <a:gd name="T15" fmla="*/ 2 h 593"/>
                <a:gd name="T16" fmla="*/ 2 w 732"/>
                <a:gd name="T17" fmla="*/ 2 h 593"/>
                <a:gd name="T18" fmla="*/ 2 w 732"/>
                <a:gd name="T19" fmla="*/ 2 h 593"/>
                <a:gd name="T20" fmla="*/ 1 w 732"/>
                <a:gd name="T21" fmla="*/ 2 h 593"/>
                <a:gd name="T22" fmla="*/ 1 w 732"/>
                <a:gd name="T23" fmla="*/ 1 h 593"/>
                <a:gd name="T24" fmla="*/ 1 w 732"/>
                <a:gd name="T25" fmla="*/ 1 h 593"/>
                <a:gd name="T26" fmla="*/ 1 w 732"/>
                <a:gd name="T27" fmla="*/ 1 h 593"/>
                <a:gd name="T28" fmla="*/ 0 w 732"/>
                <a:gd name="T29" fmla="*/ 1 h 593"/>
                <a:gd name="T30" fmla="*/ 1 w 732"/>
                <a:gd name="T31" fmla="*/ 1 h 593"/>
                <a:gd name="T32" fmla="*/ 1 w 732"/>
                <a:gd name="T33" fmla="*/ 0 h 5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32" h="593">
                  <a:moveTo>
                    <a:pt x="132" y="0"/>
                  </a:moveTo>
                  <a:lnTo>
                    <a:pt x="228" y="203"/>
                  </a:lnTo>
                  <a:lnTo>
                    <a:pt x="266" y="229"/>
                  </a:lnTo>
                  <a:lnTo>
                    <a:pt x="228" y="317"/>
                  </a:lnTo>
                  <a:lnTo>
                    <a:pt x="285" y="373"/>
                  </a:lnTo>
                  <a:lnTo>
                    <a:pt x="403" y="386"/>
                  </a:lnTo>
                  <a:lnTo>
                    <a:pt x="459" y="479"/>
                  </a:lnTo>
                  <a:lnTo>
                    <a:pt x="608" y="548"/>
                  </a:lnTo>
                  <a:lnTo>
                    <a:pt x="732" y="593"/>
                  </a:lnTo>
                  <a:lnTo>
                    <a:pt x="600" y="593"/>
                  </a:lnTo>
                  <a:lnTo>
                    <a:pt x="439" y="593"/>
                  </a:lnTo>
                  <a:lnTo>
                    <a:pt x="228" y="497"/>
                  </a:lnTo>
                  <a:lnTo>
                    <a:pt x="149" y="386"/>
                  </a:lnTo>
                  <a:lnTo>
                    <a:pt x="104" y="260"/>
                  </a:lnTo>
                  <a:lnTo>
                    <a:pt x="0" y="174"/>
                  </a:lnTo>
                  <a:lnTo>
                    <a:pt x="80" y="48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4" name="Freeform 121"/>
            <p:cNvSpPr>
              <a:spLocks/>
            </p:cNvSpPr>
            <p:nvPr/>
          </p:nvSpPr>
          <p:spPr bwMode="auto">
            <a:xfrm>
              <a:off x="2879" y="2737"/>
              <a:ext cx="131" cy="93"/>
            </a:xfrm>
            <a:custGeom>
              <a:avLst/>
              <a:gdLst>
                <a:gd name="T0" fmla="*/ 0 w 262"/>
                <a:gd name="T1" fmla="*/ 1 h 183"/>
                <a:gd name="T2" fmla="*/ 1 w 262"/>
                <a:gd name="T3" fmla="*/ 1 h 183"/>
                <a:gd name="T4" fmla="*/ 1 w 262"/>
                <a:gd name="T5" fmla="*/ 0 h 183"/>
                <a:gd name="T6" fmla="*/ 1 w 262"/>
                <a:gd name="T7" fmla="*/ 1 h 183"/>
                <a:gd name="T8" fmla="*/ 1 w 262"/>
                <a:gd name="T9" fmla="*/ 1 h 183"/>
                <a:gd name="T10" fmla="*/ 1 w 262"/>
                <a:gd name="T11" fmla="*/ 1 h 183"/>
                <a:gd name="T12" fmla="*/ 1 w 262"/>
                <a:gd name="T13" fmla="*/ 1 h 183"/>
                <a:gd name="T14" fmla="*/ 1 w 262"/>
                <a:gd name="T15" fmla="*/ 1 h 183"/>
                <a:gd name="T16" fmla="*/ 0 w 262"/>
                <a:gd name="T17" fmla="*/ 1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2" h="183">
                  <a:moveTo>
                    <a:pt x="0" y="37"/>
                  </a:moveTo>
                  <a:lnTo>
                    <a:pt x="81" y="37"/>
                  </a:lnTo>
                  <a:lnTo>
                    <a:pt x="262" y="0"/>
                  </a:lnTo>
                  <a:lnTo>
                    <a:pt x="237" y="43"/>
                  </a:lnTo>
                  <a:lnTo>
                    <a:pt x="199" y="83"/>
                  </a:lnTo>
                  <a:lnTo>
                    <a:pt x="124" y="138"/>
                  </a:lnTo>
                  <a:lnTo>
                    <a:pt x="32" y="183"/>
                  </a:lnTo>
                  <a:lnTo>
                    <a:pt x="52" y="10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" name="Freeform 122"/>
            <p:cNvSpPr>
              <a:spLocks/>
            </p:cNvSpPr>
            <p:nvPr/>
          </p:nvSpPr>
          <p:spPr bwMode="auto">
            <a:xfrm>
              <a:off x="2565" y="2856"/>
              <a:ext cx="490" cy="164"/>
            </a:xfrm>
            <a:custGeom>
              <a:avLst/>
              <a:gdLst>
                <a:gd name="T0" fmla="*/ 0 w 981"/>
                <a:gd name="T1" fmla="*/ 0 h 333"/>
                <a:gd name="T2" fmla="*/ 0 w 981"/>
                <a:gd name="T3" fmla="*/ 0 h 333"/>
                <a:gd name="T4" fmla="*/ 0 w 981"/>
                <a:gd name="T5" fmla="*/ 0 h 333"/>
                <a:gd name="T6" fmla="*/ 0 w 981"/>
                <a:gd name="T7" fmla="*/ 0 h 333"/>
                <a:gd name="T8" fmla="*/ 0 w 981"/>
                <a:gd name="T9" fmla="*/ 0 h 333"/>
                <a:gd name="T10" fmla="*/ 0 w 981"/>
                <a:gd name="T11" fmla="*/ 0 h 333"/>
                <a:gd name="T12" fmla="*/ 0 w 981"/>
                <a:gd name="T13" fmla="*/ 0 h 333"/>
                <a:gd name="T14" fmla="*/ 1 w 981"/>
                <a:gd name="T15" fmla="*/ 0 h 333"/>
                <a:gd name="T16" fmla="*/ 1 w 981"/>
                <a:gd name="T17" fmla="*/ 0 h 333"/>
                <a:gd name="T18" fmla="*/ 1 w 981"/>
                <a:gd name="T19" fmla="*/ 0 h 333"/>
                <a:gd name="T20" fmla="*/ 1 w 981"/>
                <a:gd name="T21" fmla="*/ 0 h 333"/>
                <a:gd name="T22" fmla="*/ 1 w 981"/>
                <a:gd name="T23" fmla="*/ 0 h 333"/>
                <a:gd name="T24" fmla="*/ 1 w 981"/>
                <a:gd name="T25" fmla="*/ 0 h 333"/>
                <a:gd name="T26" fmla="*/ 1 w 981"/>
                <a:gd name="T27" fmla="*/ 0 h 333"/>
                <a:gd name="T28" fmla="*/ 1 w 981"/>
                <a:gd name="T29" fmla="*/ 0 h 333"/>
                <a:gd name="T30" fmla="*/ 1 w 981"/>
                <a:gd name="T31" fmla="*/ 0 h 333"/>
                <a:gd name="T32" fmla="*/ 1 w 981"/>
                <a:gd name="T33" fmla="*/ 0 h 333"/>
                <a:gd name="T34" fmla="*/ 1 w 981"/>
                <a:gd name="T35" fmla="*/ 0 h 333"/>
                <a:gd name="T36" fmla="*/ 1 w 981"/>
                <a:gd name="T37" fmla="*/ 0 h 333"/>
                <a:gd name="T38" fmla="*/ 1 w 981"/>
                <a:gd name="T39" fmla="*/ 0 h 333"/>
                <a:gd name="T40" fmla="*/ 1 w 981"/>
                <a:gd name="T41" fmla="*/ 0 h 333"/>
                <a:gd name="T42" fmla="*/ 1 w 981"/>
                <a:gd name="T43" fmla="*/ 0 h 333"/>
                <a:gd name="T44" fmla="*/ 1 w 981"/>
                <a:gd name="T45" fmla="*/ 0 h 333"/>
                <a:gd name="T46" fmla="*/ 1 w 981"/>
                <a:gd name="T47" fmla="*/ 0 h 333"/>
                <a:gd name="T48" fmla="*/ 1 w 981"/>
                <a:gd name="T49" fmla="*/ 0 h 333"/>
                <a:gd name="T50" fmla="*/ 1 w 981"/>
                <a:gd name="T51" fmla="*/ 0 h 333"/>
                <a:gd name="T52" fmla="*/ 1 w 981"/>
                <a:gd name="T53" fmla="*/ 0 h 333"/>
                <a:gd name="T54" fmla="*/ 1 w 981"/>
                <a:gd name="T55" fmla="*/ 0 h 333"/>
                <a:gd name="T56" fmla="*/ 0 w 981"/>
                <a:gd name="T57" fmla="*/ 0 h 333"/>
                <a:gd name="T58" fmla="*/ 0 w 981"/>
                <a:gd name="T59" fmla="*/ 0 h 333"/>
                <a:gd name="T60" fmla="*/ 0 w 981"/>
                <a:gd name="T61" fmla="*/ 0 h 333"/>
                <a:gd name="T62" fmla="*/ 0 w 981"/>
                <a:gd name="T63" fmla="*/ 0 h 333"/>
                <a:gd name="T64" fmla="*/ 0 w 981"/>
                <a:gd name="T65" fmla="*/ 0 h 333"/>
                <a:gd name="T66" fmla="*/ 0 w 981"/>
                <a:gd name="T67" fmla="*/ 0 h 333"/>
                <a:gd name="T68" fmla="*/ 0 w 981"/>
                <a:gd name="T69" fmla="*/ 0 h 333"/>
                <a:gd name="T70" fmla="*/ 0 w 981"/>
                <a:gd name="T71" fmla="*/ 0 h 333"/>
                <a:gd name="T72" fmla="*/ 0 w 981"/>
                <a:gd name="T73" fmla="*/ 0 h 333"/>
                <a:gd name="T74" fmla="*/ 0 w 981"/>
                <a:gd name="T75" fmla="*/ 0 h 333"/>
                <a:gd name="T76" fmla="*/ 0 w 981"/>
                <a:gd name="T77" fmla="*/ 0 h 333"/>
                <a:gd name="T78" fmla="*/ 0 w 981"/>
                <a:gd name="T79" fmla="*/ 0 h 333"/>
                <a:gd name="T80" fmla="*/ 0 w 981"/>
                <a:gd name="T81" fmla="*/ 0 h 333"/>
                <a:gd name="T82" fmla="*/ 0 w 981"/>
                <a:gd name="T83" fmla="*/ 0 h 333"/>
                <a:gd name="T84" fmla="*/ 0 w 981"/>
                <a:gd name="T85" fmla="*/ 0 h 333"/>
                <a:gd name="T86" fmla="*/ 0 w 981"/>
                <a:gd name="T87" fmla="*/ 0 h 333"/>
                <a:gd name="T88" fmla="*/ 0 w 981"/>
                <a:gd name="T89" fmla="*/ 0 h 3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981" h="333">
                  <a:moveTo>
                    <a:pt x="45" y="101"/>
                  </a:moveTo>
                  <a:lnTo>
                    <a:pt x="130" y="73"/>
                  </a:lnTo>
                  <a:lnTo>
                    <a:pt x="274" y="0"/>
                  </a:lnTo>
                  <a:lnTo>
                    <a:pt x="431" y="40"/>
                  </a:lnTo>
                  <a:lnTo>
                    <a:pt x="455" y="48"/>
                  </a:lnTo>
                  <a:lnTo>
                    <a:pt x="477" y="55"/>
                  </a:lnTo>
                  <a:lnTo>
                    <a:pt x="498" y="63"/>
                  </a:lnTo>
                  <a:lnTo>
                    <a:pt x="518" y="69"/>
                  </a:lnTo>
                  <a:lnTo>
                    <a:pt x="538" y="75"/>
                  </a:lnTo>
                  <a:lnTo>
                    <a:pt x="557" y="79"/>
                  </a:lnTo>
                  <a:lnTo>
                    <a:pt x="577" y="83"/>
                  </a:lnTo>
                  <a:lnTo>
                    <a:pt x="595" y="87"/>
                  </a:lnTo>
                  <a:lnTo>
                    <a:pt x="614" y="89"/>
                  </a:lnTo>
                  <a:lnTo>
                    <a:pt x="632" y="91"/>
                  </a:lnTo>
                  <a:lnTo>
                    <a:pt x="652" y="95"/>
                  </a:lnTo>
                  <a:lnTo>
                    <a:pt x="672" y="95"/>
                  </a:lnTo>
                  <a:lnTo>
                    <a:pt x="693" y="97"/>
                  </a:lnTo>
                  <a:lnTo>
                    <a:pt x="715" y="99"/>
                  </a:lnTo>
                  <a:lnTo>
                    <a:pt x="739" y="99"/>
                  </a:lnTo>
                  <a:lnTo>
                    <a:pt x="764" y="101"/>
                  </a:lnTo>
                  <a:lnTo>
                    <a:pt x="843" y="138"/>
                  </a:lnTo>
                  <a:lnTo>
                    <a:pt x="981" y="213"/>
                  </a:lnTo>
                  <a:lnTo>
                    <a:pt x="953" y="278"/>
                  </a:lnTo>
                  <a:lnTo>
                    <a:pt x="823" y="278"/>
                  </a:lnTo>
                  <a:lnTo>
                    <a:pt x="640" y="239"/>
                  </a:lnTo>
                  <a:lnTo>
                    <a:pt x="603" y="266"/>
                  </a:lnTo>
                  <a:lnTo>
                    <a:pt x="569" y="288"/>
                  </a:lnTo>
                  <a:lnTo>
                    <a:pt x="540" y="306"/>
                  </a:lnTo>
                  <a:lnTo>
                    <a:pt x="510" y="319"/>
                  </a:lnTo>
                  <a:lnTo>
                    <a:pt x="482" y="329"/>
                  </a:lnTo>
                  <a:lnTo>
                    <a:pt x="457" y="333"/>
                  </a:lnTo>
                  <a:lnTo>
                    <a:pt x="433" y="333"/>
                  </a:lnTo>
                  <a:lnTo>
                    <a:pt x="410" y="329"/>
                  </a:lnTo>
                  <a:lnTo>
                    <a:pt x="386" y="321"/>
                  </a:lnTo>
                  <a:lnTo>
                    <a:pt x="364" y="308"/>
                  </a:lnTo>
                  <a:lnTo>
                    <a:pt x="341" y="290"/>
                  </a:lnTo>
                  <a:lnTo>
                    <a:pt x="319" y="266"/>
                  </a:lnTo>
                  <a:lnTo>
                    <a:pt x="293" y="241"/>
                  </a:lnTo>
                  <a:lnTo>
                    <a:pt x="270" y="209"/>
                  </a:lnTo>
                  <a:lnTo>
                    <a:pt x="242" y="174"/>
                  </a:lnTo>
                  <a:lnTo>
                    <a:pt x="215" y="132"/>
                  </a:lnTo>
                  <a:lnTo>
                    <a:pt x="116" y="132"/>
                  </a:lnTo>
                  <a:lnTo>
                    <a:pt x="6" y="172"/>
                  </a:lnTo>
                  <a:lnTo>
                    <a:pt x="0" y="113"/>
                  </a:lnTo>
                  <a:lnTo>
                    <a:pt x="45" y="101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6" name="Freeform 123"/>
            <p:cNvSpPr>
              <a:spLocks/>
            </p:cNvSpPr>
            <p:nvPr/>
          </p:nvSpPr>
          <p:spPr bwMode="auto">
            <a:xfrm>
              <a:off x="2693" y="2637"/>
              <a:ext cx="282" cy="83"/>
            </a:xfrm>
            <a:custGeom>
              <a:avLst/>
              <a:gdLst>
                <a:gd name="T0" fmla="*/ 0 w 563"/>
                <a:gd name="T1" fmla="*/ 1 h 166"/>
                <a:gd name="T2" fmla="*/ 1 w 563"/>
                <a:gd name="T3" fmla="*/ 1 h 166"/>
                <a:gd name="T4" fmla="*/ 1 w 563"/>
                <a:gd name="T5" fmla="*/ 1 h 166"/>
                <a:gd name="T6" fmla="*/ 1 w 563"/>
                <a:gd name="T7" fmla="*/ 1 h 166"/>
                <a:gd name="T8" fmla="*/ 1 w 563"/>
                <a:gd name="T9" fmla="*/ 1 h 166"/>
                <a:gd name="T10" fmla="*/ 2 w 563"/>
                <a:gd name="T11" fmla="*/ 1 h 166"/>
                <a:gd name="T12" fmla="*/ 1 w 563"/>
                <a:gd name="T13" fmla="*/ 1 h 166"/>
                <a:gd name="T14" fmla="*/ 1 w 563"/>
                <a:gd name="T15" fmla="*/ 1 h 166"/>
                <a:gd name="T16" fmla="*/ 1 w 563"/>
                <a:gd name="T17" fmla="*/ 1 h 166"/>
                <a:gd name="T18" fmla="*/ 1 w 563"/>
                <a:gd name="T19" fmla="*/ 0 h 166"/>
                <a:gd name="T20" fmla="*/ 1 w 563"/>
                <a:gd name="T21" fmla="*/ 0 h 166"/>
                <a:gd name="T22" fmla="*/ 0 w 563"/>
                <a:gd name="T23" fmla="*/ 1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63" h="166">
                  <a:moveTo>
                    <a:pt x="0" y="6"/>
                  </a:moveTo>
                  <a:lnTo>
                    <a:pt x="85" y="114"/>
                  </a:lnTo>
                  <a:lnTo>
                    <a:pt x="185" y="166"/>
                  </a:lnTo>
                  <a:lnTo>
                    <a:pt x="321" y="166"/>
                  </a:lnTo>
                  <a:lnTo>
                    <a:pt x="475" y="120"/>
                  </a:lnTo>
                  <a:lnTo>
                    <a:pt x="563" y="6"/>
                  </a:lnTo>
                  <a:lnTo>
                    <a:pt x="485" y="6"/>
                  </a:lnTo>
                  <a:lnTo>
                    <a:pt x="374" y="24"/>
                  </a:lnTo>
                  <a:lnTo>
                    <a:pt x="258" y="30"/>
                  </a:lnTo>
                  <a:lnTo>
                    <a:pt x="122" y="0"/>
                  </a:lnTo>
                  <a:lnTo>
                    <a:pt x="59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7" name="Freeform 124"/>
            <p:cNvSpPr>
              <a:spLocks/>
            </p:cNvSpPr>
            <p:nvPr/>
          </p:nvSpPr>
          <p:spPr bwMode="auto">
            <a:xfrm>
              <a:off x="2623" y="2420"/>
              <a:ext cx="208" cy="165"/>
            </a:xfrm>
            <a:custGeom>
              <a:avLst/>
              <a:gdLst>
                <a:gd name="T0" fmla="*/ 0 w 416"/>
                <a:gd name="T1" fmla="*/ 0 h 329"/>
                <a:gd name="T2" fmla="*/ 1 w 416"/>
                <a:gd name="T3" fmla="*/ 1 h 329"/>
                <a:gd name="T4" fmla="*/ 1 w 416"/>
                <a:gd name="T5" fmla="*/ 1 h 329"/>
                <a:gd name="T6" fmla="*/ 1 w 416"/>
                <a:gd name="T7" fmla="*/ 1 h 329"/>
                <a:gd name="T8" fmla="*/ 1 w 416"/>
                <a:gd name="T9" fmla="*/ 1 h 329"/>
                <a:gd name="T10" fmla="*/ 1 w 416"/>
                <a:gd name="T11" fmla="*/ 1 h 329"/>
                <a:gd name="T12" fmla="*/ 1 w 416"/>
                <a:gd name="T13" fmla="*/ 1 h 329"/>
                <a:gd name="T14" fmla="*/ 1 w 416"/>
                <a:gd name="T15" fmla="*/ 1 h 329"/>
                <a:gd name="T16" fmla="*/ 0 w 416"/>
                <a:gd name="T17" fmla="*/ 0 h 3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6" h="329">
                  <a:moveTo>
                    <a:pt x="0" y="0"/>
                  </a:moveTo>
                  <a:lnTo>
                    <a:pt x="116" y="134"/>
                  </a:lnTo>
                  <a:lnTo>
                    <a:pt x="233" y="191"/>
                  </a:lnTo>
                  <a:lnTo>
                    <a:pt x="416" y="301"/>
                  </a:lnTo>
                  <a:lnTo>
                    <a:pt x="280" y="309"/>
                  </a:lnTo>
                  <a:lnTo>
                    <a:pt x="193" y="329"/>
                  </a:lnTo>
                  <a:lnTo>
                    <a:pt x="128" y="329"/>
                  </a:lnTo>
                  <a:lnTo>
                    <a:pt x="73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8" name="Freeform 125"/>
            <p:cNvSpPr>
              <a:spLocks/>
            </p:cNvSpPr>
            <p:nvPr/>
          </p:nvSpPr>
          <p:spPr bwMode="auto">
            <a:xfrm>
              <a:off x="2833" y="2435"/>
              <a:ext cx="157" cy="144"/>
            </a:xfrm>
            <a:custGeom>
              <a:avLst/>
              <a:gdLst>
                <a:gd name="T0" fmla="*/ 0 w 315"/>
                <a:gd name="T1" fmla="*/ 0 h 290"/>
                <a:gd name="T2" fmla="*/ 0 w 315"/>
                <a:gd name="T3" fmla="*/ 0 h 290"/>
                <a:gd name="T4" fmla="*/ 0 w 315"/>
                <a:gd name="T5" fmla="*/ 0 h 290"/>
                <a:gd name="T6" fmla="*/ 0 w 315"/>
                <a:gd name="T7" fmla="*/ 0 h 290"/>
                <a:gd name="T8" fmla="*/ 0 w 315"/>
                <a:gd name="T9" fmla="*/ 0 h 290"/>
                <a:gd name="T10" fmla="*/ 0 w 315"/>
                <a:gd name="T11" fmla="*/ 0 h 290"/>
                <a:gd name="T12" fmla="*/ 0 w 315"/>
                <a:gd name="T13" fmla="*/ 0 h 290"/>
                <a:gd name="T14" fmla="*/ 0 w 315"/>
                <a:gd name="T15" fmla="*/ 0 h 290"/>
                <a:gd name="T16" fmla="*/ 0 w 315"/>
                <a:gd name="T17" fmla="*/ 0 h 290"/>
                <a:gd name="T18" fmla="*/ 0 w 315"/>
                <a:gd name="T19" fmla="*/ 0 h 290"/>
                <a:gd name="T20" fmla="*/ 0 w 315"/>
                <a:gd name="T21" fmla="*/ 0 h 290"/>
                <a:gd name="T22" fmla="*/ 0 w 315"/>
                <a:gd name="T23" fmla="*/ 0 h 290"/>
                <a:gd name="T24" fmla="*/ 0 w 315"/>
                <a:gd name="T25" fmla="*/ 0 h 290"/>
                <a:gd name="T26" fmla="*/ 0 w 315"/>
                <a:gd name="T27" fmla="*/ 0 h 290"/>
                <a:gd name="T28" fmla="*/ 0 w 315"/>
                <a:gd name="T29" fmla="*/ 0 h 290"/>
                <a:gd name="T30" fmla="*/ 0 w 315"/>
                <a:gd name="T31" fmla="*/ 0 h 290"/>
                <a:gd name="T32" fmla="*/ 0 w 315"/>
                <a:gd name="T33" fmla="*/ 0 h 290"/>
                <a:gd name="T34" fmla="*/ 0 w 315"/>
                <a:gd name="T35" fmla="*/ 0 h 290"/>
                <a:gd name="T36" fmla="*/ 0 w 315"/>
                <a:gd name="T37" fmla="*/ 0 h 290"/>
                <a:gd name="T38" fmla="*/ 0 w 315"/>
                <a:gd name="T39" fmla="*/ 0 h 290"/>
                <a:gd name="T40" fmla="*/ 0 w 315"/>
                <a:gd name="T41" fmla="*/ 0 h 2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15" h="290">
                  <a:moveTo>
                    <a:pt x="305" y="0"/>
                  </a:moveTo>
                  <a:lnTo>
                    <a:pt x="212" y="50"/>
                  </a:lnTo>
                  <a:lnTo>
                    <a:pt x="112" y="119"/>
                  </a:lnTo>
                  <a:lnTo>
                    <a:pt x="0" y="201"/>
                  </a:lnTo>
                  <a:lnTo>
                    <a:pt x="110" y="286"/>
                  </a:lnTo>
                  <a:lnTo>
                    <a:pt x="163" y="290"/>
                  </a:lnTo>
                  <a:lnTo>
                    <a:pt x="208" y="284"/>
                  </a:lnTo>
                  <a:lnTo>
                    <a:pt x="242" y="274"/>
                  </a:lnTo>
                  <a:lnTo>
                    <a:pt x="270" y="258"/>
                  </a:lnTo>
                  <a:lnTo>
                    <a:pt x="289" y="239"/>
                  </a:lnTo>
                  <a:lnTo>
                    <a:pt x="303" y="215"/>
                  </a:lnTo>
                  <a:lnTo>
                    <a:pt x="311" y="188"/>
                  </a:lnTo>
                  <a:lnTo>
                    <a:pt x="315" y="160"/>
                  </a:lnTo>
                  <a:lnTo>
                    <a:pt x="315" y="132"/>
                  </a:lnTo>
                  <a:lnTo>
                    <a:pt x="313" y="105"/>
                  </a:lnTo>
                  <a:lnTo>
                    <a:pt x="311" y="77"/>
                  </a:lnTo>
                  <a:lnTo>
                    <a:pt x="307" y="54"/>
                  </a:lnTo>
                  <a:lnTo>
                    <a:pt x="303" y="32"/>
                  </a:lnTo>
                  <a:lnTo>
                    <a:pt x="301" y="16"/>
                  </a:lnTo>
                  <a:lnTo>
                    <a:pt x="301" y="4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9" name="Freeform 126"/>
            <p:cNvSpPr>
              <a:spLocks/>
            </p:cNvSpPr>
            <p:nvPr/>
          </p:nvSpPr>
          <p:spPr bwMode="auto">
            <a:xfrm>
              <a:off x="3115" y="2558"/>
              <a:ext cx="163" cy="164"/>
            </a:xfrm>
            <a:custGeom>
              <a:avLst/>
              <a:gdLst>
                <a:gd name="T0" fmla="*/ 1 w 323"/>
                <a:gd name="T1" fmla="*/ 1 h 325"/>
                <a:gd name="T2" fmla="*/ 1 w 323"/>
                <a:gd name="T3" fmla="*/ 1 h 325"/>
                <a:gd name="T4" fmla="*/ 0 w 323"/>
                <a:gd name="T5" fmla="*/ 1 h 325"/>
                <a:gd name="T6" fmla="*/ 1 w 323"/>
                <a:gd name="T7" fmla="*/ 1 h 325"/>
                <a:gd name="T8" fmla="*/ 1 w 323"/>
                <a:gd name="T9" fmla="*/ 1 h 325"/>
                <a:gd name="T10" fmla="*/ 1 w 323"/>
                <a:gd name="T11" fmla="*/ 1 h 325"/>
                <a:gd name="T12" fmla="*/ 1 w 323"/>
                <a:gd name="T13" fmla="*/ 1 h 325"/>
                <a:gd name="T14" fmla="*/ 1 w 323"/>
                <a:gd name="T15" fmla="*/ 1 h 325"/>
                <a:gd name="T16" fmla="*/ 1 w 323"/>
                <a:gd name="T17" fmla="*/ 1 h 325"/>
                <a:gd name="T18" fmla="*/ 1 w 323"/>
                <a:gd name="T19" fmla="*/ 1 h 325"/>
                <a:gd name="T20" fmla="*/ 1 w 323"/>
                <a:gd name="T21" fmla="*/ 1 h 325"/>
                <a:gd name="T22" fmla="*/ 1 w 323"/>
                <a:gd name="T23" fmla="*/ 0 h 325"/>
                <a:gd name="T24" fmla="*/ 1 w 323"/>
                <a:gd name="T25" fmla="*/ 1 h 325"/>
                <a:gd name="T26" fmla="*/ 1 w 323"/>
                <a:gd name="T27" fmla="*/ 1 h 325"/>
                <a:gd name="T28" fmla="*/ 1 w 323"/>
                <a:gd name="T29" fmla="*/ 1 h 325"/>
                <a:gd name="T30" fmla="*/ 1 w 323"/>
                <a:gd name="T31" fmla="*/ 1 h 3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23" h="325">
                  <a:moveTo>
                    <a:pt x="140" y="11"/>
                  </a:moveTo>
                  <a:lnTo>
                    <a:pt x="87" y="120"/>
                  </a:lnTo>
                  <a:lnTo>
                    <a:pt x="0" y="240"/>
                  </a:lnTo>
                  <a:lnTo>
                    <a:pt x="87" y="250"/>
                  </a:lnTo>
                  <a:lnTo>
                    <a:pt x="173" y="325"/>
                  </a:lnTo>
                  <a:lnTo>
                    <a:pt x="248" y="325"/>
                  </a:lnTo>
                  <a:lnTo>
                    <a:pt x="323" y="206"/>
                  </a:lnTo>
                  <a:lnTo>
                    <a:pt x="227" y="228"/>
                  </a:lnTo>
                  <a:lnTo>
                    <a:pt x="152" y="218"/>
                  </a:lnTo>
                  <a:lnTo>
                    <a:pt x="215" y="151"/>
                  </a:lnTo>
                  <a:lnTo>
                    <a:pt x="270" y="55"/>
                  </a:lnTo>
                  <a:lnTo>
                    <a:pt x="195" y="0"/>
                  </a:lnTo>
                  <a:lnTo>
                    <a:pt x="187" y="4"/>
                  </a:lnTo>
                  <a:lnTo>
                    <a:pt x="171" y="9"/>
                  </a:lnTo>
                  <a:lnTo>
                    <a:pt x="154" y="13"/>
                  </a:lnTo>
                  <a:lnTo>
                    <a:pt x="140" y="11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0" name="Freeform 127"/>
            <p:cNvSpPr>
              <a:spLocks/>
            </p:cNvSpPr>
            <p:nvPr/>
          </p:nvSpPr>
          <p:spPr bwMode="auto">
            <a:xfrm>
              <a:off x="2946" y="2276"/>
              <a:ext cx="46" cy="147"/>
            </a:xfrm>
            <a:custGeom>
              <a:avLst/>
              <a:gdLst>
                <a:gd name="T0" fmla="*/ 0 w 93"/>
                <a:gd name="T1" fmla="*/ 0 h 296"/>
                <a:gd name="T2" fmla="*/ 0 w 93"/>
                <a:gd name="T3" fmla="*/ 0 h 296"/>
                <a:gd name="T4" fmla="*/ 0 w 93"/>
                <a:gd name="T5" fmla="*/ 0 h 296"/>
                <a:gd name="T6" fmla="*/ 0 w 93"/>
                <a:gd name="T7" fmla="*/ 0 h 296"/>
                <a:gd name="T8" fmla="*/ 0 w 93"/>
                <a:gd name="T9" fmla="*/ 0 h 296"/>
                <a:gd name="T10" fmla="*/ 0 w 93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3" h="296">
                  <a:moveTo>
                    <a:pt x="18" y="0"/>
                  </a:moveTo>
                  <a:lnTo>
                    <a:pt x="93" y="65"/>
                  </a:lnTo>
                  <a:lnTo>
                    <a:pt x="93" y="262"/>
                  </a:lnTo>
                  <a:lnTo>
                    <a:pt x="0" y="296"/>
                  </a:lnTo>
                  <a:lnTo>
                    <a:pt x="28" y="12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1" name="Freeform 128"/>
            <p:cNvSpPr>
              <a:spLocks/>
            </p:cNvSpPr>
            <p:nvPr/>
          </p:nvSpPr>
          <p:spPr bwMode="auto">
            <a:xfrm>
              <a:off x="2725" y="2411"/>
              <a:ext cx="176" cy="112"/>
            </a:xfrm>
            <a:custGeom>
              <a:avLst/>
              <a:gdLst>
                <a:gd name="T0" fmla="*/ 0 w 353"/>
                <a:gd name="T1" fmla="*/ 0 h 225"/>
                <a:gd name="T2" fmla="*/ 0 w 353"/>
                <a:gd name="T3" fmla="*/ 0 h 225"/>
                <a:gd name="T4" fmla="*/ 0 w 353"/>
                <a:gd name="T5" fmla="*/ 0 h 225"/>
                <a:gd name="T6" fmla="*/ 0 w 353"/>
                <a:gd name="T7" fmla="*/ 0 h 225"/>
                <a:gd name="T8" fmla="*/ 0 w 353"/>
                <a:gd name="T9" fmla="*/ 0 h 225"/>
                <a:gd name="T10" fmla="*/ 0 w 353"/>
                <a:gd name="T11" fmla="*/ 0 h 225"/>
                <a:gd name="T12" fmla="*/ 0 w 353"/>
                <a:gd name="T13" fmla="*/ 0 h 225"/>
                <a:gd name="T14" fmla="*/ 0 w 353"/>
                <a:gd name="T15" fmla="*/ 0 h 2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3" h="225">
                  <a:moveTo>
                    <a:pt x="106" y="38"/>
                  </a:moveTo>
                  <a:lnTo>
                    <a:pt x="230" y="63"/>
                  </a:lnTo>
                  <a:lnTo>
                    <a:pt x="353" y="93"/>
                  </a:lnTo>
                  <a:lnTo>
                    <a:pt x="303" y="170"/>
                  </a:lnTo>
                  <a:lnTo>
                    <a:pt x="230" y="225"/>
                  </a:lnTo>
                  <a:lnTo>
                    <a:pt x="160" y="144"/>
                  </a:lnTo>
                  <a:lnTo>
                    <a:pt x="0" y="0"/>
                  </a:lnTo>
                  <a:lnTo>
                    <a:pt x="106" y="3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2" name="Freeform 129"/>
            <p:cNvSpPr>
              <a:spLocks/>
            </p:cNvSpPr>
            <p:nvPr/>
          </p:nvSpPr>
          <p:spPr bwMode="auto">
            <a:xfrm>
              <a:off x="2708" y="2288"/>
              <a:ext cx="139" cy="102"/>
            </a:xfrm>
            <a:custGeom>
              <a:avLst/>
              <a:gdLst>
                <a:gd name="T0" fmla="*/ 0 w 278"/>
                <a:gd name="T1" fmla="*/ 1 h 201"/>
                <a:gd name="T2" fmla="*/ 1 w 278"/>
                <a:gd name="T3" fmla="*/ 1 h 201"/>
                <a:gd name="T4" fmla="*/ 1 w 278"/>
                <a:gd name="T5" fmla="*/ 1 h 201"/>
                <a:gd name="T6" fmla="*/ 1 w 278"/>
                <a:gd name="T7" fmla="*/ 0 h 201"/>
                <a:gd name="T8" fmla="*/ 1 w 278"/>
                <a:gd name="T9" fmla="*/ 0 h 201"/>
                <a:gd name="T10" fmla="*/ 1 w 278"/>
                <a:gd name="T11" fmla="*/ 1 h 201"/>
                <a:gd name="T12" fmla="*/ 1 w 278"/>
                <a:gd name="T13" fmla="*/ 1 h 201"/>
                <a:gd name="T14" fmla="*/ 1 w 278"/>
                <a:gd name="T15" fmla="*/ 1 h 201"/>
                <a:gd name="T16" fmla="*/ 1 w 278"/>
                <a:gd name="T17" fmla="*/ 1 h 201"/>
                <a:gd name="T18" fmla="*/ 1 w 278"/>
                <a:gd name="T19" fmla="*/ 1 h 201"/>
                <a:gd name="T20" fmla="*/ 1 w 278"/>
                <a:gd name="T21" fmla="*/ 1 h 201"/>
                <a:gd name="T22" fmla="*/ 0 w 278"/>
                <a:gd name="T23" fmla="*/ 1 h 2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8" h="201">
                  <a:moveTo>
                    <a:pt x="0" y="162"/>
                  </a:moveTo>
                  <a:lnTo>
                    <a:pt x="16" y="89"/>
                  </a:lnTo>
                  <a:lnTo>
                    <a:pt x="79" y="65"/>
                  </a:lnTo>
                  <a:lnTo>
                    <a:pt x="79" y="0"/>
                  </a:lnTo>
                  <a:lnTo>
                    <a:pt x="134" y="0"/>
                  </a:lnTo>
                  <a:lnTo>
                    <a:pt x="205" y="49"/>
                  </a:lnTo>
                  <a:lnTo>
                    <a:pt x="278" y="81"/>
                  </a:lnTo>
                  <a:lnTo>
                    <a:pt x="197" y="112"/>
                  </a:lnTo>
                  <a:lnTo>
                    <a:pt x="119" y="138"/>
                  </a:lnTo>
                  <a:lnTo>
                    <a:pt x="63" y="146"/>
                  </a:lnTo>
                  <a:lnTo>
                    <a:pt x="63" y="201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3" name="Freeform 130"/>
            <p:cNvSpPr>
              <a:spLocks/>
            </p:cNvSpPr>
            <p:nvPr/>
          </p:nvSpPr>
          <p:spPr bwMode="auto">
            <a:xfrm>
              <a:off x="3030" y="2271"/>
              <a:ext cx="125" cy="131"/>
            </a:xfrm>
            <a:custGeom>
              <a:avLst/>
              <a:gdLst>
                <a:gd name="T0" fmla="*/ 0 w 246"/>
                <a:gd name="T1" fmla="*/ 0 h 262"/>
                <a:gd name="T2" fmla="*/ 1 w 246"/>
                <a:gd name="T3" fmla="*/ 0 h 262"/>
                <a:gd name="T4" fmla="*/ 1 w 246"/>
                <a:gd name="T5" fmla="*/ 1 h 262"/>
                <a:gd name="T6" fmla="*/ 1 w 246"/>
                <a:gd name="T7" fmla="*/ 1 h 262"/>
                <a:gd name="T8" fmla="*/ 1 w 246"/>
                <a:gd name="T9" fmla="*/ 1 h 262"/>
                <a:gd name="T10" fmla="*/ 1 w 246"/>
                <a:gd name="T11" fmla="*/ 1 h 262"/>
                <a:gd name="T12" fmla="*/ 1 w 246"/>
                <a:gd name="T13" fmla="*/ 1 h 262"/>
                <a:gd name="T14" fmla="*/ 1 w 246"/>
                <a:gd name="T15" fmla="*/ 1 h 262"/>
                <a:gd name="T16" fmla="*/ 0 w 246"/>
                <a:gd name="T17" fmla="*/ 0 h 2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262">
                  <a:moveTo>
                    <a:pt x="0" y="0"/>
                  </a:moveTo>
                  <a:lnTo>
                    <a:pt x="128" y="0"/>
                  </a:lnTo>
                  <a:lnTo>
                    <a:pt x="214" y="23"/>
                  </a:lnTo>
                  <a:lnTo>
                    <a:pt x="246" y="120"/>
                  </a:lnTo>
                  <a:lnTo>
                    <a:pt x="236" y="262"/>
                  </a:lnTo>
                  <a:lnTo>
                    <a:pt x="149" y="197"/>
                  </a:lnTo>
                  <a:lnTo>
                    <a:pt x="96" y="110"/>
                  </a:lnTo>
                  <a:lnTo>
                    <a:pt x="19" y="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4" name="Freeform 131"/>
            <p:cNvSpPr>
              <a:spLocks/>
            </p:cNvSpPr>
            <p:nvPr/>
          </p:nvSpPr>
          <p:spPr bwMode="auto">
            <a:xfrm>
              <a:off x="2399" y="2444"/>
              <a:ext cx="98" cy="136"/>
            </a:xfrm>
            <a:custGeom>
              <a:avLst/>
              <a:gdLst>
                <a:gd name="T0" fmla="*/ 0 w 195"/>
                <a:gd name="T1" fmla="*/ 1 h 272"/>
                <a:gd name="T2" fmla="*/ 0 w 195"/>
                <a:gd name="T3" fmla="*/ 1 h 272"/>
                <a:gd name="T4" fmla="*/ 1 w 195"/>
                <a:gd name="T5" fmla="*/ 0 h 272"/>
                <a:gd name="T6" fmla="*/ 1 w 195"/>
                <a:gd name="T7" fmla="*/ 1 h 272"/>
                <a:gd name="T8" fmla="*/ 1 w 195"/>
                <a:gd name="T9" fmla="*/ 1 h 272"/>
                <a:gd name="T10" fmla="*/ 1 w 195"/>
                <a:gd name="T11" fmla="*/ 1 h 272"/>
                <a:gd name="T12" fmla="*/ 0 w 195"/>
                <a:gd name="T13" fmla="*/ 1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5" h="272">
                  <a:moveTo>
                    <a:pt x="0" y="175"/>
                  </a:moveTo>
                  <a:lnTo>
                    <a:pt x="0" y="77"/>
                  </a:lnTo>
                  <a:lnTo>
                    <a:pt x="108" y="0"/>
                  </a:lnTo>
                  <a:lnTo>
                    <a:pt x="120" y="87"/>
                  </a:lnTo>
                  <a:lnTo>
                    <a:pt x="195" y="272"/>
                  </a:lnTo>
                  <a:lnTo>
                    <a:pt x="87" y="152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5" name="Freeform 132"/>
            <p:cNvSpPr>
              <a:spLocks/>
            </p:cNvSpPr>
            <p:nvPr/>
          </p:nvSpPr>
          <p:spPr bwMode="auto">
            <a:xfrm>
              <a:off x="2970" y="2733"/>
              <a:ext cx="114" cy="70"/>
            </a:xfrm>
            <a:custGeom>
              <a:avLst/>
              <a:gdLst>
                <a:gd name="T0" fmla="*/ 0 w 227"/>
                <a:gd name="T1" fmla="*/ 0 h 142"/>
                <a:gd name="T2" fmla="*/ 1 w 227"/>
                <a:gd name="T3" fmla="*/ 0 h 142"/>
                <a:gd name="T4" fmla="*/ 1 w 227"/>
                <a:gd name="T5" fmla="*/ 0 h 142"/>
                <a:gd name="T6" fmla="*/ 1 w 227"/>
                <a:gd name="T7" fmla="*/ 0 h 142"/>
                <a:gd name="T8" fmla="*/ 1 w 227"/>
                <a:gd name="T9" fmla="*/ 0 h 142"/>
                <a:gd name="T10" fmla="*/ 0 w 227"/>
                <a:gd name="T11" fmla="*/ 0 h 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7" h="142">
                  <a:moveTo>
                    <a:pt x="0" y="130"/>
                  </a:moveTo>
                  <a:lnTo>
                    <a:pt x="131" y="43"/>
                  </a:lnTo>
                  <a:lnTo>
                    <a:pt x="227" y="0"/>
                  </a:lnTo>
                  <a:lnTo>
                    <a:pt x="184" y="87"/>
                  </a:lnTo>
                  <a:lnTo>
                    <a:pt x="66" y="142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6" name="Freeform 133"/>
            <p:cNvSpPr>
              <a:spLocks/>
            </p:cNvSpPr>
            <p:nvPr/>
          </p:nvSpPr>
          <p:spPr bwMode="auto">
            <a:xfrm>
              <a:off x="2572" y="2819"/>
              <a:ext cx="377" cy="82"/>
            </a:xfrm>
            <a:custGeom>
              <a:avLst/>
              <a:gdLst>
                <a:gd name="T0" fmla="*/ 1 w 752"/>
                <a:gd name="T1" fmla="*/ 0 h 164"/>
                <a:gd name="T2" fmla="*/ 1 w 752"/>
                <a:gd name="T3" fmla="*/ 1 h 164"/>
                <a:gd name="T4" fmla="*/ 0 w 752"/>
                <a:gd name="T5" fmla="*/ 1 h 164"/>
                <a:gd name="T6" fmla="*/ 1 w 752"/>
                <a:gd name="T7" fmla="*/ 1 h 164"/>
                <a:gd name="T8" fmla="*/ 1 w 752"/>
                <a:gd name="T9" fmla="*/ 1 h 164"/>
                <a:gd name="T10" fmla="*/ 1 w 752"/>
                <a:gd name="T11" fmla="*/ 1 h 164"/>
                <a:gd name="T12" fmla="*/ 1 w 752"/>
                <a:gd name="T13" fmla="*/ 1 h 164"/>
                <a:gd name="T14" fmla="*/ 2 w 752"/>
                <a:gd name="T15" fmla="*/ 1 h 164"/>
                <a:gd name="T16" fmla="*/ 2 w 752"/>
                <a:gd name="T17" fmla="*/ 1 h 164"/>
                <a:gd name="T18" fmla="*/ 2 w 752"/>
                <a:gd name="T19" fmla="*/ 1 h 164"/>
                <a:gd name="T20" fmla="*/ 2 w 752"/>
                <a:gd name="T21" fmla="*/ 1 h 164"/>
                <a:gd name="T22" fmla="*/ 1 w 752"/>
                <a:gd name="T23" fmla="*/ 1 h 164"/>
                <a:gd name="T24" fmla="*/ 1 w 752"/>
                <a:gd name="T25" fmla="*/ 0 h 1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52" h="164">
                  <a:moveTo>
                    <a:pt x="323" y="0"/>
                  </a:moveTo>
                  <a:lnTo>
                    <a:pt x="171" y="77"/>
                  </a:lnTo>
                  <a:lnTo>
                    <a:pt x="0" y="128"/>
                  </a:lnTo>
                  <a:lnTo>
                    <a:pt x="106" y="128"/>
                  </a:lnTo>
                  <a:lnTo>
                    <a:pt x="268" y="87"/>
                  </a:lnTo>
                  <a:lnTo>
                    <a:pt x="376" y="142"/>
                  </a:lnTo>
                  <a:lnTo>
                    <a:pt x="472" y="109"/>
                  </a:lnTo>
                  <a:lnTo>
                    <a:pt x="549" y="164"/>
                  </a:lnTo>
                  <a:lnTo>
                    <a:pt x="677" y="164"/>
                  </a:lnTo>
                  <a:lnTo>
                    <a:pt x="752" y="164"/>
                  </a:lnTo>
                  <a:lnTo>
                    <a:pt x="634" y="128"/>
                  </a:lnTo>
                  <a:lnTo>
                    <a:pt x="419" y="65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7" name="Freeform 134"/>
            <p:cNvSpPr>
              <a:spLocks/>
            </p:cNvSpPr>
            <p:nvPr/>
          </p:nvSpPr>
          <p:spPr bwMode="auto">
            <a:xfrm>
              <a:off x="2630" y="2450"/>
              <a:ext cx="65" cy="147"/>
            </a:xfrm>
            <a:custGeom>
              <a:avLst/>
              <a:gdLst>
                <a:gd name="T0" fmla="*/ 1 w 128"/>
                <a:gd name="T1" fmla="*/ 0 h 293"/>
                <a:gd name="T2" fmla="*/ 1 w 128"/>
                <a:gd name="T3" fmla="*/ 1 h 293"/>
                <a:gd name="T4" fmla="*/ 1 w 128"/>
                <a:gd name="T5" fmla="*/ 1 h 293"/>
                <a:gd name="T6" fmla="*/ 1 w 128"/>
                <a:gd name="T7" fmla="*/ 1 h 293"/>
                <a:gd name="T8" fmla="*/ 1 w 128"/>
                <a:gd name="T9" fmla="*/ 1 h 293"/>
                <a:gd name="T10" fmla="*/ 1 w 128"/>
                <a:gd name="T11" fmla="*/ 1 h 293"/>
                <a:gd name="T12" fmla="*/ 0 w 128"/>
                <a:gd name="T13" fmla="*/ 1 h 293"/>
                <a:gd name="T14" fmla="*/ 1 w 128"/>
                <a:gd name="T15" fmla="*/ 0 h 2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8" h="293">
                  <a:moveTo>
                    <a:pt x="10" y="0"/>
                  </a:moveTo>
                  <a:lnTo>
                    <a:pt x="43" y="140"/>
                  </a:lnTo>
                  <a:lnTo>
                    <a:pt x="85" y="207"/>
                  </a:lnTo>
                  <a:lnTo>
                    <a:pt x="128" y="293"/>
                  </a:lnTo>
                  <a:lnTo>
                    <a:pt x="65" y="293"/>
                  </a:lnTo>
                  <a:lnTo>
                    <a:pt x="10" y="217"/>
                  </a:lnTo>
                  <a:lnTo>
                    <a:pt x="0" y="118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8" name="Freeform 135"/>
            <p:cNvSpPr>
              <a:spLocks/>
            </p:cNvSpPr>
            <p:nvPr/>
          </p:nvSpPr>
          <p:spPr bwMode="auto">
            <a:xfrm>
              <a:off x="2842" y="2357"/>
              <a:ext cx="29" cy="78"/>
            </a:xfrm>
            <a:custGeom>
              <a:avLst/>
              <a:gdLst>
                <a:gd name="T0" fmla="*/ 0 w 58"/>
                <a:gd name="T1" fmla="*/ 0 h 155"/>
                <a:gd name="T2" fmla="*/ 1 w 58"/>
                <a:gd name="T3" fmla="*/ 1 h 155"/>
                <a:gd name="T4" fmla="*/ 1 w 58"/>
                <a:gd name="T5" fmla="*/ 1 h 155"/>
                <a:gd name="T6" fmla="*/ 1 w 58"/>
                <a:gd name="T7" fmla="*/ 1 h 155"/>
                <a:gd name="T8" fmla="*/ 1 w 58"/>
                <a:gd name="T9" fmla="*/ 1 h 155"/>
                <a:gd name="T10" fmla="*/ 1 w 58"/>
                <a:gd name="T11" fmla="*/ 1 h 155"/>
                <a:gd name="T12" fmla="*/ 0 w 58"/>
                <a:gd name="T13" fmla="*/ 0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155">
                  <a:moveTo>
                    <a:pt x="0" y="0"/>
                  </a:moveTo>
                  <a:lnTo>
                    <a:pt x="42" y="55"/>
                  </a:lnTo>
                  <a:lnTo>
                    <a:pt x="58" y="155"/>
                  </a:lnTo>
                  <a:lnTo>
                    <a:pt x="12" y="148"/>
                  </a:lnTo>
                  <a:lnTo>
                    <a:pt x="12" y="81"/>
                  </a:lnTo>
                  <a:lnTo>
                    <a:pt x="4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9" name="Freeform 136"/>
            <p:cNvSpPr>
              <a:spLocks/>
            </p:cNvSpPr>
            <p:nvPr/>
          </p:nvSpPr>
          <p:spPr bwMode="auto">
            <a:xfrm>
              <a:off x="2948" y="2297"/>
              <a:ext cx="23" cy="132"/>
            </a:xfrm>
            <a:custGeom>
              <a:avLst/>
              <a:gdLst>
                <a:gd name="T0" fmla="*/ 0 w 47"/>
                <a:gd name="T1" fmla="*/ 0 h 264"/>
                <a:gd name="T2" fmla="*/ 0 w 47"/>
                <a:gd name="T3" fmla="*/ 1 h 264"/>
                <a:gd name="T4" fmla="*/ 0 w 47"/>
                <a:gd name="T5" fmla="*/ 1 h 264"/>
                <a:gd name="T6" fmla="*/ 0 w 47"/>
                <a:gd name="T7" fmla="*/ 1 h 264"/>
                <a:gd name="T8" fmla="*/ 0 w 47"/>
                <a:gd name="T9" fmla="*/ 1 h 264"/>
                <a:gd name="T10" fmla="*/ 0 w 47"/>
                <a:gd name="T11" fmla="*/ 1 h 264"/>
                <a:gd name="T12" fmla="*/ 0 w 47"/>
                <a:gd name="T13" fmla="*/ 0 h 2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64">
                  <a:moveTo>
                    <a:pt x="4" y="0"/>
                  </a:moveTo>
                  <a:lnTo>
                    <a:pt x="18" y="106"/>
                  </a:lnTo>
                  <a:lnTo>
                    <a:pt x="0" y="264"/>
                  </a:lnTo>
                  <a:lnTo>
                    <a:pt x="47" y="242"/>
                  </a:lnTo>
                  <a:lnTo>
                    <a:pt x="42" y="175"/>
                  </a:lnTo>
                  <a:lnTo>
                    <a:pt x="30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0" name="Freeform 137"/>
            <p:cNvSpPr>
              <a:spLocks/>
            </p:cNvSpPr>
            <p:nvPr/>
          </p:nvSpPr>
          <p:spPr bwMode="auto">
            <a:xfrm>
              <a:off x="2740" y="2347"/>
              <a:ext cx="69" cy="65"/>
            </a:xfrm>
            <a:custGeom>
              <a:avLst/>
              <a:gdLst>
                <a:gd name="T0" fmla="*/ 0 w 139"/>
                <a:gd name="T1" fmla="*/ 1 h 130"/>
                <a:gd name="T2" fmla="*/ 0 w 139"/>
                <a:gd name="T3" fmla="*/ 1 h 130"/>
                <a:gd name="T4" fmla="*/ 0 w 139"/>
                <a:gd name="T5" fmla="*/ 1 h 130"/>
                <a:gd name="T6" fmla="*/ 0 w 139"/>
                <a:gd name="T7" fmla="*/ 1 h 130"/>
                <a:gd name="T8" fmla="*/ 0 w 139"/>
                <a:gd name="T9" fmla="*/ 0 h 130"/>
                <a:gd name="T10" fmla="*/ 0 w 139"/>
                <a:gd name="T11" fmla="*/ 1 h 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0">
                  <a:moveTo>
                    <a:pt x="47" y="44"/>
                  </a:moveTo>
                  <a:lnTo>
                    <a:pt x="0" y="69"/>
                  </a:lnTo>
                  <a:lnTo>
                    <a:pt x="72" y="130"/>
                  </a:lnTo>
                  <a:lnTo>
                    <a:pt x="72" y="69"/>
                  </a:lnTo>
                  <a:lnTo>
                    <a:pt x="139" y="0"/>
                  </a:lnTo>
                  <a:lnTo>
                    <a:pt x="47" y="44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1" name="Freeform 138"/>
            <p:cNvSpPr>
              <a:spLocks/>
            </p:cNvSpPr>
            <p:nvPr/>
          </p:nvSpPr>
          <p:spPr bwMode="auto">
            <a:xfrm>
              <a:off x="2476" y="2325"/>
              <a:ext cx="36" cy="102"/>
            </a:xfrm>
            <a:custGeom>
              <a:avLst/>
              <a:gdLst>
                <a:gd name="T0" fmla="*/ 1 w 72"/>
                <a:gd name="T1" fmla="*/ 0 h 205"/>
                <a:gd name="T2" fmla="*/ 1 w 72"/>
                <a:gd name="T3" fmla="*/ 0 h 205"/>
                <a:gd name="T4" fmla="*/ 1 w 72"/>
                <a:gd name="T5" fmla="*/ 0 h 205"/>
                <a:gd name="T6" fmla="*/ 0 w 72"/>
                <a:gd name="T7" fmla="*/ 0 h 205"/>
                <a:gd name="T8" fmla="*/ 1 w 72"/>
                <a:gd name="T9" fmla="*/ 0 h 205"/>
                <a:gd name="T10" fmla="*/ 1 w 72"/>
                <a:gd name="T11" fmla="*/ 0 h 205"/>
                <a:gd name="T12" fmla="*/ 1 w 72"/>
                <a:gd name="T13" fmla="*/ 0 h 2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05">
                  <a:moveTo>
                    <a:pt x="72" y="0"/>
                  </a:moveTo>
                  <a:lnTo>
                    <a:pt x="43" y="92"/>
                  </a:lnTo>
                  <a:lnTo>
                    <a:pt x="43" y="205"/>
                  </a:lnTo>
                  <a:lnTo>
                    <a:pt x="0" y="205"/>
                  </a:lnTo>
                  <a:lnTo>
                    <a:pt x="11" y="53"/>
                  </a:lnTo>
                  <a:lnTo>
                    <a:pt x="37" y="14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2" name="Freeform 139"/>
            <p:cNvSpPr>
              <a:spLocks/>
            </p:cNvSpPr>
            <p:nvPr/>
          </p:nvSpPr>
          <p:spPr bwMode="auto">
            <a:xfrm>
              <a:off x="3024" y="2436"/>
              <a:ext cx="74" cy="155"/>
            </a:xfrm>
            <a:custGeom>
              <a:avLst/>
              <a:gdLst>
                <a:gd name="T0" fmla="*/ 1 w 148"/>
                <a:gd name="T1" fmla="*/ 0 h 308"/>
                <a:gd name="T2" fmla="*/ 1 w 148"/>
                <a:gd name="T3" fmla="*/ 1 h 308"/>
                <a:gd name="T4" fmla="*/ 0 w 148"/>
                <a:gd name="T5" fmla="*/ 1 h 308"/>
                <a:gd name="T6" fmla="*/ 1 w 148"/>
                <a:gd name="T7" fmla="*/ 1 h 308"/>
                <a:gd name="T8" fmla="*/ 1 w 148"/>
                <a:gd name="T9" fmla="*/ 1 h 308"/>
                <a:gd name="T10" fmla="*/ 1 w 148"/>
                <a:gd name="T11" fmla="*/ 1 h 308"/>
                <a:gd name="T12" fmla="*/ 1 w 148"/>
                <a:gd name="T13" fmla="*/ 0 h 3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308">
                  <a:moveTo>
                    <a:pt x="148" y="0"/>
                  </a:moveTo>
                  <a:lnTo>
                    <a:pt x="55" y="203"/>
                  </a:lnTo>
                  <a:lnTo>
                    <a:pt x="0" y="308"/>
                  </a:lnTo>
                  <a:lnTo>
                    <a:pt x="43" y="308"/>
                  </a:lnTo>
                  <a:lnTo>
                    <a:pt x="79" y="235"/>
                  </a:lnTo>
                  <a:lnTo>
                    <a:pt x="98" y="13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3" name="Freeform 140"/>
            <p:cNvSpPr>
              <a:spLocks/>
            </p:cNvSpPr>
            <p:nvPr/>
          </p:nvSpPr>
          <p:spPr bwMode="auto">
            <a:xfrm>
              <a:off x="2630" y="2609"/>
              <a:ext cx="139" cy="114"/>
            </a:xfrm>
            <a:custGeom>
              <a:avLst/>
              <a:gdLst>
                <a:gd name="T0" fmla="*/ 1 w 276"/>
                <a:gd name="T1" fmla="*/ 1 h 228"/>
                <a:gd name="T2" fmla="*/ 1 w 276"/>
                <a:gd name="T3" fmla="*/ 1 h 228"/>
                <a:gd name="T4" fmla="*/ 1 w 276"/>
                <a:gd name="T5" fmla="*/ 1 h 228"/>
                <a:gd name="T6" fmla="*/ 1 w 276"/>
                <a:gd name="T7" fmla="*/ 1 h 228"/>
                <a:gd name="T8" fmla="*/ 1 w 276"/>
                <a:gd name="T9" fmla="*/ 1 h 228"/>
                <a:gd name="T10" fmla="*/ 1 w 276"/>
                <a:gd name="T11" fmla="*/ 1 h 228"/>
                <a:gd name="T12" fmla="*/ 0 w 276"/>
                <a:gd name="T13" fmla="*/ 1 h 228"/>
                <a:gd name="T14" fmla="*/ 1 w 276"/>
                <a:gd name="T15" fmla="*/ 0 h 228"/>
                <a:gd name="T16" fmla="*/ 1 w 276"/>
                <a:gd name="T17" fmla="*/ 1 h 2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6" h="228">
                  <a:moveTo>
                    <a:pt x="61" y="69"/>
                  </a:moveTo>
                  <a:lnTo>
                    <a:pt x="148" y="148"/>
                  </a:lnTo>
                  <a:lnTo>
                    <a:pt x="276" y="228"/>
                  </a:lnTo>
                  <a:lnTo>
                    <a:pt x="171" y="197"/>
                  </a:lnTo>
                  <a:lnTo>
                    <a:pt x="73" y="161"/>
                  </a:lnTo>
                  <a:lnTo>
                    <a:pt x="25" y="161"/>
                  </a:lnTo>
                  <a:lnTo>
                    <a:pt x="0" y="32"/>
                  </a:lnTo>
                  <a:lnTo>
                    <a:pt x="25" y="0"/>
                  </a:lnTo>
                  <a:lnTo>
                    <a:pt x="61" y="69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4" name="Freeform 141"/>
            <p:cNvSpPr>
              <a:spLocks/>
            </p:cNvSpPr>
            <p:nvPr/>
          </p:nvSpPr>
          <p:spPr bwMode="auto">
            <a:xfrm>
              <a:off x="2848" y="2610"/>
              <a:ext cx="212" cy="143"/>
            </a:xfrm>
            <a:custGeom>
              <a:avLst/>
              <a:gdLst>
                <a:gd name="T0" fmla="*/ 1 w 422"/>
                <a:gd name="T1" fmla="*/ 1 h 283"/>
                <a:gd name="T2" fmla="*/ 1 w 422"/>
                <a:gd name="T3" fmla="*/ 1 h 283"/>
                <a:gd name="T4" fmla="*/ 1 w 422"/>
                <a:gd name="T5" fmla="*/ 1 h 283"/>
                <a:gd name="T6" fmla="*/ 1 w 422"/>
                <a:gd name="T7" fmla="*/ 1 h 283"/>
                <a:gd name="T8" fmla="*/ 0 w 422"/>
                <a:gd name="T9" fmla="*/ 1 h 283"/>
                <a:gd name="T10" fmla="*/ 1 w 422"/>
                <a:gd name="T11" fmla="*/ 1 h 283"/>
                <a:gd name="T12" fmla="*/ 1 w 422"/>
                <a:gd name="T13" fmla="*/ 1 h 283"/>
                <a:gd name="T14" fmla="*/ 1 w 422"/>
                <a:gd name="T15" fmla="*/ 1 h 283"/>
                <a:gd name="T16" fmla="*/ 1 w 422"/>
                <a:gd name="T17" fmla="*/ 1 h 283"/>
                <a:gd name="T18" fmla="*/ 1 w 422"/>
                <a:gd name="T19" fmla="*/ 1 h 283"/>
                <a:gd name="T20" fmla="*/ 1 w 422"/>
                <a:gd name="T21" fmla="*/ 1 h 283"/>
                <a:gd name="T22" fmla="*/ 1 w 422"/>
                <a:gd name="T23" fmla="*/ 1 h 283"/>
                <a:gd name="T24" fmla="*/ 1 w 422"/>
                <a:gd name="T25" fmla="*/ 1 h 283"/>
                <a:gd name="T26" fmla="*/ 1 w 422"/>
                <a:gd name="T27" fmla="*/ 1 h 283"/>
                <a:gd name="T28" fmla="*/ 1 w 422"/>
                <a:gd name="T29" fmla="*/ 1 h 283"/>
                <a:gd name="T30" fmla="*/ 1 w 422"/>
                <a:gd name="T31" fmla="*/ 0 h 283"/>
                <a:gd name="T32" fmla="*/ 1 w 422"/>
                <a:gd name="T33" fmla="*/ 1 h 28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2" h="283">
                  <a:moveTo>
                    <a:pt x="337" y="87"/>
                  </a:moveTo>
                  <a:lnTo>
                    <a:pt x="244" y="148"/>
                  </a:lnTo>
                  <a:lnTo>
                    <a:pt x="160" y="185"/>
                  </a:lnTo>
                  <a:lnTo>
                    <a:pt x="12" y="222"/>
                  </a:lnTo>
                  <a:lnTo>
                    <a:pt x="0" y="260"/>
                  </a:lnTo>
                  <a:lnTo>
                    <a:pt x="44" y="283"/>
                  </a:lnTo>
                  <a:lnTo>
                    <a:pt x="122" y="283"/>
                  </a:lnTo>
                  <a:lnTo>
                    <a:pt x="319" y="266"/>
                  </a:lnTo>
                  <a:lnTo>
                    <a:pt x="349" y="228"/>
                  </a:lnTo>
                  <a:lnTo>
                    <a:pt x="270" y="248"/>
                  </a:lnTo>
                  <a:lnTo>
                    <a:pt x="154" y="254"/>
                  </a:lnTo>
                  <a:lnTo>
                    <a:pt x="67" y="254"/>
                  </a:lnTo>
                  <a:lnTo>
                    <a:pt x="128" y="217"/>
                  </a:lnTo>
                  <a:lnTo>
                    <a:pt x="294" y="161"/>
                  </a:lnTo>
                  <a:lnTo>
                    <a:pt x="398" y="69"/>
                  </a:lnTo>
                  <a:lnTo>
                    <a:pt x="422" y="0"/>
                  </a:lnTo>
                  <a:lnTo>
                    <a:pt x="337" y="8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5" name="Freeform 142"/>
            <p:cNvSpPr>
              <a:spLocks/>
            </p:cNvSpPr>
            <p:nvPr/>
          </p:nvSpPr>
          <p:spPr bwMode="auto">
            <a:xfrm>
              <a:off x="2399" y="2543"/>
              <a:ext cx="313" cy="261"/>
            </a:xfrm>
            <a:custGeom>
              <a:avLst/>
              <a:gdLst>
                <a:gd name="T0" fmla="*/ 1 w 626"/>
                <a:gd name="T1" fmla="*/ 0 h 522"/>
                <a:gd name="T2" fmla="*/ 1 w 626"/>
                <a:gd name="T3" fmla="*/ 1 h 522"/>
                <a:gd name="T4" fmla="*/ 1 w 626"/>
                <a:gd name="T5" fmla="*/ 1 h 522"/>
                <a:gd name="T6" fmla="*/ 1 w 626"/>
                <a:gd name="T7" fmla="*/ 1 h 522"/>
                <a:gd name="T8" fmla="*/ 1 w 626"/>
                <a:gd name="T9" fmla="*/ 1 h 522"/>
                <a:gd name="T10" fmla="*/ 1 w 626"/>
                <a:gd name="T11" fmla="*/ 1 h 522"/>
                <a:gd name="T12" fmla="*/ 1 w 626"/>
                <a:gd name="T13" fmla="*/ 1 h 522"/>
                <a:gd name="T14" fmla="*/ 2 w 626"/>
                <a:gd name="T15" fmla="*/ 2 h 522"/>
                <a:gd name="T16" fmla="*/ 1 w 626"/>
                <a:gd name="T17" fmla="*/ 1 h 522"/>
                <a:gd name="T18" fmla="*/ 1 w 626"/>
                <a:gd name="T19" fmla="*/ 1 h 522"/>
                <a:gd name="T20" fmla="*/ 1 w 626"/>
                <a:gd name="T21" fmla="*/ 1 h 522"/>
                <a:gd name="T22" fmla="*/ 1 w 626"/>
                <a:gd name="T23" fmla="*/ 1 h 522"/>
                <a:gd name="T24" fmla="*/ 0 w 626"/>
                <a:gd name="T25" fmla="*/ 1 h 522"/>
                <a:gd name="T26" fmla="*/ 1 w 626"/>
                <a:gd name="T27" fmla="*/ 0 h 52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26" h="522">
                  <a:moveTo>
                    <a:pt x="87" y="0"/>
                  </a:moveTo>
                  <a:lnTo>
                    <a:pt x="183" y="53"/>
                  </a:lnTo>
                  <a:lnTo>
                    <a:pt x="205" y="152"/>
                  </a:lnTo>
                  <a:lnTo>
                    <a:pt x="183" y="250"/>
                  </a:lnTo>
                  <a:lnTo>
                    <a:pt x="238" y="315"/>
                  </a:lnTo>
                  <a:lnTo>
                    <a:pt x="347" y="315"/>
                  </a:lnTo>
                  <a:lnTo>
                    <a:pt x="410" y="423"/>
                  </a:lnTo>
                  <a:lnTo>
                    <a:pt x="626" y="522"/>
                  </a:lnTo>
                  <a:lnTo>
                    <a:pt x="378" y="467"/>
                  </a:lnTo>
                  <a:lnTo>
                    <a:pt x="238" y="433"/>
                  </a:lnTo>
                  <a:lnTo>
                    <a:pt x="195" y="315"/>
                  </a:lnTo>
                  <a:lnTo>
                    <a:pt x="87" y="183"/>
                  </a:lnTo>
                  <a:lnTo>
                    <a:pt x="0" y="53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6" name="Freeform 143"/>
            <p:cNvSpPr>
              <a:spLocks/>
            </p:cNvSpPr>
            <p:nvPr/>
          </p:nvSpPr>
          <p:spPr bwMode="auto">
            <a:xfrm>
              <a:off x="2394" y="2808"/>
              <a:ext cx="125" cy="71"/>
            </a:xfrm>
            <a:custGeom>
              <a:avLst/>
              <a:gdLst>
                <a:gd name="T0" fmla="*/ 1 w 248"/>
                <a:gd name="T1" fmla="*/ 0 h 142"/>
                <a:gd name="T2" fmla="*/ 1 w 248"/>
                <a:gd name="T3" fmla="*/ 1 h 142"/>
                <a:gd name="T4" fmla="*/ 1 w 248"/>
                <a:gd name="T5" fmla="*/ 1 h 142"/>
                <a:gd name="T6" fmla="*/ 1 w 248"/>
                <a:gd name="T7" fmla="*/ 1 h 142"/>
                <a:gd name="T8" fmla="*/ 1 w 248"/>
                <a:gd name="T9" fmla="*/ 1 h 142"/>
                <a:gd name="T10" fmla="*/ 0 w 248"/>
                <a:gd name="T11" fmla="*/ 1 h 142"/>
                <a:gd name="T12" fmla="*/ 1 w 24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8" h="142">
                  <a:moveTo>
                    <a:pt x="22" y="0"/>
                  </a:moveTo>
                  <a:lnTo>
                    <a:pt x="108" y="33"/>
                  </a:lnTo>
                  <a:lnTo>
                    <a:pt x="248" y="120"/>
                  </a:lnTo>
                  <a:lnTo>
                    <a:pt x="152" y="142"/>
                  </a:lnTo>
                  <a:lnTo>
                    <a:pt x="53" y="142"/>
                  </a:lnTo>
                  <a:lnTo>
                    <a:pt x="0" y="6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7" name="Freeform 144"/>
            <p:cNvSpPr>
              <a:spLocks/>
            </p:cNvSpPr>
            <p:nvPr/>
          </p:nvSpPr>
          <p:spPr bwMode="auto">
            <a:xfrm>
              <a:off x="2828" y="2338"/>
              <a:ext cx="61" cy="60"/>
            </a:xfrm>
            <a:custGeom>
              <a:avLst/>
              <a:gdLst>
                <a:gd name="T0" fmla="*/ 1 w 122"/>
                <a:gd name="T1" fmla="*/ 0 h 121"/>
                <a:gd name="T2" fmla="*/ 1 w 122"/>
                <a:gd name="T3" fmla="*/ 0 h 121"/>
                <a:gd name="T4" fmla="*/ 1 w 122"/>
                <a:gd name="T5" fmla="*/ 0 h 121"/>
                <a:gd name="T6" fmla="*/ 0 w 122"/>
                <a:gd name="T7" fmla="*/ 0 h 121"/>
                <a:gd name="T8" fmla="*/ 1 w 122"/>
                <a:gd name="T9" fmla="*/ 0 h 121"/>
                <a:gd name="T10" fmla="*/ 1 w 122"/>
                <a:gd name="T11" fmla="*/ 0 h 121"/>
                <a:gd name="T12" fmla="*/ 1 w 122"/>
                <a:gd name="T13" fmla="*/ 0 h 121"/>
                <a:gd name="T14" fmla="*/ 1 w 122"/>
                <a:gd name="T15" fmla="*/ 0 h 1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2" h="121">
                  <a:moveTo>
                    <a:pt x="100" y="121"/>
                  </a:moveTo>
                  <a:lnTo>
                    <a:pt x="100" y="77"/>
                  </a:lnTo>
                  <a:lnTo>
                    <a:pt x="73" y="32"/>
                  </a:lnTo>
                  <a:lnTo>
                    <a:pt x="0" y="0"/>
                  </a:lnTo>
                  <a:lnTo>
                    <a:pt x="65" y="14"/>
                  </a:lnTo>
                  <a:lnTo>
                    <a:pt x="108" y="38"/>
                  </a:lnTo>
                  <a:lnTo>
                    <a:pt x="122" y="95"/>
                  </a:lnTo>
                  <a:lnTo>
                    <a:pt x="100" y="121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8" name="Freeform 145"/>
            <p:cNvSpPr>
              <a:spLocks/>
            </p:cNvSpPr>
            <p:nvPr/>
          </p:nvSpPr>
          <p:spPr bwMode="auto">
            <a:xfrm>
              <a:off x="2728" y="2318"/>
              <a:ext cx="59" cy="46"/>
            </a:xfrm>
            <a:custGeom>
              <a:avLst/>
              <a:gdLst>
                <a:gd name="T0" fmla="*/ 1 w 116"/>
                <a:gd name="T1" fmla="*/ 0 h 93"/>
                <a:gd name="T2" fmla="*/ 1 w 116"/>
                <a:gd name="T3" fmla="*/ 0 h 93"/>
                <a:gd name="T4" fmla="*/ 1 w 116"/>
                <a:gd name="T5" fmla="*/ 0 h 93"/>
                <a:gd name="T6" fmla="*/ 0 w 116"/>
                <a:gd name="T7" fmla="*/ 0 h 93"/>
                <a:gd name="T8" fmla="*/ 1 w 116"/>
                <a:gd name="T9" fmla="*/ 0 h 93"/>
                <a:gd name="T10" fmla="*/ 1 w 116"/>
                <a:gd name="T11" fmla="*/ 0 h 93"/>
                <a:gd name="T12" fmla="*/ 1 w 116"/>
                <a:gd name="T13" fmla="*/ 0 h 93"/>
                <a:gd name="T14" fmla="*/ 1 w 116"/>
                <a:gd name="T15" fmla="*/ 0 h 93"/>
                <a:gd name="T16" fmla="*/ 1 w 116"/>
                <a:gd name="T17" fmla="*/ 0 h 93"/>
                <a:gd name="T18" fmla="*/ 1 w 116"/>
                <a:gd name="T19" fmla="*/ 0 h 9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93">
                  <a:moveTo>
                    <a:pt x="25" y="93"/>
                  </a:moveTo>
                  <a:lnTo>
                    <a:pt x="45" y="63"/>
                  </a:lnTo>
                  <a:lnTo>
                    <a:pt x="35" y="28"/>
                  </a:lnTo>
                  <a:lnTo>
                    <a:pt x="0" y="0"/>
                  </a:lnTo>
                  <a:lnTo>
                    <a:pt x="29" y="0"/>
                  </a:lnTo>
                  <a:lnTo>
                    <a:pt x="57" y="22"/>
                  </a:lnTo>
                  <a:lnTo>
                    <a:pt x="75" y="45"/>
                  </a:lnTo>
                  <a:lnTo>
                    <a:pt x="116" y="45"/>
                  </a:lnTo>
                  <a:lnTo>
                    <a:pt x="77" y="65"/>
                  </a:lnTo>
                  <a:lnTo>
                    <a:pt x="25" y="93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9" name="Freeform 146"/>
            <p:cNvSpPr>
              <a:spLocks/>
            </p:cNvSpPr>
            <p:nvPr/>
          </p:nvSpPr>
          <p:spPr bwMode="auto">
            <a:xfrm>
              <a:off x="2775" y="2279"/>
              <a:ext cx="103" cy="53"/>
            </a:xfrm>
            <a:custGeom>
              <a:avLst/>
              <a:gdLst>
                <a:gd name="T0" fmla="*/ 1 w 203"/>
                <a:gd name="T1" fmla="*/ 0 h 107"/>
                <a:gd name="T2" fmla="*/ 1 w 203"/>
                <a:gd name="T3" fmla="*/ 0 h 107"/>
                <a:gd name="T4" fmla="*/ 1 w 203"/>
                <a:gd name="T5" fmla="*/ 0 h 107"/>
                <a:gd name="T6" fmla="*/ 1 w 203"/>
                <a:gd name="T7" fmla="*/ 0 h 107"/>
                <a:gd name="T8" fmla="*/ 1 w 203"/>
                <a:gd name="T9" fmla="*/ 0 h 107"/>
                <a:gd name="T10" fmla="*/ 1 w 203"/>
                <a:gd name="T11" fmla="*/ 0 h 107"/>
                <a:gd name="T12" fmla="*/ 0 w 203"/>
                <a:gd name="T13" fmla="*/ 0 h 107"/>
                <a:gd name="T14" fmla="*/ 1 w 203"/>
                <a:gd name="T15" fmla="*/ 0 h 107"/>
                <a:gd name="T16" fmla="*/ 1 w 203"/>
                <a:gd name="T17" fmla="*/ 0 h 107"/>
                <a:gd name="T18" fmla="*/ 1 w 203"/>
                <a:gd name="T19" fmla="*/ 0 h 107"/>
                <a:gd name="T20" fmla="*/ 1 w 203"/>
                <a:gd name="T21" fmla="*/ 0 h 107"/>
                <a:gd name="T22" fmla="*/ 1 w 203"/>
                <a:gd name="T23" fmla="*/ 0 h 107"/>
                <a:gd name="T24" fmla="*/ 1 w 203"/>
                <a:gd name="T25" fmla="*/ 0 h 107"/>
                <a:gd name="T26" fmla="*/ 1 w 203"/>
                <a:gd name="T27" fmla="*/ 0 h 107"/>
                <a:gd name="T28" fmla="*/ 1 w 20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3" h="107">
                  <a:moveTo>
                    <a:pt x="95" y="18"/>
                  </a:moveTo>
                  <a:lnTo>
                    <a:pt x="63" y="46"/>
                  </a:lnTo>
                  <a:lnTo>
                    <a:pt x="63" y="85"/>
                  </a:lnTo>
                  <a:lnTo>
                    <a:pt x="63" y="107"/>
                  </a:lnTo>
                  <a:lnTo>
                    <a:pt x="44" y="107"/>
                  </a:lnTo>
                  <a:lnTo>
                    <a:pt x="50" y="71"/>
                  </a:lnTo>
                  <a:lnTo>
                    <a:pt x="0" y="24"/>
                  </a:lnTo>
                  <a:lnTo>
                    <a:pt x="32" y="32"/>
                  </a:lnTo>
                  <a:lnTo>
                    <a:pt x="54" y="50"/>
                  </a:lnTo>
                  <a:lnTo>
                    <a:pt x="63" y="18"/>
                  </a:lnTo>
                  <a:lnTo>
                    <a:pt x="121" y="0"/>
                  </a:lnTo>
                  <a:lnTo>
                    <a:pt x="166" y="0"/>
                  </a:lnTo>
                  <a:lnTo>
                    <a:pt x="203" y="28"/>
                  </a:lnTo>
                  <a:lnTo>
                    <a:pt x="138" y="14"/>
                  </a:lnTo>
                  <a:lnTo>
                    <a:pt x="95" y="18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0" name="Freeform 147"/>
            <p:cNvSpPr>
              <a:spLocks/>
            </p:cNvSpPr>
            <p:nvPr/>
          </p:nvSpPr>
          <p:spPr bwMode="auto">
            <a:xfrm>
              <a:off x="2734" y="2238"/>
              <a:ext cx="87" cy="33"/>
            </a:xfrm>
            <a:custGeom>
              <a:avLst/>
              <a:gdLst>
                <a:gd name="T0" fmla="*/ 0 w 171"/>
                <a:gd name="T1" fmla="*/ 0 h 67"/>
                <a:gd name="T2" fmla="*/ 1 w 171"/>
                <a:gd name="T3" fmla="*/ 0 h 67"/>
                <a:gd name="T4" fmla="*/ 1 w 171"/>
                <a:gd name="T5" fmla="*/ 0 h 67"/>
                <a:gd name="T6" fmla="*/ 1 w 171"/>
                <a:gd name="T7" fmla="*/ 0 h 67"/>
                <a:gd name="T8" fmla="*/ 1 w 171"/>
                <a:gd name="T9" fmla="*/ 0 h 67"/>
                <a:gd name="T10" fmla="*/ 1 w 171"/>
                <a:gd name="T11" fmla="*/ 0 h 67"/>
                <a:gd name="T12" fmla="*/ 0 w 171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67">
                  <a:moveTo>
                    <a:pt x="0" y="0"/>
                  </a:moveTo>
                  <a:lnTo>
                    <a:pt x="138" y="23"/>
                  </a:lnTo>
                  <a:lnTo>
                    <a:pt x="169" y="67"/>
                  </a:lnTo>
                  <a:lnTo>
                    <a:pt x="171" y="45"/>
                  </a:lnTo>
                  <a:lnTo>
                    <a:pt x="143" y="13"/>
                  </a:lnTo>
                  <a:lnTo>
                    <a:pt x="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1" name="Freeform 148"/>
            <p:cNvSpPr>
              <a:spLocks/>
            </p:cNvSpPr>
            <p:nvPr/>
          </p:nvSpPr>
          <p:spPr bwMode="auto">
            <a:xfrm>
              <a:off x="2884" y="2436"/>
              <a:ext cx="46" cy="26"/>
            </a:xfrm>
            <a:custGeom>
              <a:avLst/>
              <a:gdLst>
                <a:gd name="T0" fmla="*/ 0 w 91"/>
                <a:gd name="T1" fmla="*/ 0 h 54"/>
                <a:gd name="T2" fmla="*/ 1 w 91"/>
                <a:gd name="T3" fmla="*/ 0 h 54"/>
                <a:gd name="T4" fmla="*/ 1 w 91"/>
                <a:gd name="T5" fmla="*/ 0 h 54"/>
                <a:gd name="T6" fmla="*/ 1 w 91"/>
                <a:gd name="T7" fmla="*/ 0 h 54"/>
                <a:gd name="T8" fmla="*/ 1 w 91"/>
                <a:gd name="T9" fmla="*/ 0 h 54"/>
                <a:gd name="T10" fmla="*/ 0 w 91"/>
                <a:gd name="T11" fmla="*/ 0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" h="54">
                  <a:moveTo>
                    <a:pt x="0" y="0"/>
                  </a:moveTo>
                  <a:lnTo>
                    <a:pt x="43" y="4"/>
                  </a:lnTo>
                  <a:lnTo>
                    <a:pt x="91" y="26"/>
                  </a:lnTo>
                  <a:lnTo>
                    <a:pt x="63" y="54"/>
                  </a:lnTo>
                  <a:lnTo>
                    <a:pt x="3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2" name="Freeform 149"/>
            <p:cNvSpPr>
              <a:spLocks/>
            </p:cNvSpPr>
            <p:nvPr/>
          </p:nvSpPr>
          <p:spPr bwMode="auto">
            <a:xfrm>
              <a:off x="2753" y="2440"/>
              <a:ext cx="112" cy="89"/>
            </a:xfrm>
            <a:custGeom>
              <a:avLst/>
              <a:gdLst>
                <a:gd name="T0" fmla="*/ 0 w 221"/>
                <a:gd name="T1" fmla="*/ 0 h 176"/>
                <a:gd name="T2" fmla="*/ 1 w 221"/>
                <a:gd name="T3" fmla="*/ 1 h 176"/>
                <a:gd name="T4" fmla="*/ 1 w 221"/>
                <a:gd name="T5" fmla="*/ 1 h 176"/>
                <a:gd name="T6" fmla="*/ 1 w 221"/>
                <a:gd name="T7" fmla="*/ 1 h 176"/>
                <a:gd name="T8" fmla="*/ 1 w 221"/>
                <a:gd name="T9" fmla="*/ 1 h 176"/>
                <a:gd name="T10" fmla="*/ 1 w 221"/>
                <a:gd name="T11" fmla="*/ 1 h 176"/>
                <a:gd name="T12" fmla="*/ 1 w 221"/>
                <a:gd name="T13" fmla="*/ 1 h 176"/>
                <a:gd name="T14" fmla="*/ 1 w 221"/>
                <a:gd name="T15" fmla="*/ 1 h 176"/>
                <a:gd name="T16" fmla="*/ 1 w 221"/>
                <a:gd name="T17" fmla="*/ 1 h 176"/>
                <a:gd name="T18" fmla="*/ 0 w 221"/>
                <a:gd name="T19" fmla="*/ 0 h 1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1" h="176">
                  <a:moveTo>
                    <a:pt x="0" y="0"/>
                  </a:moveTo>
                  <a:lnTo>
                    <a:pt x="67" y="38"/>
                  </a:lnTo>
                  <a:lnTo>
                    <a:pt x="122" y="87"/>
                  </a:lnTo>
                  <a:lnTo>
                    <a:pt x="168" y="130"/>
                  </a:lnTo>
                  <a:lnTo>
                    <a:pt x="221" y="122"/>
                  </a:lnTo>
                  <a:lnTo>
                    <a:pt x="193" y="158"/>
                  </a:lnTo>
                  <a:lnTo>
                    <a:pt x="162" y="176"/>
                  </a:lnTo>
                  <a:lnTo>
                    <a:pt x="120" y="109"/>
                  </a:lnTo>
                  <a:lnTo>
                    <a:pt x="75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3" name="Freeform 150"/>
            <p:cNvSpPr>
              <a:spLocks/>
            </p:cNvSpPr>
            <p:nvPr/>
          </p:nvSpPr>
          <p:spPr bwMode="auto">
            <a:xfrm>
              <a:off x="2236" y="3138"/>
              <a:ext cx="359" cy="308"/>
            </a:xfrm>
            <a:custGeom>
              <a:avLst/>
              <a:gdLst>
                <a:gd name="T0" fmla="*/ 2 w 717"/>
                <a:gd name="T1" fmla="*/ 0 h 617"/>
                <a:gd name="T2" fmla="*/ 2 w 717"/>
                <a:gd name="T3" fmla="*/ 0 h 617"/>
                <a:gd name="T4" fmla="*/ 1 w 717"/>
                <a:gd name="T5" fmla="*/ 0 h 617"/>
                <a:gd name="T6" fmla="*/ 1 w 717"/>
                <a:gd name="T7" fmla="*/ 0 h 617"/>
                <a:gd name="T8" fmla="*/ 0 w 717"/>
                <a:gd name="T9" fmla="*/ 1 h 617"/>
                <a:gd name="T10" fmla="*/ 1 w 717"/>
                <a:gd name="T11" fmla="*/ 1 h 617"/>
                <a:gd name="T12" fmla="*/ 2 w 717"/>
                <a:gd name="T13" fmla="*/ 0 h 617"/>
                <a:gd name="T14" fmla="*/ 2 w 717"/>
                <a:gd name="T15" fmla="*/ 0 h 617"/>
                <a:gd name="T16" fmla="*/ 2 w 717"/>
                <a:gd name="T17" fmla="*/ 0 h 6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7" h="617">
                  <a:moveTo>
                    <a:pt x="717" y="109"/>
                  </a:moveTo>
                  <a:lnTo>
                    <a:pt x="520" y="0"/>
                  </a:lnTo>
                  <a:lnTo>
                    <a:pt x="305" y="38"/>
                  </a:lnTo>
                  <a:lnTo>
                    <a:pt x="106" y="327"/>
                  </a:lnTo>
                  <a:lnTo>
                    <a:pt x="0" y="617"/>
                  </a:lnTo>
                  <a:lnTo>
                    <a:pt x="179" y="526"/>
                  </a:lnTo>
                  <a:lnTo>
                    <a:pt x="520" y="471"/>
                  </a:lnTo>
                  <a:lnTo>
                    <a:pt x="699" y="310"/>
                  </a:lnTo>
                  <a:lnTo>
                    <a:pt x="717" y="109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4" name="Freeform 151"/>
            <p:cNvSpPr>
              <a:spLocks/>
            </p:cNvSpPr>
            <p:nvPr/>
          </p:nvSpPr>
          <p:spPr bwMode="auto">
            <a:xfrm>
              <a:off x="2685" y="3192"/>
              <a:ext cx="224" cy="263"/>
            </a:xfrm>
            <a:custGeom>
              <a:avLst/>
              <a:gdLst>
                <a:gd name="T0" fmla="*/ 0 w 449"/>
                <a:gd name="T1" fmla="*/ 0 h 526"/>
                <a:gd name="T2" fmla="*/ 0 w 449"/>
                <a:gd name="T3" fmla="*/ 1 h 526"/>
                <a:gd name="T4" fmla="*/ 0 w 449"/>
                <a:gd name="T5" fmla="*/ 1 h 526"/>
                <a:gd name="T6" fmla="*/ 0 w 449"/>
                <a:gd name="T7" fmla="*/ 1 h 526"/>
                <a:gd name="T8" fmla="*/ 0 w 449"/>
                <a:gd name="T9" fmla="*/ 2 h 526"/>
                <a:gd name="T10" fmla="*/ 0 w 449"/>
                <a:gd name="T11" fmla="*/ 1 h 526"/>
                <a:gd name="T12" fmla="*/ 0 w 449"/>
                <a:gd name="T13" fmla="*/ 1 h 526"/>
                <a:gd name="T14" fmla="*/ 0 w 449"/>
                <a:gd name="T15" fmla="*/ 0 h 526"/>
                <a:gd name="T16" fmla="*/ 0 w 449"/>
                <a:gd name="T17" fmla="*/ 0 h 5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9" h="526">
                  <a:moveTo>
                    <a:pt x="20" y="0"/>
                  </a:moveTo>
                  <a:lnTo>
                    <a:pt x="0" y="163"/>
                  </a:lnTo>
                  <a:lnTo>
                    <a:pt x="109" y="400"/>
                  </a:lnTo>
                  <a:lnTo>
                    <a:pt x="288" y="490"/>
                  </a:lnTo>
                  <a:lnTo>
                    <a:pt x="414" y="526"/>
                  </a:lnTo>
                  <a:lnTo>
                    <a:pt x="449" y="344"/>
                  </a:lnTo>
                  <a:lnTo>
                    <a:pt x="396" y="126"/>
                  </a:lnTo>
                  <a:lnTo>
                    <a:pt x="27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5" name="Freeform 152"/>
            <p:cNvSpPr>
              <a:spLocks/>
            </p:cNvSpPr>
            <p:nvPr/>
          </p:nvSpPr>
          <p:spPr bwMode="auto">
            <a:xfrm>
              <a:off x="3409" y="2883"/>
              <a:ext cx="469" cy="446"/>
            </a:xfrm>
            <a:custGeom>
              <a:avLst/>
              <a:gdLst>
                <a:gd name="T0" fmla="*/ 0 w 942"/>
                <a:gd name="T1" fmla="*/ 1 h 891"/>
                <a:gd name="T2" fmla="*/ 0 w 942"/>
                <a:gd name="T3" fmla="*/ 1 h 891"/>
                <a:gd name="T4" fmla="*/ 0 w 942"/>
                <a:gd name="T5" fmla="*/ 1 h 891"/>
                <a:gd name="T6" fmla="*/ 0 w 942"/>
                <a:gd name="T7" fmla="*/ 1 h 891"/>
                <a:gd name="T8" fmla="*/ 0 w 942"/>
                <a:gd name="T9" fmla="*/ 1 h 891"/>
                <a:gd name="T10" fmla="*/ 0 w 942"/>
                <a:gd name="T11" fmla="*/ 1 h 891"/>
                <a:gd name="T12" fmla="*/ 0 w 942"/>
                <a:gd name="T13" fmla="*/ 0 h 891"/>
                <a:gd name="T14" fmla="*/ 0 w 942"/>
                <a:gd name="T15" fmla="*/ 1 h 891"/>
                <a:gd name="T16" fmla="*/ 0 w 942"/>
                <a:gd name="T17" fmla="*/ 1 h 891"/>
                <a:gd name="T18" fmla="*/ 0 w 942"/>
                <a:gd name="T19" fmla="*/ 1 h 891"/>
                <a:gd name="T20" fmla="*/ 0 w 942"/>
                <a:gd name="T21" fmla="*/ 1 h 891"/>
                <a:gd name="T22" fmla="*/ 0 w 942"/>
                <a:gd name="T23" fmla="*/ 1 h 891"/>
                <a:gd name="T24" fmla="*/ 1 w 942"/>
                <a:gd name="T25" fmla="*/ 1 h 891"/>
                <a:gd name="T26" fmla="*/ 1 w 942"/>
                <a:gd name="T27" fmla="*/ 1 h 891"/>
                <a:gd name="T28" fmla="*/ 1 w 942"/>
                <a:gd name="T29" fmla="*/ 1 h 891"/>
                <a:gd name="T30" fmla="*/ 1 w 942"/>
                <a:gd name="T31" fmla="*/ 1 h 891"/>
                <a:gd name="T32" fmla="*/ 1 w 942"/>
                <a:gd name="T33" fmla="*/ 1 h 891"/>
                <a:gd name="T34" fmla="*/ 1 w 942"/>
                <a:gd name="T35" fmla="*/ 1 h 891"/>
                <a:gd name="T36" fmla="*/ 1 w 942"/>
                <a:gd name="T37" fmla="*/ 2 h 891"/>
                <a:gd name="T38" fmla="*/ 1 w 942"/>
                <a:gd name="T39" fmla="*/ 2 h 891"/>
                <a:gd name="T40" fmla="*/ 0 w 942"/>
                <a:gd name="T41" fmla="*/ 2 h 891"/>
                <a:gd name="T42" fmla="*/ 0 w 942"/>
                <a:gd name="T43" fmla="*/ 2 h 891"/>
                <a:gd name="T44" fmla="*/ 0 w 942"/>
                <a:gd name="T45" fmla="*/ 1 h 891"/>
                <a:gd name="T46" fmla="*/ 0 w 942"/>
                <a:gd name="T47" fmla="*/ 1 h 891"/>
                <a:gd name="T48" fmla="*/ 0 w 942"/>
                <a:gd name="T49" fmla="*/ 1 h 891"/>
                <a:gd name="T50" fmla="*/ 0 w 942"/>
                <a:gd name="T51" fmla="*/ 1 h 891"/>
                <a:gd name="T52" fmla="*/ 0 w 942"/>
                <a:gd name="T53" fmla="*/ 1 h 891"/>
                <a:gd name="T54" fmla="*/ 0 w 942"/>
                <a:gd name="T55" fmla="*/ 1 h 891"/>
                <a:gd name="T56" fmla="*/ 0 w 942"/>
                <a:gd name="T57" fmla="*/ 1 h 8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42" h="891">
                  <a:moveTo>
                    <a:pt x="79" y="93"/>
                  </a:moveTo>
                  <a:lnTo>
                    <a:pt x="134" y="63"/>
                  </a:lnTo>
                  <a:lnTo>
                    <a:pt x="183" y="40"/>
                  </a:lnTo>
                  <a:lnTo>
                    <a:pt x="229" y="22"/>
                  </a:lnTo>
                  <a:lnTo>
                    <a:pt x="270" y="10"/>
                  </a:lnTo>
                  <a:lnTo>
                    <a:pt x="305" y="2"/>
                  </a:lnTo>
                  <a:lnTo>
                    <a:pt x="341" y="0"/>
                  </a:lnTo>
                  <a:lnTo>
                    <a:pt x="372" y="4"/>
                  </a:lnTo>
                  <a:lnTo>
                    <a:pt x="404" y="12"/>
                  </a:lnTo>
                  <a:lnTo>
                    <a:pt x="434" y="24"/>
                  </a:lnTo>
                  <a:lnTo>
                    <a:pt x="463" y="42"/>
                  </a:lnTo>
                  <a:lnTo>
                    <a:pt x="493" y="63"/>
                  </a:lnTo>
                  <a:lnTo>
                    <a:pt x="524" y="91"/>
                  </a:lnTo>
                  <a:lnTo>
                    <a:pt x="556" y="121"/>
                  </a:lnTo>
                  <a:lnTo>
                    <a:pt x="591" y="156"/>
                  </a:lnTo>
                  <a:lnTo>
                    <a:pt x="630" y="195"/>
                  </a:lnTo>
                  <a:lnTo>
                    <a:pt x="672" y="239"/>
                  </a:lnTo>
                  <a:lnTo>
                    <a:pt x="762" y="510"/>
                  </a:lnTo>
                  <a:lnTo>
                    <a:pt x="942" y="891"/>
                  </a:lnTo>
                  <a:lnTo>
                    <a:pt x="583" y="855"/>
                  </a:lnTo>
                  <a:lnTo>
                    <a:pt x="187" y="619"/>
                  </a:lnTo>
                  <a:lnTo>
                    <a:pt x="122" y="530"/>
                  </a:lnTo>
                  <a:lnTo>
                    <a:pt x="69" y="461"/>
                  </a:lnTo>
                  <a:lnTo>
                    <a:pt x="32" y="408"/>
                  </a:lnTo>
                  <a:lnTo>
                    <a:pt x="8" y="363"/>
                  </a:lnTo>
                  <a:lnTo>
                    <a:pt x="0" y="316"/>
                  </a:lnTo>
                  <a:lnTo>
                    <a:pt x="8" y="260"/>
                  </a:lnTo>
                  <a:lnTo>
                    <a:pt x="34" y="188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6" name="Freeform 153"/>
            <p:cNvSpPr>
              <a:spLocks/>
            </p:cNvSpPr>
            <p:nvPr/>
          </p:nvSpPr>
          <p:spPr bwMode="auto">
            <a:xfrm>
              <a:off x="3124" y="3057"/>
              <a:ext cx="260" cy="344"/>
            </a:xfrm>
            <a:custGeom>
              <a:avLst/>
              <a:gdLst>
                <a:gd name="T0" fmla="*/ 1 w 520"/>
                <a:gd name="T1" fmla="*/ 0 h 689"/>
                <a:gd name="T2" fmla="*/ 1 w 520"/>
                <a:gd name="T3" fmla="*/ 0 h 689"/>
                <a:gd name="T4" fmla="*/ 1 w 520"/>
                <a:gd name="T5" fmla="*/ 0 h 689"/>
                <a:gd name="T6" fmla="*/ 1 w 520"/>
                <a:gd name="T7" fmla="*/ 0 h 689"/>
                <a:gd name="T8" fmla="*/ 1 w 520"/>
                <a:gd name="T9" fmla="*/ 0 h 689"/>
                <a:gd name="T10" fmla="*/ 1 w 520"/>
                <a:gd name="T11" fmla="*/ 0 h 689"/>
                <a:gd name="T12" fmla="*/ 1 w 520"/>
                <a:gd name="T13" fmla="*/ 0 h 689"/>
                <a:gd name="T14" fmla="*/ 1 w 520"/>
                <a:gd name="T15" fmla="*/ 0 h 689"/>
                <a:gd name="T16" fmla="*/ 0 w 520"/>
                <a:gd name="T17" fmla="*/ 0 h 689"/>
                <a:gd name="T18" fmla="*/ 1 w 520"/>
                <a:gd name="T19" fmla="*/ 1 h 689"/>
                <a:gd name="T20" fmla="*/ 1 w 520"/>
                <a:gd name="T21" fmla="*/ 1 h 689"/>
                <a:gd name="T22" fmla="*/ 1 w 520"/>
                <a:gd name="T23" fmla="*/ 0 h 689"/>
                <a:gd name="T24" fmla="*/ 1 w 520"/>
                <a:gd name="T25" fmla="*/ 0 h 689"/>
                <a:gd name="T26" fmla="*/ 1 w 520"/>
                <a:gd name="T27" fmla="*/ 0 h 689"/>
                <a:gd name="T28" fmla="*/ 1 w 520"/>
                <a:gd name="T29" fmla="*/ 0 h 689"/>
                <a:gd name="T30" fmla="*/ 1 w 520"/>
                <a:gd name="T31" fmla="*/ 0 h 689"/>
                <a:gd name="T32" fmla="*/ 2 w 520"/>
                <a:gd name="T33" fmla="*/ 0 h 689"/>
                <a:gd name="T34" fmla="*/ 2 w 520"/>
                <a:gd name="T35" fmla="*/ 0 h 689"/>
                <a:gd name="T36" fmla="*/ 1 w 520"/>
                <a:gd name="T37" fmla="*/ 0 h 689"/>
                <a:gd name="T38" fmla="*/ 1 w 520"/>
                <a:gd name="T39" fmla="*/ 0 h 689"/>
                <a:gd name="T40" fmla="*/ 1 w 520"/>
                <a:gd name="T41" fmla="*/ 0 h 689"/>
                <a:gd name="T42" fmla="*/ 1 w 520"/>
                <a:gd name="T43" fmla="*/ 0 h 68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20" h="689">
                  <a:moveTo>
                    <a:pt x="234" y="0"/>
                  </a:moveTo>
                  <a:lnTo>
                    <a:pt x="149" y="14"/>
                  </a:lnTo>
                  <a:lnTo>
                    <a:pt x="90" y="32"/>
                  </a:lnTo>
                  <a:lnTo>
                    <a:pt x="53" y="59"/>
                  </a:lnTo>
                  <a:lnTo>
                    <a:pt x="31" y="95"/>
                  </a:lnTo>
                  <a:lnTo>
                    <a:pt x="21" y="140"/>
                  </a:lnTo>
                  <a:lnTo>
                    <a:pt x="16" y="201"/>
                  </a:lnTo>
                  <a:lnTo>
                    <a:pt x="10" y="274"/>
                  </a:lnTo>
                  <a:lnTo>
                    <a:pt x="0" y="362"/>
                  </a:lnTo>
                  <a:lnTo>
                    <a:pt x="126" y="526"/>
                  </a:lnTo>
                  <a:lnTo>
                    <a:pt x="270" y="689"/>
                  </a:lnTo>
                  <a:lnTo>
                    <a:pt x="270" y="508"/>
                  </a:lnTo>
                  <a:lnTo>
                    <a:pt x="356" y="465"/>
                  </a:lnTo>
                  <a:lnTo>
                    <a:pt x="425" y="425"/>
                  </a:lnTo>
                  <a:lnTo>
                    <a:pt x="475" y="384"/>
                  </a:lnTo>
                  <a:lnTo>
                    <a:pt x="506" y="337"/>
                  </a:lnTo>
                  <a:lnTo>
                    <a:pt x="520" y="286"/>
                  </a:lnTo>
                  <a:lnTo>
                    <a:pt x="514" y="223"/>
                  </a:lnTo>
                  <a:lnTo>
                    <a:pt x="490" y="148"/>
                  </a:lnTo>
                  <a:lnTo>
                    <a:pt x="449" y="55"/>
                  </a:lnTo>
                  <a:lnTo>
                    <a:pt x="341" y="73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7" name="Freeform 154"/>
            <p:cNvSpPr>
              <a:spLocks/>
            </p:cNvSpPr>
            <p:nvPr/>
          </p:nvSpPr>
          <p:spPr bwMode="auto">
            <a:xfrm>
              <a:off x="2446" y="1902"/>
              <a:ext cx="341" cy="197"/>
            </a:xfrm>
            <a:custGeom>
              <a:avLst/>
              <a:gdLst>
                <a:gd name="T0" fmla="*/ 2 w 680"/>
                <a:gd name="T1" fmla="*/ 0 h 396"/>
                <a:gd name="T2" fmla="*/ 2 w 680"/>
                <a:gd name="T3" fmla="*/ 0 h 396"/>
                <a:gd name="T4" fmla="*/ 2 w 680"/>
                <a:gd name="T5" fmla="*/ 0 h 396"/>
                <a:gd name="T6" fmla="*/ 1 w 680"/>
                <a:gd name="T7" fmla="*/ 0 h 396"/>
                <a:gd name="T8" fmla="*/ 1 w 680"/>
                <a:gd name="T9" fmla="*/ 0 h 396"/>
                <a:gd name="T10" fmla="*/ 1 w 680"/>
                <a:gd name="T11" fmla="*/ 0 h 396"/>
                <a:gd name="T12" fmla="*/ 1 w 680"/>
                <a:gd name="T13" fmla="*/ 0 h 396"/>
                <a:gd name="T14" fmla="*/ 1 w 680"/>
                <a:gd name="T15" fmla="*/ 0 h 396"/>
                <a:gd name="T16" fmla="*/ 1 w 680"/>
                <a:gd name="T17" fmla="*/ 0 h 396"/>
                <a:gd name="T18" fmla="*/ 1 w 680"/>
                <a:gd name="T19" fmla="*/ 0 h 396"/>
                <a:gd name="T20" fmla="*/ 1 w 680"/>
                <a:gd name="T21" fmla="*/ 0 h 396"/>
                <a:gd name="T22" fmla="*/ 1 w 680"/>
                <a:gd name="T23" fmla="*/ 0 h 396"/>
                <a:gd name="T24" fmla="*/ 1 w 680"/>
                <a:gd name="T25" fmla="*/ 0 h 396"/>
                <a:gd name="T26" fmla="*/ 1 w 680"/>
                <a:gd name="T27" fmla="*/ 0 h 396"/>
                <a:gd name="T28" fmla="*/ 1 w 680"/>
                <a:gd name="T29" fmla="*/ 0 h 396"/>
                <a:gd name="T30" fmla="*/ 1 w 680"/>
                <a:gd name="T31" fmla="*/ 0 h 396"/>
                <a:gd name="T32" fmla="*/ 0 w 680"/>
                <a:gd name="T33" fmla="*/ 0 h 396"/>
                <a:gd name="T34" fmla="*/ 1 w 680"/>
                <a:gd name="T35" fmla="*/ 0 h 396"/>
                <a:gd name="T36" fmla="*/ 1 w 680"/>
                <a:gd name="T37" fmla="*/ 0 h 396"/>
                <a:gd name="T38" fmla="*/ 1 w 680"/>
                <a:gd name="T39" fmla="*/ 0 h 396"/>
                <a:gd name="T40" fmla="*/ 1 w 680"/>
                <a:gd name="T41" fmla="*/ 0 h 396"/>
                <a:gd name="T42" fmla="*/ 1 w 680"/>
                <a:gd name="T43" fmla="*/ 0 h 396"/>
                <a:gd name="T44" fmla="*/ 1 w 680"/>
                <a:gd name="T45" fmla="*/ 0 h 396"/>
                <a:gd name="T46" fmla="*/ 1 w 680"/>
                <a:gd name="T47" fmla="*/ 0 h 396"/>
                <a:gd name="T48" fmla="*/ 1 w 680"/>
                <a:gd name="T49" fmla="*/ 0 h 396"/>
                <a:gd name="T50" fmla="*/ 1 w 680"/>
                <a:gd name="T51" fmla="*/ 0 h 396"/>
                <a:gd name="T52" fmla="*/ 1 w 680"/>
                <a:gd name="T53" fmla="*/ 0 h 396"/>
                <a:gd name="T54" fmla="*/ 1 w 680"/>
                <a:gd name="T55" fmla="*/ 0 h 396"/>
                <a:gd name="T56" fmla="*/ 1 w 680"/>
                <a:gd name="T57" fmla="*/ 0 h 396"/>
                <a:gd name="T58" fmla="*/ 1 w 680"/>
                <a:gd name="T59" fmla="*/ 0 h 396"/>
                <a:gd name="T60" fmla="*/ 2 w 680"/>
                <a:gd name="T61" fmla="*/ 0 h 396"/>
                <a:gd name="T62" fmla="*/ 2 w 680"/>
                <a:gd name="T63" fmla="*/ 0 h 396"/>
                <a:gd name="T64" fmla="*/ 2 w 680"/>
                <a:gd name="T65" fmla="*/ 0 h 396"/>
                <a:gd name="T66" fmla="*/ 2 w 680"/>
                <a:gd name="T67" fmla="*/ 0 h 396"/>
                <a:gd name="T68" fmla="*/ 2 w 680"/>
                <a:gd name="T69" fmla="*/ 0 h 39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80" h="396">
                  <a:moveTo>
                    <a:pt x="599" y="0"/>
                  </a:moveTo>
                  <a:lnTo>
                    <a:pt x="556" y="51"/>
                  </a:lnTo>
                  <a:lnTo>
                    <a:pt x="515" y="95"/>
                  </a:lnTo>
                  <a:lnTo>
                    <a:pt x="479" y="130"/>
                  </a:lnTo>
                  <a:lnTo>
                    <a:pt x="444" y="158"/>
                  </a:lnTo>
                  <a:lnTo>
                    <a:pt x="412" y="177"/>
                  </a:lnTo>
                  <a:lnTo>
                    <a:pt x="383" y="191"/>
                  </a:lnTo>
                  <a:lnTo>
                    <a:pt x="351" y="199"/>
                  </a:lnTo>
                  <a:lnTo>
                    <a:pt x="322" y="199"/>
                  </a:lnTo>
                  <a:lnTo>
                    <a:pt x="292" y="193"/>
                  </a:lnTo>
                  <a:lnTo>
                    <a:pt x="261" y="183"/>
                  </a:lnTo>
                  <a:lnTo>
                    <a:pt x="225" y="167"/>
                  </a:lnTo>
                  <a:lnTo>
                    <a:pt x="190" y="146"/>
                  </a:lnTo>
                  <a:lnTo>
                    <a:pt x="148" y="120"/>
                  </a:lnTo>
                  <a:lnTo>
                    <a:pt x="105" y="91"/>
                  </a:lnTo>
                  <a:lnTo>
                    <a:pt x="56" y="57"/>
                  </a:lnTo>
                  <a:lnTo>
                    <a:pt x="0" y="20"/>
                  </a:lnTo>
                  <a:lnTo>
                    <a:pt x="36" y="77"/>
                  </a:lnTo>
                  <a:lnTo>
                    <a:pt x="69" y="130"/>
                  </a:lnTo>
                  <a:lnTo>
                    <a:pt x="101" y="179"/>
                  </a:lnTo>
                  <a:lnTo>
                    <a:pt x="132" y="227"/>
                  </a:lnTo>
                  <a:lnTo>
                    <a:pt x="166" y="268"/>
                  </a:lnTo>
                  <a:lnTo>
                    <a:pt x="197" y="303"/>
                  </a:lnTo>
                  <a:lnTo>
                    <a:pt x="231" y="335"/>
                  </a:lnTo>
                  <a:lnTo>
                    <a:pt x="264" y="360"/>
                  </a:lnTo>
                  <a:lnTo>
                    <a:pt x="300" y="380"/>
                  </a:lnTo>
                  <a:lnTo>
                    <a:pt x="339" y="392"/>
                  </a:lnTo>
                  <a:lnTo>
                    <a:pt x="379" y="396"/>
                  </a:lnTo>
                  <a:lnTo>
                    <a:pt x="422" y="392"/>
                  </a:lnTo>
                  <a:lnTo>
                    <a:pt x="469" y="378"/>
                  </a:lnTo>
                  <a:lnTo>
                    <a:pt x="521" y="357"/>
                  </a:lnTo>
                  <a:lnTo>
                    <a:pt x="576" y="325"/>
                  </a:lnTo>
                  <a:lnTo>
                    <a:pt x="637" y="284"/>
                  </a:lnTo>
                  <a:lnTo>
                    <a:pt x="680" y="85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8" name="Freeform 155"/>
            <p:cNvSpPr>
              <a:spLocks/>
            </p:cNvSpPr>
            <p:nvPr/>
          </p:nvSpPr>
          <p:spPr bwMode="auto">
            <a:xfrm>
              <a:off x="3443" y="2883"/>
              <a:ext cx="436" cy="436"/>
            </a:xfrm>
            <a:custGeom>
              <a:avLst/>
              <a:gdLst>
                <a:gd name="T0" fmla="*/ 0 w 873"/>
                <a:gd name="T1" fmla="*/ 0 h 873"/>
                <a:gd name="T2" fmla="*/ 0 w 873"/>
                <a:gd name="T3" fmla="*/ 0 h 873"/>
                <a:gd name="T4" fmla="*/ 0 w 873"/>
                <a:gd name="T5" fmla="*/ 0 h 873"/>
                <a:gd name="T6" fmla="*/ 0 w 873"/>
                <a:gd name="T7" fmla="*/ 0 h 873"/>
                <a:gd name="T8" fmla="*/ 0 w 873"/>
                <a:gd name="T9" fmla="*/ 0 h 873"/>
                <a:gd name="T10" fmla="*/ 0 w 873"/>
                <a:gd name="T11" fmla="*/ 0 h 873"/>
                <a:gd name="T12" fmla="*/ 0 w 873"/>
                <a:gd name="T13" fmla="*/ 0 h 873"/>
                <a:gd name="T14" fmla="*/ 0 w 873"/>
                <a:gd name="T15" fmla="*/ 0 h 873"/>
                <a:gd name="T16" fmla="*/ 0 w 873"/>
                <a:gd name="T17" fmla="*/ 0 h 873"/>
                <a:gd name="T18" fmla="*/ 0 w 873"/>
                <a:gd name="T19" fmla="*/ 0 h 873"/>
                <a:gd name="T20" fmla="*/ 1 w 873"/>
                <a:gd name="T21" fmla="*/ 0 h 873"/>
                <a:gd name="T22" fmla="*/ 1 w 873"/>
                <a:gd name="T23" fmla="*/ 0 h 873"/>
                <a:gd name="T24" fmla="*/ 1 w 873"/>
                <a:gd name="T25" fmla="*/ 0 h 873"/>
                <a:gd name="T26" fmla="*/ 1 w 873"/>
                <a:gd name="T27" fmla="*/ 0 h 873"/>
                <a:gd name="T28" fmla="*/ 1 w 873"/>
                <a:gd name="T29" fmla="*/ 0 h 873"/>
                <a:gd name="T30" fmla="*/ 1 w 873"/>
                <a:gd name="T31" fmla="*/ 0 h 873"/>
                <a:gd name="T32" fmla="*/ 1 w 873"/>
                <a:gd name="T33" fmla="*/ 0 h 873"/>
                <a:gd name="T34" fmla="*/ 1 w 873"/>
                <a:gd name="T35" fmla="*/ 0 h 873"/>
                <a:gd name="T36" fmla="*/ 1 w 873"/>
                <a:gd name="T37" fmla="*/ 1 h 873"/>
                <a:gd name="T38" fmla="*/ 1 w 873"/>
                <a:gd name="T39" fmla="*/ 1 h 873"/>
                <a:gd name="T40" fmla="*/ 0 w 873"/>
                <a:gd name="T41" fmla="*/ 1 h 873"/>
                <a:gd name="T42" fmla="*/ 0 w 873"/>
                <a:gd name="T43" fmla="*/ 0 h 873"/>
                <a:gd name="T44" fmla="*/ 0 w 873"/>
                <a:gd name="T45" fmla="*/ 0 h 873"/>
                <a:gd name="T46" fmla="*/ 0 w 873"/>
                <a:gd name="T47" fmla="*/ 0 h 873"/>
                <a:gd name="T48" fmla="*/ 0 w 873"/>
                <a:gd name="T49" fmla="*/ 0 h 873"/>
                <a:gd name="T50" fmla="*/ 0 w 873"/>
                <a:gd name="T51" fmla="*/ 0 h 873"/>
                <a:gd name="T52" fmla="*/ 0 w 873"/>
                <a:gd name="T53" fmla="*/ 0 h 873"/>
                <a:gd name="T54" fmla="*/ 0 w 873"/>
                <a:gd name="T55" fmla="*/ 0 h 873"/>
                <a:gd name="T56" fmla="*/ 0 w 873"/>
                <a:gd name="T57" fmla="*/ 0 h 873"/>
                <a:gd name="T58" fmla="*/ 0 w 873"/>
                <a:gd name="T59" fmla="*/ 0 h 873"/>
                <a:gd name="T60" fmla="*/ 0 w 873"/>
                <a:gd name="T61" fmla="*/ 0 h 873"/>
                <a:gd name="T62" fmla="*/ 0 w 873"/>
                <a:gd name="T63" fmla="*/ 0 h 873"/>
                <a:gd name="T64" fmla="*/ 0 w 873"/>
                <a:gd name="T65" fmla="*/ 0 h 873"/>
                <a:gd name="T66" fmla="*/ 0 w 873"/>
                <a:gd name="T67" fmla="*/ 0 h 873"/>
                <a:gd name="T68" fmla="*/ 0 w 873"/>
                <a:gd name="T69" fmla="*/ 0 h 873"/>
                <a:gd name="T70" fmla="*/ 0 w 873"/>
                <a:gd name="T71" fmla="*/ 0 h 873"/>
                <a:gd name="T72" fmla="*/ 0 w 873"/>
                <a:gd name="T73" fmla="*/ 0 h 873"/>
                <a:gd name="T74" fmla="*/ 0 w 873"/>
                <a:gd name="T75" fmla="*/ 0 h 87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73" h="873">
                  <a:moveTo>
                    <a:pt x="47" y="63"/>
                  </a:moveTo>
                  <a:lnTo>
                    <a:pt x="171" y="0"/>
                  </a:lnTo>
                  <a:lnTo>
                    <a:pt x="231" y="6"/>
                  </a:lnTo>
                  <a:lnTo>
                    <a:pt x="282" y="14"/>
                  </a:lnTo>
                  <a:lnTo>
                    <a:pt x="329" y="22"/>
                  </a:lnTo>
                  <a:lnTo>
                    <a:pt x="372" y="32"/>
                  </a:lnTo>
                  <a:lnTo>
                    <a:pt x="410" y="44"/>
                  </a:lnTo>
                  <a:lnTo>
                    <a:pt x="443" y="58"/>
                  </a:lnTo>
                  <a:lnTo>
                    <a:pt x="475" y="73"/>
                  </a:lnTo>
                  <a:lnTo>
                    <a:pt x="502" y="93"/>
                  </a:lnTo>
                  <a:lnTo>
                    <a:pt x="528" y="117"/>
                  </a:lnTo>
                  <a:lnTo>
                    <a:pt x="552" y="144"/>
                  </a:lnTo>
                  <a:lnTo>
                    <a:pt x="573" y="176"/>
                  </a:lnTo>
                  <a:lnTo>
                    <a:pt x="593" y="213"/>
                  </a:lnTo>
                  <a:lnTo>
                    <a:pt x="615" y="256"/>
                  </a:lnTo>
                  <a:lnTo>
                    <a:pt x="634" y="304"/>
                  </a:lnTo>
                  <a:lnTo>
                    <a:pt x="654" y="359"/>
                  </a:lnTo>
                  <a:lnTo>
                    <a:pt x="676" y="420"/>
                  </a:lnTo>
                  <a:lnTo>
                    <a:pt x="804" y="765"/>
                  </a:lnTo>
                  <a:lnTo>
                    <a:pt x="873" y="873"/>
                  </a:lnTo>
                  <a:lnTo>
                    <a:pt x="424" y="538"/>
                  </a:lnTo>
                  <a:lnTo>
                    <a:pt x="390" y="495"/>
                  </a:lnTo>
                  <a:lnTo>
                    <a:pt x="359" y="457"/>
                  </a:lnTo>
                  <a:lnTo>
                    <a:pt x="333" y="422"/>
                  </a:lnTo>
                  <a:lnTo>
                    <a:pt x="309" y="392"/>
                  </a:lnTo>
                  <a:lnTo>
                    <a:pt x="288" y="365"/>
                  </a:lnTo>
                  <a:lnTo>
                    <a:pt x="270" y="341"/>
                  </a:lnTo>
                  <a:lnTo>
                    <a:pt x="250" y="317"/>
                  </a:lnTo>
                  <a:lnTo>
                    <a:pt x="233" y="296"/>
                  </a:lnTo>
                  <a:lnTo>
                    <a:pt x="213" y="274"/>
                  </a:lnTo>
                  <a:lnTo>
                    <a:pt x="191" y="254"/>
                  </a:lnTo>
                  <a:lnTo>
                    <a:pt x="169" y="233"/>
                  </a:lnTo>
                  <a:lnTo>
                    <a:pt x="144" y="211"/>
                  </a:lnTo>
                  <a:lnTo>
                    <a:pt x="114" y="188"/>
                  </a:lnTo>
                  <a:lnTo>
                    <a:pt x="83" y="162"/>
                  </a:lnTo>
                  <a:lnTo>
                    <a:pt x="43" y="132"/>
                  </a:lnTo>
                  <a:lnTo>
                    <a:pt x="0" y="101"/>
                  </a:lnTo>
                  <a:lnTo>
                    <a:pt x="47" y="63"/>
                  </a:lnTo>
                  <a:close/>
                </a:path>
              </a:pathLst>
            </a:custGeom>
            <a:solidFill>
              <a:srgbClr val="0066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9" name="Freeform 156"/>
            <p:cNvSpPr>
              <a:spLocks/>
            </p:cNvSpPr>
            <p:nvPr/>
          </p:nvSpPr>
          <p:spPr bwMode="auto">
            <a:xfrm>
              <a:off x="3201" y="3089"/>
              <a:ext cx="185" cy="303"/>
            </a:xfrm>
            <a:custGeom>
              <a:avLst/>
              <a:gdLst>
                <a:gd name="T0" fmla="*/ 0 w 371"/>
                <a:gd name="T1" fmla="*/ 0 h 607"/>
                <a:gd name="T2" fmla="*/ 0 w 371"/>
                <a:gd name="T3" fmla="*/ 0 h 607"/>
                <a:gd name="T4" fmla="*/ 0 w 371"/>
                <a:gd name="T5" fmla="*/ 0 h 607"/>
                <a:gd name="T6" fmla="*/ 0 w 371"/>
                <a:gd name="T7" fmla="*/ 0 h 607"/>
                <a:gd name="T8" fmla="*/ 0 w 371"/>
                <a:gd name="T9" fmla="*/ 0 h 607"/>
                <a:gd name="T10" fmla="*/ 0 w 371"/>
                <a:gd name="T11" fmla="*/ 1 h 607"/>
                <a:gd name="T12" fmla="*/ 0 w 371"/>
                <a:gd name="T13" fmla="*/ 0 h 607"/>
                <a:gd name="T14" fmla="*/ 0 w 371"/>
                <a:gd name="T15" fmla="*/ 0 h 607"/>
                <a:gd name="T16" fmla="*/ 0 w 371"/>
                <a:gd name="T17" fmla="*/ 0 h 607"/>
                <a:gd name="T18" fmla="*/ 0 w 371"/>
                <a:gd name="T19" fmla="*/ 0 h 607"/>
                <a:gd name="T20" fmla="*/ 0 w 371"/>
                <a:gd name="T21" fmla="*/ 0 h 607"/>
                <a:gd name="T22" fmla="*/ 0 w 371"/>
                <a:gd name="T23" fmla="*/ 0 h 607"/>
                <a:gd name="T24" fmla="*/ 0 w 371"/>
                <a:gd name="T25" fmla="*/ 0 h 607"/>
                <a:gd name="T26" fmla="*/ 0 w 371"/>
                <a:gd name="T27" fmla="*/ 0 h 607"/>
                <a:gd name="T28" fmla="*/ 0 w 371"/>
                <a:gd name="T29" fmla="*/ 0 h 607"/>
                <a:gd name="T30" fmla="*/ 0 w 371"/>
                <a:gd name="T31" fmla="*/ 0 h 607"/>
                <a:gd name="T32" fmla="*/ 0 w 371"/>
                <a:gd name="T33" fmla="*/ 0 h 607"/>
                <a:gd name="T34" fmla="*/ 0 w 371"/>
                <a:gd name="T35" fmla="*/ 0 h 607"/>
                <a:gd name="T36" fmla="*/ 0 w 371"/>
                <a:gd name="T37" fmla="*/ 0 h 607"/>
                <a:gd name="T38" fmla="*/ 0 w 371"/>
                <a:gd name="T39" fmla="*/ 0 h 607"/>
                <a:gd name="T40" fmla="*/ 0 w 371"/>
                <a:gd name="T41" fmla="*/ 0 h 607"/>
                <a:gd name="T42" fmla="*/ 0 w 371"/>
                <a:gd name="T43" fmla="*/ 0 h 607"/>
                <a:gd name="T44" fmla="*/ 0 w 371"/>
                <a:gd name="T45" fmla="*/ 0 h 607"/>
                <a:gd name="T46" fmla="*/ 0 w 371"/>
                <a:gd name="T47" fmla="*/ 0 h 60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71" h="607">
                  <a:moveTo>
                    <a:pt x="186" y="10"/>
                  </a:moveTo>
                  <a:lnTo>
                    <a:pt x="67" y="81"/>
                  </a:lnTo>
                  <a:lnTo>
                    <a:pt x="0" y="260"/>
                  </a:lnTo>
                  <a:lnTo>
                    <a:pt x="6" y="388"/>
                  </a:lnTo>
                  <a:lnTo>
                    <a:pt x="52" y="486"/>
                  </a:lnTo>
                  <a:lnTo>
                    <a:pt x="99" y="607"/>
                  </a:lnTo>
                  <a:lnTo>
                    <a:pt x="77" y="461"/>
                  </a:lnTo>
                  <a:lnTo>
                    <a:pt x="176" y="347"/>
                  </a:lnTo>
                  <a:lnTo>
                    <a:pt x="243" y="327"/>
                  </a:lnTo>
                  <a:lnTo>
                    <a:pt x="298" y="305"/>
                  </a:lnTo>
                  <a:lnTo>
                    <a:pt x="337" y="276"/>
                  </a:lnTo>
                  <a:lnTo>
                    <a:pt x="361" y="240"/>
                  </a:lnTo>
                  <a:lnTo>
                    <a:pt x="371" y="197"/>
                  </a:lnTo>
                  <a:lnTo>
                    <a:pt x="363" y="144"/>
                  </a:lnTo>
                  <a:lnTo>
                    <a:pt x="339" y="79"/>
                  </a:lnTo>
                  <a:lnTo>
                    <a:pt x="300" y="0"/>
                  </a:lnTo>
                  <a:lnTo>
                    <a:pt x="296" y="0"/>
                  </a:lnTo>
                  <a:lnTo>
                    <a:pt x="282" y="2"/>
                  </a:lnTo>
                  <a:lnTo>
                    <a:pt x="264" y="4"/>
                  </a:lnTo>
                  <a:lnTo>
                    <a:pt x="245" y="8"/>
                  </a:lnTo>
                  <a:lnTo>
                    <a:pt x="225" y="10"/>
                  </a:lnTo>
                  <a:lnTo>
                    <a:pt x="205" y="10"/>
                  </a:lnTo>
                  <a:lnTo>
                    <a:pt x="192" y="12"/>
                  </a:lnTo>
                  <a:lnTo>
                    <a:pt x="186" y="10"/>
                  </a:lnTo>
                  <a:close/>
                </a:path>
              </a:pathLst>
            </a:custGeom>
            <a:solidFill>
              <a:srgbClr val="0066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0" name="Freeform 157"/>
            <p:cNvSpPr>
              <a:spLocks/>
            </p:cNvSpPr>
            <p:nvPr/>
          </p:nvSpPr>
          <p:spPr bwMode="auto">
            <a:xfrm>
              <a:off x="3201" y="3131"/>
              <a:ext cx="108" cy="217"/>
            </a:xfrm>
            <a:custGeom>
              <a:avLst/>
              <a:gdLst>
                <a:gd name="T0" fmla="*/ 0 w 217"/>
                <a:gd name="T1" fmla="*/ 1 h 433"/>
                <a:gd name="T2" fmla="*/ 0 w 217"/>
                <a:gd name="T3" fmla="*/ 1 h 433"/>
                <a:gd name="T4" fmla="*/ 0 w 217"/>
                <a:gd name="T5" fmla="*/ 1 h 433"/>
                <a:gd name="T6" fmla="*/ 0 w 217"/>
                <a:gd name="T7" fmla="*/ 1 h 433"/>
                <a:gd name="T8" fmla="*/ 0 w 217"/>
                <a:gd name="T9" fmla="*/ 1 h 433"/>
                <a:gd name="T10" fmla="*/ 0 w 217"/>
                <a:gd name="T11" fmla="*/ 1 h 433"/>
                <a:gd name="T12" fmla="*/ 0 w 217"/>
                <a:gd name="T13" fmla="*/ 1 h 433"/>
                <a:gd name="T14" fmla="*/ 0 w 217"/>
                <a:gd name="T15" fmla="*/ 1 h 433"/>
                <a:gd name="T16" fmla="*/ 0 w 217"/>
                <a:gd name="T17" fmla="*/ 1 h 433"/>
                <a:gd name="T18" fmla="*/ 0 w 217"/>
                <a:gd name="T19" fmla="*/ 1 h 433"/>
                <a:gd name="T20" fmla="*/ 0 w 217"/>
                <a:gd name="T21" fmla="*/ 1 h 433"/>
                <a:gd name="T22" fmla="*/ 0 w 217"/>
                <a:gd name="T23" fmla="*/ 0 h 433"/>
                <a:gd name="T24" fmla="*/ 0 w 217"/>
                <a:gd name="T25" fmla="*/ 0 h 433"/>
                <a:gd name="T26" fmla="*/ 0 w 217"/>
                <a:gd name="T27" fmla="*/ 1 h 433"/>
                <a:gd name="T28" fmla="*/ 0 w 217"/>
                <a:gd name="T29" fmla="*/ 1 h 43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7" h="433">
                  <a:moveTo>
                    <a:pt x="58" y="33"/>
                  </a:moveTo>
                  <a:lnTo>
                    <a:pt x="0" y="169"/>
                  </a:lnTo>
                  <a:lnTo>
                    <a:pt x="0" y="262"/>
                  </a:lnTo>
                  <a:lnTo>
                    <a:pt x="16" y="350"/>
                  </a:lnTo>
                  <a:lnTo>
                    <a:pt x="67" y="433"/>
                  </a:lnTo>
                  <a:lnTo>
                    <a:pt x="52" y="277"/>
                  </a:lnTo>
                  <a:lnTo>
                    <a:pt x="217" y="157"/>
                  </a:lnTo>
                  <a:lnTo>
                    <a:pt x="217" y="110"/>
                  </a:lnTo>
                  <a:lnTo>
                    <a:pt x="213" y="69"/>
                  </a:lnTo>
                  <a:lnTo>
                    <a:pt x="207" y="35"/>
                  </a:lnTo>
                  <a:lnTo>
                    <a:pt x="194" y="13"/>
                  </a:lnTo>
                  <a:lnTo>
                    <a:pt x="174" y="0"/>
                  </a:lnTo>
                  <a:lnTo>
                    <a:pt x="146" y="0"/>
                  </a:lnTo>
                  <a:lnTo>
                    <a:pt x="109" y="10"/>
                  </a:lnTo>
                  <a:lnTo>
                    <a:pt x="58" y="33"/>
                  </a:lnTo>
                  <a:close/>
                </a:path>
              </a:pathLst>
            </a:custGeom>
            <a:solidFill>
              <a:srgbClr val="11773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1" name="Freeform 158"/>
            <p:cNvSpPr>
              <a:spLocks/>
            </p:cNvSpPr>
            <p:nvPr/>
          </p:nvSpPr>
          <p:spPr bwMode="auto">
            <a:xfrm>
              <a:off x="3204" y="3187"/>
              <a:ext cx="30" cy="107"/>
            </a:xfrm>
            <a:custGeom>
              <a:avLst/>
              <a:gdLst>
                <a:gd name="T0" fmla="*/ 0 w 61"/>
                <a:gd name="T1" fmla="*/ 1 h 213"/>
                <a:gd name="T2" fmla="*/ 0 w 61"/>
                <a:gd name="T3" fmla="*/ 1 h 213"/>
                <a:gd name="T4" fmla="*/ 0 w 61"/>
                <a:gd name="T5" fmla="*/ 1 h 213"/>
                <a:gd name="T6" fmla="*/ 0 w 61"/>
                <a:gd name="T7" fmla="*/ 1 h 213"/>
                <a:gd name="T8" fmla="*/ 0 w 61"/>
                <a:gd name="T9" fmla="*/ 0 h 213"/>
                <a:gd name="T10" fmla="*/ 0 w 61"/>
                <a:gd name="T11" fmla="*/ 1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213">
                  <a:moveTo>
                    <a:pt x="0" y="45"/>
                  </a:moveTo>
                  <a:lnTo>
                    <a:pt x="0" y="128"/>
                  </a:lnTo>
                  <a:lnTo>
                    <a:pt x="6" y="213"/>
                  </a:lnTo>
                  <a:lnTo>
                    <a:pt x="26" y="98"/>
                  </a:lnTo>
                  <a:lnTo>
                    <a:pt x="61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9999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2" name="Freeform 159"/>
            <p:cNvSpPr>
              <a:spLocks/>
            </p:cNvSpPr>
            <p:nvPr/>
          </p:nvSpPr>
          <p:spPr bwMode="auto">
            <a:xfrm>
              <a:off x="3645" y="3051"/>
              <a:ext cx="225" cy="255"/>
            </a:xfrm>
            <a:custGeom>
              <a:avLst/>
              <a:gdLst>
                <a:gd name="T0" fmla="*/ 1 w 445"/>
                <a:gd name="T1" fmla="*/ 1 h 510"/>
                <a:gd name="T2" fmla="*/ 1 w 445"/>
                <a:gd name="T3" fmla="*/ 1 h 510"/>
                <a:gd name="T4" fmla="*/ 0 w 445"/>
                <a:gd name="T5" fmla="*/ 1 h 510"/>
                <a:gd name="T6" fmla="*/ 1 w 445"/>
                <a:gd name="T7" fmla="*/ 0 h 510"/>
                <a:gd name="T8" fmla="*/ 1 w 445"/>
                <a:gd name="T9" fmla="*/ 1 h 510"/>
                <a:gd name="T10" fmla="*/ 1 w 445"/>
                <a:gd name="T11" fmla="*/ 1 h 510"/>
                <a:gd name="T12" fmla="*/ 1 w 445"/>
                <a:gd name="T13" fmla="*/ 1 h 510"/>
                <a:gd name="T14" fmla="*/ 1 w 445"/>
                <a:gd name="T15" fmla="*/ 1 h 510"/>
                <a:gd name="T16" fmla="*/ 1 w 445"/>
                <a:gd name="T17" fmla="*/ 1 h 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5" h="510">
                  <a:moveTo>
                    <a:pt x="92" y="225"/>
                  </a:moveTo>
                  <a:lnTo>
                    <a:pt x="10" y="134"/>
                  </a:lnTo>
                  <a:lnTo>
                    <a:pt x="0" y="10"/>
                  </a:lnTo>
                  <a:lnTo>
                    <a:pt x="128" y="0"/>
                  </a:lnTo>
                  <a:lnTo>
                    <a:pt x="272" y="95"/>
                  </a:lnTo>
                  <a:lnTo>
                    <a:pt x="376" y="380"/>
                  </a:lnTo>
                  <a:lnTo>
                    <a:pt x="445" y="510"/>
                  </a:lnTo>
                  <a:lnTo>
                    <a:pt x="163" y="294"/>
                  </a:lnTo>
                  <a:lnTo>
                    <a:pt x="92" y="225"/>
                  </a:lnTo>
                  <a:close/>
                </a:path>
              </a:pathLst>
            </a:custGeom>
            <a:solidFill>
              <a:srgbClr val="11773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3" name="Freeform 160"/>
            <p:cNvSpPr>
              <a:spLocks/>
            </p:cNvSpPr>
            <p:nvPr/>
          </p:nvSpPr>
          <p:spPr bwMode="auto">
            <a:xfrm>
              <a:off x="3714" y="3139"/>
              <a:ext cx="143" cy="152"/>
            </a:xfrm>
            <a:custGeom>
              <a:avLst/>
              <a:gdLst>
                <a:gd name="T0" fmla="*/ 1 w 281"/>
                <a:gd name="T1" fmla="*/ 0 h 306"/>
                <a:gd name="T2" fmla="*/ 1 w 281"/>
                <a:gd name="T3" fmla="*/ 0 h 306"/>
                <a:gd name="T4" fmla="*/ 1 w 281"/>
                <a:gd name="T5" fmla="*/ 0 h 306"/>
                <a:gd name="T6" fmla="*/ 1 w 281"/>
                <a:gd name="T7" fmla="*/ 0 h 306"/>
                <a:gd name="T8" fmla="*/ 1 w 281"/>
                <a:gd name="T9" fmla="*/ 0 h 306"/>
                <a:gd name="T10" fmla="*/ 0 w 281"/>
                <a:gd name="T11" fmla="*/ 0 h 306"/>
                <a:gd name="T12" fmla="*/ 1 w 281"/>
                <a:gd name="T13" fmla="*/ 0 h 306"/>
                <a:gd name="T14" fmla="*/ 1 w 281"/>
                <a:gd name="T15" fmla="*/ 0 h 3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1" h="306">
                  <a:moveTo>
                    <a:pt x="118" y="0"/>
                  </a:moveTo>
                  <a:lnTo>
                    <a:pt x="183" y="101"/>
                  </a:lnTo>
                  <a:lnTo>
                    <a:pt x="281" y="306"/>
                  </a:lnTo>
                  <a:lnTo>
                    <a:pt x="153" y="160"/>
                  </a:lnTo>
                  <a:lnTo>
                    <a:pt x="49" y="101"/>
                  </a:lnTo>
                  <a:lnTo>
                    <a:pt x="0" y="6"/>
                  </a:lnTo>
                  <a:lnTo>
                    <a:pt x="59" y="0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3F9EA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4" name="Freeform 161"/>
            <p:cNvSpPr>
              <a:spLocks/>
            </p:cNvSpPr>
            <p:nvPr/>
          </p:nvSpPr>
          <p:spPr bwMode="auto">
            <a:xfrm>
              <a:off x="2236" y="3192"/>
              <a:ext cx="332" cy="263"/>
            </a:xfrm>
            <a:custGeom>
              <a:avLst/>
              <a:gdLst>
                <a:gd name="T0" fmla="*/ 2 w 664"/>
                <a:gd name="T1" fmla="*/ 0 h 526"/>
                <a:gd name="T2" fmla="*/ 1 w 664"/>
                <a:gd name="T3" fmla="*/ 1 h 526"/>
                <a:gd name="T4" fmla="*/ 1 w 664"/>
                <a:gd name="T5" fmla="*/ 1 h 526"/>
                <a:gd name="T6" fmla="*/ 0 w 664"/>
                <a:gd name="T7" fmla="*/ 2 h 526"/>
                <a:gd name="T8" fmla="*/ 1 w 664"/>
                <a:gd name="T9" fmla="*/ 1 h 526"/>
                <a:gd name="T10" fmla="*/ 1 w 664"/>
                <a:gd name="T11" fmla="*/ 1 h 526"/>
                <a:gd name="T12" fmla="*/ 1 w 664"/>
                <a:gd name="T13" fmla="*/ 1 h 526"/>
                <a:gd name="T14" fmla="*/ 1 w 664"/>
                <a:gd name="T15" fmla="*/ 1 h 526"/>
                <a:gd name="T16" fmla="*/ 2 w 664"/>
                <a:gd name="T17" fmla="*/ 1 h 526"/>
                <a:gd name="T18" fmla="*/ 2 w 664"/>
                <a:gd name="T19" fmla="*/ 1 h 526"/>
                <a:gd name="T20" fmla="*/ 2 w 664"/>
                <a:gd name="T21" fmla="*/ 0 h 5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64" h="526">
                  <a:moveTo>
                    <a:pt x="573" y="0"/>
                  </a:moveTo>
                  <a:lnTo>
                    <a:pt x="358" y="73"/>
                  </a:lnTo>
                  <a:lnTo>
                    <a:pt x="161" y="291"/>
                  </a:lnTo>
                  <a:lnTo>
                    <a:pt x="0" y="526"/>
                  </a:lnTo>
                  <a:lnTo>
                    <a:pt x="179" y="435"/>
                  </a:lnTo>
                  <a:lnTo>
                    <a:pt x="341" y="400"/>
                  </a:lnTo>
                  <a:lnTo>
                    <a:pt x="376" y="201"/>
                  </a:lnTo>
                  <a:lnTo>
                    <a:pt x="467" y="272"/>
                  </a:lnTo>
                  <a:lnTo>
                    <a:pt x="591" y="201"/>
                  </a:lnTo>
                  <a:lnTo>
                    <a:pt x="664" y="73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356B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5" name="Freeform 162"/>
            <p:cNvSpPr>
              <a:spLocks/>
            </p:cNvSpPr>
            <p:nvPr/>
          </p:nvSpPr>
          <p:spPr bwMode="auto">
            <a:xfrm>
              <a:off x="2269" y="3249"/>
              <a:ext cx="194" cy="175"/>
            </a:xfrm>
            <a:custGeom>
              <a:avLst/>
              <a:gdLst>
                <a:gd name="T0" fmla="*/ 1 w 388"/>
                <a:gd name="T1" fmla="*/ 0 h 351"/>
                <a:gd name="T2" fmla="*/ 1 w 388"/>
                <a:gd name="T3" fmla="*/ 0 h 351"/>
                <a:gd name="T4" fmla="*/ 0 w 388"/>
                <a:gd name="T5" fmla="*/ 0 h 351"/>
                <a:gd name="T6" fmla="*/ 1 w 388"/>
                <a:gd name="T7" fmla="*/ 0 h 351"/>
                <a:gd name="T8" fmla="*/ 1 w 388"/>
                <a:gd name="T9" fmla="*/ 0 h 351"/>
                <a:gd name="T10" fmla="*/ 1 w 388"/>
                <a:gd name="T11" fmla="*/ 0 h 351"/>
                <a:gd name="T12" fmla="*/ 1 w 388"/>
                <a:gd name="T13" fmla="*/ 0 h 3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8" h="351">
                  <a:moveTo>
                    <a:pt x="388" y="0"/>
                  </a:moveTo>
                  <a:lnTo>
                    <a:pt x="254" y="75"/>
                  </a:lnTo>
                  <a:lnTo>
                    <a:pt x="0" y="351"/>
                  </a:lnTo>
                  <a:lnTo>
                    <a:pt x="213" y="276"/>
                  </a:lnTo>
                  <a:lnTo>
                    <a:pt x="268" y="134"/>
                  </a:lnTo>
                  <a:lnTo>
                    <a:pt x="388" y="47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147A0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" name="Freeform 163"/>
            <p:cNvSpPr>
              <a:spLocks/>
            </p:cNvSpPr>
            <p:nvPr/>
          </p:nvSpPr>
          <p:spPr bwMode="auto">
            <a:xfrm>
              <a:off x="2298" y="3319"/>
              <a:ext cx="69" cy="74"/>
            </a:xfrm>
            <a:custGeom>
              <a:avLst/>
              <a:gdLst>
                <a:gd name="T0" fmla="*/ 1 w 134"/>
                <a:gd name="T1" fmla="*/ 0 h 148"/>
                <a:gd name="T2" fmla="*/ 0 w 134"/>
                <a:gd name="T3" fmla="*/ 1 h 148"/>
                <a:gd name="T4" fmla="*/ 1 w 134"/>
                <a:gd name="T5" fmla="*/ 1 h 148"/>
                <a:gd name="T6" fmla="*/ 1 w 134"/>
                <a:gd name="T7" fmla="*/ 0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4" h="148">
                  <a:moveTo>
                    <a:pt x="134" y="0"/>
                  </a:moveTo>
                  <a:lnTo>
                    <a:pt x="0" y="148"/>
                  </a:lnTo>
                  <a:lnTo>
                    <a:pt x="114" y="128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0F7F6B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7" name="Freeform 164"/>
            <p:cNvSpPr>
              <a:spLocks/>
            </p:cNvSpPr>
            <p:nvPr/>
          </p:nvSpPr>
          <p:spPr bwMode="auto">
            <a:xfrm>
              <a:off x="2710" y="3225"/>
              <a:ext cx="148" cy="201"/>
            </a:xfrm>
            <a:custGeom>
              <a:avLst/>
              <a:gdLst>
                <a:gd name="T0" fmla="*/ 1 w 296"/>
                <a:gd name="T1" fmla="*/ 0 h 405"/>
                <a:gd name="T2" fmla="*/ 1 w 296"/>
                <a:gd name="T3" fmla="*/ 0 h 405"/>
                <a:gd name="T4" fmla="*/ 1 w 296"/>
                <a:gd name="T5" fmla="*/ 0 h 405"/>
                <a:gd name="T6" fmla="*/ 1 w 296"/>
                <a:gd name="T7" fmla="*/ 0 h 405"/>
                <a:gd name="T8" fmla="*/ 1 w 296"/>
                <a:gd name="T9" fmla="*/ 0 h 405"/>
                <a:gd name="T10" fmla="*/ 1 w 296"/>
                <a:gd name="T11" fmla="*/ 0 h 405"/>
                <a:gd name="T12" fmla="*/ 1 w 296"/>
                <a:gd name="T13" fmla="*/ 0 h 405"/>
                <a:gd name="T14" fmla="*/ 1 w 296"/>
                <a:gd name="T15" fmla="*/ 0 h 405"/>
                <a:gd name="T16" fmla="*/ 1 w 296"/>
                <a:gd name="T17" fmla="*/ 0 h 405"/>
                <a:gd name="T18" fmla="*/ 1 w 296"/>
                <a:gd name="T19" fmla="*/ 0 h 405"/>
                <a:gd name="T20" fmla="*/ 1 w 296"/>
                <a:gd name="T21" fmla="*/ 0 h 405"/>
                <a:gd name="T22" fmla="*/ 1 w 296"/>
                <a:gd name="T23" fmla="*/ 0 h 405"/>
                <a:gd name="T24" fmla="*/ 0 w 296"/>
                <a:gd name="T25" fmla="*/ 0 h 405"/>
                <a:gd name="T26" fmla="*/ 1 w 296"/>
                <a:gd name="T27" fmla="*/ 0 h 4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6" h="405">
                  <a:moveTo>
                    <a:pt x="14" y="0"/>
                  </a:moveTo>
                  <a:lnTo>
                    <a:pt x="156" y="81"/>
                  </a:lnTo>
                  <a:lnTo>
                    <a:pt x="190" y="155"/>
                  </a:lnTo>
                  <a:lnTo>
                    <a:pt x="262" y="256"/>
                  </a:lnTo>
                  <a:lnTo>
                    <a:pt x="290" y="350"/>
                  </a:lnTo>
                  <a:lnTo>
                    <a:pt x="296" y="405"/>
                  </a:lnTo>
                  <a:lnTo>
                    <a:pt x="215" y="358"/>
                  </a:lnTo>
                  <a:lnTo>
                    <a:pt x="215" y="264"/>
                  </a:lnTo>
                  <a:lnTo>
                    <a:pt x="128" y="337"/>
                  </a:lnTo>
                  <a:lnTo>
                    <a:pt x="95" y="270"/>
                  </a:lnTo>
                  <a:lnTo>
                    <a:pt x="109" y="147"/>
                  </a:lnTo>
                  <a:lnTo>
                    <a:pt x="56" y="17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356B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8" name="Freeform 165"/>
            <p:cNvSpPr>
              <a:spLocks/>
            </p:cNvSpPr>
            <p:nvPr/>
          </p:nvSpPr>
          <p:spPr bwMode="auto">
            <a:xfrm>
              <a:off x="2437" y="1910"/>
              <a:ext cx="355" cy="197"/>
            </a:xfrm>
            <a:custGeom>
              <a:avLst/>
              <a:gdLst>
                <a:gd name="T0" fmla="*/ 2 w 705"/>
                <a:gd name="T1" fmla="*/ 1 h 394"/>
                <a:gd name="T2" fmla="*/ 2 w 705"/>
                <a:gd name="T3" fmla="*/ 1 h 394"/>
                <a:gd name="T4" fmla="*/ 2 w 705"/>
                <a:gd name="T5" fmla="*/ 1 h 394"/>
                <a:gd name="T6" fmla="*/ 2 w 705"/>
                <a:gd name="T7" fmla="*/ 1 h 394"/>
                <a:gd name="T8" fmla="*/ 1 w 705"/>
                <a:gd name="T9" fmla="*/ 1 h 394"/>
                <a:gd name="T10" fmla="*/ 1 w 705"/>
                <a:gd name="T11" fmla="*/ 1 h 394"/>
                <a:gd name="T12" fmla="*/ 1 w 705"/>
                <a:gd name="T13" fmla="*/ 1 h 394"/>
                <a:gd name="T14" fmla="*/ 1 w 705"/>
                <a:gd name="T15" fmla="*/ 1 h 394"/>
                <a:gd name="T16" fmla="*/ 1 w 705"/>
                <a:gd name="T17" fmla="*/ 1 h 394"/>
                <a:gd name="T18" fmla="*/ 1 w 705"/>
                <a:gd name="T19" fmla="*/ 1 h 394"/>
                <a:gd name="T20" fmla="*/ 1 w 705"/>
                <a:gd name="T21" fmla="*/ 1 h 394"/>
                <a:gd name="T22" fmla="*/ 1 w 705"/>
                <a:gd name="T23" fmla="*/ 1 h 394"/>
                <a:gd name="T24" fmla="*/ 1 w 705"/>
                <a:gd name="T25" fmla="*/ 1 h 394"/>
                <a:gd name="T26" fmla="*/ 1 w 705"/>
                <a:gd name="T27" fmla="*/ 1 h 394"/>
                <a:gd name="T28" fmla="*/ 1 w 705"/>
                <a:gd name="T29" fmla="*/ 1 h 394"/>
                <a:gd name="T30" fmla="*/ 1 w 705"/>
                <a:gd name="T31" fmla="*/ 1 h 394"/>
                <a:gd name="T32" fmla="*/ 1 w 705"/>
                <a:gd name="T33" fmla="*/ 1 h 394"/>
                <a:gd name="T34" fmla="*/ 1 w 705"/>
                <a:gd name="T35" fmla="*/ 1 h 394"/>
                <a:gd name="T36" fmla="*/ 0 w 705"/>
                <a:gd name="T37" fmla="*/ 0 h 394"/>
                <a:gd name="T38" fmla="*/ 1 w 705"/>
                <a:gd name="T39" fmla="*/ 1 h 394"/>
                <a:gd name="T40" fmla="*/ 1 w 705"/>
                <a:gd name="T41" fmla="*/ 1 h 394"/>
                <a:gd name="T42" fmla="*/ 1 w 705"/>
                <a:gd name="T43" fmla="*/ 1 h 394"/>
                <a:gd name="T44" fmla="*/ 1 w 705"/>
                <a:gd name="T45" fmla="*/ 1 h 394"/>
                <a:gd name="T46" fmla="*/ 1 w 705"/>
                <a:gd name="T47" fmla="*/ 1 h 394"/>
                <a:gd name="T48" fmla="*/ 1 w 705"/>
                <a:gd name="T49" fmla="*/ 1 h 394"/>
                <a:gd name="T50" fmla="*/ 1 w 705"/>
                <a:gd name="T51" fmla="*/ 1 h 394"/>
                <a:gd name="T52" fmla="*/ 1 w 705"/>
                <a:gd name="T53" fmla="*/ 1 h 394"/>
                <a:gd name="T54" fmla="*/ 1 w 705"/>
                <a:gd name="T55" fmla="*/ 1 h 394"/>
                <a:gd name="T56" fmla="*/ 1 w 705"/>
                <a:gd name="T57" fmla="*/ 1 h 394"/>
                <a:gd name="T58" fmla="*/ 1 w 705"/>
                <a:gd name="T59" fmla="*/ 1 h 394"/>
                <a:gd name="T60" fmla="*/ 1 w 705"/>
                <a:gd name="T61" fmla="*/ 1 h 394"/>
                <a:gd name="T62" fmla="*/ 1 w 705"/>
                <a:gd name="T63" fmla="*/ 1 h 394"/>
                <a:gd name="T64" fmla="*/ 1 w 705"/>
                <a:gd name="T65" fmla="*/ 1 h 394"/>
                <a:gd name="T66" fmla="*/ 2 w 705"/>
                <a:gd name="T67" fmla="*/ 1 h 394"/>
                <a:gd name="T68" fmla="*/ 2 w 705"/>
                <a:gd name="T69" fmla="*/ 1 h 394"/>
                <a:gd name="T70" fmla="*/ 2 w 705"/>
                <a:gd name="T71" fmla="*/ 1 h 394"/>
                <a:gd name="T72" fmla="*/ 2 w 705"/>
                <a:gd name="T73" fmla="*/ 1 h 394"/>
                <a:gd name="T74" fmla="*/ 2 w 705"/>
                <a:gd name="T75" fmla="*/ 1 h 39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05" h="394">
                  <a:moveTo>
                    <a:pt x="670" y="90"/>
                  </a:moveTo>
                  <a:lnTo>
                    <a:pt x="571" y="142"/>
                  </a:lnTo>
                  <a:lnTo>
                    <a:pt x="549" y="181"/>
                  </a:lnTo>
                  <a:lnTo>
                    <a:pt x="528" y="212"/>
                  </a:lnTo>
                  <a:lnTo>
                    <a:pt x="506" y="240"/>
                  </a:lnTo>
                  <a:lnTo>
                    <a:pt x="480" y="262"/>
                  </a:lnTo>
                  <a:lnTo>
                    <a:pt x="457" y="277"/>
                  </a:lnTo>
                  <a:lnTo>
                    <a:pt x="431" y="289"/>
                  </a:lnTo>
                  <a:lnTo>
                    <a:pt x="406" y="295"/>
                  </a:lnTo>
                  <a:lnTo>
                    <a:pt x="380" y="295"/>
                  </a:lnTo>
                  <a:lnTo>
                    <a:pt x="354" y="291"/>
                  </a:lnTo>
                  <a:lnTo>
                    <a:pt x="329" y="281"/>
                  </a:lnTo>
                  <a:lnTo>
                    <a:pt x="303" y="268"/>
                  </a:lnTo>
                  <a:lnTo>
                    <a:pt x="278" y="250"/>
                  </a:lnTo>
                  <a:lnTo>
                    <a:pt x="252" y="228"/>
                  </a:lnTo>
                  <a:lnTo>
                    <a:pt x="226" y="201"/>
                  </a:lnTo>
                  <a:lnTo>
                    <a:pt x="203" y="171"/>
                  </a:lnTo>
                  <a:lnTo>
                    <a:pt x="179" y="136"/>
                  </a:lnTo>
                  <a:lnTo>
                    <a:pt x="0" y="0"/>
                  </a:lnTo>
                  <a:lnTo>
                    <a:pt x="207" y="297"/>
                  </a:lnTo>
                  <a:lnTo>
                    <a:pt x="224" y="307"/>
                  </a:lnTo>
                  <a:lnTo>
                    <a:pt x="242" y="319"/>
                  </a:lnTo>
                  <a:lnTo>
                    <a:pt x="260" y="333"/>
                  </a:lnTo>
                  <a:lnTo>
                    <a:pt x="276" y="344"/>
                  </a:lnTo>
                  <a:lnTo>
                    <a:pt x="293" y="358"/>
                  </a:lnTo>
                  <a:lnTo>
                    <a:pt x="311" y="370"/>
                  </a:lnTo>
                  <a:lnTo>
                    <a:pt x="329" y="380"/>
                  </a:lnTo>
                  <a:lnTo>
                    <a:pt x="350" y="388"/>
                  </a:lnTo>
                  <a:lnTo>
                    <a:pt x="372" y="394"/>
                  </a:lnTo>
                  <a:lnTo>
                    <a:pt x="398" y="394"/>
                  </a:lnTo>
                  <a:lnTo>
                    <a:pt x="427" y="390"/>
                  </a:lnTo>
                  <a:lnTo>
                    <a:pt x="459" y="382"/>
                  </a:lnTo>
                  <a:lnTo>
                    <a:pt x="496" y="366"/>
                  </a:lnTo>
                  <a:lnTo>
                    <a:pt x="538" y="344"/>
                  </a:lnTo>
                  <a:lnTo>
                    <a:pt x="583" y="317"/>
                  </a:lnTo>
                  <a:lnTo>
                    <a:pt x="634" y="279"/>
                  </a:lnTo>
                  <a:lnTo>
                    <a:pt x="705" y="142"/>
                  </a:lnTo>
                  <a:lnTo>
                    <a:pt x="670" y="90"/>
                  </a:lnTo>
                  <a:close/>
                </a:path>
              </a:pathLst>
            </a:custGeom>
            <a:solidFill>
              <a:srgbClr val="0F7F6B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080" name="Picture 166" descr="西南大学"/>
          <p:cNvPicPr>
            <a:picLocks noChangeAspect="1" noChangeArrowheads="1"/>
          </p:cNvPicPr>
          <p:nvPr userDrawn="1"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496050"/>
            <a:ext cx="1295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315" r:id="rId1"/>
    <p:sldLayoutId id="2147484304" r:id="rId2"/>
    <p:sldLayoutId id="2147484305" r:id="rId3"/>
    <p:sldLayoutId id="2147484306" r:id="rId4"/>
    <p:sldLayoutId id="2147484307" r:id="rId5"/>
    <p:sldLayoutId id="2147484308" r:id="rId6"/>
    <p:sldLayoutId id="2147484309" r:id="rId7"/>
    <p:sldLayoutId id="2147484310" r:id="rId8"/>
    <p:sldLayoutId id="2147484311" r:id="rId9"/>
    <p:sldLayoutId id="2147484312" r:id="rId10"/>
    <p:sldLayoutId id="2147484313" r:id="rId11"/>
    <p:sldLayoutId id="2147484314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 2" pitchFamily="18" charset="2"/>
        <a:buChar char="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 2" pitchFamily="18" charset="2"/>
        <a:buChar char="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e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21" Type="http://schemas.openxmlformats.org/officeDocument/2006/relationships/image" Target="../media/image17.emf"/><Relationship Id="rId34" Type="http://schemas.openxmlformats.org/officeDocument/2006/relationships/image" Target="../media/image25.e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5.emf"/><Relationship Id="rId25" Type="http://schemas.openxmlformats.org/officeDocument/2006/relationships/image" Target="../media/image19.emf"/><Relationship Id="rId33" Type="http://schemas.openxmlformats.org/officeDocument/2006/relationships/image" Target="../media/image24.emf"/><Relationship Id="rId38" Type="http://schemas.openxmlformats.org/officeDocument/2006/relationships/image" Target="../media/image2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21.emf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emf"/><Relationship Id="rId24" Type="http://schemas.openxmlformats.org/officeDocument/2006/relationships/oleObject" Target="../embeddings/oleObject12.bin"/><Relationship Id="rId32" Type="http://schemas.openxmlformats.org/officeDocument/2006/relationships/image" Target="../media/image23.emf"/><Relationship Id="rId37" Type="http://schemas.openxmlformats.org/officeDocument/2006/relationships/image" Target="../media/image28.emf"/><Relationship Id="rId5" Type="http://schemas.openxmlformats.org/officeDocument/2006/relationships/image" Target="../media/image9.wmf"/><Relationship Id="rId15" Type="http://schemas.openxmlformats.org/officeDocument/2006/relationships/image" Target="../media/image14.emf"/><Relationship Id="rId23" Type="http://schemas.openxmlformats.org/officeDocument/2006/relationships/image" Target="../media/image18.emf"/><Relationship Id="rId28" Type="http://schemas.openxmlformats.org/officeDocument/2006/relationships/oleObject" Target="../embeddings/oleObject14.bin"/><Relationship Id="rId36" Type="http://schemas.openxmlformats.org/officeDocument/2006/relationships/image" Target="../media/image27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6.emf"/><Relationship Id="rId31" Type="http://schemas.openxmlformats.org/officeDocument/2006/relationships/image" Target="../media/image2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20.e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26.emf"/><Relationship Id="rId8" Type="http://schemas.openxmlformats.org/officeDocument/2006/relationships/oleObject" Target="../embeddings/oleObject4.bin"/><Relationship Id="rId3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35.emf"/><Relationship Id="rId3" Type="http://schemas.openxmlformats.org/officeDocument/2006/relationships/image" Target="../media/image30.emf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42.emf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0.bin"/><Relationship Id="rId3" Type="http://schemas.openxmlformats.org/officeDocument/2006/relationships/image" Target="../media/image37.emf"/><Relationship Id="rId21" Type="http://schemas.openxmlformats.org/officeDocument/2006/relationships/image" Target="../media/image46.emf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44.emf"/><Relationship Id="rId25" Type="http://schemas.openxmlformats.org/officeDocument/2006/relationships/image" Target="../media/image48.e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29" Type="http://schemas.openxmlformats.org/officeDocument/2006/relationships/image" Target="../media/image50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41.emf"/><Relationship Id="rId24" Type="http://schemas.openxmlformats.org/officeDocument/2006/relationships/oleObject" Target="../embeddings/oleObject29.bin"/><Relationship Id="rId5" Type="http://schemas.openxmlformats.org/officeDocument/2006/relationships/image" Target="../media/image38.emf"/><Relationship Id="rId15" Type="http://schemas.openxmlformats.org/officeDocument/2006/relationships/image" Target="../media/image43.emf"/><Relationship Id="rId23" Type="http://schemas.openxmlformats.org/officeDocument/2006/relationships/image" Target="../media/image47.emf"/><Relationship Id="rId28" Type="http://schemas.openxmlformats.org/officeDocument/2006/relationships/oleObject" Target="../embeddings/oleObject31.bin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45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4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3.emf"/><Relationship Id="rId4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9.emf"/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12" Type="http://schemas.openxmlformats.org/officeDocument/2006/relationships/oleObject" Target="../embeddings/oleObject40.bin"/><Relationship Id="rId2" Type="http://schemas.openxmlformats.org/officeDocument/2006/relationships/oleObject" Target="../embeddings/oleObject35.bin"/><Relationship Id="rId16" Type="http://schemas.openxmlformats.org/officeDocument/2006/relationships/image" Target="../media/image62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8.emf"/><Relationship Id="rId5" Type="http://schemas.openxmlformats.org/officeDocument/2006/relationships/image" Target="../media/image55.emf"/><Relationship Id="rId15" Type="http://schemas.openxmlformats.org/officeDocument/2006/relationships/image" Target="../media/image61.e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7.emf"/><Relationship Id="rId14" Type="http://schemas.openxmlformats.org/officeDocument/2006/relationships/image" Target="../media/image6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67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66.emf"/><Relationship Id="rId4" Type="http://schemas.openxmlformats.org/officeDocument/2006/relationships/oleObject" Target="../embeddings/oleObject4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73.emf"/><Relationship Id="rId18" Type="http://schemas.openxmlformats.org/officeDocument/2006/relationships/oleObject" Target="../embeddings/oleObject52.bin"/><Relationship Id="rId3" Type="http://schemas.openxmlformats.org/officeDocument/2006/relationships/image" Target="../media/image68.emf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75.e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72.emf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76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71.emf"/><Relationship Id="rId14" Type="http://schemas.openxmlformats.org/officeDocument/2006/relationships/oleObject" Target="../embeddings/oleObject5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78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8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3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88.emf"/><Relationship Id="rId3" Type="http://schemas.openxmlformats.org/officeDocument/2006/relationships/image" Target="../media/image83.emf"/><Relationship Id="rId7" Type="http://schemas.openxmlformats.org/officeDocument/2006/relationships/image" Target="../media/image85.e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87.emf"/><Relationship Id="rId5" Type="http://schemas.openxmlformats.org/officeDocument/2006/relationships/image" Target="../media/image84.emf"/><Relationship Id="rId15" Type="http://schemas.openxmlformats.org/officeDocument/2006/relationships/image" Target="../media/image89.e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86.emf"/><Relationship Id="rId14" Type="http://schemas.openxmlformats.org/officeDocument/2006/relationships/oleObject" Target="../embeddings/oleObject22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7" Type="http://schemas.openxmlformats.org/officeDocument/2006/relationships/image" Target="../media/image93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92.emf"/><Relationship Id="rId4" Type="http://schemas.openxmlformats.org/officeDocument/2006/relationships/oleObject" Target="../embeddings/oleObject6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99.emf"/><Relationship Id="rId3" Type="http://schemas.openxmlformats.org/officeDocument/2006/relationships/image" Target="../media/image94.emf"/><Relationship Id="rId7" Type="http://schemas.openxmlformats.org/officeDocument/2006/relationships/image" Target="../media/image96.emf"/><Relationship Id="rId12" Type="http://schemas.openxmlformats.org/officeDocument/2006/relationships/oleObject" Target="../embeddings/oleObject72.bin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98.emf"/><Relationship Id="rId5" Type="http://schemas.openxmlformats.org/officeDocument/2006/relationships/image" Target="../media/image95.e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97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13" Type="http://schemas.openxmlformats.org/officeDocument/2006/relationships/image" Target="../media/image109.emf"/><Relationship Id="rId18" Type="http://schemas.openxmlformats.org/officeDocument/2006/relationships/image" Target="../media/image112.emf"/><Relationship Id="rId3" Type="http://schemas.openxmlformats.org/officeDocument/2006/relationships/image" Target="../media/image101.emf"/><Relationship Id="rId7" Type="http://schemas.openxmlformats.org/officeDocument/2006/relationships/image" Target="../media/image103.emf"/><Relationship Id="rId12" Type="http://schemas.openxmlformats.org/officeDocument/2006/relationships/image" Target="../media/image108.emf"/><Relationship Id="rId17" Type="http://schemas.openxmlformats.org/officeDocument/2006/relationships/oleObject" Target="../embeddings/oleObject77.bin"/><Relationship Id="rId2" Type="http://schemas.openxmlformats.org/officeDocument/2006/relationships/oleObject" Target="../embeddings/oleObject73.bin"/><Relationship Id="rId16" Type="http://schemas.openxmlformats.org/officeDocument/2006/relationships/image" Target="../media/image111.emf"/><Relationship Id="rId20" Type="http://schemas.openxmlformats.org/officeDocument/2006/relationships/image" Target="../media/image113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107.emf"/><Relationship Id="rId5" Type="http://schemas.openxmlformats.org/officeDocument/2006/relationships/image" Target="../media/image102.emf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106.emf"/><Relationship Id="rId19" Type="http://schemas.openxmlformats.org/officeDocument/2006/relationships/oleObject" Target="../embeddings/oleObject78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105.emf"/><Relationship Id="rId14" Type="http://schemas.openxmlformats.org/officeDocument/2006/relationships/image" Target="../media/image110.emf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emf"/><Relationship Id="rId18" Type="http://schemas.openxmlformats.org/officeDocument/2006/relationships/oleObject" Target="../embeddings/oleObject87.bin"/><Relationship Id="rId26" Type="http://schemas.openxmlformats.org/officeDocument/2006/relationships/oleObject" Target="../embeddings/oleObject91.bin"/><Relationship Id="rId39" Type="http://schemas.openxmlformats.org/officeDocument/2006/relationships/image" Target="../media/image132.emf"/><Relationship Id="rId21" Type="http://schemas.openxmlformats.org/officeDocument/2006/relationships/image" Target="../media/image123.emf"/><Relationship Id="rId34" Type="http://schemas.openxmlformats.org/officeDocument/2006/relationships/oleObject" Target="../embeddings/oleObject95.bin"/><Relationship Id="rId42" Type="http://schemas.openxmlformats.org/officeDocument/2006/relationships/oleObject" Target="../embeddings/oleObject99.bin"/><Relationship Id="rId47" Type="http://schemas.openxmlformats.org/officeDocument/2006/relationships/image" Target="../media/image136.emf"/><Relationship Id="rId7" Type="http://schemas.openxmlformats.org/officeDocument/2006/relationships/image" Target="../media/image116.emf"/><Relationship Id="rId2" Type="http://schemas.openxmlformats.org/officeDocument/2006/relationships/oleObject" Target="../embeddings/oleObject79.bin"/><Relationship Id="rId16" Type="http://schemas.openxmlformats.org/officeDocument/2006/relationships/oleObject" Target="../embeddings/oleObject86.bin"/><Relationship Id="rId29" Type="http://schemas.openxmlformats.org/officeDocument/2006/relationships/image" Target="../media/image127.emf"/><Relationship Id="rId11" Type="http://schemas.openxmlformats.org/officeDocument/2006/relationships/image" Target="../media/image118.emf"/><Relationship Id="rId24" Type="http://schemas.openxmlformats.org/officeDocument/2006/relationships/oleObject" Target="../embeddings/oleObject90.bin"/><Relationship Id="rId32" Type="http://schemas.openxmlformats.org/officeDocument/2006/relationships/oleObject" Target="../embeddings/oleObject94.bin"/><Relationship Id="rId37" Type="http://schemas.openxmlformats.org/officeDocument/2006/relationships/image" Target="../media/image131.emf"/><Relationship Id="rId40" Type="http://schemas.openxmlformats.org/officeDocument/2006/relationships/oleObject" Target="../embeddings/oleObject98.bin"/><Relationship Id="rId45" Type="http://schemas.openxmlformats.org/officeDocument/2006/relationships/image" Target="../media/image135.emf"/><Relationship Id="rId5" Type="http://schemas.openxmlformats.org/officeDocument/2006/relationships/image" Target="../media/image115.emf"/><Relationship Id="rId15" Type="http://schemas.openxmlformats.org/officeDocument/2006/relationships/image" Target="../media/image120.emf"/><Relationship Id="rId23" Type="http://schemas.openxmlformats.org/officeDocument/2006/relationships/image" Target="../media/image124.emf"/><Relationship Id="rId28" Type="http://schemas.openxmlformats.org/officeDocument/2006/relationships/oleObject" Target="../embeddings/oleObject92.bin"/><Relationship Id="rId36" Type="http://schemas.openxmlformats.org/officeDocument/2006/relationships/oleObject" Target="../embeddings/oleObject96.bin"/><Relationship Id="rId49" Type="http://schemas.openxmlformats.org/officeDocument/2006/relationships/image" Target="../media/image137.emf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122.emf"/><Relationship Id="rId31" Type="http://schemas.openxmlformats.org/officeDocument/2006/relationships/image" Target="../media/image128.emf"/><Relationship Id="rId44" Type="http://schemas.openxmlformats.org/officeDocument/2006/relationships/oleObject" Target="../embeddings/oleObject100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117.e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89.bin"/><Relationship Id="rId27" Type="http://schemas.openxmlformats.org/officeDocument/2006/relationships/image" Target="../media/image126.emf"/><Relationship Id="rId30" Type="http://schemas.openxmlformats.org/officeDocument/2006/relationships/oleObject" Target="../embeddings/oleObject93.bin"/><Relationship Id="rId35" Type="http://schemas.openxmlformats.org/officeDocument/2006/relationships/image" Target="../media/image130.emf"/><Relationship Id="rId43" Type="http://schemas.openxmlformats.org/officeDocument/2006/relationships/image" Target="../media/image134.emf"/><Relationship Id="rId48" Type="http://schemas.openxmlformats.org/officeDocument/2006/relationships/oleObject" Target="../embeddings/oleObject102.bin"/><Relationship Id="rId8" Type="http://schemas.openxmlformats.org/officeDocument/2006/relationships/oleObject" Target="../embeddings/oleObject82.bin"/><Relationship Id="rId3" Type="http://schemas.openxmlformats.org/officeDocument/2006/relationships/image" Target="../media/image114.e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21.emf"/><Relationship Id="rId25" Type="http://schemas.openxmlformats.org/officeDocument/2006/relationships/image" Target="../media/image125.emf"/><Relationship Id="rId33" Type="http://schemas.openxmlformats.org/officeDocument/2006/relationships/image" Target="../media/image129.emf"/><Relationship Id="rId38" Type="http://schemas.openxmlformats.org/officeDocument/2006/relationships/oleObject" Target="../embeddings/oleObject97.bin"/><Relationship Id="rId46" Type="http://schemas.openxmlformats.org/officeDocument/2006/relationships/oleObject" Target="../embeddings/oleObject101.bin"/><Relationship Id="rId20" Type="http://schemas.openxmlformats.org/officeDocument/2006/relationships/oleObject" Target="../embeddings/oleObject88.bin"/><Relationship Id="rId41" Type="http://schemas.openxmlformats.org/officeDocument/2006/relationships/image" Target="../media/image133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81.bin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emf"/><Relationship Id="rId18" Type="http://schemas.openxmlformats.org/officeDocument/2006/relationships/oleObject" Target="../embeddings/oleObject111.bin"/><Relationship Id="rId26" Type="http://schemas.openxmlformats.org/officeDocument/2006/relationships/oleObject" Target="../embeddings/oleObject115.bin"/><Relationship Id="rId3" Type="http://schemas.openxmlformats.org/officeDocument/2006/relationships/image" Target="../media/image138.emf"/><Relationship Id="rId21" Type="http://schemas.openxmlformats.org/officeDocument/2006/relationships/image" Target="../media/image147.emf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45.emf"/><Relationship Id="rId25" Type="http://schemas.openxmlformats.org/officeDocument/2006/relationships/image" Target="../media/image149.emf"/><Relationship Id="rId33" Type="http://schemas.openxmlformats.org/officeDocument/2006/relationships/image" Target="../media/image153.e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2.bin"/><Relationship Id="rId29" Type="http://schemas.openxmlformats.org/officeDocument/2006/relationships/image" Target="../media/image151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42.emf"/><Relationship Id="rId24" Type="http://schemas.openxmlformats.org/officeDocument/2006/relationships/oleObject" Target="../embeddings/oleObject114.bin"/><Relationship Id="rId32" Type="http://schemas.openxmlformats.org/officeDocument/2006/relationships/oleObject" Target="../embeddings/oleObject118.bin"/><Relationship Id="rId5" Type="http://schemas.openxmlformats.org/officeDocument/2006/relationships/image" Target="../media/image139.emf"/><Relationship Id="rId15" Type="http://schemas.openxmlformats.org/officeDocument/2006/relationships/image" Target="../media/image144.emf"/><Relationship Id="rId23" Type="http://schemas.openxmlformats.org/officeDocument/2006/relationships/image" Target="../media/image148.emf"/><Relationship Id="rId28" Type="http://schemas.openxmlformats.org/officeDocument/2006/relationships/oleObject" Target="../embeddings/oleObject116.bin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146.emf"/><Relationship Id="rId31" Type="http://schemas.openxmlformats.org/officeDocument/2006/relationships/image" Target="../media/image152.e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41.emf"/><Relationship Id="rId14" Type="http://schemas.openxmlformats.org/officeDocument/2006/relationships/oleObject" Target="../embeddings/oleObject109.bin"/><Relationship Id="rId22" Type="http://schemas.openxmlformats.org/officeDocument/2006/relationships/oleObject" Target="../embeddings/oleObject113.bin"/><Relationship Id="rId27" Type="http://schemas.openxmlformats.org/officeDocument/2006/relationships/image" Target="../media/image150.emf"/><Relationship Id="rId30" Type="http://schemas.openxmlformats.org/officeDocument/2006/relationships/oleObject" Target="../embeddings/oleObject117.bin"/><Relationship Id="rId8" Type="http://schemas.openxmlformats.org/officeDocument/2006/relationships/oleObject" Target="../embeddings/oleObject106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56.wmf"/><Relationship Id="rId18" Type="http://schemas.openxmlformats.org/officeDocument/2006/relationships/oleObject" Target="../embeddings/oleObject124.bin"/><Relationship Id="rId3" Type="http://schemas.openxmlformats.org/officeDocument/2006/relationships/image" Target="../media/image141.emf"/><Relationship Id="rId21" Type="http://schemas.openxmlformats.org/officeDocument/2006/relationships/image" Target="../media/image113.emf"/><Relationship Id="rId7" Type="http://schemas.openxmlformats.org/officeDocument/2006/relationships/image" Target="../media/image154.e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58.e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78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55.emf"/><Relationship Id="rId5" Type="http://schemas.openxmlformats.org/officeDocument/2006/relationships/image" Target="../media/image145.emf"/><Relationship Id="rId15" Type="http://schemas.openxmlformats.org/officeDocument/2006/relationships/image" Target="../media/image157.emf"/><Relationship Id="rId23" Type="http://schemas.openxmlformats.org/officeDocument/2006/relationships/image" Target="../media/image160.wmf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59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49.emf"/><Relationship Id="rId14" Type="http://schemas.openxmlformats.org/officeDocument/2006/relationships/oleObject" Target="../embeddings/oleObject122.bin"/><Relationship Id="rId22" Type="http://schemas.openxmlformats.org/officeDocument/2006/relationships/oleObject" Target="../embeddings/oleObject12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66.emf"/><Relationship Id="rId3" Type="http://schemas.openxmlformats.org/officeDocument/2006/relationships/image" Target="../media/image161.emf"/><Relationship Id="rId7" Type="http://schemas.openxmlformats.org/officeDocument/2006/relationships/image" Target="../media/image163.emf"/><Relationship Id="rId12" Type="http://schemas.openxmlformats.org/officeDocument/2006/relationships/oleObject" Target="../embeddings/oleObject130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65.emf"/><Relationship Id="rId5" Type="http://schemas.openxmlformats.org/officeDocument/2006/relationships/image" Target="../media/image162.emf"/><Relationship Id="rId15" Type="http://schemas.openxmlformats.org/officeDocument/2006/relationships/image" Target="../media/image167.e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64.emf"/><Relationship Id="rId14" Type="http://schemas.openxmlformats.org/officeDocument/2006/relationships/oleObject" Target="../embeddings/oleObject131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73.emf"/><Relationship Id="rId18" Type="http://schemas.openxmlformats.org/officeDocument/2006/relationships/oleObject" Target="../embeddings/oleObject139.bin"/><Relationship Id="rId26" Type="http://schemas.openxmlformats.org/officeDocument/2006/relationships/oleObject" Target="../embeddings/oleObject143.bin"/><Relationship Id="rId3" Type="http://schemas.openxmlformats.org/officeDocument/2006/relationships/image" Target="../media/image168.emf"/><Relationship Id="rId21" Type="http://schemas.openxmlformats.org/officeDocument/2006/relationships/image" Target="../media/image177.emf"/><Relationship Id="rId7" Type="http://schemas.openxmlformats.org/officeDocument/2006/relationships/image" Target="../media/image170.e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75.emf"/><Relationship Id="rId25" Type="http://schemas.openxmlformats.org/officeDocument/2006/relationships/image" Target="../media/image179.e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138.bin"/><Relationship Id="rId20" Type="http://schemas.openxmlformats.org/officeDocument/2006/relationships/oleObject" Target="../embeddings/oleObject140.bin"/><Relationship Id="rId29" Type="http://schemas.openxmlformats.org/officeDocument/2006/relationships/image" Target="../media/image181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72.emf"/><Relationship Id="rId24" Type="http://schemas.openxmlformats.org/officeDocument/2006/relationships/oleObject" Target="../embeddings/oleObject142.bin"/><Relationship Id="rId5" Type="http://schemas.openxmlformats.org/officeDocument/2006/relationships/image" Target="../media/image169.emf"/><Relationship Id="rId15" Type="http://schemas.openxmlformats.org/officeDocument/2006/relationships/image" Target="../media/image174.emf"/><Relationship Id="rId23" Type="http://schemas.openxmlformats.org/officeDocument/2006/relationships/image" Target="../media/image178.emf"/><Relationship Id="rId28" Type="http://schemas.openxmlformats.org/officeDocument/2006/relationships/oleObject" Target="../embeddings/oleObject144.bin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76.e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71.emf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1.bin"/><Relationship Id="rId27" Type="http://schemas.openxmlformats.org/officeDocument/2006/relationships/image" Target="../media/image18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7" Type="http://schemas.openxmlformats.org/officeDocument/2006/relationships/image" Target="../media/image184.emf"/><Relationship Id="rId2" Type="http://schemas.openxmlformats.org/officeDocument/2006/relationships/oleObject" Target="../embeddings/oleObject145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47.bin"/><Relationship Id="rId5" Type="http://schemas.openxmlformats.org/officeDocument/2006/relationships/image" Target="../media/image183.emf"/><Relationship Id="rId4" Type="http://schemas.openxmlformats.org/officeDocument/2006/relationships/oleObject" Target="../embeddings/oleObject146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3" Type="http://schemas.openxmlformats.org/officeDocument/2006/relationships/image" Target="../media/image185.emf"/><Relationship Id="rId7" Type="http://schemas.openxmlformats.org/officeDocument/2006/relationships/image" Target="../media/image187.e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186.e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88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emf"/><Relationship Id="rId7" Type="http://schemas.openxmlformats.org/officeDocument/2006/relationships/image" Target="../media/image191.e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54.bin"/><Relationship Id="rId5" Type="http://schemas.openxmlformats.org/officeDocument/2006/relationships/image" Target="../media/image190.emf"/><Relationship Id="rId4" Type="http://schemas.openxmlformats.org/officeDocument/2006/relationships/oleObject" Target="../embeddings/oleObject153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34.xml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8.emf"/><Relationship Id="rId18" Type="http://schemas.openxmlformats.org/officeDocument/2006/relationships/oleObject" Target="../embeddings/oleObject163.bin"/><Relationship Id="rId26" Type="http://schemas.openxmlformats.org/officeDocument/2006/relationships/oleObject" Target="../embeddings/oleObject167.bin"/><Relationship Id="rId39" Type="http://schemas.openxmlformats.org/officeDocument/2006/relationships/image" Target="../media/image211.emf"/><Relationship Id="rId21" Type="http://schemas.openxmlformats.org/officeDocument/2006/relationships/image" Target="../media/image202.emf"/><Relationship Id="rId34" Type="http://schemas.openxmlformats.org/officeDocument/2006/relationships/oleObject" Target="../embeddings/oleObject171.bin"/><Relationship Id="rId42" Type="http://schemas.openxmlformats.org/officeDocument/2006/relationships/oleObject" Target="../embeddings/oleObject175.bin"/><Relationship Id="rId7" Type="http://schemas.openxmlformats.org/officeDocument/2006/relationships/image" Target="../media/image195.emf"/><Relationship Id="rId2" Type="http://schemas.openxmlformats.org/officeDocument/2006/relationships/oleObject" Target="../embeddings/oleObject155.bin"/><Relationship Id="rId16" Type="http://schemas.openxmlformats.org/officeDocument/2006/relationships/oleObject" Target="../embeddings/oleObject162.bin"/><Relationship Id="rId20" Type="http://schemas.openxmlformats.org/officeDocument/2006/relationships/oleObject" Target="../embeddings/oleObject164.bin"/><Relationship Id="rId29" Type="http://schemas.openxmlformats.org/officeDocument/2006/relationships/image" Target="../media/image206.emf"/><Relationship Id="rId41" Type="http://schemas.openxmlformats.org/officeDocument/2006/relationships/image" Target="../media/image212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97.emf"/><Relationship Id="rId24" Type="http://schemas.openxmlformats.org/officeDocument/2006/relationships/oleObject" Target="../embeddings/oleObject166.bin"/><Relationship Id="rId32" Type="http://schemas.openxmlformats.org/officeDocument/2006/relationships/oleObject" Target="../embeddings/oleObject170.bin"/><Relationship Id="rId37" Type="http://schemas.openxmlformats.org/officeDocument/2006/relationships/image" Target="../media/image210.emf"/><Relationship Id="rId40" Type="http://schemas.openxmlformats.org/officeDocument/2006/relationships/oleObject" Target="../embeddings/oleObject174.bin"/><Relationship Id="rId5" Type="http://schemas.openxmlformats.org/officeDocument/2006/relationships/image" Target="../media/image194.emf"/><Relationship Id="rId15" Type="http://schemas.openxmlformats.org/officeDocument/2006/relationships/image" Target="../media/image199.emf"/><Relationship Id="rId23" Type="http://schemas.openxmlformats.org/officeDocument/2006/relationships/image" Target="../media/image203.emf"/><Relationship Id="rId28" Type="http://schemas.openxmlformats.org/officeDocument/2006/relationships/oleObject" Target="../embeddings/oleObject168.bin"/><Relationship Id="rId36" Type="http://schemas.openxmlformats.org/officeDocument/2006/relationships/oleObject" Target="../embeddings/oleObject172.bin"/><Relationship Id="rId10" Type="http://schemas.openxmlformats.org/officeDocument/2006/relationships/oleObject" Target="../embeddings/oleObject159.bin"/><Relationship Id="rId19" Type="http://schemas.openxmlformats.org/officeDocument/2006/relationships/image" Target="../media/image201.emf"/><Relationship Id="rId31" Type="http://schemas.openxmlformats.org/officeDocument/2006/relationships/image" Target="../media/image207.e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96.emf"/><Relationship Id="rId14" Type="http://schemas.openxmlformats.org/officeDocument/2006/relationships/oleObject" Target="../embeddings/oleObject161.bin"/><Relationship Id="rId22" Type="http://schemas.openxmlformats.org/officeDocument/2006/relationships/oleObject" Target="../embeddings/oleObject165.bin"/><Relationship Id="rId27" Type="http://schemas.openxmlformats.org/officeDocument/2006/relationships/image" Target="../media/image205.emf"/><Relationship Id="rId30" Type="http://schemas.openxmlformats.org/officeDocument/2006/relationships/oleObject" Target="../embeddings/oleObject169.bin"/><Relationship Id="rId35" Type="http://schemas.openxmlformats.org/officeDocument/2006/relationships/image" Target="../media/image209.emf"/><Relationship Id="rId43" Type="http://schemas.openxmlformats.org/officeDocument/2006/relationships/image" Target="../media/image213.emf"/><Relationship Id="rId8" Type="http://schemas.openxmlformats.org/officeDocument/2006/relationships/oleObject" Target="../embeddings/oleObject158.bin"/><Relationship Id="rId3" Type="http://schemas.openxmlformats.org/officeDocument/2006/relationships/image" Target="../media/image193.e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200.emf"/><Relationship Id="rId25" Type="http://schemas.openxmlformats.org/officeDocument/2006/relationships/image" Target="../media/image204.emf"/><Relationship Id="rId33" Type="http://schemas.openxmlformats.org/officeDocument/2006/relationships/image" Target="../media/image208.emf"/><Relationship Id="rId38" Type="http://schemas.openxmlformats.org/officeDocument/2006/relationships/oleObject" Target="../embeddings/oleObject173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219.emf"/><Relationship Id="rId3" Type="http://schemas.openxmlformats.org/officeDocument/2006/relationships/image" Target="../media/image214.emf"/><Relationship Id="rId7" Type="http://schemas.openxmlformats.org/officeDocument/2006/relationships/image" Target="../media/image216.emf"/><Relationship Id="rId12" Type="http://schemas.openxmlformats.org/officeDocument/2006/relationships/oleObject" Target="../embeddings/oleObject179.bin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218.emf"/><Relationship Id="rId5" Type="http://schemas.openxmlformats.org/officeDocument/2006/relationships/image" Target="../media/image215.e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217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emf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2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3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emf"/><Relationship Id="rId2" Type="http://schemas.openxmlformats.org/officeDocument/2006/relationships/oleObject" Target="../embeddings/oleObject180.bin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24.emf"/><Relationship Id="rId4" Type="http://schemas.openxmlformats.org/officeDocument/2006/relationships/oleObject" Target="../embeddings/oleObject181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emf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34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3" Type="http://schemas.openxmlformats.org/officeDocument/2006/relationships/image" Target="../media/image226.emf"/><Relationship Id="rId7" Type="http://schemas.openxmlformats.org/officeDocument/2006/relationships/image" Target="../media/image228.emf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230.emf"/><Relationship Id="rId5" Type="http://schemas.openxmlformats.org/officeDocument/2006/relationships/image" Target="../media/image227.e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229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1341438"/>
            <a:ext cx="6400800" cy="782637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196E2D-A796-498D-8C56-198DBF582B78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Chapter 6 </a:t>
            </a:r>
            <a:r>
              <a:rPr lang="zh-CN" altLang="en-US" b="1">
                <a:latin typeface="Times New Roman" pitchFamily="18" charset="0"/>
              </a:rPr>
              <a:t>图论</a:t>
            </a:r>
          </a:p>
        </p:txBody>
      </p:sp>
      <p:sp>
        <p:nvSpPr>
          <p:cNvPr id="6148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图论的创始人是瑞士数学家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L. Euler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，他于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1736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年首次建立“图”数学模型解决了</a:t>
            </a:r>
            <a:r>
              <a:rPr lang="en-US" altLang="zh-CN" sz="36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Köningsberg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七桥问题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 </a:t>
            </a:r>
          </a:p>
          <a:p>
            <a:pPr eaLnBrk="1" hangingPunct="1">
              <a:lnSpc>
                <a:spcPct val="120000"/>
              </a:lnSpc>
            </a:pPr>
            <a:endParaRPr lang="en-US" altLang="zh-CN" sz="3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基本思想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将集合及其关系用 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“图”表示出来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6F2E24-3F7D-4E33-8FE1-93504E0A051E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algn="l" eaLnBrk="1" hangingPunct="1"/>
            <a:r>
              <a:rPr lang="en-US" altLang="zh-CN" b="1">
                <a:solidFill>
                  <a:schemeClr val="tx1"/>
                </a:solidFill>
                <a:latin typeface="Times New Roman" pitchFamily="18" charset="0"/>
              </a:rPr>
              <a:t>6.1 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图的基本概念</a:t>
            </a:r>
            <a:endParaRPr lang="zh-CN" altLang="en-US" b="1"/>
          </a:p>
        </p:txBody>
      </p:sp>
      <p:sp>
        <p:nvSpPr>
          <p:cNvPr id="8196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8197" name="Group 4"/>
          <p:cNvGrpSpPr>
            <a:grpSpLocks/>
          </p:cNvGrpSpPr>
          <p:nvPr/>
        </p:nvGrpSpPr>
        <p:grpSpPr bwMode="auto">
          <a:xfrm>
            <a:off x="1042988" y="1312863"/>
            <a:ext cx="5410200" cy="765175"/>
            <a:chOff x="1152" y="1068"/>
            <a:chExt cx="3408" cy="482"/>
          </a:xfrm>
        </p:grpSpPr>
        <p:grpSp>
          <p:nvGrpSpPr>
            <p:cNvPr id="8223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8227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8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00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22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Text Box 10"/>
            <p:cNvSpPr txBox="1">
              <a:spLocks noChangeArrowheads="1"/>
            </p:cNvSpPr>
            <p:nvPr/>
          </p:nvSpPr>
          <p:spPr bwMode="auto">
            <a:xfrm>
              <a:off x="2112" y="1068"/>
              <a:ext cx="127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图的定义</a:t>
              </a:r>
            </a:p>
          </p:txBody>
        </p:sp>
        <p:sp>
          <p:nvSpPr>
            <p:cNvPr id="8226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8198" name="Group 12"/>
          <p:cNvGrpSpPr>
            <a:grpSpLocks/>
          </p:cNvGrpSpPr>
          <p:nvPr/>
        </p:nvGrpSpPr>
        <p:grpSpPr bwMode="auto">
          <a:xfrm>
            <a:off x="1042988" y="2392363"/>
            <a:ext cx="5410200" cy="765175"/>
            <a:chOff x="1152" y="1644"/>
            <a:chExt cx="3408" cy="482"/>
          </a:xfrm>
        </p:grpSpPr>
        <p:grpSp>
          <p:nvGrpSpPr>
            <p:cNvPr id="8216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8220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1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08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217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8" name="Text Box 18"/>
            <p:cNvSpPr txBox="1">
              <a:spLocks noChangeArrowheads="1"/>
            </p:cNvSpPr>
            <p:nvPr/>
          </p:nvSpPr>
          <p:spPr bwMode="auto">
            <a:xfrm>
              <a:off x="2112" y="1644"/>
              <a:ext cx="69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邻接</a:t>
              </a:r>
            </a:p>
          </p:txBody>
        </p:sp>
        <p:sp>
          <p:nvSpPr>
            <p:cNvPr id="8219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8199" name="Group 20"/>
          <p:cNvGrpSpPr>
            <a:grpSpLocks/>
          </p:cNvGrpSpPr>
          <p:nvPr/>
        </p:nvGrpSpPr>
        <p:grpSpPr bwMode="auto">
          <a:xfrm>
            <a:off x="1042988" y="3473450"/>
            <a:ext cx="5410200" cy="765175"/>
            <a:chOff x="1152" y="2206"/>
            <a:chExt cx="3408" cy="482"/>
          </a:xfrm>
        </p:grpSpPr>
        <p:grpSp>
          <p:nvGrpSpPr>
            <p:cNvPr id="8209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8213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4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6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210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1" name="Text Box 26"/>
            <p:cNvSpPr txBox="1">
              <a:spLocks noChangeArrowheads="1"/>
            </p:cNvSpPr>
            <p:nvPr/>
          </p:nvSpPr>
          <p:spPr bwMode="auto">
            <a:xfrm>
              <a:off x="2112" y="2206"/>
              <a:ext cx="69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关联</a:t>
              </a:r>
              <a:endParaRPr lang="zh-CN" altLang="en-US" sz="36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8212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8200" name="Group 28"/>
          <p:cNvGrpSpPr>
            <a:grpSpLocks/>
          </p:cNvGrpSpPr>
          <p:nvPr/>
        </p:nvGrpSpPr>
        <p:grpSpPr bwMode="auto">
          <a:xfrm>
            <a:off x="1042988" y="4768850"/>
            <a:ext cx="5410200" cy="765175"/>
            <a:chOff x="1152" y="2782"/>
            <a:chExt cx="3408" cy="482"/>
          </a:xfrm>
        </p:grpSpPr>
        <p:grpSp>
          <p:nvGrpSpPr>
            <p:cNvPr id="8202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8206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07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4" name="AutoShape 32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203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4" name="Text Box 34"/>
            <p:cNvSpPr txBox="1">
              <a:spLocks noChangeArrowheads="1"/>
            </p:cNvSpPr>
            <p:nvPr/>
          </p:nvSpPr>
          <p:spPr bwMode="auto">
            <a:xfrm>
              <a:off x="2112" y="2782"/>
              <a:ext cx="98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简单图</a:t>
              </a:r>
            </a:p>
          </p:txBody>
        </p:sp>
        <p:sp>
          <p:nvSpPr>
            <p:cNvPr id="8205" name="Text Box 35"/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</p:grpSp>
      <p:sp>
        <p:nvSpPr>
          <p:cNvPr id="8201" name="Rectangle 38"/>
          <p:cNvSpPr>
            <a:spLocks noChangeArrowheads="1"/>
          </p:cNvSpPr>
          <p:nvPr/>
        </p:nvSpPr>
        <p:spPr bwMode="auto">
          <a:xfrm>
            <a:off x="971550" y="1125538"/>
            <a:ext cx="4465638" cy="1008062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49643B-EF71-43E7-9C63-5F1828E0845C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0243" name="Rectangle 4"/>
          <p:cNvSpPr>
            <a:spLocks noGrp="1" noRot="1" noChangeArrowheads="1"/>
          </p:cNvSpPr>
          <p:nvPr>
            <p:ph/>
          </p:nvPr>
        </p:nvSpPr>
        <p:spPr>
          <a:xfrm>
            <a:off x="301625" y="1196752"/>
            <a:ext cx="8540750" cy="58705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哥尼斯堡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Köningsberg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七桥问题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: 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是否可从某一个地方出发，经过七座桥，每座桥只经过一次，然后又回到原出发点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1024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725069"/>
            <a:ext cx="3771900" cy="199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710781"/>
            <a:ext cx="3529013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E71B23F-5894-7043-9BBE-59C5B0BE7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7984" y="24160"/>
            <a:ext cx="8534400" cy="1244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268CF-F4DC-4E17-975C-5AE34B57A131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marL="457200" indent="-457200" algn="l" eaLnBrk="1" hangingPunct="1">
              <a:buFont typeface="Wingdings" pitchFamily="2" charset="2"/>
              <a:buChar char="n"/>
            </a:pPr>
            <a:r>
              <a:rPr lang="en-US" altLang="zh-CN" sz="3200" b="1" dirty="0">
                <a:latin typeface="Times New Roman" pitchFamily="18" charset="0"/>
              </a:rPr>
              <a:t>6.1  </a:t>
            </a:r>
            <a:r>
              <a:rPr lang="zh-CN" altLang="en-US" sz="3200" b="1" dirty="0">
                <a:latin typeface="Times New Roman" pitchFamily="18" charset="0"/>
              </a:rPr>
              <a:t>图的基本概念</a:t>
            </a:r>
          </a:p>
        </p:txBody>
      </p:sp>
      <p:sp>
        <p:nvSpPr>
          <p:cNvPr id="9220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哥尼斯堡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Köningsberg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七桥问题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: </a:t>
            </a:r>
            <a:endParaRPr lang="en-US" altLang="zh-CN" b="1" i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9221" name="Freeform 4"/>
          <p:cNvSpPr>
            <a:spLocks/>
          </p:cNvSpPr>
          <p:nvPr/>
        </p:nvSpPr>
        <p:spPr bwMode="auto">
          <a:xfrm>
            <a:off x="611188" y="2733675"/>
            <a:ext cx="4032250" cy="684213"/>
          </a:xfrm>
          <a:custGeom>
            <a:avLst/>
            <a:gdLst>
              <a:gd name="T0" fmla="*/ 0 w 2540"/>
              <a:gd name="T1" fmla="*/ 2147483647 h 431"/>
              <a:gd name="T2" fmla="*/ 2147483647 w 2540"/>
              <a:gd name="T3" fmla="*/ 2147483647 h 431"/>
              <a:gd name="T4" fmla="*/ 2147483647 w 2540"/>
              <a:gd name="T5" fmla="*/ 2147483647 h 431"/>
              <a:gd name="T6" fmla="*/ 2147483647 w 2540"/>
              <a:gd name="T7" fmla="*/ 2147483647 h 431"/>
              <a:gd name="T8" fmla="*/ 0 60000 65536"/>
              <a:gd name="T9" fmla="*/ 0 60000 65536"/>
              <a:gd name="T10" fmla="*/ 0 60000 65536"/>
              <a:gd name="T11" fmla="*/ 0 60000 65536"/>
              <a:gd name="T12" fmla="*/ 0 w 2540"/>
              <a:gd name="T13" fmla="*/ 0 h 431"/>
              <a:gd name="T14" fmla="*/ 2540 w 2540"/>
              <a:gd name="T15" fmla="*/ 431 h 4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40" h="431">
                <a:moveTo>
                  <a:pt x="0" y="211"/>
                </a:moveTo>
                <a:cubicBezTo>
                  <a:pt x="238" y="105"/>
                  <a:pt x="476" y="0"/>
                  <a:pt x="771" y="30"/>
                </a:cubicBezTo>
                <a:cubicBezTo>
                  <a:pt x="1066" y="60"/>
                  <a:pt x="1474" y="355"/>
                  <a:pt x="1769" y="393"/>
                </a:cubicBezTo>
                <a:cubicBezTo>
                  <a:pt x="2064" y="431"/>
                  <a:pt x="2302" y="344"/>
                  <a:pt x="2540" y="25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Freeform 5"/>
          <p:cNvSpPr>
            <a:spLocks/>
          </p:cNvSpPr>
          <p:nvPr/>
        </p:nvSpPr>
        <p:spPr bwMode="auto">
          <a:xfrm>
            <a:off x="684213" y="3957638"/>
            <a:ext cx="3959225" cy="684212"/>
          </a:xfrm>
          <a:custGeom>
            <a:avLst/>
            <a:gdLst>
              <a:gd name="T0" fmla="*/ 0 w 2494"/>
              <a:gd name="T1" fmla="*/ 2147483647 h 431"/>
              <a:gd name="T2" fmla="*/ 2147483647 w 2494"/>
              <a:gd name="T3" fmla="*/ 2147483647 h 431"/>
              <a:gd name="T4" fmla="*/ 2147483647 w 2494"/>
              <a:gd name="T5" fmla="*/ 2147483647 h 431"/>
              <a:gd name="T6" fmla="*/ 2147483647 w 2494"/>
              <a:gd name="T7" fmla="*/ 2147483647 h 431"/>
              <a:gd name="T8" fmla="*/ 0 60000 65536"/>
              <a:gd name="T9" fmla="*/ 0 60000 65536"/>
              <a:gd name="T10" fmla="*/ 0 60000 65536"/>
              <a:gd name="T11" fmla="*/ 0 60000 65536"/>
              <a:gd name="T12" fmla="*/ 0 w 2494"/>
              <a:gd name="T13" fmla="*/ 0 h 431"/>
              <a:gd name="T14" fmla="*/ 2494 w 2494"/>
              <a:gd name="T15" fmla="*/ 431 h 4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94" h="431">
                <a:moveTo>
                  <a:pt x="0" y="211"/>
                </a:moveTo>
                <a:cubicBezTo>
                  <a:pt x="245" y="105"/>
                  <a:pt x="491" y="0"/>
                  <a:pt x="725" y="30"/>
                </a:cubicBezTo>
                <a:cubicBezTo>
                  <a:pt x="959" y="60"/>
                  <a:pt x="1111" y="355"/>
                  <a:pt x="1406" y="393"/>
                </a:cubicBezTo>
                <a:cubicBezTo>
                  <a:pt x="1701" y="431"/>
                  <a:pt x="2097" y="344"/>
                  <a:pt x="2494" y="25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Oval 6"/>
          <p:cNvSpPr>
            <a:spLocks noChangeArrowheads="1"/>
          </p:cNvSpPr>
          <p:nvPr/>
        </p:nvSpPr>
        <p:spPr bwMode="auto">
          <a:xfrm>
            <a:off x="1547813" y="3284538"/>
            <a:ext cx="792162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Oval 7"/>
          <p:cNvSpPr>
            <a:spLocks noChangeArrowheads="1"/>
          </p:cNvSpPr>
          <p:nvPr/>
        </p:nvSpPr>
        <p:spPr bwMode="auto">
          <a:xfrm>
            <a:off x="2987675" y="3644900"/>
            <a:ext cx="10080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" name="Line 8"/>
          <p:cNvSpPr>
            <a:spLocks noChangeShapeType="1"/>
          </p:cNvSpPr>
          <p:nvPr/>
        </p:nvSpPr>
        <p:spPr bwMode="auto">
          <a:xfrm>
            <a:off x="2268538" y="3573463"/>
            <a:ext cx="8636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 flipH="1">
            <a:off x="1331913" y="3644900"/>
            <a:ext cx="28733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1979613" y="37163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Line 11"/>
          <p:cNvSpPr>
            <a:spLocks noChangeShapeType="1"/>
          </p:cNvSpPr>
          <p:nvPr/>
        </p:nvSpPr>
        <p:spPr bwMode="auto">
          <a:xfrm flipH="1">
            <a:off x="3276600" y="4221163"/>
            <a:ext cx="14287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9" name="Line 12"/>
          <p:cNvSpPr>
            <a:spLocks noChangeShapeType="1"/>
          </p:cNvSpPr>
          <p:nvPr/>
        </p:nvSpPr>
        <p:spPr bwMode="auto">
          <a:xfrm flipH="1" flipV="1">
            <a:off x="3276600" y="2997200"/>
            <a:ext cx="142875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0" name="Line 13"/>
          <p:cNvSpPr>
            <a:spLocks noChangeShapeType="1"/>
          </p:cNvSpPr>
          <p:nvPr/>
        </p:nvSpPr>
        <p:spPr bwMode="auto">
          <a:xfrm flipV="1">
            <a:off x="2124075" y="2636838"/>
            <a:ext cx="503238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1" name="Line 14"/>
          <p:cNvSpPr>
            <a:spLocks noChangeShapeType="1"/>
          </p:cNvSpPr>
          <p:nvPr/>
        </p:nvSpPr>
        <p:spPr bwMode="auto">
          <a:xfrm flipH="1" flipV="1">
            <a:off x="1331913" y="2565400"/>
            <a:ext cx="360362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3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366750"/>
              </p:ext>
            </p:extLst>
          </p:nvPr>
        </p:nvGraphicFramePr>
        <p:xfrm>
          <a:off x="2843213" y="2349500"/>
          <a:ext cx="3079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268" imgH="85860" progId="Equation.DSMT4">
                  <p:embed/>
                </p:oleObj>
              </mc:Choice>
              <mc:Fallback>
                <p:oleObj name="Equation" r:id="rId2" imgW="57268" imgH="85860" progId="Equation.DSMT4">
                  <p:embed/>
                  <p:pic>
                    <p:nvPicPr>
                      <p:cNvPr id="923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349500"/>
                        <a:ext cx="3079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623142"/>
              </p:ext>
            </p:extLst>
          </p:nvPr>
        </p:nvGraphicFramePr>
        <p:xfrm>
          <a:off x="1801974" y="3310731"/>
          <a:ext cx="287337" cy="334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164880" progId="Equation.DSMT4">
                  <p:embed/>
                </p:oleObj>
              </mc:Choice>
              <mc:Fallback>
                <p:oleObj name="Equation" r:id="rId4" imgW="152280" imgH="164880" progId="Equation.DSMT4">
                  <p:embed/>
                  <p:pic>
                    <p:nvPicPr>
                      <p:cNvPr id="923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974" y="3310731"/>
                        <a:ext cx="287337" cy="334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377721"/>
              </p:ext>
            </p:extLst>
          </p:nvPr>
        </p:nvGraphicFramePr>
        <p:xfrm>
          <a:off x="3326909" y="3785806"/>
          <a:ext cx="409576" cy="330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64880" progId="Equation.DSMT4">
                  <p:embed/>
                </p:oleObj>
              </mc:Choice>
              <mc:Fallback>
                <p:oleObj name="Equation" r:id="rId6" imgW="152280" imgH="164880" progId="Equation.DSMT4">
                  <p:embed/>
                  <p:pic>
                    <p:nvPicPr>
                      <p:cNvPr id="923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909" y="3785806"/>
                        <a:ext cx="409576" cy="330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247529"/>
              </p:ext>
            </p:extLst>
          </p:nvPr>
        </p:nvGraphicFramePr>
        <p:xfrm>
          <a:off x="2465388" y="4800599"/>
          <a:ext cx="306412" cy="29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164880" progId="Equation.DSMT4">
                  <p:embed/>
                </p:oleObj>
              </mc:Choice>
              <mc:Fallback>
                <p:oleObj name="Equation" r:id="rId8" imgW="164880" imgH="164880" progId="Equation.DSMT4">
                  <p:embed/>
                  <p:pic>
                    <p:nvPicPr>
                      <p:cNvPr id="923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4800599"/>
                        <a:ext cx="306412" cy="298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19"/>
          <p:cNvGraphicFramePr>
            <a:graphicFrameLocks noChangeAspect="1"/>
          </p:cNvGraphicFramePr>
          <p:nvPr/>
        </p:nvGraphicFramePr>
        <p:xfrm>
          <a:off x="3521075" y="3084513"/>
          <a:ext cx="3143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543" imgH="123930" progId="Equation.3">
                  <p:embed/>
                </p:oleObj>
              </mc:Choice>
              <mc:Fallback>
                <p:oleObj name="Equation" r:id="rId10" imgW="47543" imgH="123930" progId="Equation.3">
                  <p:embed/>
                  <p:pic>
                    <p:nvPicPr>
                      <p:cNvPr id="923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3084513"/>
                        <a:ext cx="3143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0"/>
          <p:cNvGraphicFramePr>
            <a:graphicFrameLocks noChangeAspect="1"/>
          </p:cNvGraphicFramePr>
          <p:nvPr/>
        </p:nvGraphicFramePr>
        <p:xfrm>
          <a:off x="3463925" y="4221163"/>
          <a:ext cx="371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723" imgH="123930" progId="Equation.3">
                  <p:embed/>
                </p:oleObj>
              </mc:Choice>
              <mc:Fallback>
                <p:oleObj name="Equation" r:id="rId12" imgW="66723" imgH="123930" progId="Equation.3">
                  <p:embed/>
                  <p:pic>
                    <p:nvPicPr>
                      <p:cNvPr id="923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4221163"/>
                        <a:ext cx="3714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21"/>
          <p:cNvGraphicFramePr>
            <a:graphicFrameLocks noChangeAspect="1"/>
          </p:cNvGraphicFramePr>
          <p:nvPr/>
        </p:nvGraphicFramePr>
        <p:xfrm>
          <a:off x="2641600" y="3198813"/>
          <a:ext cx="3429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268" imgH="133380" progId="Equation.3">
                  <p:embed/>
                </p:oleObj>
              </mc:Choice>
              <mc:Fallback>
                <p:oleObj name="Equation" r:id="rId14" imgW="57268" imgH="133380" progId="Equation.3">
                  <p:embed/>
                  <p:pic>
                    <p:nvPicPr>
                      <p:cNvPr id="923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3198813"/>
                        <a:ext cx="3429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9" name="Object 22"/>
          <p:cNvGraphicFramePr>
            <a:graphicFrameLocks noChangeAspect="1"/>
          </p:cNvGraphicFramePr>
          <p:nvPr/>
        </p:nvGraphicFramePr>
        <p:xfrm>
          <a:off x="1908175" y="2636838"/>
          <a:ext cx="371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723" imgH="123930" progId="Equation.3">
                  <p:embed/>
                </p:oleObj>
              </mc:Choice>
              <mc:Fallback>
                <p:oleObj name="Equation" r:id="rId16" imgW="66723" imgH="123930" progId="Equation.3">
                  <p:embed/>
                  <p:pic>
                    <p:nvPicPr>
                      <p:cNvPr id="923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636838"/>
                        <a:ext cx="3714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0" name="Object 23"/>
          <p:cNvGraphicFramePr>
            <a:graphicFrameLocks noChangeAspect="1"/>
          </p:cNvGraphicFramePr>
          <p:nvPr/>
        </p:nvGraphicFramePr>
        <p:xfrm>
          <a:off x="1130300" y="2767013"/>
          <a:ext cx="3429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268" imgH="133380" progId="Equation.3">
                  <p:embed/>
                </p:oleObj>
              </mc:Choice>
              <mc:Fallback>
                <p:oleObj name="Equation" r:id="rId18" imgW="57268" imgH="133380" progId="Equation.3">
                  <p:embed/>
                  <p:pic>
                    <p:nvPicPr>
                      <p:cNvPr id="924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2767013"/>
                        <a:ext cx="3429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1" name="Object 24"/>
          <p:cNvGraphicFramePr>
            <a:graphicFrameLocks noChangeAspect="1"/>
          </p:cNvGraphicFramePr>
          <p:nvPr/>
        </p:nvGraphicFramePr>
        <p:xfrm>
          <a:off x="2051050" y="3775075"/>
          <a:ext cx="3714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6723" imgH="133380" progId="Equation.3">
                  <p:embed/>
                </p:oleObj>
              </mc:Choice>
              <mc:Fallback>
                <p:oleObj name="Equation" r:id="rId20" imgW="66723" imgH="133380" progId="Equation.3">
                  <p:embed/>
                  <p:pic>
                    <p:nvPicPr>
                      <p:cNvPr id="924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75075"/>
                        <a:ext cx="3714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5"/>
          <p:cNvGraphicFramePr>
            <a:graphicFrameLocks noChangeAspect="1"/>
          </p:cNvGraphicFramePr>
          <p:nvPr/>
        </p:nvGraphicFramePr>
        <p:xfrm>
          <a:off x="971550" y="3500438"/>
          <a:ext cx="3714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6723" imgH="133380" progId="Equation.3">
                  <p:embed/>
                </p:oleObj>
              </mc:Choice>
              <mc:Fallback>
                <p:oleObj name="Equation" r:id="rId22" imgW="66723" imgH="133380" progId="Equation.3">
                  <p:embed/>
                  <p:pic>
                    <p:nvPicPr>
                      <p:cNvPr id="924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00438"/>
                        <a:ext cx="37147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3" name="Oval 26"/>
          <p:cNvSpPr>
            <a:spLocks noChangeArrowheads="1"/>
          </p:cNvSpPr>
          <p:nvPr/>
        </p:nvSpPr>
        <p:spPr bwMode="auto">
          <a:xfrm>
            <a:off x="6084888" y="27082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4" name="Oval 27"/>
          <p:cNvSpPr>
            <a:spLocks noChangeArrowheads="1"/>
          </p:cNvSpPr>
          <p:nvPr/>
        </p:nvSpPr>
        <p:spPr bwMode="auto">
          <a:xfrm>
            <a:off x="6156325" y="37163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5" name="Oval 28"/>
          <p:cNvSpPr>
            <a:spLocks noChangeArrowheads="1"/>
          </p:cNvSpPr>
          <p:nvPr/>
        </p:nvSpPr>
        <p:spPr bwMode="auto">
          <a:xfrm>
            <a:off x="6156325" y="479742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6" name="Oval 29"/>
          <p:cNvSpPr>
            <a:spLocks noChangeArrowheads="1"/>
          </p:cNvSpPr>
          <p:nvPr/>
        </p:nvSpPr>
        <p:spPr bwMode="auto">
          <a:xfrm>
            <a:off x="7958138" y="37369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7" name="Line 30"/>
          <p:cNvSpPr>
            <a:spLocks noChangeShapeType="1"/>
          </p:cNvSpPr>
          <p:nvPr/>
        </p:nvSpPr>
        <p:spPr bwMode="auto">
          <a:xfrm>
            <a:off x="6227763" y="3789363"/>
            <a:ext cx="1728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8" name="Line 31"/>
          <p:cNvSpPr>
            <a:spLocks noChangeShapeType="1"/>
          </p:cNvSpPr>
          <p:nvPr/>
        </p:nvSpPr>
        <p:spPr bwMode="auto">
          <a:xfrm>
            <a:off x="6156325" y="2781300"/>
            <a:ext cx="18002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9" name="Line 32"/>
          <p:cNvSpPr>
            <a:spLocks noChangeShapeType="1"/>
          </p:cNvSpPr>
          <p:nvPr/>
        </p:nvSpPr>
        <p:spPr bwMode="auto">
          <a:xfrm flipV="1">
            <a:off x="6227763" y="3860800"/>
            <a:ext cx="1728787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0" name="Freeform 33"/>
          <p:cNvSpPr>
            <a:spLocks/>
          </p:cNvSpPr>
          <p:nvPr/>
        </p:nvSpPr>
        <p:spPr bwMode="auto">
          <a:xfrm>
            <a:off x="6156325" y="2852738"/>
            <a:ext cx="311150" cy="863600"/>
          </a:xfrm>
          <a:custGeom>
            <a:avLst/>
            <a:gdLst>
              <a:gd name="T0" fmla="*/ 0 w 196"/>
              <a:gd name="T1" fmla="*/ 0 h 544"/>
              <a:gd name="T2" fmla="*/ 2147483647 w 196"/>
              <a:gd name="T3" fmla="*/ 2147483647 h 544"/>
              <a:gd name="T4" fmla="*/ 2147483647 w 196"/>
              <a:gd name="T5" fmla="*/ 2147483647 h 544"/>
              <a:gd name="T6" fmla="*/ 0 60000 65536"/>
              <a:gd name="T7" fmla="*/ 0 60000 65536"/>
              <a:gd name="T8" fmla="*/ 0 60000 65536"/>
              <a:gd name="T9" fmla="*/ 0 w 196"/>
              <a:gd name="T10" fmla="*/ 0 h 544"/>
              <a:gd name="T11" fmla="*/ 196 w 196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6" h="544">
                <a:moveTo>
                  <a:pt x="0" y="0"/>
                </a:moveTo>
                <a:cubicBezTo>
                  <a:pt x="83" y="45"/>
                  <a:pt x="166" y="91"/>
                  <a:pt x="181" y="182"/>
                </a:cubicBezTo>
                <a:cubicBezTo>
                  <a:pt x="196" y="273"/>
                  <a:pt x="143" y="408"/>
                  <a:pt x="91" y="5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1" name="Freeform 34"/>
          <p:cNvSpPr>
            <a:spLocks/>
          </p:cNvSpPr>
          <p:nvPr/>
        </p:nvSpPr>
        <p:spPr bwMode="auto">
          <a:xfrm>
            <a:off x="6227763" y="3789363"/>
            <a:ext cx="288925" cy="1152525"/>
          </a:xfrm>
          <a:custGeom>
            <a:avLst/>
            <a:gdLst>
              <a:gd name="T0" fmla="*/ 0 w 182"/>
              <a:gd name="T1" fmla="*/ 0 h 726"/>
              <a:gd name="T2" fmla="*/ 2147483647 w 182"/>
              <a:gd name="T3" fmla="*/ 2147483647 h 726"/>
              <a:gd name="T4" fmla="*/ 0 w 182"/>
              <a:gd name="T5" fmla="*/ 2147483647 h 726"/>
              <a:gd name="T6" fmla="*/ 0 60000 65536"/>
              <a:gd name="T7" fmla="*/ 0 60000 65536"/>
              <a:gd name="T8" fmla="*/ 0 60000 65536"/>
              <a:gd name="T9" fmla="*/ 0 w 182"/>
              <a:gd name="T10" fmla="*/ 0 h 726"/>
              <a:gd name="T11" fmla="*/ 182 w 182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" h="726">
                <a:moveTo>
                  <a:pt x="0" y="0"/>
                </a:moveTo>
                <a:cubicBezTo>
                  <a:pt x="91" y="53"/>
                  <a:pt x="182" y="106"/>
                  <a:pt x="182" y="227"/>
                </a:cubicBezTo>
                <a:cubicBezTo>
                  <a:pt x="182" y="348"/>
                  <a:pt x="91" y="537"/>
                  <a:pt x="0" y="72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2" name="Freeform 35"/>
          <p:cNvSpPr>
            <a:spLocks/>
          </p:cNvSpPr>
          <p:nvPr/>
        </p:nvSpPr>
        <p:spPr bwMode="auto">
          <a:xfrm>
            <a:off x="5856288" y="2852738"/>
            <a:ext cx="300037" cy="936625"/>
          </a:xfrm>
          <a:custGeom>
            <a:avLst/>
            <a:gdLst>
              <a:gd name="T0" fmla="*/ 2147483647 w 189"/>
              <a:gd name="T1" fmla="*/ 0 h 590"/>
              <a:gd name="T2" fmla="*/ 2147483647 w 189"/>
              <a:gd name="T3" fmla="*/ 2147483647 h 590"/>
              <a:gd name="T4" fmla="*/ 2147483647 w 189"/>
              <a:gd name="T5" fmla="*/ 2147483647 h 590"/>
              <a:gd name="T6" fmla="*/ 0 60000 65536"/>
              <a:gd name="T7" fmla="*/ 0 60000 65536"/>
              <a:gd name="T8" fmla="*/ 0 60000 65536"/>
              <a:gd name="T9" fmla="*/ 0 w 189"/>
              <a:gd name="T10" fmla="*/ 0 h 590"/>
              <a:gd name="T11" fmla="*/ 189 w 189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9" h="590">
                <a:moveTo>
                  <a:pt x="144" y="0"/>
                </a:moveTo>
                <a:cubicBezTo>
                  <a:pt x="72" y="19"/>
                  <a:pt x="0" y="38"/>
                  <a:pt x="7" y="136"/>
                </a:cubicBezTo>
                <a:cubicBezTo>
                  <a:pt x="14" y="234"/>
                  <a:pt x="101" y="412"/>
                  <a:pt x="189" y="59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53" name="Object 36"/>
          <p:cNvGraphicFramePr>
            <a:graphicFrameLocks noChangeAspect="1"/>
          </p:cNvGraphicFramePr>
          <p:nvPr/>
        </p:nvGraphicFramePr>
        <p:xfrm>
          <a:off x="5940425" y="2349500"/>
          <a:ext cx="3079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268" imgH="85860" progId="Equation.3">
                  <p:embed/>
                </p:oleObj>
              </mc:Choice>
              <mc:Fallback>
                <p:oleObj name="Equation" r:id="rId24" imgW="57268" imgH="85860" progId="Equation.3">
                  <p:embed/>
                  <p:pic>
                    <p:nvPicPr>
                      <p:cNvPr id="9253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349500"/>
                        <a:ext cx="3079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4" name="Freeform 37"/>
          <p:cNvSpPr>
            <a:spLocks/>
          </p:cNvSpPr>
          <p:nvPr/>
        </p:nvSpPr>
        <p:spPr bwMode="auto">
          <a:xfrm>
            <a:off x="5867400" y="3789363"/>
            <a:ext cx="360363" cy="1079500"/>
          </a:xfrm>
          <a:custGeom>
            <a:avLst/>
            <a:gdLst>
              <a:gd name="T0" fmla="*/ 2147483647 w 227"/>
              <a:gd name="T1" fmla="*/ 0 h 680"/>
              <a:gd name="T2" fmla="*/ 0 w 227"/>
              <a:gd name="T3" fmla="*/ 2147483647 h 680"/>
              <a:gd name="T4" fmla="*/ 2147483647 w 227"/>
              <a:gd name="T5" fmla="*/ 2147483647 h 680"/>
              <a:gd name="T6" fmla="*/ 0 60000 65536"/>
              <a:gd name="T7" fmla="*/ 0 60000 65536"/>
              <a:gd name="T8" fmla="*/ 0 60000 65536"/>
              <a:gd name="T9" fmla="*/ 0 w 227"/>
              <a:gd name="T10" fmla="*/ 0 h 680"/>
              <a:gd name="T11" fmla="*/ 227 w 227"/>
              <a:gd name="T12" fmla="*/ 680 h 6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680">
                <a:moveTo>
                  <a:pt x="227" y="0"/>
                </a:moveTo>
                <a:cubicBezTo>
                  <a:pt x="113" y="79"/>
                  <a:pt x="0" y="159"/>
                  <a:pt x="0" y="272"/>
                </a:cubicBezTo>
                <a:cubicBezTo>
                  <a:pt x="0" y="385"/>
                  <a:pt x="113" y="532"/>
                  <a:pt x="227" y="6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55" name="Object 38"/>
          <p:cNvGraphicFramePr>
            <a:graphicFrameLocks noChangeAspect="1"/>
          </p:cNvGraphicFramePr>
          <p:nvPr/>
        </p:nvGraphicFramePr>
        <p:xfrm>
          <a:off x="5651500" y="3573463"/>
          <a:ext cx="322263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7268" imgH="66690" progId="Equation.3">
                  <p:embed/>
                </p:oleObj>
              </mc:Choice>
              <mc:Fallback>
                <p:oleObj name="Equation" r:id="rId26" imgW="57268" imgH="66690" progId="Equation.3">
                  <p:embed/>
                  <p:pic>
                    <p:nvPicPr>
                      <p:cNvPr id="9255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573463"/>
                        <a:ext cx="322263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6" name="Object 39"/>
          <p:cNvGraphicFramePr>
            <a:graphicFrameLocks noChangeAspect="1"/>
          </p:cNvGraphicFramePr>
          <p:nvPr/>
        </p:nvGraphicFramePr>
        <p:xfrm>
          <a:off x="5795963" y="4868863"/>
          <a:ext cx="3714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6723" imgH="66690" progId="Equation.3">
                  <p:embed/>
                </p:oleObj>
              </mc:Choice>
              <mc:Fallback>
                <p:oleObj name="Equation" r:id="rId28" imgW="66723" imgH="66690" progId="Equation.3">
                  <p:embed/>
                  <p:pic>
                    <p:nvPicPr>
                      <p:cNvPr id="925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868863"/>
                        <a:ext cx="37147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" name="Object 40"/>
          <p:cNvGraphicFramePr>
            <a:graphicFrameLocks noChangeAspect="1"/>
          </p:cNvGraphicFramePr>
          <p:nvPr/>
        </p:nvGraphicFramePr>
        <p:xfrm>
          <a:off x="8316913" y="3644900"/>
          <a:ext cx="3333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7268" imgH="66690" progId="Equation.3">
                  <p:embed/>
                </p:oleObj>
              </mc:Choice>
              <mc:Fallback>
                <p:oleObj name="Equation" r:id="rId30" imgW="57268" imgH="66690" progId="Equation.3">
                  <p:embed/>
                  <p:pic>
                    <p:nvPicPr>
                      <p:cNvPr id="9257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913" y="3644900"/>
                        <a:ext cx="33337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8" name="Object 41"/>
          <p:cNvGraphicFramePr>
            <a:graphicFrameLocks noChangeAspect="1"/>
          </p:cNvGraphicFramePr>
          <p:nvPr/>
        </p:nvGraphicFramePr>
        <p:xfrm>
          <a:off x="7164388" y="2781300"/>
          <a:ext cx="3143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543" imgH="123930" progId="Equation.3">
                  <p:embed/>
                </p:oleObj>
              </mc:Choice>
              <mc:Fallback>
                <p:oleObj name="Equation" r:id="rId10" imgW="47543" imgH="123930" progId="Equation.3">
                  <p:embed/>
                  <p:pic>
                    <p:nvPicPr>
                      <p:cNvPr id="9258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2781300"/>
                        <a:ext cx="3143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9" name="Object 42"/>
          <p:cNvGraphicFramePr>
            <a:graphicFrameLocks noChangeAspect="1"/>
          </p:cNvGraphicFramePr>
          <p:nvPr/>
        </p:nvGraphicFramePr>
        <p:xfrm>
          <a:off x="7164388" y="4149725"/>
          <a:ext cx="3714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723" imgH="123930" progId="Equation.3">
                  <p:embed/>
                </p:oleObj>
              </mc:Choice>
              <mc:Fallback>
                <p:oleObj name="Equation" r:id="rId12" imgW="66723" imgH="123930" progId="Equation.3">
                  <p:embed/>
                  <p:pic>
                    <p:nvPicPr>
                      <p:cNvPr id="9259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149725"/>
                        <a:ext cx="3714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0" name="Object 43"/>
          <p:cNvGraphicFramePr>
            <a:graphicFrameLocks noChangeAspect="1"/>
          </p:cNvGraphicFramePr>
          <p:nvPr/>
        </p:nvGraphicFramePr>
        <p:xfrm>
          <a:off x="6804025" y="3429000"/>
          <a:ext cx="3429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268" imgH="133380" progId="Equation.3">
                  <p:embed/>
                </p:oleObj>
              </mc:Choice>
              <mc:Fallback>
                <p:oleObj name="Equation" r:id="rId14" imgW="57268" imgH="133380" progId="Equation.3">
                  <p:embed/>
                  <p:pic>
                    <p:nvPicPr>
                      <p:cNvPr id="926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429000"/>
                        <a:ext cx="3429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1" name="Object 44"/>
          <p:cNvGraphicFramePr>
            <a:graphicFrameLocks noChangeAspect="1"/>
          </p:cNvGraphicFramePr>
          <p:nvPr/>
        </p:nvGraphicFramePr>
        <p:xfrm>
          <a:off x="6227763" y="3068638"/>
          <a:ext cx="371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723" imgH="123930" progId="Equation.3">
                  <p:embed/>
                </p:oleObj>
              </mc:Choice>
              <mc:Fallback>
                <p:oleObj name="Equation" r:id="rId16" imgW="66723" imgH="123930" progId="Equation.3">
                  <p:embed/>
                  <p:pic>
                    <p:nvPicPr>
                      <p:cNvPr id="926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068638"/>
                        <a:ext cx="3714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2" name="Object 45"/>
          <p:cNvGraphicFramePr>
            <a:graphicFrameLocks noChangeAspect="1"/>
          </p:cNvGraphicFramePr>
          <p:nvPr/>
        </p:nvGraphicFramePr>
        <p:xfrm>
          <a:off x="5580063" y="2924175"/>
          <a:ext cx="3429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268" imgH="133380" progId="Equation.3">
                  <p:embed/>
                </p:oleObj>
              </mc:Choice>
              <mc:Fallback>
                <p:oleObj name="Equation" r:id="rId18" imgW="57268" imgH="133380" progId="Equation.3">
                  <p:embed/>
                  <p:pic>
                    <p:nvPicPr>
                      <p:cNvPr id="926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924175"/>
                        <a:ext cx="3429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3" name="Object 46"/>
          <p:cNvGraphicFramePr>
            <a:graphicFrameLocks noChangeAspect="1"/>
          </p:cNvGraphicFramePr>
          <p:nvPr/>
        </p:nvGraphicFramePr>
        <p:xfrm>
          <a:off x="6372225" y="4076700"/>
          <a:ext cx="3714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6723" imgH="133380" progId="Equation.3">
                  <p:embed/>
                </p:oleObj>
              </mc:Choice>
              <mc:Fallback>
                <p:oleObj name="Equation" r:id="rId20" imgW="66723" imgH="133380" progId="Equation.3">
                  <p:embed/>
                  <p:pic>
                    <p:nvPicPr>
                      <p:cNvPr id="926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076700"/>
                        <a:ext cx="3714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4" name="Object 47"/>
          <p:cNvGraphicFramePr>
            <a:graphicFrameLocks noChangeAspect="1"/>
          </p:cNvGraphicFramePr>
          <p:nvPr/>
        </p:nvGraphicFramePr>
        <p:xfrm>
          <a:off x="5508625" y="4005263"/>
          <a:ext cx="3714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6723" imgH="133380" progId="Equation.3">
                  <p:embed/>
                </p:oleObj>
              </mc:Choice>
              <mc:Fallback>
                <p:oleObj name="Equation" r:id="rId22" imgW="66723" imgH="133380" progId="Equation.3">
                  <p:embed/>
                  <p:pic>
                    <p:nvPicPr>
                      <p:cNvPr id="926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005263"/>
                        <a:ext cx="37147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322618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"/>
          <p:cNvSpPr>
            <a:spLocks noGrp="1"/>
          </p:cNvSpPr>
          <p:nvPr>
            <p:ph/>
          </p:nvPr>
        </p:nvSpPr>
        <p:spPr>
          <a:xfrm>
            <a:off x="107504" y="78705"/>
            <a:ext cx="8540750" cy="5870575"/>
          </a:xfrm>
          <a:noFill/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网页及其链接：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1998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年斯坦福大学的两名研究生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Larry Page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Sergey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Brin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关注此类图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PageRank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Google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公司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31163E-B2B3-405F-9CE1-FCDDC81F448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1268" name="Oval 3"/>
          <p:cNvSpPr>
            <a:spLocks noChangeArrowheads="1"/>
          </p:cNvSpPr>
          <p:nvPr/>
        </p:nvSpPr>
        <p:spPr bwMode="auto">
          <a:xfrm>
            <a:off x="2843213" y="170021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Oval 3"/>
          <p:cNvSpPr>
            <a:spLocks noChangeArrowheads="1"/>
          </p:cNvSpPr>
          <p:nvPr/>
        </p:nvSpPr>
        <p:spPr bwMode="auto">
          <a:xfrm>
            <a:off x="2411413" y="27813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Oval 3"/>
          <p:cNvSpPr>
            <a:spLocks noChangeArrowheads="1"/>
          </p:cNvSpPr>
          <p:nvPr/>
        </p:nvSpPr>
        <p:spPr bwMode="auto">
          <a:xfrm>
            <a:off x="3995738" y="23495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Oval 3"/>
          <p:cNvSpPr>
            <a:spLocks noChangeArrowheads="1"/>
          </p:cNvSpPr>
          <p:nvPr/>
        </p:nvSpPr>
        <p:spPr bwMode="auto">
          <a:xfrm>
            <a:off x="3852863" y="32845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Oval 3"/>
          <p:cNvSpPr>
            <a:spLocks noChangeArrowheads="1"/>
          </p:cNvSpPr>
          <p:nvPr/>
        </p:nvSpPr>
        <p:spPr bwMode="auto">
          <a:xfrm>
            <a:off x="5219700" y="18446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Oval 3"/>
          <p:cNvSpPr>
            <a:spLocks noChangeArrowheads="1"/>
          </p:cNvSpPr>
          <p:nvPr/>
        </p:nvSpPr>
        <p:spPr bwMode="auto">
          <a:xfrm>
            <a:off x="5861050" y="23495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Oval 3"/>
          <p:cNvSpPr>
            <a:spLocks noChangeArrowheads="1"/>
          </p:cNvSpPr>
          <p:nvPr/>
        </p:nvSpPr>
        <p:spPr bwMode="auto">
          <a:xfrm>
            <a:off x="5659438" y="33575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1275" name="直接箭头连接符 11"/>
          <p:cNvCxnSpPr>
            <a:cxnSpLocks noChangeShapeType="1"/>
          </p:cNvCxnSpPr>
          <p:nvPr/>
        </p:nvCxnSpPr>
        <p:spPr bwMode="auto">
          <a:xfrm>
            <a:off x="2986088" y="1844675"/>
            <a:ext cx="938212" cy="504825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6" name="直接箭头连接符 13"/>
          <p:cNvCxnSpPr>
            <a:cxnSpLocks noChangeShapeType="1"/>
          </p:cNvCxnSpPr>
          <p:nvPr/>
        </p:nvCxnSpPr>
        <p:spPr bwMode="auto">
          <a:xfrm flipV="1">
            <a:off x="4138613" y="1989138"/>
            <a:ext cx="1081087" cy="493712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7" name="直接箭头连接符 15"/>
          <p:cNvCxnSpPr>
            <a:cxnSpLocks noChangeShapeType="1"/>
          </p:cNvCxnSpPr>
          <p:nvPr/>
        </p:nvCxnSpPr>
        <p:spPr bwMode="auto">
          <a:xfrm flipH="1" flipV="1">
            <a:off x="5362575" y="1989138"/>
            <a:ext cx="549275" cy="414337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8" name="直接箭头连接符 17"/>
          <p:cNvCxnSpPr>
            <a:cxnSpLocks noChangeShapeType="1"/>
          </p:cNvCxnSpPr>
          <p:nvPr/>
        </p:nvCxnSpPr>
        <p:spPr bwMode="auto">
          <a:xfrm>
            <a:off x="3995738" y="3429000"/>
            <a:ext cx="1641475" cy="0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9" name="直接箭头连接符 19"/>
          <p:cNvCxnSpPr>
            <a:cxnSpLocks noChangeShapeType="1"/>
          </p:cNvCxnSpPr>
          <p:nvPr/>
        </p:nvCxnSpPr>
        <p:spPr bwMode="auto">
          <a:xfrm flipV="1">
            <a:off x="3924300" y="2493963"/>
            <a:ext cx="142875" cy="790575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直接箭头连接符 21"/>
          <p:cNvCxnSpPr>
            <a:cxnSpLocks noChangeShapeType="1"/>
          </p:cNvCxnSpPr>
          <p:nvPr/>
        </p:nvCxnSpPr>
        <p:spPr bwMode="auto">
          <a:xfrm flipV="1">
            <a:off x="2566988" y="2493963"/>
            <a:ext cx="1357312" cy="358775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直接箭头连接符 23"/>
          <p:cNvCxnSpPr>
            <a:cxnSpLocks noChangeShapeType="1"/>
          </p:cNvCxnSpPr>
          <p:nvPr/>
        </p:nvCxnSpPr>
        <p:spPr bwMode="auto">
          <a:xfrm>
            <a:off x="2611438" y="2925763"/>
            <a:ext cx="1168400" cy="431800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直接箭头连接符 25"/>
          <p:cNvCxnSpPr>
            <a:cxnSpLocks noChangeShapeType="1"/>
          </p:cNvCxnSpPr>
          <p:nvPr/>
        </p:nvCxnSpPr>
        <p:spPr bwMode="auto">
          <a:xfrm flipH="1">
            <a:off x="4138613" y="2463800"/>
            <a:ext cx="1803400" cy="101600"/>
          </a:xfrm>
          <a:prstGeom prst="straightConnector1">
            <a:avLst/>
          </a:prstGeom>
          <a:noFill/>
          <a:ln w="25400" cmpd="thinThick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3" name="任意多边形 27"/>
          <p:cNvSpPr>
            <a:spLocks/>
          </p:cNvSpPr>
          <p:nvPr/>
        </p:nvSpPr>
        <p:spPr bwMode="auto">
          <a:xfrm>
            <a:off x="2606675" y="1847850"/>
            <a:ext cx="407988" cy="954088"/>
          </a:xfrm>
          <a:custGeom>
            <a:avLst/>
            <a:gdLst>
              <a:gd name="T0" fmla="*/ 311307 w 407959"/>
              <a:gd name="T1" fmla="*/ 0 h 953311"/>
              <a:gd name="T2" fmla="*/ 389134 w 407959"/>
              <a:gd name="T3" fmla="*/ 467309 h 953311"/>
              <a:gd name="T4" fmla="*/ 0 w 407959"/>
              <a:gd name="T5" fmla="*/ 954088 h 9533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7959" h="953311">
                <a:moveTo>
                  <a:pt x="311285" y="0"/>
                </a:moveTo>
                <a:cubicBezTo>
                  <a:pt x="376136" y="154021"/>
                  <a:pt x="440987" y="308043"/>
                  <a:pt x="389106" y="466928"/>
                </a:cubicBezTo>
                <a:cubicBezTo>
                  <a:pt x="337225" y="625813"/>
                  <a:pt x="168612" y="789562"/>
                  <a:pt x="0" y="953311"/>
                </a:cubicBezTo>
              </a:path>
            </a:pathLst>
          </a:custGeom>
          <a:noFill/>
          <a:ln w="25400" cap="flat" cmpd="thinThick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4" name="任意多边形 28"/>
          <p:cNvSpPr>
            <a:spLocks/>
          </p:cNvSpPr>
          <p:nvPr/>
        </p:nvSpPr>
        <p:spPr bwMode="auto">
          <a:xfrm>
            <a:off x="2395538" y="1868488"/>
            <a:ext cx="415925" cy="893762"/>
          </a:xfrm>
          <a:custGeom>
            <a:avLst/>
            <a:gdLst>
              <a:gd name="T0" fmla="*/ 36509 w 415884"/>
              <a:gd name="T1" fmla="*/ 893762 h 894944"/>
              <a:gd name="T2" fmla="*/ 36509 w 415884"/>
              <a:gd name="T3" fmla="*/ 262299 h 894944"/>
              <a:gd name="T4" fmla="*/ 415925 w 415884"/>
              <a:gd name="T5" fmla="*/ 0 h 8949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5884" h="894944">
                <a:moveTo>
                  <a:pt x="36505" y="894944"/>
                </a:moveTo>
                <a:cubicBezTo>
                  <a:pt x="4890" y="653373"/>
                  <a:pt x="-26725" y="411803"/>
                  <a:pt x="36505" y="262646"/>
                </a:cubicBezTo>
                <a:cubicBezTo>
                  <a:pt x="99735" y="113489"/>
                  <a:pt x="257809" y="56744"/>
                  <a:pt x="415884" y="0"/>
                </a:cubicBezTo>
              </a:path>
            </a:pathLst>
          </a:custGeom>
          <a:noFill/>
          <a:ln w="25400" cap="flat" cmpd="thinThick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285" name="对象 29"/>
          <p:cNvGraphicFramePr>
            <a:graphicFrameLocks noChangeAspect="1"/>
          </p:cNvGraphicFramePr>
          <p:nvPr/>
        </p:nvGraphicFramePr>
        <p:xfrm>
          <a:off x="2168525" y="2925763"/>
          <a:ext cx="3143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114210" progId="Equation.3">
                  <p:embed/>
                </p:oleObj>
              </mc:Choice>
              <mc:Fallback>
                <p:oleObj name="Equation" r:id="rId2" imgW="38089" imgH="114210" progId="Equation.3">
                  <p:embed/>
                  <p:pic>
                    <p:nvPicPr>
                      <p:cNvPr id="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2925763"/>
                        <a:ext cx="3143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6" name="对象 31"/>
          <p:cNvGraphicFramePr>
            <a:graphicFrameLocks noChangeAspect="1"/>
          </p:cNvGraphicFramePr>
          <p:nvPr/>
        </p:nvGraphicFramePr>
        <p:xfrm>
          <a:off x="4084638" y="2611438"/>
          <a:ext cx="371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268" imgH="114210" progId="Equation.3">
                  <p:embed/>
                </p:oleObj>
              </mc:Choice>
              <mc:Fallback>
                <p:oleObj name="Equation" r:id="rId4" imgW="57268" imgH="114210" progId="Equation.3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638" y="2611438"/>
                        <a:ext cx="3714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对象 32"/>
          <p:cNvGraphicFramePr>
            <a:graphicFrameLocks noChangeAspect="1"/>
          </p:cNvGraphicFramePr>
          <p:nvPr/>
        </p:nvGraphicFramePr>
        <p:xfrm>
          <a:off x="2743200" y="1187450"/>
          <a:ext cx="3429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543" imgH="123930" progId="Equation.3">
                  <p:embed/>
                </p:oleObj>
              </mc:Choice>
              <mc:Fallback>
                <p:oleObj name="Equation" r:id="rId6" imgW="47543" imgH="123930" progId="Equation.3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187450"/>
                        <a:ext cx="3429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8" name="对象 33"/>
          <p:cNvGraphicFramePr>
            <a:graphicFrameLocks noChangeAspect="1"/>
          </p:cNvGraphicFramePr>
          <p:nvPr/>
        </p:nvGraphicFramePr>
        <p:xfrm>
          <a:off x="3624263" y="3502025"/>
          <a:ext cx="3714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268" imgH="114210" progId="Equation.3">
                  <p:embed/>
                </p:oleObj>
              </mc:Choice>
              <mc:Fallback>
                <p:oleObj name="Equation" r:id="rId8" imgW="57268" imgH="114210" progId="Equation.3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3502025"/>
                        <a:ext cx="3714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9" name="对象 34"/>
          <p:cNvGraphicFramePr>
            <a:graphicFrameLocks noChangeAspect="1"/>
          </p:cNvGraphicFramePr>
          <p:nvPr/>
        </p:nvGraphicFramePr>
        <p:xfrm>
          <a:off x="5191125" y="1331913"/>
          <a:ext cx="3429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543" imgH="123930" progId="Equation.3">
                  <p:embed/>
                </p:oleObj>
              </mc:Choice>
              <mc:Fallback>
                <p:oleObj name="Equation" r:id="rId10" imgW="47543" imgH="123930" progId="Equation.3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1331913"/>
                        <a:ext cx="3429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0" name="对象 38"/>
          <p:cNvGraphicFramePr>
            <a:graphicFrameLocks noChangeAspect="1"/>
          </p:cNvGraphicFramePr>
          <p:nvPr/>
        </p:nvGraphicFramePr>
        <p:xfrm>
          <a:off x="6156325" y="2108200"/>
          <a:ext cx="425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7268" imgH="123930" progId="Equation.3">
                  <p:embed/>
                </p:oleObj>
              </mc:Choice>
              <mc:Fallback>
                <p:oleObj name="公式" r:id="rId12" imgW="57268" imgH="123930" progId="Equation.3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108200"/>
                        <a:ext cx="425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1" name="对象 39"/>
          <p:cNvGraphicFramePr>
            <a:graphicFrameLocks noChangeAspect="1"/>
          </p:cNvGraphicFramePr>
          <p:nvPr/>
        </p:nvGraphicFramePr>
        <p:xfrm>
          <a:off x="5927725" y="3249613"/>
          <a:ext cx="4254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7268" imgH="123930" progId="Equation.3">
                  <p:embed/>
                </p:oleObj>
              </mc:Choice>
              <mc:Fallback>
                <p:oleObj name="公式" r:id="rId14" imgW="57268" imgH="123930" progId="Equation.3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725" y="3249613"/>
                        <a:ext cx="42545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D34C3E-3C89-40DB-B9DF-C07DFA2211CE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程序调用的图论模型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可调用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可调用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可调用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自身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单行道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1"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好感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2292" name="Oval 3"/>
          <p:cNvSpPr>
            <a:spLocks noChangeArrowheads="1"/>
          </p:cNvSpPr>
          <p:nvPr/>
        </p:nvSpPr>
        <p:spPr bwMode="auto">
          <a:xfrm>
            <a:off x="3276600" y="16287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Oval 4"/>
          <p:cNvSpPr>
            <a:spLocks noChangeArrowheads="1"/>
          </p:cNvSpPr>
          <p:nvPr/>
        </p:nvSpPr>
        <p:spPr bwMode="auto">
          <a:xfrm>
            <a:off x="5149850" y="16287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Oval 5"/>
          <p:cNvSpPr>
            <a:spLocks noChangeArrowheads="1"/>
          </p:cNvSpPr>
          <p:nvPr/>
        </p:nvSpPr>
        <p:spPr bwMode="auto">
          <a:xfrm>
            <a:off x="3276600" y="32845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Oval 6"/>
          <p:cNvSpPr>
            <a:spLocks noChangeArrowheads="1"/>
          </p:cNvSpPr>
          <p:nvPr/>
        </p:nvSpPr>
        <p:spPr bwMode="auto">
          <a:xfrm>
            <a:off x="5148263" y="32845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" name="Oval 7"/>
          <p:cNvSpPr>
            <a:spLocks noChangeArrowheads="1"/>
          </p:cNvSpPr>
          <p:nvPr/>
        </p:nvSpPr>
        <p:spPr bwMode="auto">
          <a:xfrm>
            <a:off x="1763713" y="24923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8"/>
          <p:cNvSpPr>
            <a:spLocks noChangeShapeType="1"/>
          </p:cNvSpPr>
          <p:nvPr/>
        </p:nvSpPr>
        <p:spPr bwMode="auto">
          <a:xfrm flipH="1" flipV="1">
            <a:off x="5219700" y="1773238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" name="Line 9"/>
          <p:cNvSpPr>
            <a:spLocks noChangeShapeType="1"/>
          </p:cNvSpPr>
          <p:nvPr/>
        </p:nvSpPr>
        <p:spPr bwMode="auto">
          <a:xfrm flipH="1">
            <a:off x="3419475" y="1700213"/>
            <a:ext cx="172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3348038" y="17732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0" name="Line 11"/>
          <p:cNvSpPr>
            <a:spLocks noChangeShapeType="1"/>
          </p:cNvSpPr>
          <p:nvPr/>
        </p:nvSpPr>
        <p:spPr bwMode="auto">
          <a:xfrm flipV="1">
            <a:off x="3419475" y="1844675"/>
            <a:ext cx="1657350" cy="151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1" name="Line 12"/>
          <p:cNvSpPr>
            <a:spLocks noChangeShapeType="1"/>
          </p:cNvSpPr>
          <p:nvPr/>
        </p:nvSpPr>
        <p:spPr bwMode="auto">
          <a:xfrm flipH="1">
            <a:off x="1979613" y="1773238"/>
            <a:ext cx="1296987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2" name="Line 13"/>
          <p:cNvSpPr>
            <a:spLocks noChangeShapeType="1"/>
          </p:cNvSpPr>
          <p:nvPr/>
        </p:nvSpPr>
        <p:spPr bwMode="auto">
          <a:xfrm flipH="1" flipV="1">
            <a:off x="2051050" y="2708275"/>
            <a:ext cx="122555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3" name="Freeform 14"/>
          <p:cNvSpPr>
            <a:spLocks/>
          </p:cNvSpPr>
          <p:nvPr/>
        </p:nvSpPr>
        <p:spPr bwMode="auto">
          <a:xfrm>
            <a:off x="3419475" y="3055938"/>
            <a:ext cx="1657350" cy="301625"/>
          </a:xfrm>
          <a:custGeom>
            <a:avLst/>
            <a:gdLst>
              <a:gd name="T0" fmla="*/ 0 w 1044"/>
              <a:gd name="T1" fmla="*/ 2147483647 h 190"/>
              <a:gd name="T2" fmla="*/ 2147483647 w 1044"/>
              <a:gd name="T3" fmla="*/ 2147483647 h 190"/>
              <a:gd name="T4" fmla="*/ 2147483647 w 1044"/>
              <a:gd name="T5" fmla="*/ 2147483647 h 190"/>
              <a:gd name="T6" fmla="*/ 0 60000 65536"/>
              <a:gd name="T7" fmla="*/ 0 60000 65536"/>
              <a:gd name="T8" fmla="*/ 0 60000 65536"/>
              <a:gd name="T9" fmla="*/ 0 w 1044"/>
              <a:gd name="T10" fmla="*/ 0 h 190"/>
              <a:gd name="T11" fmla="*/ 1044 w 1044"/>
              <a:gd name="T12" fmla="*/ 190 h 1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4" h="190">
                <a:moveTo>
                  <a:pt x="0" y="190"/>
                </a:moveTo>
                <a:cubicBezTo>
                  <a:pt x="162" y="103"/>
                  <a:pt x="325" y="16"/>
                  <a:pt x="499" y="8"/>
                </a:cubicBezTo>
                <a:cubicBezTo>
                  <a:pt x="673" y="0"/>
                  <a:pt x="858" y="72"/>
                  <a:pt x="1044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4" name="Freeform 15"/>
          <p:cNvSpPr>
            <a:spLocks/>
          </p:cNvSpPr>
          <p:nvPr/>
        </p:nvSpPr>
        <p:spPr bwMode="auto">
          <a:xfrm>
            <a:off x="3492500" y="3500438"/>
            <a:ext cx="1727200" cy="373062"/>
          </a:xfrm>
          <a:custGeom>
            <a:avLst/>
            <a:gdLst>
              <a:gd name="T0" fmla="*/ 2147483647 w 1088"/>
              <a:gd name="T1" fmla="*/ 0 h 235"/>
              <a:gd name="T2" fmla="*/ 2147483647 w 1088"/>
              <a:gd name="T3" fmla="*/ 2147483647 h 235"/>
              <a:gd name="T4" fmla="*/ 0 w 1088"/>
              <a:gd name="T5" fmla="*/ 2147483647 h 235"/>
              <a:gd name="T6" fmla="*/ 0 60000 65536"/>
              <a:gd name="T7" fmla="*/ 0 60000 65536"/>
              <a:gd name="T8" fmla="*/ 0 60000 65536"/>
              <a:gd name="T9" fmla="*/ 0 w 1088"/>
              <a:gd name="T10" fmla="*/ 0 h 235"/>
              <a:gd name="T11" fmla="*/ 1088 w 1088"/>
              <a:gd name="T12" fmla="*/ 235 h 2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8" h="235">
                <a:moveTo>
                  <a:pt x="1088" y="0"/>
                </a:moveTo>
                <a:cubicBezTo>
                  <a:pt x="952" y="109"/>
                  <a:pt x="816" y="219"/>
                  <a:pt x="635" y="227"/>
                </a:cubicBezTo>
                <a:cubicBezTo>
                  <a:pt x="454" y="235"/>
                  <a:pt x="227" y="140"/>
                  <a:pt x="0" y="4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5" name="Freeform 16"/>
          <p:cNvSpPr>
            <a:spLocks/>
          </p:cNvSpPr>
          <p:nvPr/>
        </p:nvSpPr>
        <p:spPr bwMode="auto">
          <a:xfrm>
            <a:off x="803275" y="1978025"/>
            <a:ext cx="1031875" cy="1114425"/>
          </a:xfrm>
          <a:custGeom>
            <a:avLst/>
            <a:gdLst>
              <a:gd name="T0" fmla="*/ 2147483647 w 650"/>
              <a:gd name="T1" fmla="*/ 2147483647 h 702"/>
              <a:gd name="T2" fmla="*/ 2147483647 w 650"/>
              <a:gd name="T3" fmla="*/ 2147483647 h 702"/>
              <a:gd name="T4" fmla="*/ 2147483647 w 650"/>
              <a:gd name="T5" fmla="*/ 2147483647 h 702"/>
              <a:gd name="T6" fmla="*/ 2147483647 w 650"/>
              <a:gd name="T7" fmla="*/ 2147483647 h 702"/>
              <a:gd name="T8" fmla="*/ 2147483647 w 650"/>
              <a:gd name="T9" fmla="*/ 2147483647 h 7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0"/>
              <a:gd name="T16" fmla="*/ 0 h 702"/>
              <a:gd name="T17" fmla="*/ 650 w 650"/>
              <a:gd name="T18" fmla="*/ 702 h 7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0" h="702">
                <a:moveTo>
                  <a:pt x="650" y="415"/>
                </a:moveTo>
                <a:cubicBezTo>
                  <a:pt x="635" y="558"/>
                  <a:pt x="620" y="702"/>
                  <a:pt x="514" y="687"/>
                </a:cubicBezTo>
                <a:cubicBezTo>
                  <a:pt x="408" y="672"/>
                  <a:pt x="30" y="437"/>
                  <a:pt x="15" y="324"/>
                </a:cubicBezTo>
                <a:cubicBezTo>
                  <a:pt x="0" y="211"/>
                  <a:pt x="318" y="14"/>
                  <a:pt x="424" y="7"/>
                </a:cubicBezTo>
                <a:cubicBezTo>
                  <a:pt x="530" y="0"/>
                  <a:pt x="590" y="139"/>
                  <a:pt x="650" y="27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30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45476"/>
              </p:ext>
            </p:extLst>
          </p:nvPr>
        </p:nvGraphicFramePr>
        <p:xfrm>
          <a:off x="3059113" y="3284984"/>
          <a:ext cx="3143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284984"/>
                        <a:ext cx="3143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049111"/>
              </p:ext>
            </p:extLst>
          </p:nvPr>
        </p:nvGraphicFramePr>
        <p:xfrm>
          <a:off x="5364088" y="3212976"/>
          <a:ext cx="371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212976"/>
                        <a:ext cx="3714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73755"/>
              </p:ext>
            </p:extLst>
          </p:nvPr>
        </p:nvGraphicFramePr>
        <p:xfrm>
          <a:off x="5364088" y="1470025"/>
          <a:ext cx="3429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1470025"/>
                        <a:ext cx="3429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963482"/>
              </p:ext>
            </p:extLst>
          </p:nvPr>
        </p:nvGraphicFramePr>
        <p:xfrm>
          <a:off x="3248025" y="1144613"/>
          <a:ext cx="371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5" y="1144613"/>
                        <a:ext cx="3714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923473"/>
              </p:ext>
            </p:extLst>
          </p:nvPr>
        </p:nvGraphicFramePr>
        <p:xfrm>
          <a:off x="1820863" y="2636912"/>
          <a:ext cx="3429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2636912"/>
                        <a:ext cx="3429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22"/>
          <p:cNvGraphicFramePr>
            <a:graphicFrameLocks noChangeAspect="1"/>
          </p:cNvGraphicFramePr>
          <p:nvPr/>
        </p:nvGraphicFramePr>
        <p:xfrm>
          <a:off x="4298950" y="2579688"/>
          <a:ext cx="3143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543" imgH="123930" progId="Equation.3">
                  <p:embed/>
                </p:oleObj>
              </mc:Choice>
              <mc:Fallback>
                <p:oleObj name="Equation" r:id="rId12" imgW="47543" imgH="12393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2579688"/>
                        <a:ext cx="3143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2" name="Object 23"/>
          <p:cNvGraphicFramePr>
            <a:graphicFrameLocks noChangeAspect="1"/>
          </p:cNvGraphicFramePr>
          <p:nvPr/>
        </p:nvGraphicFramePr>
        <p:xfrm>
          <a:off x="4270375" y="3860800"/>
          <a:ext cx="3429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268" imgH="123930" progId="Equation.3">
                  <p:embed/>
                </p:oleObj>
              </mc:Choice>
              <mc:Fallback>
                <p:oleObj name="Equation" r:id="rId14" imgW="57268" imgH="12393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75" y="3860800"/>
                        <a:ext cx="3429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3" name="Object 24"/>
          <p:cNvGraphicFramePr>
            <a:graphicFrameLocks noChangeAspect="1"/>
          </p:cNvGraphicFramePr>
          <p:nvPr/>
        </p:nvGraphicFramePr>
        <p:xfrm>
          <a:off x="2397125" y="3054350"/>
          <a:ext cx="3429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268" imgH="133380" progId="Equation.3">
                  <p:embed/>
                </p:oleObj>
              </mc:Choice>
              <mc:Fallback>
                <p:oleObj name="Equation" r:id="rId16" imgW="57268" imgH="1333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3054350"/>
                        <a:ext cx="3429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4" name="Object 25"/>
          <p:cNvGraphicFramePr>
            <a:graphicFrameLocks noChangeAspect="1"/>
          </p:cNvGraphicFramePr>
          <p:nvPr/>
        </p:nvGraphicFramePr>
        <p:xfrm>
          <a:off x="381000" y="2276475"/>
          <a:ext cx="3429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268" imgH="123930" progId="Equation.3">
                  <p:embed/>
                </p:oleObj>
              </mc:Choice>
              <mc:Fallback>
                <p:oleObj name="Equation" r:id="rId18" imgW="57268" imgH="1239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76475"/>
                        <a:ext cx="3429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5" name="Object 26"/>
          <p:cNvGraphicFramePr>
            <a:graphicFrameLocks noChangeAspect="1"/>
          </p:cNvGraphicFramePr>
          <p:nvPr/>
        </p:nvGraphicFramePr>
        <p:xfrm>
          <a:off x="2325688" y="1543050"/>
          <a:ext cx="3429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7268" imgH="133380" progId="Equation.3">
                  <p:embed/>
                </p:oleObj>
              </mc:Choice>
              <mc:Fallback>
                <p:oleObj name="Equation" r:id="rId20" imgW="57268" imgH="1333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1543050"/>
                        <a:ext cx="3429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6" name="Object 27"/>
          <p:cNvGraphicFramePr>
            <a:graphicFrameLocks noChangeAspect="1"/>
          </p:cNvGraphicFramePr>
          <p:nvPr/>
        </p:nvGraphicFramePr>
        <p:xfrm>
          <a:off x="2916238" y="2205038"/>
          <a:ext cx="3429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7268" imgH="133380" progId="Equation.3">
                  <p:embed/>
                </p:oleObj>
              </mc:Choice>
              <mc:Fallback>
                <p:oleObj name="Equation" r:id="rId22" imgW="57268" imgH="1333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205038"/>
                        <a:ext cx="3429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7" name="Object 28"/>
          <p:cNvGraphicFramePr>
            <a:graphicFrameLocks noChangeAspect="1"/>
          </p:cNvGraphicFramePr>
          <p:nvPr/>
        </p:nvGraphicFramePr>
        <p:xfrm>
          <a:off x="3995738" y="1916113"/>
          <a:ext cx="3429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268" imgH="133380" progId="Equation.3">
                  <p:embed/>
                </p:oleObj>
              </mc:Choice>
              <mc:Fallback>
                <p:oleObj name="Equation" r:id="rId24" imgW="57268" imgH="1333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916113"/>
                        <a:ext cx="3429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8" name="Object 29"/>
          <p:cNvGraphicFramePr>
            <a:graphicFrameLocks noChangeAspect="1"/>
          </p:cNvGraphicFramePr>
          <p:nvPr/>
        </p:nvGraphicFramePr>
        <p:xfrm>
          <a:off x="5364163" y="2205038"/>
          <a:ext cx="3429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7268" imgH="133380" progId="Equation.3">
                  <p:embed/>
                </p:oleObj>
              </mc:Choice>
              <mc:Fallback>
                <p:oleObj name="Equation" r:id="rId26" imgW="57268" imgH="1333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205038"/>
                        <a:ext cx="3429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736892"/>
              </p:ext>
            </p:extLst>
          </p:nvPr>
        </p:nvGraphicFramePr>
        <p:xfrm>
          <a:off x="4211638" y="1116038"/>
          <a:ext cx="3429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7268" imgH="133380" progId="Equation.3">
                  <p:embed/>
                </p:oleObj>
              </mc:Choice>
              <mc:Fallback>
                <p:oleObj name="Equation" r:id="rId28" imgW="57268" imgH="1333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116038"/>
                        <a:ext cx="3429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C0762-6D77-436F-A549-B3F4A5EA16A5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433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6.6.1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图的定义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由前面的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个例子可以得出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Definition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(graph)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主要由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部分组成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节点集合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其中的元素称为节点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(vertex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node).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边集合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其中的元素称为边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(edge).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通常将图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几点说明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DFB1F-6FB4-4FF9-89D0-48C6D3167524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536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节点又可以称为点、顶点或结点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常用一个实心点或空心点表示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但在实际应用中还可以用诸如方形、圆形、菱形等符号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为了方便可以在这些符号的旁边或内部写上表意名称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计算机学科中常称节点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程序框图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Figure 6-3: Bayesian network.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B6DE74-1F36-4B4F-8962-3D341927B860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6387" name="Rectangle 4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边及其的表示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)?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所有边都是无向边的图称为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(graph, undirected graph),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所有边都是有向边的图称为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(digraph, directed graph).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55599"/>
              </p:ext>
            </p:extLst>
          </p:nvPr>
        </p:nvGraphicFramePr>
        <p:xfrm>
          <a:off x="3203575" y="1700213"/>
          <a:ext cx="468079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2556" imgH="133380" progId="Equation.3">
                  <p:embed/>
                </p:oleObj>
              </mc:Choice>
              <mc:Fallback>
                <p:oleObj name="Equation" r:id="rId2" imgW="1352556" imgH="1333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700213"/>
                        <a:ext cx="4680793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F590B-4018-4A28-80D6-D67973063071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图的拓扑不变性质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需要注意的是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我们讨论的图不但与节点位置无关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而且与边的形状和长短也无关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b="1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个节点的图称为</a:t>
            </a:r>
            <a:r>
              <a:rPr lang="en-US" altLang="zh-CN" b="1" i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</a:t>
            </a:r>
            <a:r>
              <a:rPr lang="en-US" altLang="zh-CN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(order)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b="1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</a:t>
            </a:r>
            <a:r>
              <a:rPr lang="en-US" altLang="zh-CN" b="1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条边的图称为</a:t>
            </a:r>
            <a:r>
              <a:rPr lang="en-US" altLang="zh-CN" b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u="sng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的图为空图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(empty graph),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  <a:sym typeface="Symbol" pitchFamily="18" charset="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87F5E0-12C8-4921-A1E5-852D2C23D5C1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843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 ,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的图称为零图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(discrete graph),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阶零图可记为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仅一个节点的零图称为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平凡图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(trivial graph).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18436" name="Oval 3"/>
          <p:cNvSpPr>
            <a:spLocks noChangeArrowheads="1"/>
          </p:cNvSpPr>
          <p:nvPr/>
        </p:nvSpPr>
        <p:spPr bwMode="auto">
          <a:xfrm>
            <a:off x="3203575" y="21336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Oval 4"/>
          <p:cNvSpPr>
            <a:spLocks noChangeArrowheads="1"/>
          </p:cNvSpPr>
          <p:nvPr/>
        </p:nvSpPr>
        <p:spPr bwMode="auto">
          <a:xfrm>
            <a:off x="4140200" y="15573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Oval 5"/>
          <p:cNvSpPr>
            <a:spLocks noChangeArrowheads="1"/>
          </p:cNvSpPr>
          <p:nvPr/>
        </p:nvSpPr>
        <p:spPr bwMode="auto">
          <a:xfrm>
            <a:off x="4067175" y="22764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Oval 6"/>
          <p:cNvSpPr>
            <a:spLocks noChangeArrowheads="1"/>
          </p:cNvSpPr>
          <p:nvPr/>
        </p:nvSpPr>
        <p:spPr bwMode="auto">
          <a:xfrm>
            <a:off x="4787900" y="24923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Oval 7"/>
          <p:cNvSpPr>
            <a:spLocks noChangeArrowheads="1"/>
          </p:cNvSpPr>
          <p:nvPr/>
        </p:nvSpPr>
        <p:spPr bwMode="auto">
          <a:xfrm>
            <a:off x="4140200" y="28527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1" name="Oval 8"/>
          <p:cNvSpPr>
            <a:spLocks noChangeArrowheads="1"/>
          </p:cNvSpPr>
          <p:nvPr/>
        </p:nvSpPr>
        <p:spPr bwMode="auto">
          <a:xfrm>
            <a:off x="4284663" y="46529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2" name="Object 9"/>
          <p:cNvGraphicFramePr>
            <a:graphicFrameLocks noChangeAspect="1"/>
          </p:cNvGraphicFramePr>
          <p:nvPr/>
        </p:nvGraphicFramePr>
        <p:xfrm>
          <a:off x="3995738" y="3141663"/>
          <a:ext cx="5588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3721" imgH="133380" progId="Equation.3">
                  <p:embed/>
                </p:oleObj>
              </mc:Choice>
              <mc:Fallback>
                <p:oleObj name="公式" r:id="rId2" imgW="123721" imgH="1333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141663"/>
                        <a:ext cx="55880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0"/>
          <p:cNvGraphicFramePr>
            <a:graphicFrameLocks noChangeAspect="1"/>
          </p:cNvGraphicFramePr>
          <p:nvPr/>
        </p:nvGraphicFramePr>
        <p:xfrm>
          <a:off x="4156075" y="5173663"/>
          <a:ext cx="5254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812" imgH="123930" progId="Equation.3">
                  <p:embed/>
                </p:oleObj>
              </mc:Choice>
              <mc:Fallback>
                <p:oleObj name="公式" r:id="rId4" imgW="104812" imgH="1239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5173663"/>
                        <a:ext cx="5254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C205F-815E-45FC-B292-8E875912A486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algn="l" eaLnBrk="1" hangingPunct="1"/>
            <a:r>
              <a:rPr lang="en-US" altLang="zh-CN" b="1">
                <a:solidFill>
                  <a:schemeClr val="tx1"/>
                </a:solidFill>
                <a:latin typeface="Times New Roman" pitchFamily="18" charset="0"/>
              </a:rPr>
              <a:t>6.1 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图的基本概念</a:t>
            </a:r>
            <a:endParaRPr lang="zh-CN" altLang="en-US" b="1"/>
          </a:p>
        </p:txBody>
      </p:sp>
      <p:sp>
        <p:nvSpPr>
          <p:cNvPr id="23556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23557" name="Group 4"/>
          <p:cNvGrpSpPr>
            <a:grpSpLocks/>
          </p:cNvGrpSpPr>
          <p:nvPr/>
        </p:nvGrpSpPr>
        <p:grpSpPr bwMode="auto">
          <a:xfrm>
            <a:off x="1042988" y="1312863"/>
            <a:ext cx="5410200" cy="765175"/>
            <a:chOff x="1152" y="1068"/>
            <a:chExt cx="3408" cy="482"/>
          </a:xfrm>
        </p:grpSpPr>
        <p:grpSp>
          <p:nvGrpSpPr>
            <p:cNvPr id="23583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23587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8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648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358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Text Box 10"/>
            <p:cNvSpPr txBox="1">
              <a:spLocks noChangeArrowheads="1"/>
            </p:cNvSpPr>
            <p:nvPr/>
          </p:nvSpPr>
          <p:spPr bwMode="auto">
            <a:xfrm>
              <a:off x="2112" y="1068"/>
              <a:ext cx="127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图的定义</a:t>
              </a:r>
            </a:p>
          </p:txBody>
        </p:sp>
        <p:sp>
          <p:nvSpPr>
            <p:cNvPr id="23586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23558" name="Group 12"/>
          <p:cNvGrpSpPr>
            <a:grpSpLocks/>
          </p:cNvGrpSpPr>
          <p:nvPr/>
        </p:nvGrpSpPr>
        <p:grpSpPr bwMode="auto">
          <a:xfrm>
            <a:off x="1042988" y="2392363"/>
            <a:ext cx="5410200" cy="765175"/>
            <a:chOff x="1152" y="1644"/>
            <a:chExt cx="3408" cy="482"/>
          </a:xfrm>
        </p:grpSpPr>
        <p:grpSp>
          <p:nvGrpSpPr>
            <p:cNvPr id="23576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23580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1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656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3577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Text Box 18"/>
            <p:cNvSpPr txBox="1">
              <a:spLocks noChangeArrowheads="1"/>
            </p:cNvSpPr>
            <p:nvPr/>
          </p:nvSpPr>
          <p:spPr bwMode="auto">
            <a:xfrm>
              <a:off x="2112" y="1644"/>
              <a:ext cx="69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邻接</a:t>
              </a:r>
            </a:p>
          </p:txBody>
        </p:sp>
        <p:sp>
          <p:nvSpPr>
            <p:cNvPr id="23579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23559" name="Group 20"/>
          <p:cNvGrpSpPr>
            <a:grpSpLocks/>
          </p:cNvGrpSpPr>
          <p:nvPr/>
        </p:nvGrpSpPr>
        <p:grpSpPr bwMode="auto">
          <a:xfrm>
            <a:off x="1042988" y="3473450"/>
            <a:ext cx="5410200" cy="765175"/>
            <a:chOff x="1152" y="2206"/>
            <a:chExt cx="3408" cy="482"/>
          </a:xfrm>
        </p:grpSpPr>
        <p:grpSp>
          <p:nvGrpSpPr>
            <p:cNvPr id="23569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23573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4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664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3570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Text Box 26"/>
            <p:cNvSpPr txBox="1">
              <a:spLocks noChangeArrowheads="1"/>
            </p:cNvSpPr>
            <p:nvPr/>
          </p:nvSpPr>
          <p:spPr bwMode="auto">
            <a:xfrm>
              <a:off x="2112" y="2206"/>
              <a:ext cx="69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关联</a:t>
              </a:r>
              <a:endParaRPr lang="zh-CN" altLang="en-US" sz="36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3572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23560" name="Group 28"/>
          <p:cNvGrpSpPr>
            <a:grpSpLocks/>
          </p:cNvGrpSpPr>
          <p:nvPr/>
        </p:nvGrpSpPr>
        <p:grpSpPr bwMode="auto">
          <a:xfrm>
            <a:off x="1042988" y="4768850"/>
            <a:ext cx="5410200" cy="765175"/>
            <a:chOff x="1152" y="2782"/>
            <a:chExt cx="3408" cy="482"/>
          </a:xfrm>
        </p:grpSpPr>
        <p:grpSp>
          <p:nvGrpSpPr>
            <p:cNvPr id="23562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23566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67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672" name="AutoShape 32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3563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4" name="Text Box 34"/>
            <p:cNvSpPr txBox="1">
              <a:spLocks noChangeArrowheads="1"/>
            </p:cNvSpPr>
            <p:nvPr/>
          </p:nvSpPr>
          <p:spPr bwMode="auto">
            <a:xfrm>
              <a:off x="2112" y="2782"/>
              <a:ext cx="98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FFE5"/>
                  </a:solidFill>
                </a:rPr>
                <a:t>简单图</a:t>
              </a:r>
            </a:p>
          </p:txBody>
        </p:sp>
        <p:sp>
          <p:nvSpPr>
            <p:cNvPr id="23565" name="Text Box 35"/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</p:grpSp>
      <p:sp>
        <p:nvSpPr>
          <p:cNvPr id="23561" name="Rectangle 36"/>
          <p:cNvSpPr>
            <a:spLocks noChangeArrowheads="1"/>
          </p:cNvSpPr>
          <p:nvPr/>
        </p:nvSpPr>
        <p:spPr bwMode="auto">
          <a:xfrm>
            <a:off x="900113" y="2420938"/>
            <a:ext cx="4464050" cy="3240087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528295-1C4A-4BF6-A745-F4095267E328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6.1.2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邻接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对于任意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若从节点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邻接到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(adjacent to)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是邻接的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(adjacent).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4580" name="Oval 3"/>
          <p:cNvSpPr>
            <a:spLocks noChangeArrowheads="1"/>
          </p:cNvSpPr>
          <p:nvPr/>
        </p:nvSpPr>
        <p:spPr bwMode="auto">
          <a:xfrm>
            <a:off x="3348038" y="30686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Oval 4"/>
          <p:cNvSpPr>
            <a:spLocks noChangeArrowheads="1"/>
          </p:cNvSpPr>
          <p:nvPr/>
        </p:nvSpPr>
        <p:spPr bwMode="auto">
          <a:xfrm>
            <a:off x="4787900" y="30686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2" name="Line 5"/>
          <p:cNvSpPr>
            <a:spLocks noChangeShapeType="1"/>
          </p:cNvSpPr>
          <p:nvPr/>
        </p:nvSpPr>
        <p:spPr bwMode="auto">
          <a:xfrm>
            <a:off x="3419475" y="3141663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583" name="Object 6"/>
          <p:cNvGraphicFramePr>
            <a:graphicFrameLocks noChangeAspect="1"/>
          </p:cNvGraphicFramePr>
          <p:nvPr/>
        </p:nvGraphicFramePr>
        <p:xfrm>
          <a:off x="4140200" y="2708275"/>
          <a:ext cx="2952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9" imgH="47520" progId="Equation.3">
                  <p:embed/>
                </p:oleObj>
              </mc:Choice>
              <mc:Fallback>
                <p:oleObj name="Equation" r:id="rId2" imgW="19179" imgH="475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708275"/>
                        <a:ext cx="29527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7"/>
          <p:cNvGraphicFramePr>
            <a:graphicFrameLocks noChangeAspect="1"/>
          </p:cNvGraphicFramePr>
          <p:nvPr/>
        </p:nvGraphicFramePr>
        <p:xfrm>
          <a:off x="2874963" y="2997200"/>
          <a:ext cx="3286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34" imgH="47520" progId="Equation.3">
                  <p:embed/>
                </p:oleObj>
              </mc:Choice>
              <mc:Fallback>
                <p:oleObj name="Equation" r:id="rId4" imgW="28634" imgH="475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2997200"/>
                        <a:ext cx="3286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8"/>
          <p:cNvGraphicFramePr>
            <a:graphicFrameLocks noChangeAspect="1"/>
          </p:cNvGraphicFramePr>
          <p:nvPr/>
        </p:nvGraphicFramePr>
        <p:xfrm>
          <a:off x="5092700" y="2997200"/>
          <a:ext cx="2968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9" imgH="47520" progId="Equation.3">
                  <p:embed/>
                </p:oleObj>
              </mc:Choice>
              <mc:Fallback>
                <p:oleObj name="Equation" r:id="rId6" imgW="19179" imgH="475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2997200"/>
                        <a:ext cx="2968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Oval 9"/>
          <p:cNvSpPr>
            <a:spLocks noChangeArrowheads="1"/>
          </p:cNvSpPr>
          <p:nvPr/>
        </p:nvSpPr>
        <p:spPr bwMode="auto">
          <a:xfrm>
            <a:off x="3348038" y="44370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" name="Oval 10"/>
          <p:cNvSpPr>
            <a:spLocks noChangeArrowheads="1"/>
          </p:cNvSpPr>
          <p:nvPr/>
        </p:nvSpPr>
        <p:spPr bwMode="auto">
          <a:xfrm>
            <a:off x="4932363" y="44370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Line 11"/>
          <p:cNvSpPr>
            <a:spLocks noChangeShapeType="1"/>
          </p:cNvSpPr>
          <p:nvPr/>
        </p:nvSpPr>
        <p:spPr bwMode="auto">
          <a:xfrm>
            <a:off x="3419475" y="4508500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589" name="Object 12"/>
          <p:cNvGraphicFramePr>
            <a:graphicFrameLocks noChangeAspect="1"/>
          </p:cNvGraphicFramePr>
          <p:nvPr/>
        </p:nvGraphicFramePr>
        <p:xfrm>
          <a:off x="4067175" y="4005263"/>
          <a:ext cx="2952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9" imgH="47520" progId="Equation.3">
                  <p:embed/>
                </p:oleObj>
              </mc:Choice>
              <mc:Fallback>
                <p:oleObj name="Equation" r:id="rId8" imgW="19179" imgH="475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005263"/>
                        <a:ext cx="2952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3"/>
          <p:cNvGraphicFramePr>
            <a:graphicFrameLocks noChangeAspect="1"/>
          </p:cNvGraphicFramePr>
          <p:nvPr/>
        </p:nvGraphicFramePr>
        <p:xfrm>
          <a:off x="2916238" y="4292600"/>
          <a:ext cx="3286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634" imgH="47520" progId="Equation.3">
                  <p:embed/>
                </p:oleObj>
              </mc:Choice>
              <mc:Fallback>
                <p:oleObj name="Equation" r:id="rId10" imgW="28634" imgH="475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292600"/>
                        <a:ext cx="3286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4"/>
          <p:cNvGraphicFramePr>
            <a:graphicFrameLocks noChangeAspect="1"/>
          </p:cNvGraphicFramePr>
          <p:nvPr/>
        </p:nvGraphicFramePr>
        <p:xfrm>
          <a:off x="5219700" y="4292600"/>
          <a:ext cx="2968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179" imgH="47520" progId="Equation.3">
                  <p:embed/>
                </p:oleObj>
              </mc:Choice>
              <mc:Fallback>
                <p:oleObj name="Equation" r:id="rId12" imgW="19179" imgH="475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292600"/>
                        <a:ext cx="2968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2" name="Oval 15"/>
          <p:cNvSpPr>
            <a:spLocks noChangeArrowheads="1"/>
          </p:cNvSpPr>
          <p:nvPr/>
        </p:nvSpPr>
        <p:spPr bwMode="auto">
          <a:xfrm>
            <a:off x="6443663" y="44370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3" name="Oval 16"/>
          <p:cNvSpPr>
            <a:spLocks noChangeArrowheads="1"/>
          </p:cNvSpPr>
          <p:nvPr/>
        </p:nvSpPr>
        <p:spPr bwMode="auto">
          <a:xfrm>
            <a:off x="7812088" y="44370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594" name="Object 17"/>
          <p:cNvGraphicFramePr>
            <a:graphicFrameLocks noChangeAspect="1"/>
          </p:cNvGraphicFramePr>
          <p:nvPr/>
        </p:nvGraphicFramePr>
        <p:xfrm>
          <a:off x="6372225" y="4005263"/>
          <a:ext cx="32861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634" imgH="47520" progId="Equation.3">
                  <p:embed/>
                </p:oleObj>
              </mc:Choice>
              <mc:Fallback>
                <p:oleObj name="Equation" r:id="rId10" imgW="28634" imgH="475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005263"/>
                        <a:ext cx="32861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18"/>
          <p:cNvGraphicFramePr>
            <a:graphicFrameLocks noChangeAspect="1"/>
          </p:cNvGraphicFramePr>
          <p:nvPr/>
        </p:nvGraphicFramePr>
        <p:xfrm>
          <a:off x="7740650" y="3933825"/>
          <a:ext cx="2968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179" imgH="47520" progId="Equation.3">
                  <p:embed/>
                </p:oleObj>
              </mc:Choice>
              <mc:Fallback>
                <p:oleObj name="Equation" r:id="rId12" imgW="19179" imgH="475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3933825"/>
                        <a:ext cx="2968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Line 19"/>
          <p:cNvSpPr>
            <a:spLocks noChangeShapeType="1"/>
          </p:cNvSpPr>
          <p:nvPr/>
        </p:nvSpPr>
        <p:spPr bwMode="auto">
          <a:xfrm flipH="1">
            <a:off x="6659563" y="4508500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597" name="Object 20"/>
          <p:cNvGraphicFramePr>
            <a:graphicFrameLocks noChangeAspect="1"/>
          </p:cNvGraphicFramePr>
          <p:nvPr/>
        </p:nvGraphicFramePr>
        <p:xfrm>
          <a:off x="7164388" y="4005263"/>
          <a:ext cx="2952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9" imgH="47520" progId="Equation.3">
                  <p:embed/>
                </p:oleObj>
              </mc:Choice>
              <mc:Fallback>
                <p:oleObj name="Equation" r:id="rId8" imgW="19179" imgH="475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005263"/>
                        <a:ext cx="2952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589CA8-A41C-4046-BBA2-F0692AD5524B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6.1.3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关联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的两个端点分别为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称边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与节点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以及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与节点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66FF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关联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(incident).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DE4F83-02E7-43E4-8EEA-D28057EB8E5E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图的任意一条边都关联两个节点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关联相同两个节点的边称为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吊环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自环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self-loop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可简称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(loop) 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关联的起点相同与终点也相同的边称为多重边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(multiple edges)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平行边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其边数称为边的重数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(multiplicity).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6-4(a)(b).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2AA7B9-E961-4DD3-8061-36C484AE0271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pic>
        <p:nvPicPr>
          <p:cNvPr id="28676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765175"/>
            <a:ext cx="633730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024E81-2DFB-4410-AE94-A2DD033DD269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6.1.4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既无吊环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无多重边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(simple graph).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彼得森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(Petersen, 1831~1910)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是一种妖怪图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snark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graph). </a:t>
            </a:r>
          </a:p>
        </p:txBody>
      </p:sp>
      <p:pic>
        <p:nvPicPr>
          <p:cNvPr id="29700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4076700"/>
            <a:ext cx="2644775" cy="259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8EDE48-790A-4177-879F-EA45072DE2B9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完全无向图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阶简单无向图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中任意节点都与其余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个节点邻接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solidFill>
                  <a:srgbClr val="66FF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66FF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阶完全无向图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(complete graph),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solidFill>
                  <a:srgbClr val="66FF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i="1" baseline="-25000" dirty="0">
                <a:solidFill>
                  <a:srgbClr val="66FF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1748" name="Oval 3"/>
          <p:cNvSpPr>
            <a:spLocks noChangeArrowheads="1"/>
          </p:cNvSpPr>
          <p:nvPr/>
        </p:nvSpPr>
        <p:spPr bwMode="auto">
          <a:xfrm>
            <a:off x="6588125" y="26368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9" name="Oval 4"/>
          <p:cNvSpPr>
            <a:spLocks noChangeArrowheads="1"/>
          </p:cNvSpPr>
          <p:nvPr/>
        </p:nvSpPr>
        <p:spPr bwMode="auto">
          <a:xfrm>
            <a:off x="5795963" y="33575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0" name="Oval 5"/>
          <p:cNvSpPr>
            <a:spLocks noChangeArrowheads="1"/>
          </p:cNvSpPr>
          <p:nvPr/>
        </p:nvSpPr>
        <p:spPr bwMode="auto">
          <a:xfrm>
            <a:off x="7308850" y="33575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1" name="Oval 6"/>
          <p:cNvSpPr>
            <a:spLocks noChangeArrowheads="1"/>
          </p:cNvSpPr>
          <p:nvPr/>
        </p:nvSpPr>
        <p:spPr bwMode="auto">
          <a:xfrm>
            <a:off x="6227763" y="41497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2" name="Oval 7"/>
          <p:cNvSpPr>
            <a:spLocks noChangeArrowheads="1"/>
          </p:cNvSpPr>
          <p:nvPr/>
        </p:nvSpPr>
        <p:spPr bwMode="auto">
          <a:xfrm>
            <a:off x="6948488" y="41497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 flipH="1">
            <a:off x="5867400" y="2708275"/>
            <a:ext cx="7921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6659563" y="2708275"/>
            <a:ext cx="7207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5" name="Line 10"/>
          <p:cNvSpPr>
            <a:spLocks noChangeShapeType="1"/>
          </p:cNvSpPr>
          <p:nvPr/>
        </p:nvSpPr>
        <p:spPr bwMode="auto">
          <a:xfrm>
            <a:off x="5867400" y="3429000"/>
            <a:ext cx="433388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6" name="Line 11"/>
          <p:cNvSpPr>
            <a:spLocks noChangeShapeType="1"/>
          </p:cNvSpPr>
          <p:nvPr/>
        </p:nvSpPr>
        <p:spPr bwMode="auto">
          <a:xfrm>
            <a:off x="6300788" y="4221163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7" name="Line 12"/>
          <p:cNvSpPr>
            <a:spLocks noChangeShapeType="1"/>
          </p:cNvSpPr>
          <p:nvPr/>
        </p:nvSpPr>
        <p:spPr bwMode="auto">
          <a:xfrm flipH="1">
            <a:off x="7019925" y="3500438"/>
            <a:ext cx="3603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8" name="Line 13"/>
          <p:cNvSpPr>
            <a:spLocks noChangeShapeType="1"/>
          </p:cNvSpPr>
          <p:nvPr/>
        </p:nvSpPr>
        <p:spPr bwMode="auto">
          <a:xfrm flipH="1">
            <a:off x="6300788" y="2708275"/>
            <a:ext cx="358775" cy="144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9" name="Line 14"/>
          <p:cNvSpPr>
            <a:spLocks noChangeShapeType="1"/>
          </p:cNvSpPr>
          <p:nvPr/>
        </p:nvSpPr>
        <p:spPr bwMode="auto">
          <a:xfrm>
            <a:off x="6659563" y="2708275"/>
            <a:ext cx="360362" cy="151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0" name="Line 15"/>
          <p:cNvSpPr>
            <a:spLocks noChangeShapeType="1"/>
          </p:cNvSpPr>
          <p:nvPr/>
        </p:nvSpPr>
        <p:spPr bwMode="auto">
          <a:xfrm>
            <a:off x="5867400" y="3429000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1" name="Line 16"/>
          <p:cNvSpPr>
            <a:spLocks noChangeShapeType="1"/>
          </p:cNvSpPr>
          <p:nvPr/>
        </p:nvSpPr>
        <p:spPr bwMode="auto">
          <a:xfrm flipH="1">
            <a:off x="6227763" y="3429000"/>
            <a:ext cx="1152525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17"/>
          <p:cNvSpPr>
            <a:spLocks noChangeShapeType="1"/>
          </p:cNvSpPr>
          <p:nvPr/>
        </p:nvSpPr>
        <p:spPr bwMode="auto">
          <a:xfrm>
            <a:off x="5867400" y="3429000"/>
            <a:ext cx="1152525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763" name="Object 18"/>
          <p:cNvGraphicFramePr>
            <a:graphicFrameLocks noChangeAspect="1"/>
          </p:cNvGraphicFramePr>
          <p:nvPr/>
        </p:nvGraphicFramePr>
        <p:xfrm>
          <a:off x="2051050" y="4149725"/>
          <a:ext cx="331152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6210" imgH="295380" progId="Equation.3">
                  <p:embed/>
                </p:oleObj>
              </mc:Choice>
              <mc:Fallback>
                <p:oleObj name="Equation" r:id="rId2" imgW="1076210" imgH="2953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149725"/>
                        <a:ext cx="3311525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5E5CB7-D694-4FC6-8D70-462BBFA975B3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阶完全无向图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的边任意加一个方向所得到的有向图称为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阶竞赛图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阶简单有向图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中任意节点都与其余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个节点邻接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solidFill>
                  <a:srgbClr val="66FF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66FF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阶完全有向图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solidFill>
                <a:srgbClr val="66FF66"/>
              </a:solidFill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zh-CN" altLang="en-US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</a:endParaRPr>
          </a:p>
        </p:txBody>
      </p:sp>
      <p:sp>
        <p:nvSpPr>
          <p:cNvPr id="32772" name="Oval 3"/>
          <p:cNvSpPr>
            <a:spLocks noChangeArrowheads="1"/>
          </p:cNvSpPr>
          <p:nvPr/>
        </p:nvSpPr>
        <p:spPr bwMode="auto">
          <a:xfrm>
            <a:off x="3924300" y="29972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3" name="Oval 4"/>
          <p:cNvSpPr>
            <a:spLocks noChangeArrowheads="1"/>
          </p:cNvSpPr>
          <p:nvPr/>
        </p:nvSpPr>
        <p:spPr bwMode="auto">
          <a:xfrm>
            <a:off x="3059113" y="42211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4" name="Oval 5"/>
          <p:cNvSpPr>
            <a:spLocks noChangeArrowheads="1"/>
          </p:cNvSpPr>
          <p:nvPr/>
        </p:nvSpPr>
        <p:spPr bwMode="auto">
          <a:xfrm>
            <a:off x="4643438" y="42211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5" name="Freeform 6"/>
          <p:cNvSpPr>
            <a:spLocks/>
          </p:cNvSpPr>
          <p:nvPr/>
        </p:nvSpPr>
        <p:spPr bwMode="auto">
          <a:xfrm>
            <a:off x="3995738" y="3068638"/>
            <a:ext cx="852487" cy="1081087"/>
          </a:xfrm>
          <a:custGeom>
            <a:avLst/>
            <a:gdLst>
              <a:gd name="T0" fmla="*/ 0 w 537"/>
              <a:gd name="T1" fmla="*/ 0 h 681"/>
              <a:gd name="T2" fmla="*/ 2147483647 w 537"/>
              <a:gd name="T3" fmla="*/ 2147483647 h 681"/>
              <a:gd name="T4" fmla="*/ 2147483647 w 537"/>
              <a:gd name="T5" fmla="*/ 2147483647 h 681"/>
              <a:gd name="T6" fmla="*/ 0 60000 65536"/>
              <a:gd name="T7" fmla="*/ 0 60000 65536"/>
              <a:gd name="T8" fmla="*/ 0 60000 65536"/>
              <a:gd name="T9" fmla="*/ 0 w 537"/>
              <a:gd name="T10" fmla="*/ 0 h 681"/>
              <a:gd name="T11" fmla="*/ 537 w 537"/>
              <a:gd name="T12" fmla="*/ 681 h 6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37" h="681">
                <a:moveTo>
                  <a:pt x="0" y="0"/>
                </a:moveTo>
                <a:cubicBezTo>
                  <a:pt x="185" y="34"/>
                  <a:pt x="371" y="69"/>
                  <a:pt x="454" y="182"/>
                </a:cubicBezTo>
                <a:cubicBezTo>
                  <a:pt x="537" y="295"/>
                  <a:pt x="518" y="488"/>
                  <a:pt x="499" y="68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6" name="Freeform 7"/>
          <p:cNvSpPr>
            <a:spLocks/>
          </p:cNvSpPr>
          <p:nvPr/>
        </p:nvSpPr>
        <p:spPr bwMode="auto">
          <a:xfrm>
            <a:off x="2832100" y="2997200"/>
            <a:ext cx="1092200" cy="1152525"/>
          </a:xfrm>
          <a:custGeom>
            <a:avLst/>
            <a:gdLst>
              <a:gd name="T0" fmla="*/ 2147483647 w 688"/>
              <a:gd name="T1" fmla="*/ 0 h 726"/>
              <a:gd name="T2" fmla="*/ 2147483647 w 688"/>
              <a:gd name="T3" fmla="*/ 2147483647 h 726"/>
              <a:gd name="T4" fmla="*/ 2147483647 w 688"/>
              <a:gd name="T5" fmla="*/ 2147483647 h 726"/>
              <a:gd name="T6" fmla="*/ 0 60000 65536"/>
              <a:gd name="T7" fmla="*/ 0 60000 65536"/>
              <a:gd name="T8" fmla="*/ 0 60000 65536"/>
              <a:gd name="T9" fmla="*/ 0 w 688"/>
              <a:gd name="T10" fmla="*/ 0 h 726"/>
              <a:gd name="T11" fmla="*/ 688 w 688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8" h="726">
                <a:moveTo>
                  <a:pt x="688" y="0"/>
                </a:moveTo>
                <a:cubicBezTo>
                  <a:pt x="442" y="7"/>
                  <a:pt x="196" y="15"/>
                  <a:pt x="98" y="136"/>
                </a:cubicBezTo>
                <a:cubicBezTo>
                  <a:pt x="0" y="257"/>
                  <a:pt x="49" y="491"/>
                  <a:pt x="98" y="72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7" name="Freeform 8"/>
          <p:cNvSpPr>
            <a:spLocks/>
          </p:cNvSpPr>
          <p:nvPr/>
        </p:nvSpPr>
        <p:spPr bwMode="auto">
          <a:xfrm>
            <a:off x="3132138" y="4365625"/>
            <a:ext cx="1511300" cy="730250"/>
          </a:xfrm>
          <a:custGeom>
            <a:avLst/>
            <a:gdLst>
              <a:gd name="T0" fmla="*/ 0 w 952"/>
              <a:gd name="T1" fmla="*/ 0 h 460"/>
              <a:gd name="T2" fmla="*/ 2147483647 w 952"/>
              <a:gd name="T3" fmla="*/ 2147483647 h 460"/>
              <a:gd name="T4" fmla="*/ 2147483647 w 952"/>
              <a:gd name="T5" fmla="*/ 2147483647 h 460"/>
              <a:gd name="T6" fmla="*/ 0 60000 65536"/>
              <a:gd name="T7" fmla="*/ 0 60000 65536"/>
              <a:gd name="T8" fmla="*/ 0 60000 65536"/>
              <a:gd name="T9" fmla="*/ 0 w 952"/>
              <a:gd name="T10" fmla="*/ 0 h 460"/>
              <a:gd name="T11" fmla="*/ 952 w 952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52" h="460">
                <a:moveTo>
                  <a:pt x="0" y="0"/>
                </a:moveTo>
                <a:cubicBezTo>
                  <a:pt x="102" y="223"/>
                  <a:pt x="204" y="446"/>
                  <a:pt x="363" y="453"/>
                </a:cubicBezTo>
                <a:cubicBezTo>
                  <a:pt x="522" y="460"/>
                  <a:pt x="737" y="252"/>
                  <a:pt x="952" y="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8" name="Freeform 9"/>
          <p:cNvSpPr>
            <a:spLocks/>
          </p:cNvSpPr>
          <p:nvPr/>
        </p:nvSpPr>
        <p:spPr bwMode="auto">
          <a:xfrm>
            <a:off x="3959225" y="3213100"/>
            <a:ext cx="684213" cy="1079500"/>
          </a:xfrm>
          <a:custGeom>
            <a:avLst/>
            <a:gdLst>
              <a:gd name="T0" fmla="*/ 2147483647 w 431"/>
              <a:gd name="T1" fmla="*/ 2147483647 h 680"/>
              <a:gd name="T2" fmla="*/ 2147483647 w 431"/>
              <a:gd name="T3" fmla="*/ 2147483647 h 680"/>
              <a:gd name="T4" fmla="*/ 2147483647 w 431"/>
              <a:gd name="T5" fmla="*/ 0 h 680"/>
              <a:gd name="T6" fmla="*/ 0 60000 65536"/>
              <a:gd name="T7" fmla="*/ 0 60000 65536"/>
              <a:gd name="T8" fmla="*/ 0 60000 65536"/>
              <a:gd name="T9" fmla="*/ 0 w 431"/>
              <a:gd name="T10" fmla="*/ 0 h 680"/>
              <a:gd name="T11" fmla="*/ 431 w 431"/>
              <a:gd name="T12" fmla="*/ 680 h 6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" h="680">
                <a:moveTo>
                  <a:pt x="431" y="680"/>
                </a:moveTo>
                <a:cubicBezTo>
                  <a:pt x="283" y="623"/>
                  <a:pt x="136" y="567"/>
                  <a:pt x="68" y="454"/>
                </a:cubicBezTo>
                <a:cubicBezTo>
                  <a:pt x="0" y="341"/>
                  <a:pt x="11" y="170"/>
                  <a:pt x="23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9" name="Freeform 10"/>
          <p:cNvSpPr>
            <a:spLocks/>
          </p:cNvSpPr>
          <p:nvPr/>
        </p:nvSpPr>
        <p:spPr bwMode="auto">
          <a:xfrm>
            <a:off x="3179763" y="3141663"/>
            <a:ext cx="744537" cy="1235075"/>
          </a:xfrm>
          <a:custGeom>
            <a:avLst/>
            <a:gdLst>
              <a:gd name="T0" fmla="*/ 2147483647 w 469"/>
              <a:gd name="T1" fmla="*/ 2147483647 h 778"/>
              <a:gd name="T2" fmla="*/ 2147483647 w 469"/>
              <a:gd name="T3" fmla="*/ 2147483647 h 778"/>
              <a:gd name="T4" fmla="*/ 2147483647 w 469"/>
              <a:gd name="T5" fmla="*/ 2147483647 h 778"/>
              <a:gd name="T6" fmla="*/ 2147483647 w 469"/>
              <a:gd name="T7" fmla="*/ 0 h 778"/>
              <a:gd name="T8" fmla="*/ 0 60000 65536"/>
              <a:gd name="T9" fmla="*/ 0 60000 65536"/>
              <a:gd name="T10" fmla="*/ 0 60000 65536"/>
              <a:gd name="T11" fmla="*/ 0 60000 65536"/>
              <a:gd name="T12" fmla="*/ 0 w 469"/>
              <a:gd name="T13" fmla="*/ 0 h 778"/>
              <a:gd name="T14" fmla="*/ 469 w 469"/>
              <a:gd name="T15" fmla="*/ 778 h 7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9" h="778">
                <a:moveTo>
                  <a:pt x="15" y="725"/>
                </a:moveTo>
                <a:cubicBezTo>
                  <a:pt x="7" y="751"/>
                  <a:pt x="0" y="778"/>
                  <a:pt x="61" y="725"/>
                </a:cubicBezTo>
                <a:cubicBezTo>
                  <a:pt x="122" y="672"/>
                  <a:pt x="310" y="529"/>
                  <a:pt x="378" y="408"/>
                </a:cubicBezTo>
                <a:cubicBezTo>
                  <a:pt x="446" y="287"/>
                  <a:pt x="457" y="143"/>
                  <a:pt x="469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Freeform 11"/>
          <p:cNvSpPr>
            <a:spLocks/>
          </p:cNvSpPr>
          <p:nvPr/>
        </p:nvSpPr>
        <p:spPr bwMode="auto">
          <a:xfrm>
            <a:off x="3276600" y="4076700"/>
            <a:ext cx="1295400" cy="288925"/>
          </a:xfrm>
          <a:custGeom>
            <a:avLst/>
            <a:gdLst>
              <a:gd name="T0" fmla="*/ 2147483647 w 816"/>
              <a:gd name="T1" fmla="*/ 2147483647 h 182"/>
              <a:gd name="T2" fmla="*/ 2147483647 w 816"/>
              <a:gd name="T3" fmla="*/ 0 h 182"/>
              <a:gd name="T4" fmla="*/ 0 w 816"/>
              <a:gd name="T5" fmla="*/ 2147483647 h 182"/>
              <a:gd name="T6" fmla="*/ 0 60000 65536"/>
              <a:gd name="T7" fmla="*/ 0 60000 65536"/>
              <a:gd name="T8" fmla="*/ 0 60000 65536"/>
              <a:gd name="T9" fmla="*/ 0 w 816"/>
              <a:gd name="T10" fmla="*/ 0 h 182"/>
              <a:gd name="T11" fmla="*/ 816 w 816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82">
                <a:moveTo>
                  <a:pt x="816" y="182"/>
                </a:moveTo>
                <a:cubicBezTo>
                  <a:pt x="680" y="91"/>
                  <a:pt x="544" y="0"/>
                  <a:pt x="408" y="0"/>
                </a:cubicBezTo>
                <a:cubicBezTo>
                  <a:pt x="272" y="0"/>
                  <a:pt x="136" y="91"/>
                  <a:pt x="0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B4D9DA-7AAD-4320-AA35-AECA62D126C4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5" name="Rectangle 2"/>
              <p:cNvSpPr>
                <a:spLocks noGrp="1" noRot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(3)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补图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Def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阶</a:t>
                </a:r>
                <a:r>
                  <a:rPr lang="zh-CN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简单无向图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所有节点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以及由</a:t>
                </a:r>
                <a:r>
                  <a:rPr lang="zh-CN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能使</a:t>
                </a:r>
                <a:r>
                  <a:rPr lang="en-US" altLang="zh-CN" b="1" i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成为</a:t>
                </a:r>
                <a:r>
                  <a:rPr lang="en-US" altLang="zh-CN" b="1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b="1" i="1" baseline="-25000" dirty="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需要添加的边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构成的图称为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b="1" dirty="0">
                    <a:solidFill>
                      <a:srgbClr val="66FF66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补图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记为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</m:acc>
                    <m:r>
                      <a:rPr lang="en-US" altLang="zh-CN" b="1" i="1" smtClean="0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zh-CN" dirty="0"/>
              </a:p>
            </p:txBody>
          </p:sp>
        </mc:Choice>
        <mc:Fallback xmlns="">
          <p:sp>
            <p:nvSpPr>
              <p:cNvPr id="3379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90" t="-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D71C1-D17A-497F-982B-9E981C3BC839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2"/>
              <p:cNvSpPr>
                <a:spLocks noGrp="1" noRot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Hans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思考：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对于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阶简单无向图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的边数加上其补图的边数等于多少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?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显然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u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中不邻接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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中邻接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zh-CN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3481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 l="-1190" t="-864" r="-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Oval 3"/>
          <p:cNvSpPr>
            <a:spLocks noChangeArrowheads="1"/>
          </p:cNvSpPr>
          <p:nvPr/>
        </p:nvSpPr>
        <p:spPr bwMode="auto">
          <a:xfrm>
            <a:off x="2700338" y="29972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1" name="Oval 4"/>
          <p:cNvSpPr>
            <a:spLocks noChangeArrowheads="1"/>
          </p:cNvSpPr>
          <p:nvPr/>
        </p:nvSpPr>
        <p:spPr bwMode="auto">
          <a:xfrm>
            <a:off x="1908175" y="35734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2" name="Oval 5"/>
          <p:cNvSpPr>
            <a:spLocks noChangeArrowheads="1"/>
          </p:cNvSpPr>
          <p:nvPr/>
        </p:nvSpPr>
        <p:spPr bwMode="auto">
          <a:xfrm>
            <a:off x="3563938" y="35004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3" name="Oval 6"/>
          <p:cNvSpPr>
            <a:spLocks noChangeArrowheads="1"/>
          </p:cNvSpPr>
          <p:nvPr/>
        </p:nvSpPr>
        <p:spPr bwMode="auto">
          <a:xfrm>
            <a:off x="2411413" y="44370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4" name="Oval 7"/>
          <p:cNvSpPr>
            <a:spLocks noChangeArrowheads="1"/>
          </p:cNvSpPr>
          <p:nvPr/>
        </p:nvSpPr>
        <p:spPr bwMode="auto">
          <a:xfrm>
            <a:off x="3203575" y="44370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Oval 8"/>
          <p:cNvSpPr>
            <a:spLocks noChangeArrowheads="1"/>
          </p:cNvSpPr>
          <p:nvPr/>
        </p:nvSpPr>
        <p:spPr bwMode="auto">
          <a:xfrm>
            <a:off x="6011863" y="30686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Oval 9"/>
          <p:cNvSpPr>
            <a:spLocks noChangeArrowheads="1"/>
          </p:cNvSpPr>
          <p:nvPr/>
        </p:nvSpPr>
        <p:spPr bwMode="auto">
          <a:xfrm>
            <a:off x="5292725" y="36449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Oval 10"/>
          <p:cNvSpPr>
            <a:spLocks noChangeArrowheads="1"/>
          </p:cNvSpPr>
          <p:nvPr/>
        </p:nvSpPr>
        <p:spPr bwMode="auto">
          <a:xfrm>
            <a:off x="6804025" y="36449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8" name="Oval 11"/>
          <p:cNvSpPr>
            <a:spLocks noChangeArrowheads="1"/>
          </p:cNvSpPr>
          <p:nvPr/>
        </p:nvSpPr>
        <p:spPr bwMode="auto">
          <a:xfrm>
            <a:off x="5722938" y="45085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9" name="Oval 12"/>
          <p:cNvSpPr>
            <a:spLocks noChangeArrowheads="1"/>
          </p:cNvSpPr>
          <p:nvPr/>
        </p:nvSpPr>
        <p:spPr bwMode="auto">
          <a:xfrm>
            <a:off x="6443663" y="45085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30" name="Object 13"/>
          <p:cNvGraphicFramePr>
            <a:graphicFrameLocks noChangeAspect="1"/>
          </p:cNvGraphicFramePr>
          <p:nvPr/>
        </p:nvGraphicFramePr>
        <p:xfrm>
          <a:off x="5940425" y="4797425"/>
          <a:ext cx="4270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4797425"/>
                        <a:ext cx="4270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1" name="Object 14"/>
          <p:cNvGraphicFramePr>
            <a:graphicFrameLocks noChangeAspect="1"/>
          </p:cNvGraphicFramePr>
          <p:nvPr/>
        </p:nvGraphicFramePr>
        <p:xfrm>
          <a:off x="2571750" y="4846638"/>
          <a:ext cx="42703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723" imgH="85860" progId="Equation.3">
                  <p:embed/>
                </p:oleObj>
              </mc:Choice>
              <mc:Fallback>
                <p:oleObj name="Equation" r:id="rId6" imgW="66723" imgH="858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846638"/>
                        <a:ext cx="42703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2" name="Line 15"/>
          <p:cNvSpPr>
            <a:spLocks noChangeShapeType="1"/>
          </p:cNvSpPr>
          <p:nvPr/>
        </p:nvSpPr>
        <p:spPr bwMode="auto">
          <a:xfrm flipH="1">
            <a:off x="1979613" y="3068638"/>
            <a:ext cx="7921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3" name="Line 16"/>
          <p:cNvSpPr>
            <a:spLocks noChangeShapeType="1"/>
          </p:cNvSpPr>
          <p:nvPr/>
        </p:nvSpPr>
        <p:spPr bwMode="auto">
          <a:xfrm>
            <a:off x="2771775" y="3068637"/>
            <a:ext cx="863599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Line 17"/>
          <p:cNvSpPr>
            <a:spLocks noChangeShapeType="1"/>
          </p:cNvSpPr>
          <p:nvPr/>
        </p:nvSpPr>
        <p:spPr bwMode="auto">
          <a:xfrm>
            <a:off x="1979613" y="3644900"/>
            <a:ext cx="5048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5" name="Line 18"/>
          <p:cNvSpPr>
            <a:spLocks noChangeShapeType="1"/>
          </p:cNvSpPr>
          <p:nvPr/>
        </p:nvSpPr>
        <p:spPr bwMode="auto">
          <a:xfrm>
            <a:off x="2484438" y="45085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Line 19"/>
          <p:cNvSpPr>
            <a:spLocks noChangeShapeType="1"/>
          </p:cNvSpPr>
          <p:nvPr/>
        </p:nvSpPr>
        <p:spPr bwMode="auto">
          <a:xfrm flipH="1">
            <a:off x="3276599" y="3573464"/>
            <a:ext cx="358775" cy="9350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Line 20"/>
          <p:cNvSpPr>
            <a:spLocks noChangeShapeType="1"/>
          </p:cNvSpPr>
          <p:nvPr/>
        </p:nvSpPr>
        <p:spPr bwMode="auto">
          <a:xfrm flipH="1">
            <a:off x="5795963" y="3213100"/>
            <a:ext cx="2889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8" name="Line 21"/>
          <p:cNvSpPr>
            <a:spLocks noChangeShapeType="1"/>
          </p:cNvSpPr>
          <p:nvPr/>
        </p:nvSpPr>
        <p:spPr bwMode="auto">
          <a:xfrm>
            <a:off x="6084888" y="3141663"/>
            <a:ext cx="43180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9" name="Line 22"/>
          <p:cNvSpPr>
            <a:spLocks noChangeShapeType="1"/>
          </p:cNvSpPr>
          <p:nvPr/>
        </p:nvSpPr>
        <p:spPr bwMode="auto">
          <a:xfrm>
            <a:off x="5435600" y="3716338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0" name="Line 23"/>
          <p:cNvSpPr>
            <a:spLocks noChangeShapeType="1"/>
          </p:cNvSpPr>
          <p:nvPr/>
        </p:nvSpPr>
        <p:spPr bwMode="auto">
          <a:xfrm flipH="1">
            <a:off x="5724525" y="3716338"/>
            <a:ext cx="10795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1" name="Line 24"/>
          <p:cNvSpPr>
            <a:spLocks noChangeShapeType="1"/>
          </p:cNvSpPr>
          <p:nvPr/>
        </p:nvSpPr>
        <p:spPr bwMode="auto">
          <a:xfrm>
            <a:off x="5364163" y="3716338"/>
            <a:ext cx="1152525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48F13D-DD70-4F81-82B9-6910D7D4424A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125954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5844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35845" name="Group 4"/>
          <p:cNvGrpSpPr>
            <a:grpSpLocks/>
          </p:cNvGrpSpPr>
          <p:nvPr/>
        </p:nvGrpSpPr>
        <p:grpSpPr bwMode="auto">
          <a:xfrm>
            <a:off x="1331913" y="1700213"/>
            <a:ext cx="5181600" cy="508000"/>
            <a:chOff x="1419" y="1480"/>
            <a:chExt cx="3575" cy="363"/>
          </a:xfrm>
        </p:grpSpPr>
        <p:grpSp>
          <p:nvGrpSpPr>
            <p:cNvPr id="35868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25958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5959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FFFFE5"/>
                    </a:solidFill>
                  </a:rPr>
                  <a:t>邻接</a:t>
                </a:r>
              </a:p>
            </p:txBody>
          </p:sp>
        </p:grpSp>
        <p:sp>
          <p:nvSpPr>
            <p:cNvPr id="125960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5870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46" name="Group 10"/>
          <p:cNvGrpSpPr>
            <a:grpSpLocks/>
          </p:cNvGrpSpPr>
          <p:nvPr/>
        </p:nvGrpSpPr>
        <p:grpSpPr bwMode="auto">
          <a:xfrm>
            <a:off x="1979613" y="2997200"/>
            <a:ext cx="5181600" cy="508000"/>
            <a:chOff x="1419" y="1480"/>
            <a:chExt cx="3575" cy="363"/>
          </a:xfrm>
        </p:grpSpPr>
        <p:grpSp>
          <p:nvGrpSpPr>
            <p:cNvPr id="35863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25964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5965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FFFFE5"/>
                    </a:solidFill>
                  </a:rPr>
                  <a:t>关联</a:t>
                </a:r>
              </a:p>
            </p:txBody>
          </p:sp>
        </p:grpSp>
        <p:sp>
          <p:nvSpPr>
            <p:cNvPr id="125966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5865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47" name="Group 16"/>
          <p:cNvGrpSpPr>
            <a:grpSpLocks/>
          </p:cNvGrpSpPr>
          <p:nvPr/>
        </p:nvGrpSpPr>
        <p:grpSpPr bwMode="auto">
          <a:xfrm>
            <a:off x="1908175" y="4365625"/>
            <a:ext cx="5181600" cy="508000"/>
            <a:chOff x="1419" y="1480"/>
            <a:chExt cx="3575" cy="363"/>
          </a:xfrm>
        </p:grpSpPr>
        <p:grpSp>
          <p:nvGrpSpPr>
            <p:cNvPr id="35858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25970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5971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FFFFE5"/>
                    </a:solidFill>
                  </a:rPr>
                  <a:t>简单图</a:t>
                </a:r>
              </a:p>
            </p:txBody>
          </p:sp>
        </p:grpSp>
        <p:sp>
          <p:nvSpPr>
            <p:cNvPr id="125972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5860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48" name="AutoShape 22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35850" name="Group 30"/>
          <p:cNvGrpSpPr>
            <a:grpSpLocks/>
          </p:cNvGrpSpPr>
          <p:nvPr/>
        </p:nvGrpSpPr>
        <p:grpSpPr bwMode="auto">
          <a:xfrm>
            <a:off x="1133475" y="5245102"/>
            <a:ext cx="5919936" cy="1077913"/>
            <a:chOff x="1152" y="2832"/>
            <a:chExt cx="3750" cy="679"/>
          </a:xfrm>
        </p:grpSpPr>
        <p:grpSp>
          <p:nvGrpSpPr>
            <p:cNvPr id="35851" name="Group 31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31" name="AutoShape 3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5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 sz="1800" b="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AutoShape 3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5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 sz="1800" b="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" name="AutoShape 34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BBE0E3">
                      <a:gamma/>
                      <a:shade val="46275"/>
                      <a:invGamma/>
                    </a:srgbClr>
                  </a:gs>
                  <a:gs pos="100000">
                    <a:srgbClr val="BBE0E3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 sz="1800" b="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1800" b="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Text Box 36"/>
            <p:cNvSpPr txBox="1">
              <a:spLocks noChangeArrowheads="1"/>
            </p:cNvSpPr>
            <p:nvPr/>
          </p:nvSpPr>
          <p:spPr bwMode="auto">
            <a:xfrm>
              <a:off x="2112" y="2832"/>
              <a:ext cx="2790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zh-CN" altLang="en-US" kern="0" dirty="0">
                  <a:solidFill>
                    <a:srgbClr val="FFFF00"/>
                  </a:solidFill>
                </a:rPr>
                <a:t>习题</a:t>
              </a:r>
              <a:r>
                <a:rPr lang="en-US" altLang="zh-CN" kern="0" dirty="0">
                  <a:solidFill>
                    <a:srgbClr val="FFFF00"/>
                  </a:solidFill>
                  <a:latin typeface="Times New Roman" pitchFamily="18" charset="0"/>
                </a:rPr>
                <a:t>6.1    </a:t>
              </a:r>
              <a:r>
                <a:rPr lang="zh-CN" altLang="en-US" kern="0" dirty="0">
                  <a:solidFill>
                    <a:srgbClr val="FFFF00"/>
                  </a:solidFill>
                  <a:latin typeface="Times New Roman" pitchFamily="18" charset="0"/>
                </a:rPr>
                <a:t>阅读课后练习</a:t>
              </a:r>
              <a:endParaRPr lang="en-US" altLang="zh-CN" kern="0" dirty="0">
                <a:solidFill>
                  <a:srgbClr val="FFFF00"/>
                </a:solidFill>
                <a:latin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zh-CN" altLang="en-US" kern="0" dirty="0">
                  <a:solidFill>
                    <a:srgbClr val="FFFF00"/>
                  </a:solidFill>
                  <a:latin typeface="Times New Roman" pitchFamily="18" charset="0"/>
                </a:rPr>
                <a:t>理解图的模型应用</a:t>
              </a:r>
              <a:endParaRPr lang="en-US" altLang="zh-CN" kern="0" dirty="0">
                <a:solidFill>
                  <a:srgbClr val="FFFF00"/>
                </a:solidFill>
                <a:latin typeface="Times New Roman" pitchFamily="18" charset="0"/>
              </a:endParaRPr>
            </a:p>
          </p:txBody>
        </p:sp>
        <p:sp>
          <p:nvSpPr>
            <p:cNvPr id="30" name="Text Box 37"/>
            <p:cNvSpPr txBox="1">
              <a:spLocks noChangeArrowheads="1"/>
            </p:cNvSpPr>
            <p:nvPr/>
          </p:nvSpPr>
          <p:spPr bwMode="gray">
            <a:xfrm>
              <a:off x="1169" y="2928"/>
              <a:ext cx="4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zh-CN" altLang="en-US" sz="2000" kern="0" dirty="0">
                  <a:solidFill>
                    <a:srgbClr val="FFFFFF"/>
                  </a:solidFill>
                  <a:latin typeface="Times New Roman" pitchFamily="18" charset="0"/>
                </a:rPr>
                <a:t>作业</a:t>
              </a:r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763588" y="2222500"/>
            <a:ext cx="7481887" cy="560388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</a:rPr>
              <a:t>6.2 </a:t>
            </a: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节点的度数</a:t>
            </a:r>
          </a:p>
        </p:txBody>
      </p:sp>
      <p:sp>
        <p:nvSpPr>
          <p:cNvPr id="3686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908050"/>
            <a:ext cx="6400800" cy="782638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A59F4-E1D9-4CA7-B284-A5570C397C5C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6.2 </a:t>
            </a:r>
            <a:r>
              <a:rPr lang="zh-CN" altLang="en-US" b="1">
                <a:latin typeface="Times New Roman" pitchFamily="18" charset="0"/>
              </a:rPr>
              <a:t>节点的度数</a:t>
            </a:r>
          </a:p>
        </p:txBody>
      </p:sp>
      <p:sp>
        <p:nvSpPr>
          <p:cNvPr id="38916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从一个地方出发的桥的数目就是对应节点的度数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边与节点的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关联次数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8917" name="Oval 4"/>
          <p:cNvSpPr>
            <a:spLocks noChangeArrowheads="1"/>
          </p:cNvSpPr>
          <p:nvPr/>
        </p:nvSpPr>
        <p:spPr bwMode="auto">
          <a:xfrm>
            <a:off x="6084888" y="27082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8" name="Oval 5"/>
          <p:cNvSpPr>
            <a:spLocks noChangeArrowheads="1"/>
          </p:cNvSpPr>
          <p:nvPr/>
        </p:nvSpPr>
        <p:spPr bwMode="auto">
          <a:xfrm>
            <a:off x="7958138" y="37369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9" name="Line 6"/>
          <p:cNvSpPr>
            <a:spLocks noChangeShapeType="1"/>
          </p:cNvSpPr>
          <p:nvPr/>
        </p:nvSpPr>
        <p:spPr bwMode="auto">
          <a:xfrm>
            <a:off x="6227763" y="3789363"/>
            <a:ext cx="1728787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0" name="Line 7"/>
          <p:cNvSpPr>
            <a:spLocks noChangeShapeType="1"/>
          </p:cNvSpPr>
          <p:nvPr/>
        </p:nvSpPr>
        <p:spPr bwMode="auto">
          <a:xfrm>
            <a:off x="6156325" y="2781300"/>
            <a:ext cx="1800225" cy="1008063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1" name="Line 8"/>
          <p:cNvSpPr>
            <a:spLocks noChangeShapeType="1"/>
          </p:cNvSpPr>
          <p:nvPr/>
        </p:nvSpPr>
        <p:spPr bwMode="auto">
          <a:xfrm flipV="1">
            <a:off x="6227763" y="3860800"/>
            <a:ext cx="1728787" cy="1008063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2" name="Freeform 9"/>
          <p:cNvSpPr>
            <a:spLocks/>
          </p:cNvSpPr>
          <p:nvPr/>
        </p:nvSpPr>
        <p:spPr bwMode="auto">
          <a:xfrm>
            <a:off x="6227763" y="3789363"/>
            <a:ext cx="288925" cy="1152525"/>
          </a:xfrm>
          <a:custGeom>
            <a:avLst/>
            <a:gdLst>
              <a:gd name="T0" fmla="*/ 0 w 182"/>
              <a:gd name="T1" fmla="*/ 0 h 726"/>
              <a:gd name="T2" fmla="*/ 2147483647 w 182"/>
              <a:gd name="T3" fmla="*/ 2147483647 h 726"/>
              <a:gd name="T4" fmla="*/ 0 w 182"/>
              <a:gd name="T5" fmla="*/ 2147483647 h 726"/>
              <a:gd name="T6" fmla="*/ 0 60000 65536"/>
              <a:gd name="T7" fmla="*/ 0 60000 65536"/>
              <a:gd name="T8" fmla="*/ 0 60000 65536"/>
              <a:gd name="T9" fmla="*/ 0 w 182"/>
              <a:gd name="T10" fmla="*/ 0 h 726"/>
              <a:gd name="T11" fmla="*/ 182 w 182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" h="726">
                <a:moveTo>
                  <a:pt x="0" y="0"/>
                </a:moveTo>
                <a:cubicBezTo>
                  <a:pt x="91" y="53"/>
                  <a:pt x="182" y="106"/>
                  <a:pt x="182" y="227"/>
                </a:cubicBezTo>
                <a:cubicBezTo>
                  <a:pt x="182" y="348"/>
                  <a:pt x="91" y="537"/>
                  <a:pt x="0" y="72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3" name="Freeform 10"/>
          <p:cNvSpPr>
            <a:spLocks/>
          </p:cNvSpPr>
          <p:nvPr/>
        </p:nvSpPr>
        <p:spPr bwMode="auto">
          <a:xfrm>
            <a:off x="5867400" y="3789363"/>
            <a:ext cx="360363" cy="1079500"/>
          </a:xfrm>
          <a:custGeom>
            <a:avLst/>
            <a:gdLst>
              <a:gd name="T0" fmla="*/ 2147483647 w 227"/>
              <a:gd name="T1" fmla="*/ 0 h 680"/>
              <a:gd name="T2" fmla="*/ 0 w 227"/>
              <a:gd name="T3" fmla="*/ 2147483647 h 680"/>
              <a:gd name="T4" fmla="*/ 2147483647 w 227"/>
              <a:gd name="T5" fmla="*/ 2147483647 h 680"/>
              <a:gd name="T6" fmla="*/ 0 60000 65536"/>
              <a:gd name="T7" fmla="*/ 0 60000 65536"/>
              <a:gd name="T8" fmla="*/ 0 60000 65536"/>
              <a:gd name="T9" fmla="*/ 0 w 227"/>
              <a:gd name="T10" fmla="*/ 0 h 680"/>
              <a:gd name="T11" fmla="*/ 227 w 227"/>
              <a:gd name="T12" fmla="*/ 680 h 6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680">
                <a:moveTo>
                  <a:pt x="227" y="0"/>
                </a:moveTo>
                <a:cubicBezTo>
                  <a:pt x="113" y="79"/>
                  <a:pt x="0" y="159"/>
                  <a:pt x="0" y="272"/>
                </a:cubicBezTo>
                <a:cubicBezTo>
                  <a:pt x="0" y="385"/>
                  <a:pt x="113" y="532"/>
                  <a:pt x="227" y="6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4" name="Oval 11"/>
          <p:cNvSpPr>
            <a:spLocks noChangeArrowheads="1"/>
          </p:cNvSpPr>
          <p:nvPr/>
        </p:nvSpPr>
        <p:spPr bwMode="auto">
          <a:xfrm>
            <a:off x="6156325" y="37163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5" name="Oval 12"/>
          <p:cNvSpPr>
            <a:spLocks noChangeArrowheads="1"/>
          </p:cNvSpPr>
          <p:nvPr/>
        </p:nvSpPr>
        <p:spPr bwMode="auto">
          <a:xfrm>
            <a:off x="6156325" y="479742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6" name="Freeform 13"/>
          <p:cNvSpPr>
            <a:spLocks/>
          </p:cNvSpPr>
          <p:nvPr/>
        </p:nvSpPr>
        <p:spPr bwMode="auto">
          <a:xfrm>
            <a:off x="5724525" y="2781300"/>
            <a:ext cx="431800" cy="1008063"/>
          </a:xfrm>
          <a:custGeom>
            <a:avLst/>
            <a:gdLst>
              <a:gd name="T0" fmla="*/ 2147483647 w 272"/>
              <a:gd name="T1" fmla="*/ 0 h 635"/>
              <a:gd name="T2" fmla="*/ 0 w 272"/>
              <a:gd name="T3" fmla="*/ 2147483647 h 635"/>
              <a:gd name="T4" fmla="*/ 2147483647 w 272"/>
              <a:gd name="T5" fmla="*/ 2147483647 h 635"/>
              <a:gd name="T6" fmla="*/ 0 60000 65536"/>
              <a:gd name="T7" fmla="*/ 0 60000 65536"/>
              <a:gd name="T8" fmla="*/ 0 60000 65536"/>
              <a:gd name="T9" fmla="*/ 0 w 272"/>
              <a:gd name="T10" fmla="*/ 0 h 635"/>
              <a:gd name="T11" fmla="*/ 272 w 272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35">
                <a:moveTo>
                  <a:pt x="272" y="0"/>
                </a:moveTo>
                <a:cubicBezTo>
                  <a:pt x="136" y="83"/>
                  <a:pt x="0" y="166"/>
                  <a:pt x="0" y="272"/>
                </a:cubicBezTo>
                <a:cubicBezTo>
                  <a:pt x="0" y="378"/>
                  <a:pt x="227" y="575"/>
                  <a:pt x="272" y="6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7" name="Freeform 14"/>
          <p:cNvSpPr>
            <a:spLocks/>
          </p:cNvSpPr>
          <p:nvPr/>
        </p:nvSpPr>
        <p:spPr bwMode="auto">
          <a:xfrm>
            <a:off x="6156325" y="2852738"/>
            <a:ext cx="371475" cy="936625"/>
          </a:xfrm>
          <a:custGeom>
            <a:avLst/>
            <a:gdLst>
              <a:gd name="T0" fmla="*/ 0 w 234"/>
              <a:gd name="T1" fmla="*/ 0 h 590"/>
              <a:gd name="T2" fmla="*/ 2147483647 w 234"/>
              <a:gd name="T3" fmla="*/ 2147483647 h 590"/>
              <a:gd name="T4" fmla="*/ 2147483647 w 234"/>
              <a:gd name="T5" fmla="*/ 2147483647 h 590"/>
              <a:gd name="T6" fmla="*/ 0 60000 65536"/>
              <a:gd name="T7" fmla="*/ 0 60000 65536"/>
              <a:gd name="T8" fmla="*/ 0 60000 65536"/>
              <a:gd name="T9" fmla="*/ 0 w 234"/>
              <a:gd name="T10" fmla="*/ 0 h 590"/>
              <a:gd name="T11" fmla="*/ 234 w 234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" h="590">
                <a:moveTo>
                  <a:pt x="0" y="0"/>
                </a:moveTo>
                <a:cubicBezTo>
                  <a:pt x="110" y="64"/>
                  <a:pt x="220" y="129"/>
                  <a:pt x="227" y="227"/>
                </a:cubicBezTo>
                <a:cubicBezTo>
                  <a:pt x="234" y="325"/>
                  <a:pt x="139" y="457"/>
                  <a:pt x="45" y="59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DAC285-EE96-4571-AC3F-B765F2E2C6F1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549275"/>
            <a:ext cx="8229600" cy="55816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称与节点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关联的所有边的关联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次数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之和为节点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(degree),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一个环算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9940" name="Oval 3"/>
          <p:cNvSpPr>
            <a:spLocks noChangeArrowheads="1"/>
          </p:cNvSpPr>
          <p:nvPr/>
        </p:nvSpPr>
        <p:spPr bwMode="auto">
          <a:xfrm>
            <a:off x="5364163" y="42211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1" name="Oval 4"/>
          <p:cNvSpPr>
            <a:spLocks noChangeArrowheads="1"/>
          </p:cNvSpPr>
          <p:nvPr/>
        </p:nvSpPr>
        <p:spPr bwMode="auto">
          <a:xfrm>
            <a:off x="7091363" y="30988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2" name="Oval 5"/>
          <p:cNvSpPr>
            <a:spLocks noChangeArrowheads="1"/>
          </p:cNvSpPr>
          <p:nvPr/>
        </p:nvSpPr>
        <p:spPr bwMode="auto">
          <a:xfrm>
            <a:off x="5292725" y="27082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3" name="Freeform 6"/>
          <p:cNvSpPr>
            <a:spLocks/>
          </p:cNvSpPr>
          <p:nvPr/>
        </p:nvSpPr>
        <p:spPr bwMode="auto">
          <a:xfrm>
            <a:off x="5435600" y="2576513"/>
            <a:ext cx="1728788" cy="563562"/>
          </a:xfrm>
          <a:custGeom>
            <a:avLst/>
            <a:gdLst>
              <a:gd name="T0" fmla="*/ 0 w 1089"/>
              <a:gd name="T1" fmla="*/ 2147483647 h 355"/>
              <a:gd name="T2" fmla="*/ 2147483647 w 1089"/>
              <a:gd name="T3" fmla="*/ 2147483647 h 355"/>
              <a:gd name="T4" fmla="*/ 2147483647 w 1089"/>
              <a:gd name="T5" fmla="*/ 2147483647 h 355"/>
              <a:gd name="T6" fmla="*/ 0 60000 65536"/>
              <a:gd name="T7" fmla="*/ 0 60000 65536"/>
              <a:gd name="T8" fmla="*/ 0 60000 65536"/>
              <a:gd name="T9" fmla="*/ 0 w 1089"/>
              <a:gd name="T10" fmla="*/ 0 h 355"/>
              <a:gd name="T11" fmla="*/ 1089 w 1089"/>
              <a:gd name="T12" fmla="*/ 355 h 3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9" h="355">
                <a:moveTo>
                  <a:pt x="0" y="129"/>
                </a:moveTo>
                <a:cubicBezTo>
                  <a:pt x="181" y="64"/>
                  <a:pt x="363" y="0"/>
                  <a:pt x="544" y="38"/>
                </a:cubicBezTo>
                <a:cubicBezTo>
                  <a:pt x="725" y="76"/>
                  <a:pt x="907" y="215"/>
                  <a:pt x="1089" y="35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Freeform 7"/>
          <p:cNvSpPr>
            <a:spLocks/>
          </p:cNvSpPr>
          <p:nvPr/>
        </p:nvSpPr>
        <p:spPr bwMode="auto">
          <a:xfrm>
            <a:off x="5435600" y="2852738"/>
            <a:ext cx="1655763" cy="492125"/>
          </a:xfrm>
          <a:custGeom>
            <a:avLst/>
            <a:gdLst>
              <a:gd name="T0" fmla="*/ 0 w 1043"/>
              <a:gd name="T1" fmla="*/ 0 h 310"/>
              <a:gd name="T2" fmla="*/ 2147483647 w 1043"/>
              <a:gd name="T3" fmla="*/ 2147483647 h 310"/>
              <a:gd name="T4" fmla="*/ 2147483647 w 1043"/>
              <a:gd name="T5" fmla="*/ 2147483647 h 310"/>
              <a:gd name="T6" fmla="*/ 0 60000 65536"/>
              <a:gd name="T7" fmla="*/ 0 60000 65536"/>
              <a:gd name="T8" fmla="*/ 0 60000 65536"/>
              <a:gd name="T9" fmla="*/ 0 w 1043"/>
              <a:gd name="T10" fmla="*/ 0 h 310"/>
              <a:gd name="T11" fmla="*/ 1043 w 1043"/>
              <a:gd name="T12" fmla="*/ 310 h 3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3" h="310">
                <a:moveTo>
                  <a:pt x="0" y="0"/>
                </a:moveTo>
                <a:cubicBezTo>
                  <a:pt x="117" y="117"/>
                  <a:pt x="234" y="234"/>
                  <a:pt x="408" y="272"/>
                </a:cubicBezTo>
                <a:cubicBezTo>
                  <a:pt x="582" y="310"/>
                  <a:pt x="812" y="268"/>
                  <a:pt x="1043" y="22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Line 8"/>
          <p:cNvSpPr>
            <a:spLocks noChangeShapeType="1"/>
          </p:cNvSpPr>
          <p:nvPr/>
        </p:nvSpPr>
        <p:spPr bwMode="auto">
          <a:xfrm>
            <a:off x="5397500" y="2781300"/>
            <a:ext cx="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6" name="Freeform 9"/>
          <p:cNvSpPr>
            <a:spLocks/>
          </p:cNvSpPr>
          <p:nvPr/>
        </p:nvSpPr>
        <p:spPr bwMode="auto">
          <a:xfrm>
            <a:off x="4754563" y="4292600"/>
            <a:ext cx="1404937" cy="468313"/>
          </a:xfrm>
          <a:custGeom>
            <a:avLst/>
            <a:gdLst>
              <a:gd name="T0" fmla="*/ 2147483647 w 885"/>
              <a:gd name="T1" fmla="*/ 0 h 295"/>
              <a:gd name="T2" fmla="*/ 2147483647 w 885"/>
              <a:gd name="T3" fmla="*/ 2147483647 h 295"/>
              <a:gd name="T4" fmla="*/ 2147483647 w 885"/>
              <a:gd name="T5" fmla="*/ 2147483647 h 295"/>
              <a:gd name="T6" fmla="*/ 2147483647 w 885"/>
              <a:gd name="T7" fmla="*/ 2147483647 h 295"/>
              <a:gd name="T8" fmla="*/ 2147483647 w 885"/>
              <a:gd name="T9" fmla="*/ 0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85"/>
              <a:gd name="T16" fmla="*/ 0 h 295"/>
              <a:gd name="T17" fmla="*/ 885 w 885"/>
              <a:gd name="T18" fmla="*/ 295 h 2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85" h="295">
                <a:moveTo>
                  <a:pt x="363" y="0"/>
                </a:moveTo>
                <a:cubicBezTo>
                  <a:pt x="181" y="68"/>
                  <a:pt x="0" y="137"/>
                  <a:pt x="45" y="182"/>
                </a:cubicBezTo>
                <a:cubicBezTo>
                  <a:pt x="90" y="227"/>
                  <a:pt x="499" y="295"/>
                  <a:pt x="635" y="272"/>
                </a:cubicBezTo>
                <a:cubicBezTo>
                  <a:pt x="771" y="249"/>
                  <a:pt x="885" y="90"/>
                  <a:pt x="862" y="45"/>
                </a:cubicBezTo>
                <a:cubicBezTo>
                  <a:pt x="839" y="0"/>
                  <a:pt x="669" y="0"/>
                  <a:pt x="499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7" name="Freeform 10"/>
          <p:cNvSpPr>
            <a:spLocks/>
          </p:cNvSpPr>
          <p:nvPr/>
        </p:nvSpPr>
        <p:spPr bwMode="auto">
          <a:xfrm>
            <a:off x="4140200" y="3860800"/>
            <a:ext cx="2640013" cy="1536700"/>
          </a:xfrm>
          <a:custGeom>
            <a:avLst/>
            <a:gdLst>
              <a:gd name="T0" fmla="*/ 2147483647 w 1663"/>
              <a:gd name="T1" fmla="*/ 2147483647 h 968"/>
              <a:gd name="T2" fmla="*/ 2147483647 w 1663"/>
              <a:gd name="T3" fmla="*/ 2147483647 h 968"/>
              <a:gd name="T4" fmla="*/ 2147483647 w 1663"/>
              <a:gd name="T5" fmla="*/ 2147483647 h 968"/>
              <a:gd name="T6" fmla="*/ 2147483647 w 1663"/>
              <a:gd name="T7" fmla="*/ 2147483647 h 968"/>
              <a:gd name="T8" fmla="*/ 2147483647 w 1663"/>
              <a:gd name="T9" fmla="*/ 2147483647 h 968"/>
              <a:gd name="T10" fmla="*/ 2147483647 w 1663"/>
              <a:gd name="T11" fmla="*/ 2147483647 h 968"/>
              <a:gd name="T12" fmla="*/ 2147483647 w 1663"/>
              <a:gd name="T13" fmla="*/ 2147483647 h 9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63"/>
              <a:gd name="T22" fmla="*/ 0 h 968"/>
              <a:gd name="T23" fmla="*/ 1663 w 1663"/>
              <a:gd name="T24" fmla="*/ 968 h 9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63" h="968">
                <a:moveTo>
                  <a:pt x="711" y="257"/>
                </a:moveTo>
                <a:cubicBezTo>
                  <a:pt x="529" y="230"/>
                  <a:pt x="348" y="204"/>
                  <a:pt x="257" y="302"/>
                </a:cubicBezTo>
                <a:cubicBezTo>
                  <a:pt x="166" y="400"/>
                  <a:pt x="0" y="749"/>
                  <a:pt x="166" y="847"/>
                </a:cubicBezTo>
                <a:cubicBezTo>
                  <a:pt x="332" y="945"/>
                  <a:pt x="1005" y="968"/>
                  <a:pt x="1255" y="892"/>
                </a:cubicBezTo>
                <a:cubicBezTo>
                  <a:pt x="1505" y="816"/>
                  <a:pt x="1663" y="537"/>
                  <a:pt x="1663" y="393"/>
                </a:cubicBezTo>
                <a:cubicBezTo>
                  <a:pt x="1663" y="249"/>
                  <a:pt x="1391" y="60"/>
                  <a:pt x="1255" y="30"/>
                </a:cubicBezTo>
                <a:cubicBezTo>
                  <a:pt x="1119" y="0"/>
                  <a:pt x="983" y="106"/>
                  <a:pt x="847" y="2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48" name="Object 11"/>
          <p:cNvGraphicFramePr>
            <a:graphicFrameLocks noChangeAspect="1"/>
          </p:cNvGraphicFramePr>
          <p:nvPr/>
        </p:nvGraphicFramePr>
        <p:xfrm>
          <a:off x="7435850" y="2970213"/>
          <a:ext cx="3619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5850" y="2970213"/>
                        <a:ext cx="3619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12"/>
          <p:cNvGraphicFramePr>
            <a:graphicFrameLocks noChangeAspect="1"/>
          </p:cNvGraphicFramePr>
          <p:nvPr/>
        </p:nvGraphicFramePr>
        <p:xfrm>
          <a:off x="5038725" y="3683000"/>
          <a:ext cx="4270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25" y="3683000"/>
                        <a:ext cx="4270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3"/>
          <p:cNvGraphicFramePr>
            <a:graphicFrameLocks noChangeAspect="1"/>
          </p:cNvGraphicFramePr>
          <p:nvPr/>
        </p:nvGraphicFramePr>
        <p:xfrm>
          <a:off x="4930775" y="2347913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2347913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14"/>
          <p:cNvGraphicFramePr>
            <a:graphicFrameLocks noChangeAspect="1"/>
          </p:cNvGraphicFramePr>
          <p:nvPr/>
        </p:nvGraphicFramePr>
        <p:xfrm>
          <a:off x="1403350" y="2636838"/>
          <a:ext cx="1973263" cy="176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6688" imgH="590490" progId="Equation.3">
                  <p:embed/>
                </p:oleObj>
              </mc:Choice>
              <mc:Fallback>
                <p:oleObj name="Equation" r:id="rId8" imgW="666688" imgH="59049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636838"/>
                        <a:ext cx="1973263" cy="176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5"/>
          <p:cNvGraphicFramePr>
            <a:graphicFrameLocks noChangeAspect="1"/>
          </p:cNvGraphicFramePr>
          <p:nvPr/>
        </p:nvGraphicFramePr>
        <p:xfrm>
          <a:off x="5292725" y="4941888"/>
          <a:ext cx="3937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23930" progId="Equation.3">
                  <p:embed/>
                </p:oleObj>
              </mc:Choice>
              <mc:Fallback>
                <p:oleObj name="Equation" r:id="rId10" imgW="57268" imgH="1239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941888"/>
                        <a:ext cx="3937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3" name="Object 16"/>
          <p:cNvGraphicFramePr>
            <a:graphicFrameLocks noChangeAspect="1"/>
          </p:cNvGraphicFramePr>
          <p:nvPr/>
        </p:nvGraphicFramePr>
        <p:xfrm>
          <a:off x="5292725" y="4292600"/>
          <a:ext cx="3603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543" imgH="123930" progId="Equation.3">
                  <p:embed/>
                </p:oleObj>
              </mc:Choice>
              <mc:Fallback>
                <p:oleObj name="Equation" r:id="rId12" imgW="47543" imgH="1239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292600"/>
                        <a:ext cx="36036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17"/>
          <p:cNvGraphicFramePr>
            <a:graphicFrameLocks noChangeAspect="1"/>
          </p:cNvGraphicFramePr>
          <p:nvPr/>
        </p:nvGraphicFramePr>
        <p:xfrm>
          <a:off x="5003800" y="3141663"/>
          <a:ext cx="3921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268" imgH="133380" progId="Equation.3">
                  <p:embed/>
                </p:oleObj>
              </mc:Choice>
              <mc:Fallback>
                <p:oleObj name="Equation" r:id="rId14" imgW="57268" imgH="1333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141663"/>
                        <a:ext cx="39211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18"/>
          <p:cNvGraphicFramePr>
            <a:graphicFrameLocks noChangeAspect="1"/>
          </p:cNvGraphicFramePr>
          <p:nvPr/>
        </p:nvGraphicFramePr>
        <p:xfrm>
          <a:off x="6011863" y="3213100"/>
          <a:ext cx="3937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268" imgH="123930" progId="Equation.3">
                  <p:embed/>
                </p:oleObj>
              </mc:Choice>
              <mc:Fallback>
                <p:oleObj name="Equation" r:id="rId16" imgW="57268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213100"/>
                        <a:ext cx="3937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6" name="Object 19"/>
          <p:cNvGraphicFramePr>
            <a:graphicFrameLocks noChangeAspect="1"/>
          </p:cNvGraphicFramePr>
          <p:nvPr/>
        </p:nvGraphicFramePr>
        <p:xfrm>
          <a:off x="6156325" y="2060575"/>
          <a:ext cx="3937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268" imgH="133380" progId="Equation.3">
                  <p:embed/>
                </p:oleObj>
              </mc:Choice>
              <mc:Fallback>
                <p:oleObj name="Equation" r:id="rId18" imgW="57268" imgH="1333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060575"/>
                        <a:ext cx="3937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33F21-C469-4A70-B16A-82A87603410A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od(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id(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od(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)+ id(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一个环算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0964" name="Oval 3"/>
          <p:cNvSpPr>
            <a:spLocks noChangeArrowheads="1"/>
          </p:cNvSpPr>
          <p:nvPr/>
        </p:nvSpPr>
        <p:spPr bwMode="auto">
          <a:xfrm>
            <a:off x="3492500" y="32845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Oval 4"/>
          <p:cNvSpPr>
            <a:spLocks noChangeArrowheads="1"/>
          </p:cNvSpPr>
          <p:nvPr/>
        </p:nvSpPr>
        <p:spPr bwMode="auto">
          <a:xfrm>
            <a:off x="5219700" y="32845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Oval 5"/>
          <p:cNvSpPr>
            <a:spLocks noChangeArrowheads="1"/>
          </p:cNvSpPr>
          <p:nvPr/>
        </p:nvSpPr>
        <p:spPr bwMode="auto">
          <a:xfrm>
            <a:off x="3490913" y="48688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7" name="Oval 6"/>
          <p:cNvSpPr>
            <a:spLocks noChangeArrowheads="1"/>
          </p:cNvSpPr>
          <p:nvPr/>
        </p:nvSpPr>
        <p:spPr bwMode="auto">
          <a:xfrm>
            <a:off x="5219700" y="48688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Line 7"/>
          <p:cNvSpPr>
            <a:spLocks noChangeShapeType="1"/>
          </p:cNvSpPr>
          <p:nvPr/>
        </p:nvSpPr>
        <p:spPr bwMode="auto">
          <a:xfrm>
            <a:off x="3563938" y="3429000"/>
            <a:ext cx="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9" name="Line 8"/>
          <p:cNvSpPr>
            <a:spLocks noChangeShapeType="1"/>
          </p:cNvSpPr>
          <p:nvPr/>
        </p:nvSpPr>
        <p:spPr bwMode="auto">
          <a:xfrm flipV="1">
            <a:off x="5292725" y="3500438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0" name="Freeform 9"/>
          <p:cNvSpPr>
            <a:spLocks/>
          </p:cNvSpPr>
          <p:nvPr/>
        </p:nvSpPr>
        <p:spPr bwMode="auto">
          <a:xfrm>
            <a:off x="3563938" y="4581525"/>
            <a:ext cx="1584325" cy="287338"/>
          </a:xfrm>
          <a:custGeom>
            <a:avLst/>
            <a:gdLst>
              <a:gd name="T0" fmla="*/ 0 w 998"/>
              <a:gd name="T1" fmla="*/ 2147483647 h 181"/>
              <a:gd name="T2" fmla="*/ 2147483647 w 998"/>
              <a:gd name="T3" fmla="*/ 0 h 181"/>
              <a:gd name="T4" fmla="*/ 2147483647 w 998"/>
              <a:gd name="T5" fmla="*/ 2147483647 h 181"/>
              <a:gd name="T6" fmla="*/ 0 60000 65536"/>
              <a:gd name="T7" fmla="*/ 0 60000 65536"/>
              <a:gd name="T8" fmla="*/ 0 60000 65536"/>
              <a:gd name="T9" fmla="*/ 0 w 998"/>
              <a:gd name="T10" fmla="*/ 0 h 181"/>
              <a:gd name="T11" fmla="*/ 998 w 998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8" h="181">
                <a:moveTo>
                  <a:pt x="0" y="181"/>
                </a:moveTo>
                <a:cubicBezTo>
                  <a:pt x="166" y="90"/>
                  <a:pt x="333" y="0"/>
                  <a:pt x="499" y="0"/>
                </a:cubicBezTo>
                <a:cubicBezTo>
                  <a:pt x="665" y="0"/>
                  <a:pt x="831" y="90"/>
                  <a:pt x="998" y="18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1" name="Freeform 10"/>
          <p:cNvSpPr>
            <a:spLocks/>
          </p:cNvSpPr>
          <p:nvPr/>
        </p:nvSpPr>
        <p:spPr bwMode="auto">
          <a:xfrm>
            <a:off x="3635375" y="4941888"/>
            <a:ext cx="1441450" cy="227012"/>
          </a:xfrm>
          <a:custGeom>
            <a:avLst/>
            <a:gdLst>
              <a:gd name="T0" fmla="*/ 0 w 908"/>
              <a:gd name="T1" fmla="*/ 0 h 143"/>
              <a:gd name="T2" fmla="*/ 2147483647 w 908"/>
              <a:gd name="T3" fmla="*/ 2147483647 h 143"/>
              <a:gd name="T4" fmla="*/ 2147483647 w 908"/>
              <a:gd name="T5" fmla="*/ 2147483647 h 143"/>
              <a:gd name="T6" fmla="*/ 0 60000 65536"/>
              <a:gd name="T7" fmla="*/ 0 60000 65536"/>
              <a:gd name="T8" fmla="*/ 0 60000 65536"/>
              <a:gd name="T9" fmla="*/ 0 w 908"/>
              <a:gd name="T10" fmla="*/ 0 h 143"/>
              <a:gd name="T11" fmla="*/ 908 w 908"/>
              <a:gd name="T12" fmla="*/ 143 h 1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8" h="143">
                <a:moveTo>
                  <a:pt x="0" y="0"/>
                </a:moveTo>
                <a:cubicBezTo>
                  <a:pt x="129" y="64"/>
                  <a:pt x="258" y="129"/>
                  <a:pt x="409" y="136"/>
                </a:cubicBezTo>
                <a:cubicBezTo>
                  <a:pt x="560" y="143"/>
                  <a:pt x="734" y="94"/>
                  <a:pt x="908" y="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2" name="Freeform 11"/>
          <p:cNvSpPr>
            <a:spLocks/>
          </p:cNvSpPr>
          <p:nvPr/>
        </p:nvSpPr>
        <p:spPr bwMode="auto">
          <a:xfrm>
            <a:off x="3563938" y="2900363"/>
            <a:ext cx="1655762" cy="457200"/>
          </a:xfrm>
          <a:custGeom>
            <a:avLst/>
            <a:gdLst>
              <a:gd name="T0" fmla="*/ 0 w 1043"/>
              <a:gd name="T1" fmla="*/ 2147483647 h 288"/>
              <a:gd name="T2" fmla="*/ 2147483647 w 1043"/>
              <a:gd name="T3" fmla="*/ 2147483647 h 288"/>
              <a:gd name="T4" fmla="*/ 2147483647 w 1043"/>
              <a:gd name="T5" fmla="*/ 2147483647 h 288"/>
              <a:gd name="T6" fmla="*/ 0 60000 65536"/>
              <a:gd name="T7" fmla="*/ 0 60000 65536"/>
              <a:gd name="T8" fmla="*/ 0 60000 65536"/>
              <a:gd name="T9" fmla="*/ 0 w 1043"/>
              <a:gd name="T10" fmla="*/ 0 h 288"/>
              <a:gd name="T11" fmla="*/ 1043 w 1043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3" h="288">
                <a:moveTo>
                  <a:pt x="0" y="288"/>
                </a:moveTo>
                <a:cubicBezTo>
                  <a:pt x="185" y="159"/>
                  <a:pt x="370" y="30"/>
                  <a:pt x="544" y="15"/>
                </a:cubicBezTo>
                <a:cubicBezTo>
                  <a:pt x="718" y="0"/>
                  <a:pt x="880" y="98"/>
                  <a:pt x="1043" y="19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3" name="Freeform 12"/>
          <p:cNvSpPr>
            <a:spLocks/>
          </p:cNvSpPr>
          <p:nvPr/>
        </p:nvSpPr>
        <p:spPr bwMode="auto">
          <a:xfrm>
            <a:off x="3619499" y="3343276"/>
            <a:ext cx="1600201" cy="457200"/>
          </a:xfrm>
          <a:custGeom>
            <a:avLst/>
            <a:gdLst>
              <a:gd name="T0" fmla="*/ 2147483647 w 952"/>
              <a:gd name="T1" fmla="*/ 0 h 234"/>
              <a:gd name="T2" fmla="*/ 2147483647 w 952"/>
              <a:gd name="T3" fmla="*/ 2147483647 h 234"/>
              <a:gd name="T4" fmla="*/ 0 w 952"/>
              <a:gd name="T5" fmla="*/ 2147483647 h 234"/>
              <a:gd name="T6" fmla="*/ 0 60000 65536"/>
              <a:gd name="T7" fmla="*/ 0 60000 65536"/>
              <a:gd name="T8" fmla="*/ 0 60000 65536"/>
              <a:gd name="T9" fmla="*/ 0 w 952"/>
              <a:gd name="T10" fmla="*/ 0 h 234"/>
              <a:gd name="T11" fmla="*/ 952 w 952"/>
              <a:gd name="T12" fmla="*/ 234 h 2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52" h="234">
                <a:moveTo>
                  <a:pt x="952" y="0"/>
                </a:moveTo>
                <a:cubicBezTo>
                  <a:pt x="782" y="110"/>
                  <a:pt x="612" y="220"/>
                  <a:pt x="453" y="227"/>
                </a:cubicBezTo>
                <a:cubicBezTo>
                  <a:pt x="294" y="234"/>
                  <a:pt x="147" y="139"/>
                  <a:pt x="0" y="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974" name="Object 13"/>
          <p:cNvGraphicFramePr>
            <a:graphicFrameLocks noChangeAspect="1"/>
          </p:cNvGraphicFramePr>
          <p:nvPr/>
        </p:nvGraphicFramePr>
        <p:xfrm>
          <a:off x="3059113" y="4437063"/>
          <a:ext cx="3619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437063"/>
                        <a:ext cx="3619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5" name="Object 14"/>
          <p:cNvGraphicFramePr>
            <a:graphicFrameLocks noChangeAspect="1"/>
          </p:cNvGraphicFramePr>
          <p:nvPr/>
        </p:nvGraphicFramePr>
        <p:xfrm>
          <a:off x="5403850" y="4652963"/>
          <a:ext cx="4270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4652963"/>
                        <a:ext cx="4270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6" name="Object 15"/>
          <p:cNvGraphicFramePr>
            <a:graphicFrameLocks noChangeAspect="1"/>
          </p:cNvGraphicFramePr>
          <p:nvPr/>
        </p:nvGraphicFramePr>
        <p:xfrm>
          <a:off x="5492750" y="2981325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0" y="2981325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6"/>
          <p:cNvGraphicFramePr>
            <a:graphicFrameLocks noChangeAspect="1"/>
          </p:cNvGraphicFramePr>
          <p:nvPr/>
        </p:nvGraphicFramePr>
        <p:xfrm>
          <a:off x="2992438" y="2997200"/>
          <a:ext cx="42703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8" y="2997200"/>
                        <a:ext cx="42703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8" name="Freeform 17"/>
          <p:cNvSpPr>
            <a:spLocks/>
          </p:cNvSpPr>
          <p:nvPr/>
        </p:nvSpPr>
        <p:spPr bwMode="auto">
          <a:xfrm>
            <a:off x="3035300" y="4941888"/>
            <a:ext cx="744538" cy="671512"/>
          </a:xfrm>
          <a:custGeom>
            <a:avLst/>
            <a:gdLst>
              <a:gd name="T0" fmla="*/ 2147483647 w 469"/>
              <a:gd name="T1" fmla="*/ 0 h 423"/>
              <a:gd name="T2" fmla="*/ 2147483647 w 469"/>
              <a:gd name="T3" fmla="*/ 2147483647 h 423"/>
              <a:gd name="T4" fmla="*/ 2147483647 w 469"/>
              <a:gd name="T5" fmla="*/ 2147483647 h 423"/>
              <a:gd name="T6" fmla="*/ 2147483647 w 469"/>
              <a:gd name="T7" fmla="*/ 2147483647 h 423"/>
              <a:gd name="T8" fmla="*/ 2147483647 w 469"/>
              <a:gd name="T9" fmla="*/ 2147483647 h 4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9"/>
              <a:gd name="T16" fmla="*/ 0 h 423"/>
              <a:gd name="T17" fmla="*/ 469 w 469"/>
              <a:gd name="T18" fmla="*/ 423 h 4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9" h="423">
                <a:moveTo>
                  <a:pt x="288" y="0"/>
                </a:moveTo>
                <a:cubicBezTo>
                  <a:pt x="144" y="102"/>
                  <a:pt x="0" y="204"/>
                  <a:pt x="15" y="272"/>
                </a:cubicBezTo>
                <a:cubicBezTo>
                  <a:pt x="30" y="340"/>
                  <a:pt x="302" y="423"/>
                  <a:pt x="378" y="408"/>
                </a:cubicBezTo>
                <a:cubicBezTo>
                  <a:pt x="454" y="393"/>
                  <a:pt x="469" y="234"/>
                  <a:pt x="469" y="181"/>
                </a:cubicBezTo>
                <a:cubicBezTo>
                  <a:pt x="469" y="128"/>
                  <a:pt x="423" y="109"/>
                  <a:pt x="378" y="9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9CA05C-8CF0-40A0-99BA-A22BF565F1DC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下面的定理是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L. Euler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1736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年证明的图论中的第一定理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常称为“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握手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(?)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6-1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在任何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其所有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节点度数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之和等于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41988" name="Object 3"/>
          <p:cNvGraphicFramePr>
            <a:graphicFrameLocks noChangeAspect="1"/>
          </p:cNvGraphicFramePr>
          <p:nvPr/>
        </p:nvGraphicFramePr>
        <p:xfrm>
          <a:off x="2771775" y="3068638"/>
          <a:ext cx="256222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95221" imgH="247590" progId="Equation.3">
                  <p:embed/>
                </p:oleObj>
              </mc:Choice>
              <mc:Fallback>
                <p:oleObj name="Equation" r:id="rId2" imgW="895221" imgH="2475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068638"/>
                        <a:ext cx="256222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AutoShape 4"/>
          <p:cNvSpPr>
            <a:spLocks noChangeArrowheads="1"/>
          </p:cNvSpPr>
          <p:nvPr/>
        </p:nvSpPr>
        <p:spPr bwMode="auto">
          <a:xfrm>
            <a:off x="2772346" y="4076701"/>
            <a:ext cx="431502" cy="792460"/>
          </a:xfrm>
          <a:prstGeom prst="upArrow">
            <a:avLst>
              <a:gd name="adj1" fmla="val 50000"/>
              <a:gd name="adj2" fmla="val 37684"/>
            </a:avLst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1990" name="Freeform 5"/>
          <p:cNvSpPr>
            <a:spLocks/>
          </p:cNvSpPr>
          <p:nvPr/>
        </p:nvSpPr>
        <p:spPr bwMode="auto">
          <a:xfrm>
            <a:off x="2484438" y="2924175"/>
            <a:ext cx="887412" cy="1101725"/>
          </a:xfrm>
          <a:custGeom>
            <a:avLst/>
            <a:gdLst>
              <a:gd name="T0" fmla="*/ 2147483647 w 559"/>
              <a:gd name="T1" fmla="*/ 2147483647 h 694"/>
              <a:gd name="T2" fmla="*/ 2147483647 w 559"/>
              <a:gd name="T3" fmla="*/ 2147483647 h 694"/>
              <a:gd name="T4" fmla="*/ 2147483647 w 559"/>
              <a:gd name="T5" fmla="*/ 2147483647 h 694"/>
              <a:gd name="T6" fmla="*/ 2147483647 w 559"/>
              <a:gd name="T7" fmla="*/ 2147483647 h 694"/>
              <a:gd name="T8" fmla="*/ 2147483647 w 559"/>
              <a:gd name="T9" fmla="*/ 2147483647 h 694"/>
              <a:gd name="T10" fmla="*/ 2147483647 w 559"/>
              <a:gd name="T11" fmla="*/ 2147483647 h 694"/>
              <a:gd name="T12" fmla="*/ 2147483647 w 559"/>
              <a:gd name="T13" fmla="*/ 2147483647 h 694"/>
              <a:gd name="T14" fmla="*/ 2147483647 w 559"/>
              <a:gd name="T15" fmla="*/ 2147483647 h 694"/>
              <a:gd name="T16" fmla="*/ 2147483647 w 559"/>
              <a:gd name="T17" fmla="*/ 2147483647 h 694"/>
              <a:gd name="T18" fmla="*/ 2147483647 w 559"/>
              <a:gd name="T19" fmla="*/ 2147483647 h 694"/>
              <a:gd name="T20" fmla="*/ 2147483647 w 559"/>
              <a:gd name="T21" fmla="*/ 2147483647 h 694"/>
              <a:gd name="T22" fmla="*/ 2147483647 w 559"/>
              <a:gd name="T23" fmla="*/ 2147483647 h 694"/>
              <a:gd name="T24" fmla="*/ 2147483647 w 559"/>
              <a:gd name="T25" fmla="*/ 2147483647 h 694"/>
              <a:gd name="T26" fmla="*/ 2147483647 w 559"/>
              <a:gd name="T27" fmla="*/ 2147483647 h 694"/>
              <a:gd name="T28" fmla="*/ 2147483647 w 559"/>
              <a:gd name="T29" fmla="*/ 2147483647 h 694"/>
              <a:gd name="T30" fmla="*/ 2147483647 w 559"/>
              <a:gd name="T31" fmla="*/ 2147483647 h 69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59"/>
              <a:gd name="T49" fmla="*/ 0 h 694"/>
              <a:gd name="T50" fmla="*/ 559 w 559"/>
              <a:gd name="T51" fmla="*/ 694 h 69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59" h="694">
                <a:moveTo>
                  <a:pt x="514" y="143"/>
                </a:moveTo>
                <a:cubicBezTo>
                  <a:pt x="521" y="188"/>
                  <a:pt x="559" y="294"/>
                  <a:pt x="559" y="370"/>
                </a:cubicBezTo>
                <a:cubicBezTo>
                  <a:pt x="559" y="446"/>
                  <a:pt x="552" y="544"/>
                  <a:pt x="514" y="597"/>
                </a:cubicBezTo>
                <a:cubicBezTo>
                  <a:pt x="476" y="650"/>
                  <a:pt x="392" y="680"/>
                  <a:pt x="332" y="687"/>
                </a:cubicBezTo>
                <a:cubicBezTo>
                  <a:pt x="272" y="694"/>
                  <a:pt x="196" y="665"/>
                  <a:pt x="151" y="642"/>
                </a:cubicBezTo>
                <a:cubicBezTo>
                  <a:pt x="106" y="619"/>
                  <a:pt x="83" y="596"/>
                  <a:pt x="60" y="551"/>
                </a:cubicBezTo>
                <a:cubicBezTo>
                  <a:pt x="37" y="506"/>
                  <a:pt x="22" y="430"/>
                  <a:pt x="15" y="370"/>
                </a:cubicBezTo>
                <a:cubicBezTo>
                  <a:pt x="8" y="310"/>
                  <a:pt x="0" y="241"/>
                  <a:pt x="15" y="188"/>
                </a:cubicBezTo>
                <a:cubicBezTo>
                  <a:pt x="30" y="135"/>
                  <a:pt x="67" y="82"/>
                  <a:pt x="105" y="52"/>
                </a:cubicBezTo>
                <a:cubicBezTo>
                  <a:pt x="143" y="22"/>
                  <a:pt x="203" y="14"/>
                  <a:pt x="241" y="7"/>
                </a:cubicBezTo>
                <a:cubicBezTo>
                  <a:pt x="279" y="0"/>
                  <a:pt x="309" y="0"/>
                  <a:pt x="332" y="7"/>
                </a:cubicBezTo>
                <a:cubicBezTo>
                  <a:pt x="355" y="14"/>
                  <a:pt x="354" y="45"/>
                  <a:pt x="377" y="52"/>
                </a:cubicBezTo>
                <a:cubicBezTo>
                  <a:pt x="400" y="59"/>
                  <a:pt x="453" y="44"/>
                  <a:pt x="468" y="52"/>
                </a:cubicBezTo>
                <a:cubicBezTo>
                  <a:pt x="483" y="60"/>
                  <a:pt x="460" y="90"/>
                  <a:pt x="468" y="98"/>
                </a:cubicBezTo>
                <a:cubicBezTo>
                  <a:pt x="476" y="106"/>
                  <a:pt x="506" y="91"/>
                  <a:pt x="514" y="98"/>
                </a:cubicBezTo>
                <a:cubicBezTo>
                  <a:pt x="522" y="105"/>
                  <a:pt x="507" y="98"/>
                  <a:pt x="514" y="143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74AFC9-302C-4B1C-BF50-11932DD8A433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Corollary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在任意图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度数为奇数的节点个数必为偶数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430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570101"/>
              </p:ext>
            </p:extLst>
          </p:nvPr>
        </p:nvGraphicFramePr>
        <p:xfrm>
          <a:off x="683569" y="2708275"/>
          <a:ext cx="761112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0300" imgH="257310" progId="Equation.3">
                  <p:embed/>
                </p:oleObj>
              </mc:Choice>
              <mc:Fallback>
                <p:oleObj name="Equation" r:id="rId2" imgW="2600300" imgH="2573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9" y="2708275"/>
                        <a:ext cx="761112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73272-F832-4952-ACDA-354601DE74C7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由定理及其推论很容易知道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在任何一次聚会上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所有人握手次数之和必为偶数并且握了奇数次手的人数必为偶数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.(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环的解释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?)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在任意有向图中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显然有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6-2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在任意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所有节点的出度之和等于入度之和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31856-A1CF-493C-8600-267BF18EFCB6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在任意图中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度数为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孤立点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(isolated vertex),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度数为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悬挂点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(pendant vertex).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5060" name="Oval 3"/>
          <p:cNvSpPr>
            <a:spLocks noChangeArrowheads="1"/>
          </p:cNvSpPr>
          <p:nvPr/>
        </p:nvSpPr>
        <p:spPr bwMode="auto">
          <a:xfrm>
            <a:off x="3276600" y="30686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1" name="Oval 4"/>
          <p:cNvSpPr>
            <a:spLocks noChangeArrowheads="1"/>
          </p:cNvSpPr>
          <p:nvPr/>
        </p:nvSpPr>
        <p:spPr bwMode="auto">
          <a:xfrm>
            <a:off x="3276600" y="22764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" name="Line 5"/>
          <p:cNvSpPr>
            <a:spLocks noChangeShapeType="1"/>
          </p:cNvSpPr>
          <p:nvPr/>
        </p:nvSpPr>
        <p:spPr bwMode="auto">
          <a:xfrm>
            <a:off x="3348038" y="2349500"/>
            <a:ext cx="0" cy="7921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3" name="Oval 6"/>
          <p:cNvSpPr>
            <a:spLocks noChangeArrowheads="1"/>
          </p:cNvSpPr>
          <p:nvPr/>
        </p:nvSpPr>
        <p:spPr bwMode="auto">
          <a:xfrm>
            <a:off x="2646363" y="36877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4" name="Oval 7"/>
          <p:cNvSpPr>
            <a:spLocks noChangeArrowheads="1"/>
          </p:cNvSpPr>
          <p:nvPr/>
        </p:nvSpPr>
        <p:spPr bwMode="auto">
          <a:xfrm>
            <a:off x="3836988" y="36115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5" name="Oval 8"/>
          <p:cNvSpPr>
            <a:spLocks noChangeArrowheads="1"/>
          </p:cNvSpPr>
          <p:nvPr/>
        </p:nvSpPr>
        <p:spPr bwMode="auto">
          <a:xfrm>
            <a:off x="3276600" y="42354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6" name="Line 9"/>
          <p:cNvSpPr>
            <a:spLocks noChangeShapeType="1"/>
          </p:cNvSpPr>
          <p:nvPr/>
        </p:nvSpPr>
        <p:spPr bwMode="auto">
          <a:xfrm flipH="1">
            <a:off x="2700338" y="3141663"/>
            <a:ext cx="647700" cy="6477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Line 10"/>
          <p:cNvSpPr>
            <a:spLocks noChangeShapeType="1"/>
          </p:cNvSpPr>
          <p:nvPr/>
        </p:nvSpPr>
        <p:spPr bwMode="auto">
          <a:xfrm flipH="1">
            <a:off x="3276600" y="3678238"/>
            <a:ext cx="647700" cy="6477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8" name="Line 11"/>
          <p:cNvSpPr>
            <a:spLocks noChangeShapeType="1"/>
          </p:cNvSpPr>
          <p:nvPr/>
        </p:nvSpPr>
        <p:spPr bwMode="auto">
          <a:xfrm>
            <a:off x="3367088" y="3160713"/>
            <a:ext cx="503237" cy="50323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9" name="Line 12"/>
          <p:cNvSpPr>
            <a:spLocks noChangeShapeType="1"/>
          </p:cNvSpPr>
          <p:nvPr/>
        </p:nvSpPr>
        <p:spPr bwMode="auto">
          <a:xfrm>
            <a:off x="2790825" y="3784600"/>
            <a:ext cx="503238" cy="50323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0" name="Oval 13"/>
          <p:cNvSpPr>
            <a:spLocks noChangeArrowheads="1"/>
          </p:cNvSpPr>
          <p:nvPr/>
        </p:nvSpPr>
        <p:spPr bwMode="auto">
          <a:xfrm>
            <a:off x="2627313" y="50847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071" name="Object 14"/>
          <p:cNvGraphicFramePr>
            <a:graphicFrameLocks noChangeAspect="1"/>
          </p:cNvGraphicFramePr>
          <p:nvPr/>
        </p:nvGraphicFramePr>
        <p:xfrm>
          <a:off x="3492500" y="1989138"/>
          <a:ext cx="3619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989138"/>
                        <a:ext cx="3619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2" name="Object 15"/>
          <p:cNvGraphicFramePr>
            <a:graphicFrameLocks noChangeAspect="1"/>
          </p:cNvGraphicFramePr>
          <p:nvPr/>
        </p:nvGraphicFramePr>
        <p:xfrm>
          <a:off x="3460750" y="2781300"/>
          <a:ext cx="4270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723" imgH="123930" progId="Equation.3">
                  <p:embed/>
                </p:oleObj>
              </mc:Choice>
              <mc:Fallback>
                <p:oleObj name="公式" r:id="rId4" imgW="66723" imgH="1239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2781300"/>
                        <a:ext cx="4270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Object 16"/>
          <p:cNvGraphicFramePr>
            <a:graphicFrameLocks noChangeAspect="1"/>
          </p:cNvGraphicFramePr>
          <p:nvPr/>
        </p:nvGraphicFramePr>
        <p:xfrm>
          <a:off x="2139950" y="3413125"/>
          <a:ext cx="3937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268" imgH="133380" progId="Equation.3">
                  <p:embed/>
                </p:oleObj>
              </mc:Choice>
              <mc:Fallback>
                <p:oleObj name="公式" r:id="rId6" imgW="57268" imgH="1333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3413125"/>
                        <a:ext cx="3937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Object 17"/>
          <p:cNvGraphicFramePr>
            <a:graphicFrameLocks noChangeAspect="1"/>
          </p:cNvGraphicFramePr>
          <p:nvPr/>
        </p:nvGraphicFramePr>
        <p:xfrm>
          <a:off x="4051300" y="3373438"/>
          <a:ext cx="4254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723" imgH="123930" progId="Equation.3">
                  <p:embed/>
                </p:oleObj>
              </mc:Choice>
              <mc:Fallback>
                <p:oleObj name="公式" r:id="rId8" imgW="66723" imgH="123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3373438"/>
                        <a:ext cx="4254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5" name="Object 18"/>
          <p:cNvGraphicFramePr>
            <a:graphicFrameLocks noChangeAspect="1"/>
          </p:cNvGraphicFramePr>
          <p:nvPr/>
        </p:nvGraphicFramePr>
        <p:xfrm>
          <a:off x="3508375" y="4133850"/>
          <a:ext cx="3921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7268" imgH="133380" progId="Equation.3">
                  <p:embed/>
                </p:oleObj>
              </mc:Choice>
              <mc:Fallback>
                <p:oleObj name="公式" r:id="rId10" imgW="57268" imgH="1333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75" y="4133850"/>
                        <a:ext cx="392113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Object 19"/>
          <p:cNvGraphicFramePr>
            <a:graphicFrameLocks noChangeAspect="1"/>
          </p:cNvGraphicFramePr>
          <p:nvPr/>
        </p:nvGraphicFramePr>
        <p:xfrm>
          <a:off x="2124075" y="4797425"/>
          <a:ext cx="425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723" imgH="133380" progId="Equation.3">
                  <p:embed/>
                </p:oleObj>
              </mc:Choice>
              <mc:Fallback>
                <p:oleObj name="公式" r:id="rId12" imgW="66723" imgH="1333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97425"/>
                        <a:ext cx="425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7" name="Oval 20"/>
          <p:cNvSpPr>
            <a:spLocks noChangeArrowheads="1"/>
          </p:cNvSpPr>
          <p:nvPr/>
        </p:nvSpPr>
        <p:spPr bwMode="auto">
          <a:xfrm>
            <a:off x="3851275" y="50847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8" name="Freeform 21"/>
          <p:cNvSpPr>
            <a:spLocks/>
          </p:cNvSpPr>
          <p:nvPr/>
        </p:nvSpPr>
        <p:spPr bwMode="auto">
          <a:xfrm>
            <a:off x="3924300" y="4787900"/>
            <a:ext cx="935038" cy="863600"/>
          </a:xfrm>
          <a:custGeom>
            <a:avLst/>
            <a:gdLst>
              <a:gd name="T0" fmla="*/ 0 w 589"/>
              <a:gd name="T1" fmla="*/ 2147483647 h 544"/>
              <a:gd name="T2" fmla="*/ 2147483647 w 589"/>
              <a:gd name="T3" fmla="*/ 2147483647 h 544"/>
              <a:gd name="T4" fmla="*/ 2147483647 w 589"/>
              <a:gd name="T5" fmla="*/ 2147483647 h 544"/>
              <a:gd name="T6" fmla="*/ 2147483647 w 589"/>
              <a:gd name="T7" fmla="*/ 2147483647 h 544"/>
              <a:gd name="T8" fmla="*/ 2147483647 w 589"/>
              <a:gd name="T9" fmla="*/ 2147483647 h 5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9"/>
              <a:gd name="T16" fmla="*/ 0 h 544"/>
              <a:gd name="T17" fmla="*/ 589 w 589"/>
              <a:gd name="T18" fmla="*/ 544 h 5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9" h="544">
                <a:moveTo>
                  <a:pt x="0" y="197"/>
                </a:moveTo>
                <a:cubicBezTo>
                  <a:pt x="87" y="113"/>
                  <a:pt x="174" y="30"/>
                  <a:pt x="272" y="15"/>
                </a:cubicBezTo>
                <a:cubicBezTo>
                  <a:pt x="370" y="0"/>
                  <a:pt x="589" y="23"/>
                  <a:pt x="589" y="106"/>
                </a:cubicBezTo>
                <a:cubicBezTo>
                  <a:pt x="589" y="189"/>
                  <a:pt x="363" y="484"/>
                  <a:pt x="272" y="514"/>
                </a:cubicBezTo>
                <a:cubicBezTo>
                  <a:pt x="181" y="544"/>
                  <a:pt x="113" y="415"/>
                  <a:pt x="45" y="287"/>
                </a:cubicBezTo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79" name="Object 22"/>
          <p:cNvGraphicFramePr>
            <a:graphicFrameLocks noChangeAspect="1"/>
          </p:cNvGraphicFramePr>
          <p:nvPr/>
        </p:nvGraphicFramePr>
        <p:xfrm>
          <a:off x="4067175" y="4868863"/>
          <a:ext cx="4254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723" imgH="133380" progId="Equation.3">
                  <p:embed/>
                </p:oleObj>
              </mc:Choice>
              <mc:Fallback>
                <p:oleObj name="公式" r:id="rId14" imgW="66723" imgH="1333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868863"/>
                        <a:ext cx="42545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24BBA3-7C09-41E4-8025-5EF72459D904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对于任意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个人的组里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必有两个人有相同个数的朋友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将组里的每个人看作节点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两个人是朋友当且仅当对应的节点邻接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于是得到一个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中每节点的度数可能为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0, 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中一个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6084" name="Oval 3"/>
          <p:cNvSpPr>
            <a:spLocks noChangeArrowheads="1"/>
          </p:cNvSpPr>
          <p:nvPr/>
        </p:nvSpPr>
        <p:spPr bwMode="auto">
          <a:xfrm>
            <a:off x="2299120" y="5387792"/>
            <a:ext cx="73025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5" name="Oval 4"/>
          <p:cNvSpPr>
            <a:spLocks noChangeArrowheads="1"/>
          </p:cNvSpPr>
          <p:nvPr/>
        </p:nvSpPr>
        <p:spPr bwMode="auto">
          <a:xfrm>
            <a:off x="3019845" y="4595630"/>
            <a:ext cx="73025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6" name="Oval 5"/>
          <p:cNvSpPr>
            <a:spLocks noChangeArrowheads="1"/>
          </p:cNvSpPr>
          <p:nvPr/>
        </p:nvSpPr>
        <p:spPr bwMode="auto">
          <a:xfrm>
            <a:off x="3380207" y="6179955"/>
            <a:ext cx="73025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7" name="Oval 6"/>
          <p:cNvSpPr>
            <a:spLocks noChangeArrowheads="1"/>
          </p:cNvSpPr>
          <p:nvPr/>
        </p:nvSpPr>
        <p:spPr bwMode="auto">
          <a:xfrm>
            <a:off x="4531145" y="5891030"/>
            <a:ext cx="73025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Oval 7"/>
          <p:cNvSpPr>
            <a:spLocks noChangeArrowheads="1"/>
          </p:cNvSpPr>
          <p:nvPr/>
        </p:nvSpPr>
        <p:spPr bwMode="auto">
          <a:xfrm>
            <a:off x="4243807" y="4524192"/>
            <a:ext cx="73025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9" name="Line 8"/>
          <p:cNvSpPr>
            <a:spLocks noChangeShapeType="1"/>
          </p:cNvSpPr>
          <p:nvPr/>
        </p:nvSpPr>
        <p:spPr bwMode="auto">
          <a:xfrm>
            <a:off x="3091282" y="4667067"/>
            <a:ext cx="1439863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0" name="Line 9"/>
          <p:cNvSpPr>
            <a:spLocks noChangeShapeType="1"/>
          </p:cNvSpPr>
          <p:nvPr/>
        </p:nvSpPr>
        <p:spPr bwMode="auto">
          <a:xfrm>
            <a:off x="4243807" y="4524192"/>
            <a:ext cx="287338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1" name="Line 10"/>
          <p:cNvSpPr>
            <a:spLocks noChangeShapeType="1"/>
          </p:cNvSpPr>
          <p:nvPr/>
        </p:nvSpPr>
        <p:spPr bwMode="auto">
          <a:xfrm flipH="1">
            <a:off x="3380207" y="4595630"/>
            <a:ext cx="86360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2" name="Line 11"/>
          <p:cNvSpPr>
            <a:spLocks noChangeShapeType="1"/>
          </p:cNvSpPr>
          <p:nvPr/>
        </p:nvSpPr>
        <p:spPr bwMode="auto">
          <a:xfrm flipH="1">
            <a:off x="2372145" y="4667067"/>
            <a:ext cx="6477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Line 12"/>
          <p:cNvSpPr>
            <a:spLocks noChangeShapeType="1"/>
          </p:cNvSpPr>
          <p:nvPr/>
        </p:nvSpPr>
        <p:spPr bwMode="auto">
          <a:xfrm flipV="1">
            <a:off x="2299120" y="4595630"/>
            <a:ext cx="194468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B8FBC-0F22-4F67-A125-02415023981E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中无孤立点时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于是每节点的度数可能为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- 1.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由于共有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于是必有两节点度数相同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中有孤立点时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这时每节点的度数只可能为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0, 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- 2.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同样由于共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有个节点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因此必有两节点度数相同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C6A2E8-BF18-4E89-8E93-F4D2F71908D4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若一个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</a:t>
            </a:r>
            <a:r>
              <a:rPr lang="en-US" altLang="zh-Han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Simple)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的每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节点度数均为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正则图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-regular graph).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8132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9138"/>
            <a:ext cx="7055941" cy="325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EEA2A2-D5D4-40F6-9F0B-790020B91F91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6-2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正则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3 =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各是多少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Hint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根据握手定理有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4915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649985"/>
              </p:ext>
            </p:extLst>
          </p:nvPr>
        </p:nvGraphicFramePr>
        <p:xfrm>
          <a:off x="3276600" y="2349500"/>
          <a:ext cx="18049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6790" imgH="85860" progId="Equation.3">
                  <p:embed/>
                </p:oleObj>
              </mc:Choice>
              <mc:Fallback>
                <p:oleObj name="公式" r:id="rId2" imgW="466790" imgH="858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49500"/>
                        <a:ext cx="180498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962215"/>
              </p:ext>
            </p:extLst>
          </p:nvPr>
        </p:nvGraphicFramePr>
        <p:xfrm>
          <a:off x="3276600" y="3284538"/>
          <a:ext cx="2231504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99965" imgH="85860" progId="Equation.3">
                  <p:embed/>
                </p:oleObj>
              </mc:Choice>
              <mc:Fallback>
                <p:oleObj name="公式" r:id="rId4" imgW="599965" imgH="858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284538"/>
                        <a:ext cx="2231504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490675"/>
              </p:ext>
            </p:extLst>
          </p:nvPr>
        </p:nvGraphicFramePr>
        <p:xfrm>
          <a:off x="3275856" y="4797425"/>
          <a:ext cx="230408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38054" imgH="104760" progId="Equation.3">
                  <p:embed/>
                </p:oleObj>
              </mc:Choice>
              <mc:Fallback>
                <p:oleObj name="公式" r:id="rId6" imgW="638054" imgH="1047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797425"/>
                        <a:ext cx="230408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AutoShape 6"/>
          <p:cNvSpPr>
            <a:spLocks noChangeArrowheads="1"/>
          </p:cNvSpPr>
          <p:nvPr/>
        </p:nvSpPr>
        <p:spPr bwMode="auto">
          <a:xfrm>
            <a:off x="3851275" y="3933825"/>
            <a:ext cx="431800" cy="574675"/>
          </a:xfrm>
          <a:prstGeom prst="downArrow">
            <a:avLst>
              <a:gd name="adj1" fmla="val 50000"/>
              <a:gd name="adj2" fmla="val 33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21F07-BF90-40FA-8934-6AF72785AF8D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6-9</a:t>
            </a: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  <p:graphicFrame>
        <p:nvGraphicFramePr>
          <p:cNvPr id="50180" name="Object 3"/>
          <p:cNvGraphicFramePr>
            <a:graphicFrameLocks noChangeAspect="1"/>
          </p:cNvGraphicFramePr>
          <p:nvPr/>
        </p:nvGraphicFramePr>
        <p:xfrm>
          <a:off x="4043363" y="846138"/>
          <a:ext cx="31877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3478" imgH="180900" progId="Equation.3">
                  <p:embed/>
                </p:oleObj>
              </mc:Choice>
              <mc:Fallback>
                <p:oleObj name="Equation" r:id="rId2" imgW="1133478" imgH="180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846138"/>
                        <a:ext cx="31877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4"/>
          <p:cNvGraphicFramePr>
            <a:graphicFrameLocks noChangeAspect="1"/>
          </p:cNvGraphicFramePr>
          <p:nvPr/>
        </p:nvGraphicFramePr>
        <p:xfrm>
          <a:off x="4116388" y="1700213"/>
          <a:ext cx="30892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5389" imgH="180900" progId="Equation.3">
                  <p:embed/>
                </p:oleObj>
              </mc:Choice>
              <mc:Fallback>
                <p:oleObj name="Equation" r:id="rId4" imgW="1095389" imgH="180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388" y="1700213"/>
                        <a:ext cx="30892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5"/>
          <p:cNvGraphicFramePr>
            <a:graphicFrameLocks noChangeAspect="1"/>
          </p:cNvGraphicFramePr>
          <p:nvPr/>
        </p:nvGraphicFramePr>
        <p:xfrm>
          <a:off x="1222375" y="3268663"/>
          <a:ext cx="35496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76378" imgH="200070" progId="Equation.3">
                  <p:embed/>
                </p:oleObj>
              </mc:Choice>
              <mc:Fallback>
                <p:oleObj name="Equation" r:id="rId6" imgW="1276378" imgH="2000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3268663"/>
                        <a:ext cx="35496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6"/>
          <p:cNvGraphicFramePr>
            <a:graphicFrameLocks noChangeAspect="1"/>
          </p:cNvGraphicFramePr>
          <p:nvPr/>
        </p:nvGraphicFramePr>
        <p:xfrm>
          <a:off x="5019675" y="3213100"/>
          <a:ext cx="351631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6923" imgH="200070" progId="Equation.3">
                  <p:embed/>
                </p:oleObj>
              </mc:Choice>
              <mc:Fallback>
                <p:oleObj name="Equation" r:id="rId8" imgW="1266923" imgH="20007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675" y="3213100"/>
                        <a:ext cx="351631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7"/>
          <p:cNvGraphicFramePr>
            <a:graphicFrameLocks noChangeAspect="1"/>
          </p:cNvGraphicFramePr>
          <p:nvPr/>
        </p:nvGraphicFramePr>
        <p:xfrm>
          <a:off x="1190625" y="4276725"/>
          <a:ext cx="351631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6923" imgH="200070" progId="Equation.3">
                  <p:embed/>
                </p:oleObj>
              </mc:Choice>
              <mc:Fallback>
                <p:oleObj name="Equation" r:id="rId10" imgW="1266923" imgH="20007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4276725"/>
                        <a:ext cx="351631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8"/>
          <p:cNvGraphicFramePr>
            <a:graphicFrameLocks noChangeAspect="1"/>
          </p:cNvGraphicFramePr>
          <p:nvPr/>
        </p:nvGraphicFramePr>
        <p:xfrm>
          <a:off x="5019675" y="4365625"/>
          <a:ext cx="348297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7744" imgH="200070" progId="Equation.3">
                  <p:embed/>
                </p:oleObj>
              </mc:Choice>
              <mc:Fallback>
                <p:oleObj name="Equation" r:id="rId12" imgW="1247744" imgH="20007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675" y="4365625"/>
                        <a:ext cx="3482975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Rectangle 9"/>
          <p:cNvSpPr>
            <a:spLocks noChangeArrowheads="1"/>
          </p:cNvSpPr>
          <p:nvPr/>
        </p:nvSpPr>
        <p:spPr bwMode="auto">
          <a:xfrm>
            <a:off x="4067175" y="765175"/>
            <a:ext cx="3241675" cy="1657350"/>
          </a:xfrm>
          <a:prstGeom prst="rect">
            <a:avLst/>
          </a:prstGeom>
          <a:solidFill>
            <a:schemeClr val="tx1">
              <a:alpha val="16862"/>
            </a:schemeClr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7CE04C-75F9-4B60-91FE-CB57A73557FA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rrowheads="1"/>
          </p:cNvSpPr>
          <p:nvPr>
            <p:ph/>
          </p:nvPr>
        </p:nvSpPr>
        <p:spPr>
          <a:xfrm>
            <a:off x="301625" y="228600"/>
            <a:ext cx="8540750" cy="615272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 …,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为的度数序列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还可以定义其出度序列和入度序列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6-3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是否存在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其度数序列分别为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7, 5, 4, 2, 2, 1.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4, 4, 3, 3, 2, 2.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度数序列与节点排列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顺序关系不大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1204" name="Oval 3"/>
          <p:cNvSpPr>
            <a:spLocks noChangeArrowheads="1"/>
          </p:cNvSpPr>
          <p:nvPr/>
        </p:nvSpPr>
        <p:spPr bwMode="auto">
          <a:xfrm>
            <a:off x="5292725" y="35004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5" name="Oval 4"/>
          <p:cNvSpPr>
            <a:spLocks noChangeArrowheads="1"/>
          </p:cNvSpPr>
          <p:nvPr/>
        </p:nvSpPr>
        <p:spPr bwMode="auto">
          <a:xfrm>
            <a:off x="6443663" y="35004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6" name="Oval 5"/>
          <p:cNvSpPr>
            <a:spLocks noChangeArrowheads="1"/>
          </p:cNvSpPr>
          <p:nvPr/>
        </p:nvSpPr>
        <p:spPr bwMode="auto">
          <a:xfrm>
            <a:off x="4643438" y="45815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7" name="Oval 6"/>
          <p:cNvSpPr>
            <a:spLocks noChangeArrowheads="1"/>
          </p:cNvSpPr>
          <p:nvPr/>
        </p:nvSpPr>
        <p:spPr bwMode="auto">
          <a:xfrm>
            <a:off x="5292725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8" name="Oval 7"/>
          <p:cNvSpPr>
            <a:spLocks noChangeArrowheads="1"/>
          </p:cNvSpPr>
          <p:nvPr/>
        </p:nvSpPr>
        <p:spPr bwMode="auto">
          <a:xfrm>
            <a:off x="65166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9" name="Oval 8"/>
          <p:cNvSpPr>
            <a:spLocks noChangeArrowheads="1"/>
          </p:cNvSpPr>
          <p:nvPr/>
        </p:nvSpPr>
        <p:spPr bwMode="auto">
          <a:xfrm>
            <a:off x="7235825" y="44370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0" name="Line 9"/>
          <p:cNvSpPr>
            <a:spLocks noChangeShapeType="1"/>
          </p:cNvSpPr>
          <p:nvPr/>
        </p:nvSpPr>
        <p:spPr bwMode="auto">
          <a:xfrm>
            <a:off x="5364163" y="357346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1" name="Line 10"/>
          <p:cNvSpPr>
            <a:spLocks noChangeShapeType="1"/>
          </p:cNvSpPr>
          <p:nvPr/>
        </p:nvSpPr>
        <p:spPr bwMode="auto">
          <a:xfrm>
            <a:off x="6588125" y="3573463"/>
            <a:ext cx="6477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2" name="Line 11"/>
          <p:cNvSpPr>
            <a:spLocks noChangeShapeType="1"/>
          </p:cNvSpPr>
          <p:nvPr/>
        </p:nvSpPr>
        <p:spPr bwMode="auto">
          <a:xfrm flipH="1">
            <a:off x="4659347" y="3644900"/>
            <a:ext cx="64770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3" name="Line 12"/>
          <p:cNvSpPr>
            <a:spLocks noChangeShapeType="1"/>
          </p:cNvSpPr>
          <p:nvPr/>
        </p:nvSpPr>
        <p:spPr bwMode="auto">
          <a:xfrm>
            <a:off x="4716463" y="4652963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4" name="Line 13"/>
          <p:cNvSpPr>
            <a:spLocks noChangeShapeType="1"/>
          </p:cNvSpPr>
          <p:nvPr/>
        </p:nvSpPr>
        <p:spPr bwMode="auto">
          <a:xfrm>
            <a:off x="5435600" y="551656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5" name="Line 14"/>
          <p:cNvSpPr>
            <a:spLocks noChangeShapeType="1"/>
          </p:cNvSpPr>
          <p:nvPr/>
        </p:nvSpPr>
        <p:spPr bwMode="auto">
          <a:xfrm flipV="1">
            <a:off x="6659563" y="4581525"/>
            <a:ext cx="64928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6" name="Line 15"/>
          <p:cNvSpPr>
            <a:spLocks noChangeShapeType="1"/>
          </p:cNvSpPr>
          <p:nvPr/>
        </p:nvSpPr>
        <p:spPr bwMode="auto">
          <a:xfrm>
            <a:off x="5364163" y="3573463"/>
            <a:ext cx="1871662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8" name="Line 17"/>
          <p:cNvSpPr>
            <a:spLocks noChangeShapeType="1"/>
          </p:cNvSpPr>
          <p:nvPr/>
        </p:nvSpPr>
        <p:spPr bwMode="auto">
          <a:xfrm>
            <a:off x="5364163" y="3644900"/>
            <a:ext cx="1223962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7" name="Line 16"/>
          <p:cNvSpPr>
            <a:spLocks noChangeShapeType="1"/>
          </p:cNvSpPr>
          <p:nvPr/>
        </p:nvSpPr>
        <p:spPr bwMode="auto">
          <a:xfrm>
            <a:off x="4716463" y="4595813"/>
            <a:ext cx="2519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animBg="1"/>
      <p:bldP spid="51205" grpId="0" animBg="1"/>
      <p:bldP spid="51206" grpId="0" animBg="1"/>
      <p:bldP spid="51207" grpId="0" animBg="1"/>
      <p:bldP spid="51208" grpId="0" animBg="1"/>
      <p:bldP spid="51209" grpId="0" animBg="1"/>
      <p:bldP spid="51210" grpId="0" animBg="1"/>
      <p:bldP spid="51211" grpId="0" animBg="1"/>
      <p:bldP spid="51212" grpId="0" animBg="1"/>
      <p:bldP spid="51213" grpId="0" animBg="1"/>
      <p:bldP spid="51214" grpId="0" animBg="1"/>
      <p:bldP spid="51215" grpId="0" animBg="1"/>
      <p:bldP spid="51216" grpId="0" animBg="1"/>
      <p:bldP spid="51218" grpId="0" animBg="1"/>
      <p:bldP spid="512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5FF290-2746-412F-B4FD-5EA9397864C9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Solution 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由于序列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7, 5, 4, 2, 2, 1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奇数个数为奇数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根据握手定理的推论知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不可能存在一个图其度数序列为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7, 5, 4, 2, 2, 1.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因为序列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4, 4, 3, 3, 2, 2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奇数个数为偶数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可以得到一个无向图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见图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7-11),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其度数序列为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4, 4, 3, 3, 2, 2.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5CF301-2843-4305-8625-F2E3A4BC23B4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145410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5300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55301" name="Group 4"/>
          <p:cNvGrpSpPr>
            <a:grpSpLocks/>
          </p:cNvGrpSpPr>
          <p:nvPr/>
        </p:nvGrpSpPr>
        <p:grpSpPr bwMode="auto">
          <a:xfrm>
            <a:off x="1042988" y="1341438"/>
            <a:ext cx="5181600" cy="508000"/>
            <a:chOff x="1419" y="1480"/>
            <a:chExt cx="3575" cy="363"/>
          </a:xfrm>
        </p:grpSpPr>
        <p:grpSp>
          <p:nvGrpSpPr>
            <p:cNvPr id="55330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45414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5415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无向图节点的度数</a:t>
                </a:r>
              </a:p>
            </p:txBody>
          </p:sp>
        </p:grpSp>
        <p:sp>
          <p:nvSpPr>
            <p:cNvPr id="145416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5332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302" name="Group 10"/>
          <p:cNvGrpSpPr>
            <a:grpSpLocks/>
          </p:cNvGrpSpPr>
          <p:nvPr/>
        </p:nvGrpSpPr>
        <p:grpSpPr bwMode="auto">
          <a:xfrm>
            <a:off x="1763713" y="2133600"/>
            <a:ext cx="5181600" cy="508000"/>
            <a:chOff x="1419" y="1480"/>
            <a:chExt cx="3575" cy="363"/>
          </a:xfrm>
        </p:grpSpPr>
        <p:grpSp>
          <p:nvGrpSpPr>
            <p:cNvPr id="55325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45420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5421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dirty="0">
                    <a:solidFill>
                      <a:srgbClr val="003300"/>
                    </a:solidFill>
                  </a:rPr>
                  <a:t>有向图节点的出度、入度</a:t>
                </a:r>
              </a:p>
            </p:txBody>
          </p:sp>
        </p:grpSp>
        <p:sp>
          <p:nvSpPr>
            <p:cNvPr id="145422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5327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303" name="Group 16"/>
          <p:cNvGrpSpPr>
            <a:grpSpLocks/>
          </p:cNvGrpSpPr>
          <p:nvPr/>
        </p:nvGrpSpPr>
        <p:grpSpPr bwMode="auto">
          <a:xfrm>
            <a:off x="2051050" y="2924175"/>
            <a:ext cx="5181600" cy="508000"/>
            <a:chOff x="1419" y="1480"/>
            <a:chExt cx="3575" cy="363"/>
          </a:xfrm>
        </p:grpSpPr>
        <p:grpSp>
          <p:nvGrpSpPr>
            <p:cNvPr id="55320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45426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5427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握手定理</a:t>
                </a:r>
              </a:p>
            </p:txBody>
          </p:sp>
        </p:grpSp>
        <p:sp>
          <p:nvSpPr>
            <p:cNvPr id="145428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5322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304" name="Group 22"/>
          <p:cNvGrpSpPr>
            <a:grpSpLocks/>
          </p:cNvGrpSpPr>
          <p:nvPr/>
        </p:nvGrpSpPr>
        <p:grpSpPr bwMode="auto">
          <a:xfrm>
            <a:off x="2051050" y="3789363"/>
            <a:ext cx="5181600" cy="508000"/>
            <a:chOff x="1419" y="1480"/>
            <a:chExt cx="3575" cy="363"/>
          </a:xfrm>
        </p:grpSpPr>
        <p:grpSp>
          <p:nvGrpSpPr>
            <p:cNvPr id="55315" name="Group 23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45432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5433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i="1" dirty="0">
                    <a:solidFill>
                      <a:srgbClr val="003300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dirty="0">
                    <a:solidFill>
                      <a:srgbClr val="003300"/>
                    </a:solidFill>
                    <a:latin typeface="Times New Roman" pitchFamily="18" charset="0"/>
                  </a:rPr>
                  <a:t>-</a:t>
                </a:r>
                <a:r>
                  <a:rPr lang="zh-CN" altLang="en-US" dirty="0">
                    <a:solidFill>
                      <a:srgbClr val="003300"/>
                    </a:solidFill>
                  </a:rPr>
                  <a:t>正则图、度数序列</a:t>
                </a:r>
                <a:endParaRPr lang="zh-CN" altLang="zh-CN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145434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5317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305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55307" name="Group 30"/>
          <p:cNvGrpSpPr>
            <a:grpSpLocks/>
          </p:cNvGrpSpPr>
          <p:nvPr/>
        </p:nvGrpSpPr>
        <p:grpSpPr bwMode="auto">
          <a:xfrm>
            <a:off x="1116013" y="5013325"/>
            <a:ext cx="5437143" cy="685800"/>
            <a:chOff x="1152" y="2832"/>
            <a:chExt cx="3444" cy="432"/>
          </a:xfrm>
        </p:grpSpPr>
        <p:grpSp>
          <p:nvGrpSpPr>
            <p:cNvPr id="55308" name="Group 31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55312" name="AutoShape 3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13" name="AutoShape 3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442" name="AutoShape 34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5309" name="Line 35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0" name="Text Box 36"/>
            <p:cNvSpPr txBox="1">
              <a:spLocks noChangeArrowheads="1"/>
            </p:cNvSpPr>
            <p:nvPr/>
          </p:nvSpPr>
          <p:spPr bwMode="auto">
            <a:xfrm>
              <a:off x="2112" y="2832"/>
              <a:ext cx="248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2"/>
                  </a:solidFill>
                </a:rPr>
                <a:t>习题</a:t>
              </a:r>
              <a:r>
                <a:rPr lang="en-US" altLang="zh-CN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6.2            8</a:t>
              </a:r>
            </a:p>
          </p:txBody>
        </p:sp>
        <p:sp>
          <p:nvSpPr>
            <p:cNvPr id="55311" name="Text Box 37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763588" y="2222500"/>
            <a:ext cx="7481887" cy="560388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chemeClr val="tx1"/>
                </a:solidFill>
                <a:latin typeface="Times New Roman" pitchFamily="18" charset="0"/>
              </a:rPr>
              <a:t>6.3 </a:t>
            </a:r>
            <a:r>
              <a:rPr lang="zh-CN" altLang="en-US" sz="36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子图</a:t>
            </a:r>
            <a:r>
              <a:rPr lang="zh-CN" altLang="en-US" sz="3600" b="1" dirty="0">
                <a:solidFill>
                  <a:schemeClr val="tx1"/>
                </a:solidFill>
                <a:latin typeface="楷体_GB2312" pitchFamily="49" charset="-122"/>
              </a:rPr>
              <a:t>、</a:t>
            </a:r>
            <a:r>
              <a:rPr lang="zh-CN" altLang="en-US" sz="3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图</a:t>
            </a:r>
            <a:r>
              <a:rPr lang="zh-CN" altLang="en-US" sz="36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的运算</a:t>
            </a:r>
            <a:r>
              <a:rPr lang="zh-CN" altLang="en-US" sz="4000" b="1" baseline="30000" dirty="0">
                <a:latin typeface="Times New Roman" pitchFamily="18" charset="0"/>
              </a:rPr>
              <a:t>*</a:t>
            </a:r>
            <a:r>
              <a:rPr lang="zh-CN" altLang="en-US" sz="36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和图同构</a:t>
            </a:r>
          </a:p>
        </p:txBody>
      </p:sp>
      <p:sp>
        <p:nvSpPr>
          <p:cNvPr id="5632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908050"/>
            <a:ext cx="6400800" cy="782638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B5DF2C-F073-45A8-9BF5-949602B2B290}" type="slidenum">
              <a:rPr lang="en-US" altLang="zh-CN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solidFill>
                  <a:schemeClr val="tx1"/>
                </a:solidFill>
                <a:latin typeface="Times New Roman" pitchFamily="18" charset="0"/>
              </a:rPr>
              <a:t>6.3 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子图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</a:rPr>
              <a:t>、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图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的运算</a:t>
            </a:r>
            <a:r>
              <a:rPr lang="zh-CN" altLang="en-US" sz="4800" b="1" baseline="30000">
                <a:latin typeface="Times New Roman" pitchFamily="18" charset="0"/>
              </a:rPr>
              <a:t>*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和图同构</a:t>
            </a:r>
            <a:endParaRPr lang="zh-CN" altLang="en-US" b="1"/>
          </a:p>
        </p:txBody>
      </p:sp>
      <p:sp>
        <p:nvSpPr>
          <p:cNvPr id="57348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grpSp>
        <p:nvGrpSpPr>
          <p:cNvPr id="57349" name="Group 4"/>
          <p:cNvGrpSpPr>
            <a:grpSpLocks/>
          </p:cNvGrpSpPr>
          <p:nvPr/>
        </p:nvGrpSpPr>
        <p:grpSpPr bwMode="auto">
          <a:xfrm>
            <a:off x="1042988" y="1365250"/>
            <a:ext cx="6604000" cy="712788"/>
            <a:chOff x="1152" y="1101"/>
            <a:chExt cx="4160" cy="449"/>
          </a:xfrm>
        </p:grpSpPr>
        <p:grpSp>
          <p:nvGrpSpPr>
            <p:cNvPr id="57367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57371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2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64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736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9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32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子图及产生子图的常见方式</a:t>
              </a:r>
            </a:p>
          </p:txBody>
        </p:sp>
        <p:sp>
          <p:nvSpPr>
            <p:cNvPr id="57370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57350" name="Group 12"/>
          <p:cNvGrpSpPr>
            <a:grpSpLocks/>
          </p:cNvGrpSpPr>
          <p:nvPr/>
        </p:nvGrpSpPr>
        <p:grpSpPr bwMode="auto">
          <a:xfrm>
            <a:off x="1042988" y="2711450"/>
            <a:ext cx="5511800" cy="685800"/>
            <a:chOff x="1152" y="1694"/>
            <a:chExt cx="3472" cy="432"/>
          </a:xfrm>
        </p:grpSpPr>
        <p:grpSp>
          <p:nvGrpSpPr>
            <p:cNvPr id="57360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57364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5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2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2" name="Text Box 18"/>
            <p:cNvSpPr txBox="1">
              <a:spLocks noChangeArrowheads="1"/>
            </p:cNvSpPr>
            <p:nvPr/>
          </p:nvSpPr>
          <p:spPr bwMode="auto">
            <a:xfrm>
              <a:off x="2112" y="1694"/>
              <a:ext cx="25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zh-CN" altLang="en-US" dirty="0">
                  <a:solidFill>
                    <a:schemeClr val="tx1"/>
                  </a:solidFill>
                  <a:latin typeface="Times New Roman" pitchFamily="18" charset="0"/>
                </a:rPr>
                <a:t>了解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r>
                <a:rPr lang="zh-CN" altLang="en-US" dirty="0">
                  <a:solidFill>
                    <a:schemeClr val="tx1"/>
                  </a:solidFill>
                  <a:latin typeface="Times New Roman" pitchFamily="18" charset="0"/>
                </a:rPr>
                <a:t>图的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zh-CN" altLang="en-US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Times New Roman" pitchFamily="18" charset="0"/>
                </a:rPr>
                <a:t>其他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r>
                <a:rPr lang="zh-CN" altLang="en-US" dirty="0">
                  <a:solidFill>
                    <a:schemeClr val="tx1"/>
                  </a:solidFill>
                  <a:latin typeface="Times New Roman" pitchFamily="18" charset="0"/>
                </a:rPr>
                <a:t>运算</a:t>
              </a:r>
            </a:p>
          </p:txBody>
        </p:sp>
        <p:sp>
          <p:nvSpPr>
            <p:cNvPr id="57363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57351" name="Group 20"/>
          <p:cNvGrpSpPr>
            <a:grpSpLocks/>
          </p:cNvGrpSpPr>
          <p:nvPr/>
        </p:nvGrpSpPr>
        <p:grpSpPr bwMode="auto">
          <a:xfrm>
            <a:off x="1042988" y="4005263"/>
            <a:ext cx="5410200" cy="712787"/>
            <a:chOff x="1152" y="2239"/>
            <a:chExt cx="3408" cy="449"/>
          </a:xfrm>
        </p:grpSpPr>
        <p:grpSp>
          <p:nvGrpSpPr>
            <p:cNvPr id="57353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57357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58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80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7354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55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图同构</a:t>
              </a:r>
            </a:p>
          </p:txBody>
        </p:sp>
        <p:sp>
          <p:nvSpPr>
            <p:cNvPr id="57356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sp>
        <p:nvSpPr>
          <p:cNvPr id="57352" name="矩形 1"/>
          <p:cNvSpPr>
            <a:spLocks noChangeArrowheads="1"/>
          </p:cNvSpPr>
          <p:nvPr/>
        </p:nvSpPr>
        <p:spPr bwMode="auto">
          <a:xfrm>
            <a:off x="900113" y="1269405"/>
            <a:ext cx="7272287" cy="3743771"/>
          </a:xfrm>
          <a:prstGeom prst="rect">
            <a:avLst/>
          </a:prstGeom>
          <a:noFill/>
          <a:ln w="57150" cmpd="thinThick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602F19-DBEB-4E0C-9388-B5A7DA427F7D}" type="slidenum">
              <a:rPr lang="en-US" altLang="zh-CN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6.3  </a:t>
            </a:r>
            <a:r>
              <a:rPr lang="zh-CN" altLang="en-US" b="1">
                <a:latin typeface="Times New Roman" pitchFamily="18" charset="0"/>
              </a:rPr>
              <a:t>子图、图的运算</a:t>
            </a:r>
            <a:r>
              <a:rPr lang="zh-CN" altLang="en-US" b="1" baseline="30000">
                <a:latin typeface="Times New Roman" pitchFamily="18" charset="0"/>
              </a:rPr>
              <a:t>*</a:t>
            </a:r>
            <a:r>
              <a:rPr lang="zh-CN" altLang="en-US" b="1">
                <a:latin typeface="Times New Roman" pitchFamily="18" charset="0"/>
              </a:rPr>
              <a:t>和图同构</a:t>
            </a:r>
          </a:p>
        </p:txBody>
      </p:sp>
      <p:sp>
        <p:nvSpPr>
          <p:cNvPr id="5837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00200"/>
            <a:ext cx="8374831" cy="44989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6.3.1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子图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可以通过一个图的子图去考察原图的有关性质以及原图的局部结构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subgraph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F891FB-E73B-43C4-9F08-B61898EDEC3D}" type="slidenum">
              <a:rPr lang="en-US" altLang="zh-CN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直观理解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生成子图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(spanning </a:t>
            </a:r>
            <a:r>
              <a:rPr lang="en-US" altLang="zh-CN" b="1" dirty="0" err="1">
                <a:latin typeface="Times New Roman" pitchFamily="18" charset="0"/>
                <a:ea typeface="楷体_GB2312" pitchFamily="49" charset="-122"/>
              </a:rPr>
              <a:t>subgraph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).</a:t>
            </a:r>
          </a:p>
        </p:txBody>
      </p:sp>
      <p:pic>
        <p:nvPicPr>
          <p:cNvPr id="59396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316287"/>
            <a:ext cx="3368675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9788FC-9CC2-47F3-9E35-AB694D7318D9}" type="slidenum">
              <a:rPr lang="en-US" altLang="zh-CN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6-4(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一个图的子图较多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Solution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6.3 1: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0420" name="Oval 3"/>
          <p:cNvSpPr>
            <a:spLocks noChangeArrowheads="1"/>
          </p:cNvSpPr>
          <p:nvPr/>
        </p:nvSpPr>
        <p:spPr bwMode="auto">
          <a:xfrm>
            <a:off x="3995489" y="10747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1" name="Oval 4"/>
          <p:cNvSpPr>
            <a:spLocks noChangeArrowheads="1"/>
          </p:cNvSpPr>
          <p:nvPr/>
        </p:nvSpPr>
        <p:spPr bwMode="auto">
          <a:xfrm>
            <a:off x="3983038" y="19478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04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80379"/>
              </p:ext>
            </p:extLst>
          </p:nvPr>
        </p:nvGraphicFramePr>
        <p:xfrm>
          <a:off x="4095695" y="839787"/>
          <a:ext cx="3968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268" imgH="66690" progId="Equation.3">
                  <p:embed/>
                </p:oleObj>
              </mc:Choice>
              <mc:Fallback>
                <p:oleObj name="Equation" r:id="rId2" imgW="57268" imgH="666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695" y="839787"/>
                        <a:ext cx="3968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6"/>
          <p:cNvGraphicFramePr>
            <a:graphicFrameLocks noChangeAspect="1"/>
          </p:cNvGraphicFramePr>
          <p:nvPr/>
        </p:nvGraphicFramePr>
        <p:xfrm>
          <a:off x="3708400" y="1412875"/>
          <a:ext cx="2968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9" imgH="47520" progId="Equation.3">
                  <p:embed/>
                </p:oleObj>
              </mc:Choice>
              <mc:Fallback>
                <p:oleObj name="Equation" r:id="rId4" imgW="19179" imgH="475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412875"/>
                        <a:ext cx="29686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4" name="Line 7"/>
          <p:cNvSpPr>
            <a:spLocks noChangeShapeType="1"/>
          </p:cNvSpPr>
          <p:nvPr/>
        </p:nvSpPr>
        <p:spPr bwMode="auto">
          <a:xfrm>
            <a:off x="4067175" y="1268413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42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404267"/>
              </p:ext>
            </p:extLst>
          </p:nvPr>
        </p:nvGraphicFramePr>
        <p:xfrm>
          <a:off x="4159195" y="1774825"/>
          <a:ext cx="396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66690" progId="Equation.3">
                  <p:embed/>
                </p:oleObj>
              </mc:Choice>
              <mc:Fallback>
                <p:oleObj name="Equation" r:id="rId6" imgW="57268" imgH="6669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195" y="1774825"/>
                        <a:ext cx="3968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6" name="Oval 9"/>
          <p:cNvSpPr>
            <a:spLocks noChangeArrowheads="1"/>
          </p:cNvSpPr>
          <p:nvPr/>
        </p:nvSpPr>
        <p:spPr bwMode="auto">
          <a:xfrm>
            <a:off x="1434624" y="3135630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3059113" y="31416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8" name="Oval 11"/>
          <p:cNvSpPr>
            <a:spLocks noChangeArrowheads="1"/>
          </p:cNvSpPr>
          <p:nvPr/>
        </p:nvSpPr>
        <p:spPr bwMode="auto">
          <a:xfrm>
            <a:off x="4643438" y="27813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9" name="Oval 12"/>
          <p:cNvSpPr>
            <a:spLocks noChangeArrowheads="1"/>
          </p:cNvSpPr>
          <p:nvPr/>
        </p:nvSpPr>
        <p:spPr bwMode="auto">
          <a:xfrm>
            <a:off x="4643438" y="37893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0" name="Oval 13"/>
          <p:cNvSpPr>
            <a:spLocks noChangeArrowheads="1"/>
          </p:cNvSpPr>
          <p:nvPr/>
        </p:nvSpPr>
        <p:spPr bwMode="auto">
          <a:xfrm>
            <a:off x="6300788" y="27813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Oval 14"/>
          <p:cNvSpPr>
            <a:spLocks noChangeArrowheads="1"/>
          </p:cNvSpPr>
          <p:nvPr/>
        </p:nvSpPr>
        <p:spPr bwMode="auto">
          <a:xfrm>
            <a:off x="6300788" y="37893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2" name="Line 15"/>
          <p:cNvSpPr>
            <a:spLocks noChangeShapeType="1"/>
          </p:cNvSpPr>
          <p:nvPr/>
        </p:nvSpPr>
        <p:spPr bwMode="auto">
          <a:xfrm flipH="1">
            <a:off x="6372225" y="2925764"/>
            <a:ext cx="79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43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980039"/>
              </p:ext>
            </p:extLst>
          </p:nvPr>
        </p:nvGraphicFramePr>
        <p:xfrm>
          <a:off x="1265478" y="3356992"/>
          <a:ext cx="396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268" imgH="66690" progId="Equation.3">
                  <p:embed/>
                </p:oleObj>
              </mc:Choice>
              <mc:Fallback>
                <p:oleObj name="Equation" r:id="rId2" imgW="57268" imgH="666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478" y="3356992"/>
                        <a:ext cx="3968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4" name="Object 17"/>
          <p:cNvGraphicFramePr>
            <a:graphicFrameLocks noChangeAspect="1"/>
          </p:cNvGraphicFramePr>
          <p:nvPr/>
        </p:nvGraphicFramePr>
        <p:xfrm>
          <a:off x="4859338" y="2565400"/>
          <a:ext cx="3968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268" imgH="66690" progId="Equation.3">
                  <p:embed/>
                </p:oleObj>
              </mc:Choice>
              <mc:Fallback>
                <p:oleObj name="Equation" r:id="rId2" imgW="57268" imgH="6669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565400"/>
                        <a:ext cx="3968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187234"/>
              </p:ext>
            </p:extLst>
          </p:nvPr>
        </p:nvGraphicFramePr>
        <p:xfrm>
          <a:off x="6444208" y="2636838"/>
          <a:ext cx="396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268" imgH="66690" progId="Equation.3">
                  <p:embed/>
                </p:oleObj>
              </mc:Choice>
              <mc:Fallback>
                <p:oleObj name="Equation" r:id="rId2" imgW="57268" imgH="666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2636838"/>
                        <a:ext cx="3968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19"/>
          <p:cNvGraphicFramePr>
            <a:graphicFrameLocks noChangeAspect="1"/>
          </p:cNvGraphicFramePr>
          <p:nvPr/>
        </p:nvGraphicFramePr>
        <p:xfrm>
          <a:off x="2916238" y="3357563"/>
          <a:ext cx="396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66690" progId="Equation.3">
                  <p:embed/>
                </p:oleObj>
              </mc:Choice>
              <mc:Fallback>
                <p:oleObj name="Equation" r:id="rId6" imgW="57268" imgH="6669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357563"/>
                        <a:ext cx="3968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7" name="Object 20"/>
          <p:cNvGraphicFramePr>
            <a:graphicFrameLocks noChangeAspect="1"/>
          </p:cNvGraphicFramePr>
          <p:nvPr/>
        </p:nvGraphicFramePr>
        <p:xfrm>
          <a:off x="4859338" y="3716338"/>
          <a:ext cx="396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66690" progId="Equation.3">
                  <p:embed/>
                </p:oleObj>
              </mc:Choice>
              <mc:Fallback>
                <p:oleObj name="Equation" r:id="rId6" imgW="57268" imgH="6669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716338"/>
                        <a:ext cx="3968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989663"/>
              </p:ext>
            </p:extLst>
          </p:nvPr>
        </p:nvGraphicFramePr>
        <p:xfrm>
          <a:off x="6444208" y="3716338"/>
          <a:ext cx="396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66690" progId="Equation.3">
                  <p:embed/>
                </p:oleObj>
              </mc:Choice>
              <mc:Fallback>
                <p:oleObj name="Equation" r:id="rId6" imgW="57268" imgH="6669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716338"/>
                        <a:ext cx="3968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9" name="Object 22"/>
          <p:cNvGraphicFramePr>
            <a:graphicFrameLocks noChangeAspect="1"/>
          </p:cNvGraphicFramePr>
          <p:nvPr/>
        </p:nvGraphicFramePr>
        <p:xfrm>
          <a:off x="5940425" y="3141663"/>
          <a:ext cx="2968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9" imgH="47520" progId="Equation.3">
                  <p:embed/>
                </p:oleObj>
              </mc:Choice>
              <mc:Fallback>
                <p:oleObj name="Equation" r:id="rId4" imgW="19179" imgH="4752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141663"/>
                        <a:ext cx="29686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0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749452"/>
              </p:ext>
            </p:extLst>
          </p:nvPr>
        </p:nvGraphicFramePr>
        <p:xfrm>
          <a:off x="3708400" y="4238352"/>
          <a:ext cx="363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7543" imgH="123930" progId="Equation.3">
                  <p:embed/>
                </p:oleObj>
              </mc:Choice>
              <mc:Fallback>
                <p:oleObj name="公式" r:id="rId15" imgW="47543" imgH="12393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238352"/>
                        <a:ext cx="363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1" name="Oval 24"/>
          <p:cNvSpPr>
            <a:spLocks noChangeArrowheads="1"/>
          </p:cNvSpPr>
          <p:nvPr/>
        </p:nvSpPr>
        <p:spPr bwMode="auto">
          <a:xfrm>
            <a:off x="3779838" y="47244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2" name="Oval 25"/>
          <p:cNvSpPr>
            <a:spLocks noChangeArrowheads="1"/>
          </p:cNvSpPr>
          <p:nvPr/>
        </p:nvSpPr>
        <p:spPr bwMode="auto">
          <a:xfrm>
            <a:off x="3132138" y="55895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3" name="Oval 26"/>
          <p:cNvSpPr>
            <a:spLocks noChangeArrowheads="1"/>
          </p:cNvSpPr>
          <p:nvPr/>
        </p:nvSpPr>
        <p:spPr bwMode="auto">
          <a:xfrm>
            <a:off x="4427538" y="55895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044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928255"/>
              </p:ext>
            </p:extLst>
          </p:nvPr>
        </p:nvGraphicFramePr>
        <p:xfrm>
          <a:off x="2703215" y="5373688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6723" imgH="123930" progId="Equation.3">
                  <p:embed/>
                </p:oleObj>
              </mc:Choice>
              <mc:Fallback>
                <p:oleObj name="公式" r:id="rId17" imgW="66723" imgH="12393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215" y="5373688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5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635610"/>
              </p:ext>
            </p:extLst>
          </p:nvPr>
        </p:nvGraphicFramePr>
        <p:xfrm>
          <a:off x="4572000" y="5357813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7268" imgH="133380" progId="Equation.3">
                  <p:embed/>
                </p:oleObj>
              </mc:Choice>
              <mc:Fallback>
                <p:oleObj name="公式" r:id="rId19" imgW="57268" imgH="1333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357813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6" name="Line 29"/>
          <p:cNvSpPr>
            <a:spLocks noChangeShapeType="1"/>
          </p:cNvSpPr>
          <p:nvPr/>
        </p:nvSpPr>
        <p:spPr bwMode="auto">
          <a:xfrm>
            <a:off x="3851275" y="4797425"/>
            <a:ext cx="64928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7" name="Line 30"/>
          <p:cNvSpPr>
            <a:spLocks noChangeShapeType="1"/>
          </p:cNvSpPr>
          <p:nvPr/>
        </p:nvSpPr>
        <p:spPr bwMode="auto">
          <a:xfrm flipH="1">
            <a:off x="3203575" y="4797425"/>
            <a:ext cx="6477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8" name="Line 31"/>
          <p:cNvSpPr>
            <a:spLocks noChangeShapeType="1"/>
          </p:cNvSpPr>
          <p:nvPr/>
        </p:nvSpPr>
        <p:spPr bwMode="auto">
          <a:xfrm>
            <a:off x="3203575" y="5661025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6A5459-FC55-46E4-B3B1-D8829E19128D}" type="slidenum">
              <a:rPr lang="en-US" altLang="zh-CN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Hint</a:t>
            </a:r>
          </a:p>
          <a:p>
            <a:pPr eaLnBrk="1" hangingPunct="1"/>
            <a:endParaRPr lang="en-US" altLang="zh-CN" b="1">
              <a:latin typeface="Times New Roman" pitchFamily="18" charset="0"/>
            </a:endParaRP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61444" name="Oval 3"/>
          <p:cNvSpPr>
            <a:spLocks noChangeArrowheads="1"/>
          </p:cNvSpPr>
          <p:nvPr/>
        </p:nvSpPr>
        <p:spPr bwMode="auto">
          <a:xfrm>
            <a:off x="298767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5" name="Oval 4"/>
          <p:cNvSpPr>
            <a:spLocks noChangeArrowheads="1"/>
          </p:cNvSpPr>
          <p:nvPr/>
        </p:nvSpPr>
        <p:spPr bwMode="auto">
          <a:xfrm>
            <a:off x="4643438" y="765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Oval 5"/>
          <p:cNvSpPr>
            <a:spLocks noChangeArrowheads="1"/>
          </p:cNvSpPr>
          <p:nvPr/>
        </p:nvSpPr>
        <p:spPr bwMode="auto">
          <a:xfrm>
            <a:off x="6516688" y="765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7" name="Oval 6"/>
          <p:cNvSpPr>
            <a:spLocks noChangeArrowheads="1"/>
          </p:cNvSpPr>
          <p:nvPr/>
        </p:nvSpPr>
        <p:spPr bwMode="auto">
          <a:xfrm>
            <a:off x="1116013" y="18446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Oval 7"/>
          <p:cNvSpPr>
            <a:spLocks noChangeArrowheads="1"/>
          </p:cNvSpPr>
          <p:nvPr/>
        </p:nvSpPr>
        <p:spPr bwMode="auto">
          <a:xfrm>
            <a:off x="684213" y="29972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9" name="Oval 8"/>
          <p:cNvSpPr>
            <a:spLocks noChangeArrowheads="1"/>
          </p:cNvSpPr>
          <p:nvPr/>
        </p:nvSpPr>
        <p:spPr bwMode="auto">
          <a:xfrm>
            <a:off x="2700338" y="19161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Oval 9"/>
          <p:cNvSpPr>
            <a:spLocks noChangeArrowheads="1"/>
          </p:cNvSpPr>
          <p:nvPr/>
        </p:nvSpPr>
        <p:spPr bwMode="auto">
          <a:xfrm>
            <a:off x="3276600" y="2924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1" name="Oval 10"/>
          <p:cNvSpPr>
            <a:spLocks noChangeArrowheads="1"/>
          </p:cNvSpPr>
          <p:nvPr/>
        </p:nvSpPr>
        <p:spPr bwMode="auto">
          <a:xfrm>
            <a:off x="5003800" y="24923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Oval 11"/>
          <p:cNvSpPr>
            <a:spLocks noChangeArrowheads="1"/>
          </p:cNvSpPr>
          <p:nvPr/>
        </p:nvSpPr>
        <p:spPr bwMode="auto">
          <a:xfrm>
            <a:off x="6227763" y="24209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3" name="Oval 12"/>
          <p:cNvSpPr>
            <a:spLocks noChangeArrowheads="1"/>
          </p:cNvSpPr>
          <p:nvPr/>
        </p:nvSpPr>
        <p:spPr bwMode="auto">
          <a:xfrm>
            <a:off x="2051050" y="40767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4" name="Oval 13"/>
          <p:cNvSpPr>
            <a:spLocks noChangeArrowheads="1"/>
          </p:cNvSpPr>
          <p:nvPr/>
        </p:nvSpPr>
        <p:spPr bwMode="auto">
          <a:xfrm>
            <a:off x="1619250" y="52292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5" name="Oval 14"/>
          <p:cNvSpPr>
            <a:spLocks noChangeArrowheads="1"/>
          </p:cNvSpPr>
          <p:nvPr/>
        </p:nvSpPr>
        <p:spPr bwMode="auto">
          <a:xfrm>
            <a:off x="3708400" y="42211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6" name="Oval 15"/>
          <p:cNvSpPr>
            <a:spLocks noChangeArrowheads="1"/>
          </p:cNvSpPr>
          <p:nvPr/>
        </p:nvSpPr>
        <p:spPr bwMode="auto">
          <a:xfrm>
            <a:off x="4140200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7" name="Oval 16"/>
          <p:cNvSpPr>
            <a:spLocks noChangeArrowheads="1"/>
          </p:cNvSpPr>
          <p:nvPr/>
        </p:nvSpPr>
        <p:spPr bwMode="auto">
          <a:xfrm>
            <a:off x="5508625" y="45815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8" name="Oval 17"/>
          <p:cNvSpPr>
            <a:spLocks noChangeArrowheads="1"/>
          </p:cNvSpPr>
          <p:nvPr/>
        </p:nvSpPr>
        <p:spPr bwMode="auto">
          <a:xfrm>
            <a:off x="6516688" y="45815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9" name="Line 18"/>
          <p:cNvSpPr>
            <a:spLocks noChangeShapeType="1"/>
          </p:cNvSpPr>
          <p:nvPr/>
        </p:nvSpPr>
        <p:spPr bwMode="auto">
          <a:xfrm>
            <a:off x="5651500" y="465296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0" name="Line 19"/>
          <p:cNvSpPr>
            <a:spLocks noChangeShapeType="1"/>
          </p:cNvSpPr>
          <p:nvPr/>
        </p:nvSpPr>
        <p:spPr bwMode="auto">
          <a:xfrm>
            <a:off x="3779838" y="4221163"/>
            <a:ext cx="4318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1" name="Line 20"/>
          <p:cNvSpPr>
            <a:spLocks noChangeShapeType="1"/>
          </p:cNvSpPr>
          <p:nvPr/>
        </p:nvSpPr>
        <p:spPr bwMode="auto">
          <a:xfrm flipH="1">
            <a:off x="1692275" y="4149725"/>
            <a:ext cx="43180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462" name="Object 21"/>
          <p:cNvGraphicFramePr>
            <a:graphicFrameLocks noChangeAspect="1"/>
          </p:cNvGraphicFramePr>
          <p:nvPr/>
        </p:nvGraphicFramePr>
        <p:xfrm>
          <a:off x="2843213" y="188913"/>
          <a:ext cx="363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23930" progId="Equation.3">
                  <p:embed/>
                </p:oleObj>
              </mc:Choice>
              <mc:Fallback>
                <p:oleObj name="公式" r:id="rId2" imgW="47543" imgH="1239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88913"/>
                        <a:ext cx="363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3" name="Object 22"/>
          <p:cNvGraphicFramePr>
            <a:graphicFrameLocks noChangeAspect="1"/>
          </p:cNvGraphicFramePr>
          <p:nvPr/>
        </p:nvGraphicFramePr>
        <p:xfrm>
          <a:off x="684213" y="1557338"/>
          <a:ext cx="363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543" imgH="123930" progId="Equation.3">
                  <p:embed/>
                </p:oleObj>
              </mc:Choice>
              <mc:Fallback>
                <p:oleObj name="公式" r:id="rId4" imgW="47543" imgH="12393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557338"/>
                        <a:ext cx="363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4" name="Object 23"/>
          <p:cNvGraphicFramePr>
            <a:graphicFrameLocks noChangeAspect="1"/>
          </p:cNvGraphicFramePr>
          <p:nvPr/>
        </p:nvGraphicFramePr>
        <p:xfrm>
          <a:off x="2916238" y="1628775"/>
          <a:ext cx="363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543" imgH="123930" progId="Equation.3">
                  <p:embed/>
                </p:oleObj>
              </mc:Choice>
              <mc:Fallback>
                <p:oleObj name="公式" r:id="rId6" imgW="47543" imgH="12393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628775"/>
                        <a:ext cx="363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5" name="Object 24"/>
          <p:cNvGraphicFramePr>
            <a:graphicFrameLocks noChangeAspect="1"/>
          </p:cNvGraphicFramePr>
          <p:nvPr/>
        </p:nvGraphicFramePr>
        <p:xfrm>
          <a:off x="2268538" y="3933825"/>
          <a:ext cx="363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543" imgH="123930" progId="Equation.3">
                  <p:embed/>
                </p:oleObj>
              </mc:Choice>
              <mc:Fallback>
                <p:oleObj name="公式" r:id="rId8" imgW="47543" imgH="12393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933825"/>
                        <a:ext cx="363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6" name="Object 25"/>
          <p:cNvGraphicFramePr>
            <a:graphicFrameLocks noChangeAspect="1"/>
          </p:cNvGraphicFramePr>
          <p:nvPr/>
        </p:nvGraphicFramePr>
        <p:xfrm>
          <a:off x="3924300" y="3716338"/>
          <a:ext cx="363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7543" imgH="123930" progId="Equation.3">
                  <p:embed/>
                </p:oleObj>
              </mc:Choice>
              <mc:Fallback>
                <p:oleObj name="公式" r:id="rId10" imgW="47543" imgH="1239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716338"/>
                        <a:ext cx="363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7" name="Object 26"/>
          <p:cNvGraphicFramePr>
            <a:graphicFrameLocks noChangeAspect="1"/>
          </p:cNvGraphicFramePr>
          <p:nvPr/>
        </p:nvGraphicFramePr>
        <p:xfrm>
          <a:off x="4572000" y="260350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723" imgH="123930" progId="Equation.3">
                  <p:embed/>
                </p:oleObj>
              </mc:Choice>
              <mc:Fallback>
                <p:oleObj name="公式" r:id="rId12" imgW="66723" imgH="12393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60350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8" name="Object 27"/>
          <p:cNvGraphicFramePr>
            <a:graphicFrameLocks noChangeAspect="1"/>
          </p:cNvGraphicFramePr>
          <p:nvPr/>
        </p:nvGraphicFramePr>
        <p:xfrm>
          <a:off x="179388" y="2781300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723" imgH="123930" progId="Equation.3">
                  <p:embed/>
                </p:oleObj>
              </mc:Choice>
              <mc:Fallback>
                <p:oleObj name="公式" r:id="rId14" imgW="66723" imgH="12393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781300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9" name="Object 28"/>
          <p:cNvGraphicFramePr>
            <a:graphicFrameLocks noChangeAspect="1"/>
          </p:cNvGraphicFramePr>
          <p:nvPr/>
        </p:nvGraphicFramePr>
        <p:xfrm>
          <a:off x="4859338" y="1916113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6723" imgH="123930" progId="Equation.3">
                  <p:embed/>
                </p:oleObj>
              </mc:Choice>
              <mc:Fallback>
                <p:oleObj name="公式" r:id="rId16" imgW="66723" imgH="1239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916113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0" name="Object 29"/>
          <p:cNvGraphicFramePr>
            <a:graphicFrameLocks noChangeAspect="1"/>
          </p:cNvGraphicFramePr>
          <p:nvPr/>
        </p:nvGraphicFramePr>
        <p:xfrm>
          <a:off x="1187450" y="5300663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6723" imgH="123930" progId="Equation.3">
                  <p:embed/>
                </p:oleObj>
              </mc:Choice>
              <mc:Fallback>
                <p:oleObj name="公式" r:id="rId18" imgW="66723" imgH="1239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300663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1" name="Object 30"/>
          <p:cNvGraphicFramePr>
            <a:graphicFrameLocks noChangeAspect="1"/>
          </p:cNvGraphicFramePr>
          <p:nvPr/>
        </p:nvGraphicFramePr>
        <p:xfrm>
          <a:off x="5364163" y="4005263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6723" imgH="123930" progId="Equation.3">
                  <p:embed/>
                </p:oleObj>
              </mc:Choice>
              <mc:Fallback>
                <p:oleObj name="公式" r:id="rId20" imgW="66723" imgH="12393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005263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2" name="Object 31"/>
          <p:cNvGraphicFramePr>
            <a:graphicFrameLocks noChangeAspect="1"/>
          </p:cNvGraphicFramePr>
          <p:nvPr/>
        </p:nvGraphicFramePr>
        <p:xfrm>
          <a:off x="6372225" y="188913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7268" imgH="133380" progId="Equation.3">
                  <p:embed/>
                </p:oleObj>
              </mc:Choice>
              <mc:Fallback>
                <p:oleObj name="公式" r:id="rId22" imgW="57268" imgH="1333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88913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3" name="Object 32"/>
          <p:cNvGraphicFramePr>
            <a:graphicFrameLocks noChangeAspect="1"/>
          </p:cNvGraphicFramePr>
          <p:nvPr/>
        </p:nvGraphicFramePr>
        <p:xfrm>
          <a:off x="3419475" y="2636838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7268" imgH="133380" progId="Equation.3">
                  <p:embed/>
                </p:oleObj>
              </mc:Choice>
              <mc:Fallback>
                <p:oleObj name="公式" r:id="rId24" imgW="57268" imgH="1333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636838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4" name="Object 33"/>
          <p:cNvGraphicFramePr>
            <a:graphicFrameLocks noChangeAspect="1"/>
          </p:cNvGraphicFramePr>
          <p:nvPr/>
        </p:nvGraphicFramePr>
        <p:xfrm>
          <a:off x="6156325" y="1844675"/>
          <a:ext cx="3968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7268" imgH="133380" progId="Equation.3">
                  <p:embed/>
                </p:oleObj>
              </mc:Choice>
              <mc:Fallback>
                <p:oleObj name="公式" r:id="rId26" imgW="57268" imgH="13338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1844675"/>
                        <a:ext cx="3968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5" name="Object 34"/>
          <p:cNvGraphicFramePr>
            <a:graphicFrameLocks noChangeAspect="1"/>
          </p:cNvGraphicFramePr>
          <p:nvPr/>
        </p:nvGraphicFramePr>
        <p:xfrm>
          <a:off x="4284663" y="5445125"/>
          <a:ext cx="3968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57268" imgH="133380" progId="Equation.3">
                  <p:embed/>
                </p:oleObj>
              </mc:Choice>
              <mc:Fallback>
                <p:oleObj name="公式" r:id="rId28" imgW="57268" imgH="13338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445125"/>
                        <a:ext cx="3968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6" name="Object 35"/>
          <p:cNvGraphicFramePr>
            <a:graphicFrameLocks noChangeAspect="1"/>
          </p:cNvGraphicFramePr>
          <p:nvPr/>
        </p:nvGraphicFramePr>
        <p:xfrm>
          <a:off x="6516688" y="3933825"/>
          <a:ext cx="3968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57268" imgH="133380" progId="Equation.3">
                  <p:embed/>
                </p:oleObj>
              </mc:Choice>
              <mc:Fallback>
                <p:oleObj name="公式" r:id="rId30" imgW="57268" imgH="13338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933825"/>
                        <a:ext cx="3968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7" name="Object 36"/>
          <p:cNvGraphicFramePr>
            <a:graphicFrameLocks noChangeAspect="1"/>
          </p:cNvGraphicFramePr>
          <p:nvPr/>
        </p:nvGraphicFramePr>
        <p:xfrm>
          <a:off x="2778125" y="931863"/>
          <a:ext cx="52863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04812" imgH="104760" progId="Equation.3">
                  <p:embed/>
                </p:oleObj>
              </mc:Choice>
              <mc:Fallback>
                <p:oleObj name="公式" r:id="rId32" imgW="104812" imgH="10476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931863"/>
                        <a:ext cx="528638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8" name="Object 37"/>
          <p:cNvGraphicFramePr>
            <a:graphicFrameLocks noChangeAspect="1"/>
          </p:cNvGraphicFramePr>
          <p:nvPr/>
        </p:nvGraphicFramePr>
        <p:xfrm>
          <a:off x="4395788" y="1052513"/>
          <a:ext cx="5937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33446" imgH="104760" progId="Equation.3">
                  <p:embed/>
                </p:oleObj>
              </mc:Choice>
              <mc:Fallback>
                <p:oleObj name="公式" r:id="rId34" imgW="133446" imgH="10476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788" y="1052513"/>
                        <a:ext cx="5937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9" name="Object 38"/>
          <p:cNvGraphicFramePr>
            <a:graphicFrameLocks noChangeAspect="1"/>
          </p:cNvGraphicFramePr>
          <p:nvPr/>
        </p:nvGraphicFramePr>
        <p:xfrm>
          <a:off x="6243638" y="981075"/>
          <a:ext cx="56038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23721" imgH="104760" progId="Equation.3">
                  <p:embed/>
                </p:oleObj>
              </mc:Choice>
              <mc:Fallback>
                <p:oleObj name="公式" r:id="rId36" imgW="123721" imgH="10476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981075"/>
                        <a:ext cx="56038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0" name="Object 39"/>
          <p:cNvGraphicFramePr>
            <a:graphicFrameLocks noChangeAspect="1"/>
          </p:cNvGraphicFramePr>
          <p:nvPr/>
        </p:nvGraphicFramePr>
        <p:xfrm>
          <a:off x="668338" y="3213100"/>
          <a:ext cx="593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33446" imgH="104760" progId="Equation.3">
                  <p:embed/>
                </p:oleObj>
              </mc:Choice>
              <mc:Fallback>
                <p:oleObj name="公式" r:id="rId38" imgW="133446" imgH="10476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3213100"/>
                        <a:ext cx="5937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1" name="Object 40"/>
          <p:cNvGraphicFramePr>
            <a:graphicFrameLocks noChangeAspect="1"/>
          </p:cNvGraphicFramePr>
          <p:nvPr/>
        </p:nvGraphicFramePr>
        <p:xfrm>
          <a:off x="2700338" y="3141663"/>
          <a:ext cx="560387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123721" imgH="104760" progId="Equation.3">
                  <p:embed/>
                </p:oleObj>
              </mc:Choice>
              <mc:Fallback>
                <p:oleObj name="公式" r:id="rId40" imgW="123721" imgH="10476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141663"/>
                        <a:ext cx="560387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2" name="Object 41"/>
          <p:cNvGraphicFramePr>
            <a:graphicFrameLocks noChangeAspect="1"/>
          </p:cNvGraphicFramePr>
          <p:nvPr/>
        </p:nvGraphicFramePr>
        <p:xfrm>
          <a:off x="5724525" y="2924175"/>
          <a:ext cx="593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133446" imgH="104760" progId="Equation.3">
                  <p:embed/>
                </p:oleObj>
              </mc:Choice>
              <mc:Fallback>
                <p:oleObj name="公式" r:id="rId42" imgW="133446" imgH="10476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924175"/>
                        <a:ext cx="5937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3" name="Object 42"/>
          <p:cNvGraphicFramePr>
            <a:graphicFrameLocks noChangeAspect="1"/>
          </p:cNvGraphicFramePr>
          <p:nvPr/>
        </p:nvGraphicFramePr>
        <p:xfrm>
          <a:off x="1763713" y="5734050"/>
          <a:ext cx="593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133446" imgH="104760" progId="Equation.3">
                  <p:embed/>
                </p:oleObj>
              </mc:Choice>
              <mc:Fallback>
                <p:oleObj name="公式" r:id="rId44" imgW="133446" imgH="10476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734050"/>
                        <a:ext cx="5937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4" name="Object 43"/>
          <p:cNvGraphicFramePr>
            <a:graphicFrameLocks noChangeAspect="1"/>
          </p:cNvGraphicFramePr>
          <p:nvPr/>
        </p:nvGraphicFramePr>
        <p:xfrm>
          <a:off x="3708400" y="5805488"/>
          <a:ext cx="56038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123721" imgH="104760" progId="Equation.3">
                  <p:embed/>
                </p:oleObj>
              </mc:Choice>
              <mc:Fallback>
                <p:oleObj name="公式" r:id="rId46" imgW="123721" imgH="10476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805488"/>
                        <a:ext cx="560388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920408"/>
              </p:ext>
            </p:extLst>
          </p:nvPr>
        </p:nvGraphicFramePr>
        <p:xfrm>
          <a:off x="5868144" y="5013176"/>
          <a:ext cx="5937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8" imgW="133446" imgH="104760" progId="Equation.3">
                  <p:embed/>
                </p:oleObj>
              </mc:Choice>
              <mc:Fallback>
                <p:oleObj name="公式" r:id="rId48" imgW="133446" imgH="10476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5013176"/>
                        <a:ext cx="5937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任意形状 1">
            <a:extLst>
              <a:ext uri="{FF2B5EF4-FFF2-40B4-BE49-F238E27FC236}">
                <a16:creationId xmlns:a16="http://schemas.microsoft.com/office/drawing/2014/main" id="{5007C5D5-B933-C54C-B1B9-750D8B729129}"/>
              </a:ext>
            </a:extLst>
          </p:cNvPr>
          <p:cNvSpPr/>
          <p:nvPr/>
        </p:nvSpPr>
        <p:spPr bwMode="auto">
          <a:xfrm>
            <a:off x="2509024" y="289932"/>
            <a:ext cx="1103971" cy="1360448"/>
          </a:xfrm>
          <a:custGeom>
            <a:avLst/>
            <a:gdLst>
              <a:gd name="connsiteX0" fmla="*/ 791737 w 1103971"/>
              <a:gd name="connsiteY0" fmla="*/ 11151 h 1360448"/>
              <a:gd name="connsiteX1" fmla="*/ 713678 w 1103971"/>
              <a:gd name="connsiteY1" fmla="*/ 22302 h 1360448"/>
              <a:gd name="connsiteX2" fmla="*/ 524108 w 1103971"/>
              <a:gd name="connsiteY2" fmla="*/ 0 h 1360448"/>
              <a:gd name="connsiteX3" fmla="*/ 390293 w 1103971"/>
              <a:gd name="connsiteY3" fmla="*/ 22302 h 1360448"/>
              <a:gd name="connsiteX4" fmla="*/ 301083 w 1103971"/>
              <a:gd name="connsiteY4" fmla="*/ 89209 h 1360448"/>
              <a:gd name="connsiteX5" fmla="*/ 200722 w 1103971"/>
              <a:gd name="connsiteY5" fmla="*/ 178419 h 1360448"/>
              <a:gd name="connsiteX6" fmla="*/ 156117 w 1103971"/>
              <a:gd name="connsiteY6" fmla="*/ 234175 h 1360448"/>
              <a:gd name="connsiteX7" fmla="*/ 144966 w 1103971"/>
              <a:gd name="connsiteY7" fmla="*/ 267629 h 1360448"/>
              <a:gd name="connsiteX8" fmla="*/ 100361 w 1103971"/>
              <a:gd name="connsiteY8" fmla="*/ 334536 h 1360448"/>
              <a:gd name="connsiteX9" fmla="*/ 89210 w 1103971"/>
              <a:gd name="connsiteY9" fmla="*/ 367990 h 1360448"/>
              <a:gd name="connsiteX10" fmla="*/ 44605 w 1103971"/>
              <a:gd name="connsiteY10" fmla="*/ 446048 h 1360448"/>
              <a:gd name="connsiteX11" fmla="*/ 11152 w 1103971"/>
              <a:gd name="connsiteY11" fmla="*/ 557561 h 1360448"/>
              <a:gd name="connsiteX12" fmla="*/ 0 w 1103971"/>
              <a:gd name="connsiteY12" fmla="*/ 591014 h 1360448"/>
              <a:gd name="connsiteX13" fmla="*/ 11152 w 1103971"/>
              <a:gd name="connsiteY13" fmla="*/ 858644 h 1360448"/>
              <a:gd name="connsiteX14" fmla="*/ 33454 w 1103971"/>
              <a:gd name="connsiteY14" fmla="*/ 925551 h 1360448"/>
              <a:gd name="connsiteX15" fmla="*/ 66908 w 1103971"/>
              <a:gd name="connsiteY15" fmla="*/ 992458 h 1360448"/>
              <a:gd name="connsiteX16" fmla="*/ 133815 w 1103971"/>
              <a:gd name="connsiteY16" fmla="*/ 1103970 h 1360448"/>
              <a:gd name="connsiteX17" fmla="*/ 156117 w 1103971"/>
              <a:gd name="connsiteY17" fmla="*/ 1126273 h 1360448"/>
              <a:gd name="connsiteX18" fmla="*/ 211874 w 1103971"/>
              <a:gd name="connsiteY18" fmla="*/ 1193180 h 1360448"/>
              <a:gd name="connsiteX19" fmla="*/ 278781 w 1103971"/>
              <a:gd name="connsiteY19" fmla="*/ 1226634 h 1360448"/>
              <a:gd name="connsiteX20" fmla="*/ 312235 w 1103971"/>
              <a:gd name="connsiteY20" fmla="*/ 1248936 h 1360448"/>
              <a:gd name="connsiteX21" fmla="*/ 334537 w 1103971"/>
              <a:gd name="connsiteY21" fmla="*/ 1271239 h 1360448"/>
              <a:gd name="connsiteX22" fmla="*/ 401444 w 1103971"/>
              <a:gd name="connsiteY22" fmla="*/ 1293541 h 1360448"/>
              <a:gd name="connsiteX23" fmla="*/ 501805 w 1103971"/>
              <a:gd name="connsiteY23" fmla="*/ 1338146 h 1360448"/>
              <a:gd name="connsiteX24" fmla="*/ 535259 w 1103971"/>
              <a:gd name="connsiteY24" fmla="*/ 1349297 h 1360448"/>
              <a:gd name="connsiteX25" fmla="*/ 568713 w 1103971"/>
              <a:gd name="connsiteY25" fmla="*/ 1360448 h 1360448"/>
              <a:gd name="connsiteX26" fmla="*/ 758283 w 1103971"/>
              <a:gd name="connsiteY26" fmla="*/ 1349297 h 1360448"/>
              <a:gd name="connsiteX27" fmla="*/ 825191 w 1103971"/>
              <a:gd name="connsiteY27" fmla="*/ 1326995 h 1360448"/>
              <a:gd name="connsiteX28" fmla="*/ 847493 w 1103971"/>
              <a:gd name="connsiteY28" fmla="*/ 1304692 h 1360448"/>
              <a:gd name="connsiteX29" fmla="*/ 914400 w 1103971"/>
              <a:gd name="connsiteY29" fmla="*/ 1260088 h 1360448"/>
              <a:gd name="connsiteX30" fmla="*/ 970156 w 1103971"/>
              <a:gd name="connsiteY30" fmla="*/ 1204331 h 1360448"/>
              <a:gd name="connsiteX31" fmla="*/ 992459 w 1103971"/>
              <a:gd name="connsiteY31" fmla="*/ 1182029 h 1360448"/>
              <a:gd name="connsiteX32" fmla="*/ 1003610 w 1103971"/>
              <a:gd name="connsiteY32" fmla="*/ 1148575 h 1360448"/>
              <a:gd name="connsiteX33" fmla="*/ 1025913 w 1103971"/>
              <a:gd name="connsiteY33" fmla="*/ 1126273 h 1360448"/>
              <a:gd name="connsiteX34" fmla="*/ 1048215 w 1103971"/>
              <a:gd name="connsiteY34" fmla="*/ 1059366 h 1360448"/>
              <a:gd name="connsiteX35" fmla="*/ 1070517 w 1103971"/>
              <a:gd name="connsiteY35" fmla="*/ 1025912 h 1360448"/>
              <a:gd name="connsiteX36" fmla="*/ 1103971 w 1103971"/>
              <a:gd name="connsiteY36" fmla="*/ 914400 h 1360448"/>
              <a:gd name="connsiteX37" fmla="*/ 1092820 w 1103971"/>
              <a:gd name="connsiteY37" fmla="*/ 613317 h 1360448"/>
              <a:gd name="connsiteX38" fmla="*/ 1070517 w 1103971"/>
              <a:gd name="connsiteY38" fmla="*/ 535258 h 1360448"/>
              <a:gd name="connsiteX39" fmla="*/ 1059366 w 1103971"/>
              <a:gd name="connsiteY39" fmla="*/ 479502 h 1360448"/>
              <a:gd name="connsiteX40" fmla="*/ 1037064 w 1103971"/>
              <a:gd name="connsiteY40" fmla="*/ 390292 h 1360448"/>
              <a:gd name="connsiteX41" fmla="*/ 1003610 w 1103971"/>
              <a:gd name="connsiteY41" fmla="*/ 278780 h 1360448"/>
              <a:gd name="connsiteX42" fmla="*/ 947854 w 1103971"/>
              <a:gd name="connsiteY42" fmla="*/ 223024 h 1360448"/>
              <a:gd name="connsiteX43" fmla="*/ 914400 w 1103971"/>
              <a:gd name="connsiteY43" fmla="*/ 211873 h 1360448"/>
              <a:gd name="connsiteX44" fmla="*/ 892098 w 1103971"/>
              <a:gd name="connsiteY44" fmla="*/ 189570 h 1360448"/>
              <a:gd name="connsiteX45" fmla="*/ 858644 w 1103971"/>
              <a:gd name="connsiteY45" fmla="*/ 167268 h 1360448"/>
              <a:gd name="connsiteX46" fmla="*/ 836342 w 1103971"/>
              <a:gd name="connsiteY46" fmla="*/ 133814 h 1360448"/>
              <a:gd name="connsiteX47" fmla="*/ 758283 w 1103971"/>
              <a:gd name="connsiteY47" fmla="*/ 78058 h 1360448"/>
              <a:gd name="connsiteX48" fmla="*/ 724830 w 1103971"/>
              <a:gd name="connsiteY48" fmla="*/ 33453 h 13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03971" h="1360448">
                <a:moveTo>
                  <a:pt x="791737" y="11151"/>
                </a:moveTo>
                <a:cubicBezTo>
                  <a:pt x="765717" y="14868"/>
                  <a:pt x="739962" y="22302"/>
                  <a:pt x="713678" y="22302"/>
                </a:cubicBezTo>
                <a:cubicBezTo>
                  <a:pt x="672378" y="22302"/>
                  <a:pt x="571345" y="6748"/>
                  <a:pt x="524108" y="0"/>
                </a:cubicBezTo>
                <a:cubicBezTo>
                  <a:pt x="505686" y="2047"/>
                  <a:pt x="422985" y="4140"/>
                  <a:pt x="390293" y="22302"/>
                </a:cubicBezTo>
                <a:cubicBezTo>
                  <a:pt x="262991" y="93025"/>
                  <a:pt x="362598" y="39997"/>
                  <a:pt x="301083" y="89209"/>
                </a:cubicBezTo>
                <a:cubicBezTo>
                  <a:pt x="253204" y="127512"/>
                  <a:pt x="249296" y="105556"/>
                  <a:pt x="200722" y="178419"/>
                </a:cubicBezTo>
                <a:cubicBezTo>
                  <a:pt x="172588" y="220621"/>
                  <a:pt x="187897" y="202396"/>
                  <a:pt x="156117" y="234175"/>
                </a:cubicBezTo>
                <a:cubicBezTo>
                  <a:pt x="152400" y="245326"/>
                  <a:pt x="150674" y="257354"/>
                  <a:pt x="144966" y="267629"/>
                </a:cubicBezTo>
                <a:cubicBezTo>
                  <a:pt x="131949" y="291060"/>
                  <a:pt x="100361" y="334536"/>
                  <a:pt x="100361" y="334536"/>
                </a:cubicBezTo>
                <a:cubicBezTo>
                  <a:pt x="96644" y="345687"/>
                  <a:pt x="93840" y="357186"/>
                  <a:pt x="89210" y="367990"/>
                </a:cubicBezTo>
                <a:cubicBezTo>
                  <a:pt x="72232" y="407607"/>
                  <a:pt x="67005" y="412449"/>
                  <a:pt x="44605" y="446048"/>
                </a:cubicBezTo>
                <a:cubicBezTo>
                  <a:pt x="27754" y="513452"/>
                  <a:pt x="38297" y="476127"/>
                  <a:pt x="11152" y="557561"/>
                </a:cubicBezTo>
                <a:lnTo>
                  <a:pt x="0" y="591014"/>
                </a:lnTo>
                <a:cubicBezTo>
                  <a:pt x="3717" y="680224"/>
                  <a:pt x="2267" y="769800"/>
                  <a:pt x="11152" y="858644"/>
                </a:cubicBezTo>
                <a:cubicBezTo>
                  <a:pt x="13491" y="882036"/>
                  <a:pt x="26020" y="903249"/>
                  <a:pt x="33454" y="925551"/>
                </a:cubicBezTo>
                <a:cubicBezTo>
                  <a:pt x="53900" y="986890"/>
                  <a:pt x="32319" y="931927"/>
                  <a:pt x="66908" y="992458"/>
                </a:cubicBezTo>
                <a:cubicBezTo>
                  <a:pt x="90377" y="1033528"/>
                  <a:pt x="97436" y="1067590"/>
                  <a:pt x="133815" y="1103970"/>
                </a:cubicBezTo>
                <a:cubicBezTo>
                  <a:pt x="141249" y="1111404"/>
                  <a:pt x="149549" y="1118063"/>
                  <a:pt x="156117" y="1126273"/>
                </a:cubicBezTo>
                <a:cubicBezTo>
                  <a:pt x="191204" y="1170132"/>
                  <a:pt x="164194" y="1153446"/>
                  <a:pt x="211874" y="1193180"/>
                </a:cubicBezTo>
                <a:cubicBezTo>
                  <a:pt x="259813" y="1233129"/>
                  <a:pt x="228486" y="1201487"/>
                  <a:pt x="278781" y="1226634"/>
                </a:cubicBezTo>
                <a:cubicBezTo>
                  <a:pt x="290768" y="1232627"/>
                  <a:pt x="301770" y="1240564"/>
                  <a:pt x="312235" y="1248936"/>
                </a:cubicBezTo>
                <a:cubicBezTo>
                  <a:pt x="320445" y="1255504"/>
                  <a:pt x="325133" y="1266537"/>
                  <a:pt x="334537" y="1271239"/>
                </a:cubicBezTo>
                <a:cubicBezTo>
                  <a:pt x="355564" y="1281752"/>
                  <a:pt x="401444" y="1293541"/>
                  <a:pt x="401444" y="1293541"/>
                </a:cubicBezTo>
                <a:cubicBezTo>
                  <a:pt x="454458" y="1328884"/>
                  <a:pt x="422184" y="1311606"/>
                  <a:pt x="501805" y="1338146"/>
                </a:cubicBezTo>
                <a:lnTo>
                  <a:pt x="535259" y="1349297"/>
                </a:lnTo>
                <a:lnTo>
                  <a:pt x="568713" y="1360448"/>
                </a:lnTo>
                <a:cubicBezTo>
                  <a:pt x="631903" y="1356731"/>
                  <a:pt x="695515" y="1357484"/>
                  <a:pt x="758283" y="1349297"/>
                </a:cubicBezTo>
                <a:cubicBezTo>
                  <a:pt x="781595" y="1346256"/>
                  <a:pt x="825191" y="1326995"/>
                  <a:pt x="825191" y="1326995"/>
                </a:cubicBezTo>
                <a:cubicBezTo>
                  <a:pt x="832625" y="1319561"/>
                  <a:pt x="839082" y="1311000"/>
                  <a:pt x="847493" y="1304692"/>
                </a:cubicBezTo>
                <a:cubicBezTo>
                  <a:pt x="868936" y="1288610"/>
                  <a:pt x="895447" y="1279041"/>
                  <a:pt x="914400" y="1260088"/>
                </a:cubicBezTo>
                <a:lnTo>
                  <a:pt x="970156" y="1204331"/>
                </a:lnTo>
                <a:lnTo>
                  <a:pt x="992459" y="1182029"/>
                </a:lnTo>
                <a:cubicBezTo>
                  <a:pt x="996176" y="1170878"/>
                  <a:pt x="997562" y="1158654"/>
                  <a:pt x="1003610" y="1148575"/>
                </a:cubicBezTo>
                <a:cubicBezTo>
                  <a:pt x="1009019" y="1139560"/>
                  <a:pt x="1021211" y="1135677"/>
                  <a:pt x="1025913" y="1126273"/>
                </a:cubicBezTo>
                <a:cubicBezTo>
                  <a:pt x="1036426" y="1105246"/>
                  <a:pt x="1035175" y="1078927"/>
                  <a:pt x="1048215" y="1059366"/>
                </a:cubicBezTo>
                <a:cubicBezTo>
                  <a:pt x="1055649" y="1048215"/>
                  <a:pt x="1065074" y="1038159"/>
                  <a:pt x="1070517" y="1025912"/>
                </a:cubicBezTo>
                <a:cubicBezTo>
                  <a:pt x="1086033" y="991001"/>
                  <a:pt x="1094703" y="951474"/>
                  <a:pt x="1103971" y="914400"/>
                </a:cubicBezTo>
                <a:cubicBezTo>
                  <a:pt x="1100254" y="814039"/>
                  <a:pt x="1099286" y="713538"/>
                  <a:pt x="1092820" y="613317"/>
                </a:cubicBezTo>
                <a:cubicBezTo>
                  <a:pt x="1091006" y="585197"/>
                  <a:pt x="1077168" y="561862"/>
                  <a:pt x="1070517" y="535258"/>
                </a:cubicBezTo>
                <a:cubicBezTo>
                  <a:pt x="1065920" y="516871"/>
                  <a:pt x="1063628" y="497970"/>
                  <a:pt x="1059366" y="479502"/>
                </a:cubicBezTo>
                <a:cubicBezTo>
                  <a:pt x="1052474" y="449635"/>
                  <a:pt x="1044498" y="420029"/>
                  <a:pt x="1037064" y="390292"/>
                </a:cubicBezTo>
                <a:cubicBezTo>
                  <a:pt x="1032010" y="370076"/>
                  <a:pt x="1012660" y="287830"/>
                  <a:pt x="1003610" y="278780"/>
                </a:cubicBezTo>
                <a:cubicBezTo>
                  <a:pt x="985025" y="260195"/>
                  <a:pt x="972789" y="231335"/>
                  <a:pt x="947854" y="223024"/>
                </a:cubicBezTo>
                <a:lnTo>
                  <a:pt x="914400" y="211873"/>
                </a:lnTo>
                <a:cubicBezTo>
                  <a:pt x="906966" y="204439"/>
                  <a:pt x="900308" y="196138"/>
                  <a:pt x="892098" y="189570"/>
                </a:cubicBezTo>
                <a:cubicBezTo>
                  <a:pt x="881633" y="181198"/>
                  <a:pt x="868121" y="176745"/>
                  <a:pt x="858644" y="167268"/>
                </a:cubicBezTo>
                <a:cubicBezTo>
                  <a:pt x="849167" y="157791"/>
                  <a:pt x="845064" y="143990"/>
                  <a:pt x="836342" y="133814"/>
                </a:cubicBezTo>
                <a:cubicBezTo>
                  <a:pt x="794009" y="84425"/>
                  <a:pt x="805768" y="93886"/>
                  <a:pt x="758283" y="78058"/>
                </a:cubicBezTo>
                <a:cubicBezTo>
                  <a:pt x="733065" y="40231"/>
                  <a:pt x="745457" y="54082"/>
                  <a:pt x="724830" y="33453"/>
                </a:cubicBezTo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47" name="任意形状 46">
            <a:extLst>
              <a:ext uri="{FF2B5EF4-FFF2-40B4-BE49-F238E27FC236}">
                <a16:creationId xmlns:a16="http://schemas.microsoft.com/office/drawing/2014/main" id="{C6950F74-C84B-7F48-BD88-F57625F9D9A0}"/>
              </a:ext>
            </a:extLst>
          </p:cNvPr>
          <p:cNvSpPr/>
          <p:nvPr/>
        </p:nvSpPr>
        <p:spPr bwMode="auto">
          <a:xfrm>
            <a:off x="4116101" y="332656"/>
            <a:ext cx="1103971" cy="1360448"/>
          </a:xfrm>
          <a:custGeom>
            <a:avLst/>
            <a:gdLst>
              <a:gd name="connsiteX0" fmla="*/ 791737 w 1103971"/>
              <a:gd name="connsiteY0" fmla="*/ 11151 h 1360448"/>
              <a:gd name="connsiteX1" fmla="*/ 713678 w 1103971"/>
              <a:gd name="connsiteY1" fmla="*/ 22302 h 1360448"/>
              <a:gd name="connsiteX2" fmla="*/ 524108 w 1103971"/>
              <a:gd name="connsiteY2" fmla="*/ 0 h 1360448"/>
              <a:gd name="connsiteX3" fmla="*/ 390293 w 1103971"/>
              <a:gd name="connsiteY3" fmla="*/ 22302 h 1360448"/>
              <a:gd name="connsiteX4" fmla="*/ 301083 w 1103971"/>
              <a:gd name="connsiteY4" fmla="*/ 89209 h 1360448"/>
              <a:gd name="connsiteX5" fmla="*/ 200722 w 1103971"/>
              <a:gd name="connsiteY5" fmla="*/ 178419 h 1360448"/>
              <a:gd name="connsiteX6" fmla="*/ 156117 w 1103971"/>
              <a:gd name="connsiteY6" fmla="*/ 234175 h 1360448"/>
              <a:gd name="connsiteX7" fmla="*/ 144966 w 1103971"/>
              <a:gd name="connsiteY7" fmla="*/ 267629 h 1360448"/>
              <a:gd name="connsiteX8" fmla="*/ 100361 w 1103971"/>
              <a:gd name="connsiteY8" fmla="*/ 334536 h 1360448"/>
              <a:gd name="connsiteX9" fmla="*/ 89210 w 1103971"/>
              <a:gd name="connsiteY9" fmla="*/ 367990 h 1360448"/>
              <a:gd name="connsiteX10" fmla="*/ 44605 w 1103971"/>
              <a:gd name="connsiteY10" fmla="*/ 446048 h 1360448"/>
              <a:gd name="connsiteX11" fmla="*/ 11152 w 1103971"/>
              <a:gd name="connsiteY11" fmla="*/ 557561 h 1360448"/>
              <a:gd name="connsiteX12" fmla="*/ 0 w 1103971"/>
              <a:gd name="connsiteY12" fmla="*/ 591014 h 1360448"/>
              <a:gd name="connsiteX13" fmla="*/ 11152 w 1103971"/>
              <a:gd name="connsiteY13" fmla="*/ 858644 h 1360448"/>
              <a:gd name="connsiteX14" fmla="*/ 33454 w 1103971"/>
              <a:gd name="connsiteY14" fmla="*/ 925551 h 1360448"/>
              <a:gd name="connsiteX15" fmla="*/ 66908 w 1103971"/>
              <a:gd name="connsiteY15" fmla="*/ 992458 h 1360448"/>
              <a:gd name="connsiteX16" fmla="*/ 133815 w 1103971"/>
              <a:gd name="connsiteY16" fmla="*/ 1103970 h 1360448"/>
              <a:gd name="connsiteX17" fmla="*/ 156117 w 1103971"/>
              <a:gd name="connsiteY17" fmla="*/ 1126273 h 1360448"/>
              <a:gd name="connsiteX18" fmla="*/ 211874 w 1103971"/>
              <a:gd name="connsiteY18" fmla="*/ 1193180 h 1360448"/>
              <a:gd name="connsiteX19" fmla="*/ 278781 w 1103971"/>
              <a:gd name="connsiteY19" fmla="*/ 1226634 h 1360448"/>
              <a:gd name="connsiteX20" fmla="*/ 312235 w 1103971"/>
              <a:gd name="connsiteY20" fmla="*/ 1248936 h 1360448"/>
              <a:gd name="connsiteX21" fmla="*/ 334537 w 1103971"/>
              <a:gd name="connsiteY21" fmla="*/ 1271239 h 1360448"/>
              <a:gd name="connsiteX22" fmla="*/ 401444 w 1103971"/>
              <a:gd name="connsiteY22" fmla="*/ 1293541 h 1360448"/>
              <a:gd name="connsiteX23" fmla="*/ 501805 w 1103971"/>
              <a:gd name="connsiteY23" fmla="*/ 1338146 h 1360448"/>
              <a:gd name="connsiteX24" fmla="*/ 535259 w 1103971"/>
              <a:gd name="connsiteY24" fmla="*/ 1349297 h 1360448"/>
              <a:gd name="connsiteX25" fmla="*/ 568713 w 1103971"/>
              <a:gd name="connsiteY25" fmla="*/ 1360448 h 1360448"/>
              <a:gd name="connsiteX26" fmla="*/ 758283 w 1103971"/>
              <a:gd name="connsiteY26" fmla="*/ 1349297 h 1360448"/>
              <a:gd name="connsiteX27" fmla="*/ 825191 w 1103971"/>
              <a:gd name="connsiteY27" fmla="*/ 1326995 h 1360448"/>
              <a:gd name="connsiteX28" fmla="*/ 847493 w 1103971"/>
              <a:gd name="connsiteY28" fmla="*/ 1304692 h 1360448"/>
              <a:gd name="connsiteX29" fmla="*/ 914400 w 1103971"/>
              <a:gd name="connsiteY29" fmla="*/ 1260088 h 1360448"/>
              <a:gd name="connsiteX30" fmla="*/ 970156 w 1103971"/>
              <a:gd name="connsiteY30" fmla="*/ 1204331 h 1360448"/>
              <a:gd name="connsiteX31" fmla="*/ 992459 w 1103971"/>
              <a:gd name="connsiteY31" fmla="*/ 1182029 h 1360448"/>
              <a:gd name="connsiteX32" fmla="*/ 1003610 w 1103971"/>
              <a:gd name="connsiteY32" fmla="*/ 1148575 h 1360448"/>
              <a:gd name="connsiteX33" fmla="*/ 1025913 w 1103971"/>
              <a:gd name="connsiteY33" fmla="*/ 1126273 h 1360448"/>
              <a:gd name="connsiteX34" fmla="*/ 1048215 w 1103971"/>
              <a:gd name="connsiteY34" fmla="*/ 1059366 h 1360448"/>
              <a:gd name="connsiteX35" fmla="*/ 1070517 w 1103971"/>
              <a:gd name="connsiteY35" fmla="*/ 1025912 h 1360448"/>
              <a:gd name="connsiteX36" fmla="*/ 1103971 w 1103971"/>
              <a:gd name="connsiteY36" fmla="*/ 914400 h 1360448"/>
              <a:gd name="connsiteX37" fmla="*/ 1092820 w 1103971"/>
              <a:gd name="connsiteY37" fmla="*/ 613317 h 1360448"/>
              <a:gd name="connsiteX38" fmla="*/ 1070517 w 1103971"/>
              <a:gd name="connsiteY38" fmla="*/ 535258 h 1360448"/>
              <a:gd name="connsiteX39" fmla="*/ 1059366 w 1103971"/>
              <a:gd name="connsiteY39" fmla="*/ 479502 h 1360448"/>
              <a:gd name="connsiteX40" fmla="*/ 1037064 w 1103971"/>
              <a:gd name="connsiteY40" fmla="*/ 390292 h 1360448"/>
              <a:gd name="connsiteX41" fmla="*/ 1003610 w 1103971"/>
              <a:gd name="connsiteY41" fmla="*/ 278780 h 1360448"/>
              <a:gd name="connsiteX42" fmla="*/ 947854 w 1103971"/>
              <a:gd name="connsiteY42" fmla="*/ 223024 h 1360448"/>
              <a:gd name="connsiteX43" fmla="*/ 914400 w 1103971"/>
              <a:gd name="connsiteY43" fmla="*/ 211873 h 1360448"/>
              <a:gd name="connsiteX44" fmla="*/ 892098 w 1103971"/>
              <a:gd name="connsiteY44" fmla="*/ 189570 h 1360448"/>
              <a:gd name="connsiteX45" fmla="*/ 858644 w 1103971"/>
              <a:gd name="connsiteY45" fmla="*/ 167268 h 1360448"/>
              <a:gd name="connsiteX46" fmla="*/ 836342 w 1103971"/>
              <a:gd name="connsiteY46" fmla="*/ 133814 h 1360448"/>
              <a:gd name="connsiteX47" fmla="*/ 758283 w 1103971"/>
              <a:gd name="connsiteY47" fmla="*/ 78058 h 1360448"/>
              <a:gd name="connsiteX48" fmla="*/ 724830 w 1103971"/>
              <a:gd name="connsiteY48" fmla="*/ 33453 h 13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03971" h="1360448">
                <a:moveTo>
                  <a:pt x="791737" y="11151"/>
                </a:moveTo>
                <a:cubicBezTo>
                  <a:pt x="765717" y="14868"/>
                  <a:pt x="739962" y="22302"/>
                  <a:pt x="713678" y="22302"/>
                </a:cubicBezTo>
                <a:cubicBezTo>
                  <a:pt x="672378" y="22302"/>
                  <a:pt x="571345" y="6748"/>
                  <a:pt x="524108" y="0"/>
                </a:cubicBezTo>
                <a:cubicBezTo>
                  <a:pt x="505686" y="2047"/>
                  <a:pt x="422985" y="4140"/>
                  <a:pt x="390293" y="22302"/>
                </a:cubicBezTo>
                <a:cubicBezTo>
                  <a:pt x="262991" y="93025"/>
                  <a:pt x="362598" y="39997"/>
                  <a:pt x="301083" y="89209"/>
                </a:cubicBezTo>
                <a:cubicBezTo>
                  <a:pt x="253204" y="127512"/>
                  <a:pt x="249296" y="105556"/>
                  <a:pt x="200722" y="178419"/>
                </a:cubicBezTo>
                <a:cubicBezTo>
                  <a:pt x="172588" y="220621"/>
                  <a:pt x="187897" y="202396"/>
                  <a:pt x="156117" y="234175"/>
                </a:cubicBezTo>
                <a:cubicBezTo>
                  <a:pt x="152400" y="245326"/>
                  <a:pt x="150674" y="257354"/>
                  <a:pt x="144966" y="267629"/>
                </a:cubicBezTo>
                <a:cubicBezTo>
                  <a:pt x="131949" y="291060"/>
                  <a:pt x="100361" y="334536"/>
                  <a:pt x="100361" y="334536"/>
                </a:cubicBezTo>
                <a:cubicBezTo>
                  <a:pt x="96644" y="345687"/>
                  <a:pt x="93840" y="357186"/>
                  <a:pt x="89210" y="367990"/>
                </a:cubicBezTo>
                <a:cubicBezTo>
                  <a:pt x="72232" y="407607"/>
                  <a:pt x="67005" y="412449"/>
                  <a:pt x="44605" y="446048"/>
                </a:cubicBezTo>
                <a:cubicBezTo>
                  <a:pt x="27754" y="513452"/>
                  <a:pt x="38297" y="476127"/>
                  <a:pt x="11152" y="557561"/>
                </a:cubicBezTo>
                <a:lnTo>
                  <a:pt x="0" y="591014"/>
                </a:lnTo>
                <a:cubicBezTo>
                  <a:pt x="3717" y="680224"/>
                  <a:pt x="2267" y="769800"/>
                  <a:pt x="11152" y="858644"/>
                </a:cubicBezTo>
                <a:cubicBezTo>
                  <a:pt x="13491" y="882036"/>
                  <a:pt x="26020" y="903249"/>
                  <a:pt x="33454" y="925551"/>
                </a:cubicBezTo>
                <a:cubicBezTo>
                  <a:pt x="53900" y="986890"/>
                  <a:pt x="32319" y="931927"/>
                  <a:pt x="66908" y="992458"/>
                </a:cubicBezTo>
                <a:cubicBezTo>
                  <a:pt x="90377" y="1033528"/>
                  <a:pt x="97436" y="1067590"/>
                  <a:pt x="133815" y="1103970"/>
                </a:cubicBezTo>
                <a:cubicBezTo>
                  <a:pt x="141249" y="1111404"/>
                  <a:pt x="149549" y="1118063"/>
                  <a:pt x="156117" y="1126273"/>
                </a:cubicBezTo>
                <a:cubicBezTo>
                  <a:pt x="191204" y="1170132"/>
                  <a:pt x="164194" y="1153446"/>
                  <a:pt x="211874" y="1193180"/>
                </a:cubicBezTo>
                <a:cubicBezTo>
                  <a:pt x="259813" y="1233129"/>
                  <a:pt x="228486" y="1201487"/>
                  <a:pt x="278781" y="1226634"/>
                </a:cubicBezTo>
                <a:cubicBezTo>
                  <a:pt x="290768" y="1232627"/>
                  <a:pt x="301770" y="1240564"/>
                  <a:pt x="312235" y="1248936"/>
                </a:cubicBezTo>
                <a:cubicBezTo>
                  <a:pt x="320445" y="1255504"/>
                  <a:pt x="325133" y="1266537"/>
                  <a:pt x="334537" y="1271239"/>
                </a:cubicBezTo>
                <a:cubicBezTo>
                  <a:pt x="355564" y="1281752"/>
                  <a:pt x="401444" y="1293541"/>
                  <a:pt x="401444" y="1293541"/>
                </a:cubicBezTo>
                <a:cubicBezTo>
                  <a:pt x="454458" y="1328884"/>
                  <a:pt x="422184" y="1311606"/>
                  <a:pt x="501805" y="1338146"/>
                </a:cubicBezTo>
                <a:lnTo>
                  <a:pt x="535259" y="1349297"/>
                </a:lnTo>
                <a:lnTo>
                  <a:pt x="568713" y="1360448"/>
                </a:lnTo>
                <a:cubicBezTo>
                  <a:pt x="631903" y="1356731"/>
                  <a:pt x="695515" y="1357484"/>
                  <a:pt x="758283" y="1349297"/>
                </a:cubicBezTo>
                <a:cubicBezTo>
                  <a:pt x="781595" y="1346256"/>
                  <a:pt x="825191" y="1326995"/>
                  <a:pt x="825191" y="1326995"/>
                </a:cubicBezTo>
                <a:cubicBezTo>
                  <a:pt x="832625" y="1319561"/>
                  <a:pt x="839082" y="1311000"/>
                  <a:pt x="847493" y="1304692"/>
                </a:cubicBezTo>
                <a:cubicBezTo>
                  <a:pt x="868936" y="1288610"/>
                  <a:pt x="895447" y="1279041"/>
                  <a:pt x="914400" y="1260088"/>
                </a:cubicBezTo>
                <a:lnTo>
                  <a:pt x="970156" y="1204331"/>
                </a:lnTo>
                <a:lnTo>
                  <a:pt x="992459" y="1182029"/>
                </a:lnTo>
                <a:cubicBezTo>
                  <a:pt x="996176" y="1170878"/>
                  <a:pt x="997562" y="1158654"/>
                  <a:pt x="1003610" y="1148575"/>
                </a:cubicBezTo>
                <a:cubicBezTo>
                  <a:pt x="1009019" y="1139560"/>
                  <a:pt x="1021211" y="1135677"/>
                  <a:pt x="1025913" y="1126273"/>
                </a:cubicBezTo>
                <a:cubicBezTo>
                  <a:pt x="1036426" y="1105246"/>
                  <a:pt x="1035175" y="1078927"/>
                  <a:pt x="1048215" y="1059366"/>
                </a:cubicBezTo>
                <a:cubicBezTo>
                  <a:pt x="1055649" y="1048215"/>
                  <a:pt x="1065074" y="1038159"/>
                  <a:pt x="1070517" y="1025912"/>
                </a:cubicBezTo>
                <a:cubicBezTo>
                  <a:pt x="1086033" y="991001"/>
                  <a:pt x="1094703" y="951474"/>
                  <a:pt x="1103971" y="914400"/>
                </a:cubicBezTo>
                <a:cubicBezTo>
                  <a:pt x="1100254" y="814039"/>
                  <a:pt x="1099286" y="713538"/>
                  <a:pt x="1092820" y="613317"/>
                </a:cubicBezTo>
                <a:cubicBezTo>
                  <a:pt x="1091006" y="585197"/>
                  <a:pt x="1077168" y="561862"/>
                  <a:pt x="1070517" y="535258"/>
                </a:cubicBezTo>
                <a:cubicBezTo>
                  <a:pt x="1065920" y="516871"/>
                  <a:pt x="1063628" y="497970"/>
                  <a:pt x="1059366" y="479502"/>
                </a:cubicBezTo>
                <a:cubicBezTo>
                  <a:pt x="1052474" y="449635"/>
                  <a:pt x="1044498" y="420029"/>
                  <a:pt x="1037064" y="390292"/>
                </a:cubicBezTo>
                <a:cubicBezTo>
                  <a:pt x="1032010" y="370076"/>
                  <a:pt x="1012660" y="287830"/>
                  <a:pt x="1003610" y="278780"/>
                </a:cubicBezTo>
                <a:cubicBezTo>
                  <a:pt x="985025" y="260195"/>
                  <a:pt x="972789" y="231335"/>
                  <a:pt x="947854" y="223024"/>
                </a:cubicBezTo>
                <a:lnTo>
                  <a:pt x="914400" y="211873"/>
                </a:lnTo>
                <a:cubicBezTo>
                  <a:pt x="906966" y="204439"/>
                  <a:pt x="900308" y="196138"/>
                  <a:pt x="892098" y="189570"/>
                </a:cubicBezTo>
                <a:cubicBezTo>
                  <a:pt x="881633" y="181198"/>
                  <a:pt x="868121" y="176745"/>
                  <a:pt x="858644" y="167268"/>
                </a:cubicBezTo>
                <a:cubicBezTo>
                  <a:pt x="849167" y="157791"/>
                  <a:pt x="845064" y="143990"/>
                  <a:pt x="836342" y="133814"/>
                </a:cubicBezTo>
                <a:cubicBezTo>
                  <a:pt x="794009" y="84425"/>
                  <a:pt x="805768" y="93886"/>
                  <a:pt x="758283" y="78058"/>
                </a:cubicBezTo>
                <a:cubicBezTo>
                  <a:pt x="733065" y="40231"/>
                  <a:pt x="745457" y="54082"/>
                  <a:pt x="724830" y="33453"/>
                </a:cubicBezTo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48" name="任意形状 47">
            <a:extLst>
              <a:ext uri="{FF2B5EF4-FFF2-40B4-BE49-F238E27FC236}">
                <a16:creationId xmlns:a16="http://schemas.microsoft.com/office/drawing/2014/main" id="{F97DB454-D8AD-F447-85C8-2B4D06701F5F}"/>
              </a:ext>
            </a:extLst>
          </p:cNvPr>
          <p:cNvSpPr/>
          <p:nvPr/>
        </p:nvSpPr>
        <p:spPr bwMode="auto">
          <a:xfrm>
            <a:off x="5916301" y="260648"/>
            <a:ext cx="1103971" cy="1360448"/>
          </a:xfrm>
          <a:custGeom>
            <a:avLst/>
            <a:gdLst>
              <a:gd name="connsiteX0" fmla="*/ 791737 w 1103971"/>
              <a:gd name="connsiteY0" fmla="*/ 11151 h 1360448"/>
              <a:gd name="connsiteX1" fmla="*/ 713678 w 1103971"/>
              <a:gd name="connsiteY1" fmla="*/ 22302 h 1360448"/>
              <a:gd name="connsiteX2" fmla="*/ 524108 w 1103971"/>
              <a:gd name="connsiteY2" fmla="*/ 0 h 1360448"/>
              <a:gd name="connsiteX3" fmla="*/ 390293 w 1103971"/>
              <a:gd name="connsiteY3" fmla="*/ 22302 h 1360448"/>
              <a:gd name="connsiteX4" fmla="*/ 301083 w 1103971"/>
              <a:gd name="connsiteY4" fmla="*/ 89209 h 1360448"/>
              <a:gd name="connsiteX5" fmla="*/ 200722 w 1103971"/>
              <a:gd name="connsiteY5" fmla="*/ 178419 h 1360448"/>
              <a:gd name="connsiteX6" fmla="*/ 156117 w 1103971"/>
              <a:gd name="connsiteY6" fmla="*/ 234175 h 1360448"/>
              <a:gd name="connsiteX7" fmla="*/ 144966 w 1103971"/>
              <a:gd name="connsiteY7" fmla="*/ 267629 h 1360448"/>
              <a:gd name="connsiteX8" fmla="*/ 100361 w 1103971"/>
              <a:gd name="connsiteY8" fmla="*/ 334536 h 1360448"/>
              <a:gd name="connsiteX9" fmla="*/ 89210 w 1103971"/>
              <a:gd name="connsiteY9" fmla="*/ 367990 h 1360448"/>
              <a:gd name="connsiteX10" fmla="*/ 44605 w 1103971"/>
              <a:gd name="connsiteY10" fmla="*/ 446048 h 1360448"/>
              <a:gd name="connsiteX11" fmla="*/ 11152 w 1103971"/>
              <a:gd name="connsiteY11" fmla="*/ 557561 h 1360448"/>
              <a:gd name="connsiteX12" fmla="*/ 0 w 1103971"/>
              <a:gd name="connsiteY12" fmla="*/ 591014 h 1360448"/>
              <a:gd name="connsiteX13" fmla="*/ 11152 w 1103971"/>
              <a:gd name="connsiteY13" fmla="*/ 858644 h 1360448"/>
              <a:gd name="connsiteX14" fmla="*/ 33454 w 1103971"/>
              <a:gd name="connsiteY14" fmla="*/ 925551 h 1360448"/>
              <a:gd name="connsiteX15" fmla="*/ 66908 w 1103971"/>
              <a:gd name="connsiteY15" fmla="*/ 992458 h 1360448"/>
              <a:gd name="connsiteX16" fmla="*/ 133815 w 1103971"/>
              <a:gd name="connsiteY16" fmla="*/ 1103970 h 1360448"/>
              <a:gd name="connsiteX17" fmla="*/ 156117 w 1103971"/>
              <a:gd name="connsiteY17" fmla="*/ 1126273 h 1360448"/>
              <a:gd name="connsiteX18" fmla="*/ 211874 w 1103971"/>
              <a:gd name="connsiteY18" fmla="*/ 1193180 h 1360448"/>
              <a:gd name="connsiteX19" fmla="*/ 278781 w 1103971"/>
              <a:gd name="connsiteY19" fmla="*/ 1226634 h 1360448"/>
              <a:gd name="connsiteX20" fmla="*/ 312235 w 1103971"/>
              <a:gd name="connsiteY20" fmla="*/ 1248936 h 1360448"/>
              <a:gd name="connsiteX21" fmla="*/ 334537 w 1103971"/>
              <a:gd name="connsiteY21" fmla="*/ 1271239 h 1360448"/>
              <a:gd name="connsiteX22" fmla="*/ 401444 w 1103971"/>
              <a:gd name="connsiteY22" fmla="*/ 1293541 h 1360448"/>
              <a:gd name="connsiteX23" fmla="*/ 501805 w 1103971"/>
              <a:gd name="connsiteY23" fmla="*/ 1338146 h 1360448"/>
              <a:gd name="connsiteX24" fmla="*/ 535259 w 1103971"/>
              <a:gd name="connsiteY24" fmla="*/ 1349297 h 1360448"/>
              <a:gd name="connsiteX25" fmla="*/ 568713 w 1103971"/>
              <a:gd name="connsiteY25" fmla="*/ 1360448 h 1360448"/>
              <a:gd name="connsiteX26" fmla="*/ 758283 w 1103971"/>
              <a:gd name="connsiteY26" fmla="*/ 1349297 h 1360448"/>
              <a:gd name="connsiteX27" fmla="*/ 825191 w 1103971"/>
              <a:gd name="connsiteY27" fmla="*/ 1326995 h 1360448"/>
              <a:gd name="connsiteX28" fmla="*/ 847493 w 1103971"/>
              <a:gd name="connsiteY28" fmla="*/ 1304692 h 1360448"/>
              <a:gd name="connsiteX29" fmla="*/ 914400 w 1103971"/>
              <a:gd name="connsiteY29" fmla="*/ 1260088 h 1360448"/>
              <a:gd name="connsiteX30" fmla="*/ 970156 w 1103971"/>
              <a:gd name="connsiteY30" fmla="*/ 1204331 h 1360448"/>
              <a:gd name="connsiteX31" fmla="*/ 992459 w 1103971"/>
              <a:gd name="connsiteY31" fmla="*/ 1182029 h 1360448"/>
              <a:gd name="connsiteX32" fmla="*/ 1003610 w 1103971"/>
              <a:gd name="connsiteY32" fmla="*/ 1148575 h 1360448"/>
              <a:gd name="connsiteX33" fmla="*/ 1025913 w 1103971"/>
              <a:gd name="connsiteY33" fmla="*/ 1126273 h 1360448"/>
              <a:gd name="connsiteX34" fmla="*/ 1048215 w 1103971"/>
              <a:gd name="connsiteY34" fmla="*/ 1059366 h 1360448"/>
              <a:gd name="connsiteX35" fmla="*/ 1070517 w 1103971"/>
              <a:gd name="connsiteY35" fmla="*/ 1025912 h 1360448"/>
              <a:gd name="connsiteX36" fmla="*/ 1103971 w 1103971"/>
              <a:gd name="connsiteY36" fmla="*/ 914400 h 1360448"/>
              <a:gd name="connsiteX37" fmla="*/ 1092820 w 1103971"/>
              <a:gd name="connsiteY37" fmla="*/ 613317 h 1360448"/>
              <a:gd name="connsiteX38" fmla="*/ 1070517 w 1103971"/>
              <a:gd name="connsiteY38" fmla="*/ 535258 h 1360448"/>
              <a:gd name="connsiteX39" fmla="*/ 1059366 w 1103971"/>
              <a:gd name="connsiteY39" fmla="*/ 479502 h 1360448"/>
              <a:gd name="connsiteX40" fmla="*/ 1037064 w 1103971"/>
              <a:gd name="connsiteY40" fmla="*/ 390292 h 1360448"/>
              <a:gd name="connsiteX41" fmla="*/ 1003610 w 1103971"/>
              <a:gd name="connsiteY41" fmla="*/ 278780 h 1360448"/>
              <a:gd name="connsiteX42" fmla="*/ 947854 w 1103971"/>
              <a:gd name="connsiteY42" fmla="*/ 223024 h 1360448"/>
              <a:gd name="connsiteX43" fmla="*/ 914400 w 1103971"/>
              <a:gd name="connsiteY43" fmla="*/ 211873 h 1360448"/>
              <a:gd name="connsiteX44" fmla="*/ 892098 w 1103971"/>
              <a:gd name="connsiteY44" fmla="*/ 189570 h 1360448"/>
              <a:gd name="connsiteX45" fmla="*/ 858644 w 1103971"/>
              <a:gd name="connsiteY45" fmla="*/ 167268 h 1360448"/>
              <a:gd name="connsiteX46" fmla="*/ 836342 w 1103971"/>
              <a:gd name="connsiteY46" fmla="*/ 133814 h 1360448"/>
              <a:gd name="connsiteX47" fmla="*/ 758283 w 1103971"/>
              <a:gd name="connsiteY47" fmla="*/ 78058 h 1360448"/>
              <a:gd name="connsiteX48" fmla="*/ 724830 w 1103971"/>
              <a:gd name="connsiteY48" fmla="*/ 33453 h 13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03971" h="1360448">
                <a:moveTo>
                  <a:pt x="791737" y="11151"/>
                </a:moveTo>
                <a:cubicBezTo>
                  <a:pt x="765717" y="14868"/>
                  <a:pt x="739962" y="22302"/>
                  <a:pt x="713678" y="22302"/>
                </a:cubicBezTo>
                <a:cubicBezTo>
                  <a:pt x="672378" y="22302"/>
                  <a:pt x="571345" y="6748"/>
                  <a:pt x="524108" y="0"/>
                </a:cubicBezTo>
                <a:cubicBezTo>
                  <a:pt x="505686" y="2047"/>
                  <a:pt x="422985" y="4140"/>
                  <a:pt x="390293" y="22302"/>
                </a:cubicBezTo>
                <a:cubicBezTo>
                  <a:pt x="262991" y="93025"/>
                  <a:pt x="362598" y="39997"/>
                  <a:pt x="301083" y="89209"/>
                </a:cubicBezTo>
                <a:cubicBezTo>
                  <a:pt x="253204" y="127512"/>
                  <a:pt x="249296" y="105556"/>
                  <a:pt x="200722" y="178419"/>
                </a:cubicBezTo>
                <a:cubicBezTo>
                  <a:pt x="172588" y="220621"/>
                  <a:pt x="187897" y="202396"/>
                  <a:pt x="156117" y="234175"/>
                </a:cubicBezTo>
                <a:cubicBezTo>
                  <a:pt x="152400" y="245326"/>
                  <a:pt x="150674" y="257354"/>
                  <a:pt x="144966" y="267629"/>
                </a:cubicBezTo>
                <a:cubicBezTo>
                  <a:pt x="131949" y="291060"/>
                  <a:pt x="100361" y="334536"/>
                  <a:pt x="100361" y="334536"/>
                </a:cubicBezTo>
                <a:cubicBezTo>
                  <a:pt x="96644" y="345687"/>
                  <a:pt x="93840" y="357186"/>
                  <a:pt x="89210" y="367990"/>
                </a:cubicBezTo>
                <a:cubicBezTo>
                  <a:pt x="72232" y="407607"/>
                  <a:pt x="67005" y="412449"/>
                  <a:pt x="44605" y="446048"/>
                </a:cubicBezTo>
                <a:cubicBezTo>
                  <a:pt x="27754" y="513452"/>
                  <a:pt x="38297" y="476127"/>
                  <a:pt x="11152" y="557561"/>
                </a:cubicBezTo>
                <a:lnTo>
                  <a:pt x="0" y="591014"/>
                </a:lnTo>
                <a:cubicBezTo>
                  <a:pt x="3717" y="680224"/>
                  <a:pt x="2267" y="769800"/>
                  <a:pt x="11152" y="858644"/>
                </a:cubicBezTo>
                <a:cubicBezTo>
                  <a:pt x="13491" y="882036"/>
                  <a:pt x="26020" y="903249"/>
                  <a:pt x="33454" y="925551"/>
                </a:cubicBezTo>
                <a:cubicBezTo>
                  <a:pt x="53900" y="986890"/>
                  <a:pt x="32319" y="931927"/>
                  <a:pt x="66908" y="992458"/>
                </a:cubicBezTo>
                <a:cubicBezTo>
                  <a:pt x="90377" y="1033528"/>
                  <a:pt x="97436" y="1067590"/>
                  <a:pt x="133815" y="1103970"/>
                </a:cubicBezTo>
                <a:cubicBezTo>
                  <a:pt x="141249" y="1111404"/>
                  <a:pt x="149549" y="1118063"/>
                  <a:pt x="156117" y="1126273"/>
                </a:cubicBezTo>
                <a:cubicBezTo>
                  <a:pt x="191204" y="1170132"/>
                  <a:pt x="164194" y="1153446"/>
                  <a:pt x="211874" y="1193180"/>
                </a:cubicBezTo>
                <a:cubicBezTo>
                  <a:pt x="259813" y="1233129"/>
                  <a:pt x="228486" y="1201487"/>
                  <a:pt x="278781" y="1226634"/>
                </a:cubicBezTo>
                <a:cubicBezTo>
                  <a:pt x="290768" y="1232627"/>
                  <a:pt x="301770" y="1240564"/>
                  <a:pt x="312235" y="1248936"/>
                </a:cubicBezTo>
                <a:cubicBezTo>
                  <a:pt x="320445" y="1255504"/>
                  <a:pt x="325133" y="1266537"/>
                  <a:pt x="334537" y="1271239"/>
                </a:cubicBezTo>
                <a:cubicBezTo>
                  <a:pt x="355564" y="1281752"/>
                  <a:pt x="401444" y="1293541"/>
                  <a:pt x="401444" y="1293541"/>
                </a:cubicBezTo>
                <a:cubicBezTo>
                  <a:pt x="454458" y="1328884"/>
                  <a:pt x="422184" y="1311606"/>
                  <a:pt x="501805" y="1338146"/>
                </a:cubicBezTo>
                <a:lnTo>
                  <a:pt x="535259" y="1349297"/>
                </a:lnTo>
                <a:lnTo>
                  <a:pt x="568713" y="1360448"/>
                </a:lnTo>
                <a:cubicBezTo>
                  <a:pt x="631903" y="1356731"/>
                  <a:pt x="695515" y="1357484"/>
                  <a:pt x="758283" y="1349297"/>
                </a:cubicBezTo>
                <a:cubicBezTo>
                  <a:pt x="781595" y="1346256"/>
                  <a:pt x="825191" y="1326995"/>
                  <a:pt x="825191" y="1326995"/>
                </a:cubicBezTo>
                <a:cubicBezTo>
                  <a:pt x="832625" y="1319561"/>
                  <a:pt x="839082" y="1311000"/>
                  <a:pt x="847493" y="1304692"/>
                </a:cubicBezTo>
                <a:cubicBezTo>
                  <a:pt x="868936" y="1288610"/>
                  <a:pt x="895447" y="1279041"/>
                  <a:pt x="914400" y="1260088"/>
                </a:cubicBezTo>
                <a:lnTo>
                  <a:pt x="970156" y="1204331"/>
                </a:lnTo>
                <a:lnTo>
                  <a:pt x="992459" y="1182029"/>
                </a:lnTo>
                <a:cubicBezTo>
                  <a:pt x="996176" y="1170878"/>
                  <a:pt x="997562" y="1158654"/>
                  <a:pt x="1003610" y="1148575"/>
                </a:cubicBezTo>
                <a:cubicBezTo>
                  <a:pt x="1009019" y="1139560"/>
                  <a:pt x="1021211" y="1135677"/>
                  <a:pt x="1025913" y="1126273"/>
                </a:cubicBezTo>
                <a:cubicBezTo>
                  <a:pt x="1036426" y="1105246"/>
                  <a:pt x="1035175" y="1078927"/>
                  <a:pt x="1048215" y="1059366"/>
                </a:cubicBezTo>
                <a:cubicBezTo>
                  <a:pt x="1055649" y="1048215"/>
                  <a:pt x="1065074" y="1038159"/>
                  <a:pt x="1070517" y="1025912"/>
                </a:cubicBezTo>
                <a:cubicBezTo>
                  <a:pt x="1086033" y="991001"/>
                  <a:pt x="1094703" y="951474"/>
                  <a:pt x="1103971" y="914400"/>
                </a:cubicBezTo>
                <a:cubicBezTo>
                  <a:pt x="1100254" y="814039"/>
                  <a:pt x="1099286" y="713538"/>
                  <a:pt x="1092820" y="613317"/>
                </a:cubicBezTo>
                <a:cubicBezTo>
                  <a:pt x="1091006" y="585197"/>
                  <a:pt x="1077168" y="561862"/>
                  <a:pt x="1070517" y="535258"/>
                </a:cubicBezTo>
                <a:cubicBezTo>
                  <a:pt x="1065920" y="516871"/>
                  <a:pt x="1063628" y="497970"/>
                  <a:pt x="1059366" y="479502"/>
                </a:cubicBezTo>
                <a:cubicBezTo>
                  <a:pt x="1052474" y="449635"/>
                  <a:pt x="1044498" y="420029"/>
                  <a:pt x="1037064" y="390292"/>
                </a:cubicBezTo>
                <a:cubicBezTo>
                  <a:pt x="1032010" y="370076"/>
                  <a:pt x="1012660" y="287830"/>
                  <a:pt x="1003610" y="278780"/>
                </a:cubicBezTo>
                <a:cubicBezTo>
                  <a:pt x="985025" y="260195"/>
                  <a:pt x="972789" y="231335"/>
                  <a:pt x="947854" y="223024"/>
                </a:cubicBezTo>
                <a:lnTo>
                  <a:pt x="914400" y="211873"/>
                </a:lnTo>
                <a:cubicBezTo>
                  <a:pt x="906966" y="204439"/>
                  <a:pt x="900308" y="196138"/>
                  <a:pt x="892098" y="189570"/>
                </a:cubicBezTo>
                <a:cubicBezTo>
                  <a:pt x="881633" y="181198"/>
                  <a:pt x="868121" y="176745"/>
                  <a:pt x="858644" y="167268"/>
                </a:cubicBezTo>
                <a:cubicBezTo>
                  <a:pt x="849167" y="157791"/>
                  <a:pt x="845064" y="143990"/>
                  <a:pt x="836342" y="133814"/>
                </a:cubicBezTo>
                <a:cubicBezTo>
                  <a:pt x="794009" y="84425"/>
                  <a:pt x="805768" y="93886"/>
                  <a:pt x="758283" y="78058"/>
                </a:cubicBezTo>
                <a:cubicBezTo>
                  <a:pt x="733065" y="40231"/>
                  <a:pt x="745457" y="54082"/>
                  <a:pt x="724830" y="33453"/>
                </a:cubicBezTo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4" name="任意形状 3">
            <a:extLst>
              <a:ext uri="{FF2B5EF4-FFF2-40B4-BE49-F238E27FC236}">
                <a16:creationId xmlns:a16="http://schemas.microsoft.com/office/drawing/2014/main" id="{F088DF5B-A2EF-BA4D-B06D-D0108C1AF633}"/>
              </a:ext>
            </a:extLst>
          </p:cNvPr>
          <p:cNvSpPr/>
          <p:nvPr/>
        </p:nvSpPr>
        <p:spPr bwMode="auto">
          <a:xfrm>
            <a:off x="111512" y="1683834"/>
            <a:ext cx="1394193" cy="2263698"/>
          </a:xfrm>
          <a:custGeom>
            <a:avLst/>
            <a:gdLst>
              <a:gd name="connsiteX0" fmla="*/ 1393903 w 1394193"/>
              <a:gd name="connsiteY0" fmla="*/ 1438507 h 2263698"/>
              <a:gd name="connsiteX1" fmla="*/ 1382751 w 1394193"/>
              <a:gd name="connsiteY1" fmla="*/ 1170878 h 2263698"/>
              <a:gd name="connsiteX2" fmla="*/ 1371600 w 1394193"/>
              <a:gd name="connsiteY2" fmla="*/ 1081668 h 2263698"/>
              <a:gd name="connsiteX3" fmla="*/ 1349298 w 1394193"/>
              <a:gd name="connsiteY3" fmla="*/ 959005 h 2263698"/>
              <a:gd name="connsiteX4" fmla="*/ 1338147 w 1394193"/>
              <a:gd name="connsiteY4" fmla="*/ 847493 h 2263698"/>
              <a:gd name="connsiteX5" fmla="*/ 1326995 w 1394193"/>
              <a:gd name="connsiteY5" fmla="*/ 769434 h 2263698"/>
              <a:gd name="connsiteX6" fmla="*/ 1304693 w 1394193"/>
              <a:gd name="connsiteY6" fmla="*/ 490654 h 2263698"/>
              <a:gd name="connsiteX7" fmla="*/ 1282390 w 1394193"/>
              <a:gd name="connsiteY7" fmla="*/ 267629 h 2263698"/>
              <a:gd name="connsiteX8" fmla="*/ 1260088 w 1394193"/>
              <a:gd name="connsiteY8" fmla="*/ 189571 h 2263698"/>
              <a:gd name="connsiteX9" fmla="*/ 1193181 w 1394193"/>
              <a:gd name="connsiteY9" fmla="*/ 111512 h 2263698"/>
              <a:gd name="connsiteX10" fmla="*/ 1137425 w 1394193"/>
              <a:gd name="connsiteY10" fmla="*/ 78059 h 2263698"/>
              <a:gd name="connsiteX11" fmla="*/ 1115122 w 1394193"/>
              <a:gd name="connsiteY11" fmla="*/ 55756 h 2263698"/>
              <a:gd name="connsiteX12" fmla="*/ 1048215 w 1394193"/>
              <a:gd name="connsiteY12" fmla="*/ 33454 h 2263698"/>
              <a:gd name="connsiteX13" fmla="*/ 892098 w 1394193"/>
              <a:gd name="connsiteY13" fmla="*/ 11151 h 2263698"/>
              <a:gd name="connsiteX14" fmla="*/ 747132 w 1394193"/>
              <a:gd name="connsiteY14" fmla="*/ 0 h 2263698"/>
              <a:gd name="connsiteX15" fmla="*/ 613317 w 1394193"/>
              <a:gd name="connsiteY15" fmla="*/ 22303 h 2263698"/>
              <a:gd name="connsiteX16" fmla="*/ 535259 w 1394193"/>
              <a:gd name="connsiteY16" fmla="*/ 44605 h 2263698"/>
              <a:gd name="connsiteX17" fmla="*/ 479503 w 1394193"/>
              <a:gd name="connsiteY17" fmla="*/ 89210 h 2263698"/>
              <a:gd name="connsiteX18" fmla="*/ 446049 w 1394193"/>
              <a:gd name="connsiteY18" fmla="*/ 156117 h 2263698"/>
              <a:gd name="connsiteX19" fmla="*/ 401444 w 1394193"/>
              <a:gd name="connsiteY19" fmla="*/ 200722 h 2263698"/>
              <a:gd name="connsiteX20" fmla="*/ 390293 w 1394193"/>
              <a:gd name="connsiteY20" fmla="*/ 234176 h 2263698"/>
              <a:gd name="connsiteX21" fmla="*/ 367990 w 1394193"/>
              <a:gd name="connsiteY21" fmla="*/ 256478 h 2263698"/>
              <a:gd name="connsiteX22" fmla="*/ 345688 w 1394193"/>
              <a:gd name="connsiteY22" fmla="*/ 289932 h 2263698"/>
              <a:gd name="connsiteX23" fmla="*/ 312234 w 1394193"/>
              <a:gd name="connsiteY23" fmla="*/ 356839 h 2263698"/>
              <a:gd name="connsiteX24" fmla="*/ 278781 w 1394193"/>
              <a:gd name="connsiteY24" fmla="*/ 423746 h 2263698"/>
              <a:gd name="connsiteX25" fmla="*/ 256478 w 1394193"/>
              <a:gd name="connsiteY25" fmla="*/ 501805 h 2263698"/>
              <a:gd name="connsiteX26" fmla="*/ 234176 w 1394193"/>
              <a:gd name="connsiteY26" fmla="*/ 568712 h 2263698"/>
              <a:gd name="connsiteX27" fmla="*/ 200722 w 1394193"/>
              <a:gd name="connsiteY27" fmla="*/ 669073 h 2263698"/>
              <a:gd name="connsiteX28" fmla="*/ 178420 w 1394193"/>
              <a:gd name="connsiteY28" fmla="*/ 735981 h 2263698"/>
              <a:gd name="connsiteX29" fmla="*/ 167268 w 1394193"/>
              <a:gd name="connsiteY29" fmla="*/ 769434 h 2263698"/>
              <a:gd name="connsiteX30" fmla="*/ 144966 w 1394193"/>
              <a:gd name="connsiteY30" fmla="*/ 802888 h 2263698"/>
              <a:gd name="connsiteX31" fmla="*/ 111512 w 1394193"/>
              <a:gd name="connsiteY31" fmla="*/ 858644 h 2263698"/>
              <a:gd name="connsiteX32" fmla="*/ 66908 w 1394193"/>
              <a:gd name="connsiteY32" fmla="*/ 947854 h 2263698"/>
              <a:gd name="connsiteX33" fmla="*/ 55756 w 1394193"/>
              <a:gd name="connsiteY33" fmla="*/ 992459 h 2263698"/>
              <a:gd name="connsiteX34" fmla="*/ 33454 w 1394193"/>
              <a:gd name="connsiteY34" fmla="*/ 1059366 h 2263698"/>
              <a:gd name="connsiteX35" fmla="*/ 22303 w 1394193"/>
              <a:gd name="connsiteY35" fmla="*/ 1092820 h 2263698"/>
              <a:gd name="connsiteX36" fmla="*/ 0 w 1394193"/>
              <a:gd name="connsiteY36" fmla="*/ 1204332 h 2263698"/>
              <a:gd name="connsiteX37" fmla="*/ 33454 w 1394193"/>
              <a:gd name="connsiteY37" fmla="*/ 1672683 h 2263698"/>
              <a:gd name="connsiteX38" fmla="*/ 44605 w 1394193"/>
              <a:gd name="connsiteY38" fmla="*/ 1717288 h 2263698"/>
              <a:gd name="connsiteX39" fmla="*/ 55756 w 1394193"/>
              <a:gd name="connsiteY39" fmla="*/ 1773044 h 2263698"/>
              <a:gd name="connsiteX40" fmla="*/ 78059 w 1394193"/>
              <a:gd name="connsiteY40" fmla="*/ 1839951 h 2263698"/>
              <a:gd name="connsiteX41" fmla="*/ 89210 w 1394193"/>
              <a:gd name="connsiteY41" fmla="*/ 1873405 h 2263698"/>
              <a:gd name="connsiteX42" fmla="*/ 133815 w 1394193"/>
              <a:gd name="connsiteY42" fmla="*/ 1940312 h 2263698"/>
              <a:gd name="connsiteX43" fmla="*/ 200722 w 1394193"/>
              <a:gd name="connsiteY43" fmla="*/ 2051825 h 2263698"/>
              <a:gd name="connsiteX44" fmla="*/ 223025 w 1394193"/>
              <a:gd name="connsiteY44" fmla="*/ 2074127 h 2263698"/>
              <a:gd name="connsiteX45" fmla="*/ 289932 w 1394193"/>
              <a:gd name="connsiteY45" fmla="*/ 2118732 h 2263698"/>
              <a:gd name="connsiteX46" fmla="*/ 356839 w 1394193"/>
              <a:gd name="connsiteY46" fmla="*/ 2141034 h 2263698"/>
              <a:gd name="connsiteX47" fmla="*/ 401444 w 1394193"/>
              <a:gd name="connsiteY47" fmla="*/ 2152186 h 2263698"/>
              <a:gd name="connsiteX48" fmla="*/ 468351 w 1394193"/>
              <a:gd name="connsiteY48" fmla="*/ 2174488 h 2263698"/>
              <a:gd name="connsiteX49" fmla="*/ 535259 w 1394193"/>
              <a:gd name="connsiteY49" fmla="*/ 2196790 h 2263698"/>
              <a:gd name="connsiteX50" fmla="*/ 602166 w 1394193"/>
              <a:gd name="connsiteY50" fmla="*/ 2219093 h 2263698"/>
              <a:gd name="connsiteX51" fmla="*/ 702527 w 1394193"/>
              <a:gd name="connsiteY51" fmla="*/ 2241395 h 2263698"/>
              <a:gd name="connsiteX52" fmla="*/ 747132 w 1394193"/>
              <a:gd name="connsiteY52" fmla="*/ 2252546 h 2263698"/>
              <a:gd name="connsiteX53" fmla="*/ 858644 w 1394193"/>
              <a:gd name="connsiteY53" fmla="*/ 2263698 h 2263698"/>
              <a:gd name="connsiteX54" fmla="*/ 1092820 w 1394193"/>
              <a:gd name="connsiteY54" fmla="*/ 2252546 h 2263698"/>
              <a:gd name="connsiteX55" fmla="*/ 1215483 w 1394193"/>
              <a:gd name="connsiteY55" fmla="*/ 2219093 h 2263698"/>
              <a:gd name="connsiteX56" fmla="*/ 1248937 w 1394193"/>
              <a:gd name="connsiteY56" fmla="*/ 2207942 h 2263698"/>
              <a:gd name="connsiteX57" fmla="*/ 1282390 w 1394193"/>
              <a:gd name="connsiteY57" fmla="*/ 2185639 h 2263698"/>
              <a:gd name="connsiteX58" fmla="*/ 1326995 w 1394193"/>
              <a:gd name="connsiteY58" fmla="*/ 2141034 h 2263698"/>
              <a:gd name="connsiteX59" fmla="*/ 1360449 w 1394193"/>
              <a:gd name="connsiteY59" fmla="*/ 2062976 h 2263698"/>
              <a:gd name="connsiteX60" fmla="*/ 1382751 w 1394193"/>
              <a:gd name="connsiteY60" fmla="*/ 1996068 h 2263698"/>
              <a:gd name="connsiteX61" fmla="*/ 1393903 w 1394193"/>
              <a:gd name="connsiteY61" fmla="*/ 1962615 h 2263698"/>
              <a:gd name="connsiteX62" fmla="*/ 1371600 w 1394193"/>
              <a:gd name="connsiteY62" fmla="*/ 1449659 h 2263698"/>
              <a:gd name="connsiteX63" fmla="*/ 1393903 w 1394193"/>
              <a:gd name="connsiteY63" fmla="*/ 1438507 h 226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193" h="2263698">
                <a:moveTo>
                  <a:pt x="1393903" y="1438507"/>
                </a:moveTo>
                <a:cubicBezTo>
                  <a:pt x="1395761" y="1392044"/>
                  <a:pt x="1388321" y="1259991"/>
                  <a:pt x="1382751" y="1170878"/>
                </a:cubicBezTo>
                <a:cubicBezTo>
                  <a:pt x="1380882" y="1140968"/>
                  <a:pt x="1376157" y="1111288"/>
                  <a:pt x="1371600" y="1081668"/>
                </a:cubicBezTo>
                <a:cubicBezTo>
                  <a:pt x="1356376" y="982709"/>
                  <a:pt x="1363134" y="1069698"/>
                  <a:pt x="1349298" y="959005"/>
                </a:cubicBezTo>
                <a:cubicBezTo>
                  <a:pt x="1344665" y="921937"/>
                  <a:pt x="1342512" y="884593"/>
                  <a:pt x="1338147" y="847493"/>
                </a:cubicBezTo>
                <a:cubicBezTo>
                  <a:pt x="1335076" y="821389"/>
                  <a:pt x="1329448" y="795603"/>
                  <a:pt x="1326995" y="769434"/>
                </a:cubicBezTo>
                <a:cubicBezTo>
                  <a:pt x="1318293" y="676617"/>
                  <a:pt x="1311843" y="583603"/>
                  <a:pt x="1304693" y="490654"/>
                </a:cubicBezTo>
                <a:cubicBezTo>
                  <a:pt x="1296025" y="377966"/>
                  <a:pt x="1300345" y="357403"/>
                  <a:pt x="1282390" y="267629"/>
                </a:cubicBezTo>
                <a:cubicBezTo>
                  <a:pt x="1280008" y="255720"/>
                  <a:pt x="1267173" y="203741"/>
                  <a:pt x="1260088" y="189571"/>
                </a:cubicBezTo>
                <a:cubicBezTo>
                  <a:pt x="1243105" y="155604"/>
                  <a:pt x="1220618" y="138949"/>
                  <a:pt x="1193181" y="111512"/>
                </a:cubicBezTo>
                <a:cubicBezTo>
                  <a:pt x="1162568" y="80899"/>
                  <a:pt x="1180850" y="92534"/>
                  <a:pt x="1137425" y="78059"/>
                </a:cubicBezTo>
                <a:cubicBezTo>
                  <a:pt x="1129991" y="70625"/>
                  <a:pt x="1124526" y="60458"/>
                  <a:pt x="1115122" y="55756"/>
                </a:cubicBezTo>
                <a:cubicBezTo>
                  <a:pt x="1094095" y="45243"/>
                  <a:pt x="1071267" y="38064"/>
                  <a:pt x="1048215" y="33454"/>
                </a:cubicBezTo>
                <a:cubicBezTo>
                  <a:pt x="971887" y="18189"/>
                  <a:pt x="989215" y="19980"/>
                  <a:pt x="892098" y="11151"/>
                </a:cubicBezTo>
                <a:cubicBezTo>
                  <a:pt x="843832" y="6763"/>
                  <a:pt x="795454" y="3717"/>
                  <a:pt x="747132" y="0"/>
                </a:cubicBezTo>
                <a:cubicBezTo>
                  <a:pt x="584011" y="18124"/>
                  <a:pt x="696540" y="-1476"/>
                  <a:pt x="613317" y="22303"/>
                </a:cubicBezTo>
                <a:cubicBezTo>
                  <a:pt x="596641" y="27068"/>
                  <a:pt x="553085" y="35692"/>
                  <a:pt x="535259" y="44605"/>
                </a:cubicBezTo>
                <a:cubicBezTo>
                  <a:pt x="507122" y="58673"/>
                  <a:pt x="500248" y="68464"/>
                  <a:pt x="479503" y="89210"/>
                </a:cubicBezTo>
                <a:cubicBezTo>
                  <a:pt x="468710" y="121588"/>
                  <a:pt x="469630" y="128606"/>
                  <a:pt x="446049" y="156117"/>
                </a:cubicBezTo>
                <a:cubicBezTo>
                  <a:pt x="432365" y="172082"/>
                  <a:pt x="401444" y="200722"/>
                  <a:pt x="401444" y="200722"/>
                </a:cubicBezTo>
                <a:cubicBezTo>
                  <a:pt x="397727" y="211873"/>
                  <a:pt x="396341" y="224097"/>
                  <a:pt x="390293" y="234176"/>
                </a:cubicBezTo>
                <a:cubicBezTo>
                  <a:pt x="384884" y="243191"/>
                  <a:pt x="374558" y="248268"/>
                  <a:pt x="367990" y="256478"/>
                </a:cubicBezTo>
                <a:cubicBezTo>
                  <a:pt x="359618" y="266943"/>
                  <a:pt x="351681" y="277945"/>
                  <a:pt x="345688" y="289932"/>
                </a:cubicBezTo>
                <a:cubicBezTo>
                  <a:pt x="299528" y="382255"/>
                  <a:pt x="376141" y="260982"/>
                  <a:pt x="312234" y="356839"/>
                </a:cubicBezTo>
                <a:cubicBezTo>
                  <a:pt x="284208" y="440921"/>
                  <a:pt x="322012" y="337286"/>
                  <a:pt x="278781" y="423746"/>
                </a:cubicBezTo>
                <a:cubicBezTo>
                  <a:pt x="269409" y="442489"/>
                  <a:pt x="261839" y="483933"/>
                  <a:pt x="256478" y="501805"/>
                </a:cubicBezTo>
                <a:cubicBezTo>
                  <a:pt x="249723" y="524322"/>
                  <a:pt x="241610" y="546410"/>
                  <a:pt x="234176" y="568712"/>
                </a:cubicBezTo>
                <a:lnTo>
                  <a:pt x="200722" y="669073"/>
                </a:lnTo>
                <a:lnTo>
                  <a:pt x="178420" y="735981"/>
                </a:lnTo>
                <a:cubicBezTo>
                  <a:pt x="174703" y="747132"/>
                  <a:pt x="173788" y="759654"/>
                  <a:pt x="167268" y="769434"/>
                </a:cubicBezTo>
                <a:cubicBezTo>
                  <a:pt x="159834" y="780585"/>
                  <a:pt x="150959" y="790901"/>
                  <a:pt x="144966" y="802888"/>
                </a:cubicBezTo>
                <a:cubicBezTo>
                  <a:pt x="116016" y="860790"/>
                  <a:pt x="155073" y="815085"/>
                  <a:pt x="111512" y="858644"/>
                </a:cubicBezTo>
                <a:cubicBezTo>
                  <a:pt x="85885" y="935525"/>
                  <a:pt x="105833" y="908927"/>
                  <a:pt x="66908" y="947854"/>
                </a:cubicBezTo>
                <a:cubicBezTo>
                  <a:pt x="63191" y="962722"/>
                  <a:pt x="60160" y="977779"/>
                  <a:pt x="55756" y="992459"/>
                </a:cubicBezTo>
                <a:cubicBezTo>
                  <a:pt x="49001" y="1014976"/>
                  <a:pt x="40888" y="1037064"/>
                  <a:pt x="33454" y="1059366"/>
                </a:cubicBezTo>
                <a:cubicBezTo>
                  <a:pt x="29737" y="1070517"/>
                  <a:pt x="25154" y="1081417"/>
                  <a:pt x="22303" y="1092820"/>
                </a:cubicBezTo>
                <a:cubicBezTo>
                  <a:pt x="5667" y="1159360"/>
                  <a:pt x="13671" y="1122308"/>
                  <a:pt x="0" y="1204332"/>
                </a:cubicBezTo>
                <a:cubicBezTo>
                  <a:pt x="3857" y="1312343"/>
                  <a:pt x="1051" y="1543067"/>
                  <a:pt x="33454" y="1672683"/>
                </a:cubicBezTo>
                <a:cubicBezTo>
                  <a:pt x="37171" y="1687551"/>
                  <a:pt x="41280" y="1702327"/>
                  <a:pt x="44605" y="1717288"/>
                </a:cubicBezTo>
                <a:cubicBezTo>
                  <a:pt x="48716" y="1735790"/>
                  <a:pt x="50769" y="1754758"/>
                  <a:pt x="55756" y="1773044"/>
                </a:cubicBezTo>
                <a:cubicBezTo>
                  <a:pt x="61942" y="1795724"/>
                  <a:pt x="70625" y="1817649"/>
                  <a:pt x="78059" y="1839951"/>
                </a:cubicBezTo>
                <a:cubicBezTo>
                  <a:pt x="81776" y="1851102"/>
                  <a:pt x="82690" y="1863625"/>
                  <a:pt x="89210" y="1873405"/>
                </a:cubicBezTo>
                <a:cubicBezTo>
                  <a:pt x="104078" y="1895707"/>
                  <a:pt x="121828" y="1916338"/>
                  <a:pt x="133815" y="1940312"/>
                </a:cubicBezTo>
                <a:cubicBezTo>
                  <a:pt x="151413" y="1975509"/>
                  <a:pt x="173810" y="2024914"/>
                  <a:pt x="200722" y="2051825"/>
                </a:cubicBezTo>
                <a:cubicBezTo>
                  <a:pt x="208156" y="2059259"/>
                  <a:pt x="214614" y="2067819"/>
                  <a:pt x="223025" y="2074127"/>
                </a:cubicBezTo>
                <a:cubicBezTo>
                  <a:pt x="244468" y="2090209"/>
                  <a:pt x="264503" y="2110256"/>
                  <a:pt x="289932" y="2118732"/>
                </a:cubicBezTo>
                <a:cubicBezTo>
                  <a:pt x="312234" y="2126166"/>
                  <a:pt x="334032" y="2135332"/>
                  <a:pt x="356839" y="2141034"/>
                </a:cubicBezTo>
                <a:cubicBezTo>
                  <a:pt x="371707" y="2144751"/>
                  <a:pt x="386764" y="2147782"/>
                  <a:pt x="401444" y="2152186"/>
                </a:cubicBezTo>
                <a:cubicBezTo>
                  <a:pt x="423961" y="2158941"/>
                  <a:pt x="446049" y="2167054"/>
                  <a:pt x="468351" y="2174488"/>
                </a:cubicBezTo>
                <a:lnTo>
                  <a:pt x="535259" y="2196790"/>
                </a:lnTo>
                <a:lnTo>
                  <a:pt x="602166" y="2219093"/>
                </a:lnTo>
                <a:cubicBezTo>
                  <a:pt x="710948" y="2246288"/>
                  <a:pt x="575115" y="2213082"/>
                  <a:pt x="702527" y="2241395"/>
                </a:cubicBezTo>
                <a:cubicBezTo>
                  <a:pt x="717488" y="2244720"/>
                  <a:pt x="731960" y="2250379"/>
                  <a:pt x="747132" y="2252546"/>
                </a:cubicBezTo>
                <a:cubicBezTo>
                  <a:pt x="784113" y="2257829"/>
                  <a:pt x="821473" y="2259981"/>
                  <a:pt x="858644" y="2263698"/>
                </a:cubicBezTo>
                <a:cubicBezTo>
                  <a:pt x="936703" y="2259981"/>
                  <a:pt x="1014903" y="2258540"/>
                  <a:pt x="1092820" y="2252546"/>
                </a:cubicBezTo>
                <a:cubicBezTo>
                  <a:pt x="1133801" y="2249394"/>
                  <a:pt x="1177514" y="2231749"/>
                  <a:pt x="1215483" y="2219093"/>
                </a:cubicBezTo>
                <a:lnTo>
                  <a:pt x="1248937" y="2207942"/>
                </a:lnTo>
                <a:cubicBezTo>
                  <a:pt x="1260088" y="2200508"/>
                  <a:pt x="1272215" y="2194361"/>
                  <a:pt x="1282390" y="2185639"/>
                </a:cubicBezTo>
                <a:cubicBezTo>
                  <a:pt x="1298355" y="2171955"/>
                  <a:pt x="1326995" y="2141034"/>
                  <a:pt x="1326995" y="2141034"/>
                </a:cubicBezTo>
                <a:cubicBezTo>
                  <a:pt x="1362905" y="2033314"/>
                  <a:pt x="1305312" y="2200822"/>
                  <a:pt x="1360449" y="2062976"/>
                </a:cubicBezTo>
                <a:cubicBezTo>
                  <a:pt x="1369180" y="2041148"/>
                  <a:pt x="1375317" y="2018371"/>
                  <a:pt x="1382751" y="1996068"/>
                </a:cubicBezTo>
                <a:lnTo>
                  <a:pt x="1393903" y="1962615"/>
                </a:lnTo>
                <a:cubicBezTo>
                  <a:pt x="1392168" y="1908823"/>
                  <a:pt x="1384982" y="1563411"/>
                  <a:pt x="1371600" y="1449659"/>
                </a:cubicBezTo>
                <a:cubicBezTo>
                  <a:pt x="1370629" y="1441404"/>
                  <a:pt x="1392045" y="1484970"/>
                  <a:pt x="1393903" y="1438507"/>
                </a:cubicBezTo>
                <a:close/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51" name="任意形状 50">
            <a:extLst>
              <a:ext uri="{FF2B5EF4-FFF2-40B4-BE49-F238E27FC236}">
                <a16:creationId xmlns:a16="http://schemas.microsoft.com/office/drawing/2014/main" id="{6627A7A8-D4FB-CC41-8B5F-34B4B6C35D64}"/>
              </a:ext>
            </a:extLst>
          </p:cNvPr>
          <p:cNvSpPr/>
          <p:nvPr/>
        </p:nvSpPr>
        <p:spPr bwMode="auto">
          <a:xfrm>
            <a:off x="2187576" y="1739900"/>
            <a:ext cx="1731961" cy="2152597"/>
          </a:xfrm>
          <a:custGeom>
            <a:avLst/>
            <a:gdLst>
              <a:gd name="connsiteX0" fmla="*/ 1393903 w 1394193"/>
              <a:gd name="connsiteY0" fmla="*/ 1438507 h 2263698"/>
              <a:gd name="connsiteX1" fmla="*/ 1382751 w 1394193"/>
              <a:gd name="connsiteY1" fmla="*/ 1170878 h 2263698"/>
              <a:gd name="connsiteX2" fmla="*/ 1371600 w 1394193"/>
              <a:gd name="connsiteY2" fmla="*/ 1081668 h 2263698"/>
              <a:gd name="connsiteX3" fmla="*/ 1349298 w 1394193"/>
              <a:gd name="connsiteY3" fmla="*/ 959005 h 2263698"/>
              <a:gd name="connsiteX4" fmla="*/ 1338147 w 1394193"/>
              <a:gd name="connsiteY4" fmla="*/ 847493 h 2263698"/>
              <a:gd name="connsiteX5" fmla="*/ 1326995 w 1394193"/>
              <a:gd name="connsiteY5" fmla="*/ 769434 h 2263698"/>
              <a:gd name="connsiteX6" fmla="*/ 1304693 w 1394193"/>
              <a:gd name="connsiteY6" fmla="*/ 490654 h 2263698"/>
              <a:gd name="connsiteX7" fmla="*/ 1282390 w 1394193"/>
              <a:gd name="connsiteY7" fmla="*/ 267629 h 2263698"/>
              <a:gd name="connsiteX8" fmla="*/ 1260088 w 1394193"/>
              <a:gd name="connsiteY8" fmla="*/ 189571 h 2263698"/>
              <a:gd name="connsiteX9" fmla="*/ 1193181 w 1394193"/>
              <a:gd name="connsiteY9" fmla="*/ 111512 h 2263698"/>
              <a:gd name="connsiteX10" fmla="*/ 1137425 w 1394193"/>
              <a:gd name="connsiteY10" fmla="*/ 78059 h 2263698"/>
              <a:gd name="connsiteX11" fmla="*/ 1115122 w 1394193"/>
              <a:gd name="connsiteY11" fmla="*/ 55756 h 2263698"/>
              <a:gd name="connsiteX12" fmla="*/ 1048215 w 1394193"/>
              <a:gd name="connsiteY12" fmla="*/ 33454 h 2263698"/>
              <a:gd name="connsiteX13" fmla="*/ 892098 w 1394193"/>
              <a:gd name="connsiteY13" fmla="*/ 11151 h 2263698"/>
              <a:gd name="connsiteX14" fmla="*/ 747132 w 1394193"/>
              <a:gd name="connsiteY14" fmla="*/ 0 h 2263698"/>
              <a:gd name="connsiteX15" fmla="*/ 613317 w 1394193"/>
              <a:gd name="connsiteY15" fmla="*/ 22303 h 2263698"/>
              <a:gd name="connsiteX16" fmla="*/ 535259 w 1394193"/>
              <a:gd name="connsiteY16" fmla="*/ 44605 h 2263698"/>
              <a:gd name="connsiteX17" fmla="*/ 479503 w 1394193"/>
              <a:gd name="connsiteY17" fmla="*/ 89210 h 2263698"/>
              <a:gd name="connsiteX18" fmla="*/ 446049 w 1394193"/>
              <a:gd name="connsiteY18" fmla="*/ 156117 h 2263698"/>
              <a:gd name="connsiteX19" fmla="*/ 401444 w 1394193"/>
              <a:gd name="connsiteY19" fmla="*/ 200722 h 2263698"/>
              <a:gd name="connsiteX20" fmla="*/ 390293 w 1394193"/>
              <a:gd name="connsiteY20" fmla="*/ 234176 h 2263698"/>
              <a:gd name="connsiteX21" fmla="*/ 367990 w 1394193"/>
              <a:gd name="connsiteY21" fmla="*/ 256478 h 2263698"/>
              <a:gd name="connsiteX22" fmla="*/ 345688 w 1394193"/>
              <a:gd name="connsiteY22" fmla="*/ 289932 h 2263698"/>
              <a:gd name="connsiteX23" fmla="*/ 312234 w 1394193"/>
              <a:gd name="connsiteY23" fmla="*/ 356839 h 2263698"/>
              <a:gd name="connsiteX24" fmla="*/ 278781 w 1394193"/>
              <a:gd name="connsiteY24" fmla="*/ 423746 h 2263698"/>
              <a:gd name="connsiteX25" fmla="*/ 256478 w 1394193"/>
              <a:gd name="connsiteY25" fmla="*/ 501805 h 2263698"/>
              <a:gd name="connsiteX26" fmla="*/ 234176 w 1394193"/>
              <a:gd name="connsiteY26" fmla="*/ 568712 h 2263698"/>
              <a:gd name="connsiteX27" fmla="*/ 200722 w 1394193"/>
              <a:gd name="connsiteY27" fmla="*/ 669073 h 2263698"/>
              <a:gd name="connsiteX28" fmla="*/ 178420 w 1394193"/>
              <a:gd name="connsiteY28" fmla="*/ 735981 h 2263698"/>
              <a:gd name="connsiteX29" fmla="*/ 167268 w 1394193"/>
              <a:gd name="connsiteY29" fmla="*/ 769434 h 2263698"/>
              <a:gd name="connsiteX30" fmla="*/ 144966 w 1394193"/>
              <a:gd name="connsiteY30" fmla="*/ 802888 h 2263698"/>
              <a:gd name="connsiteX31" fmla="*/ 111512 w 1394193"/>
              <a:gd name="connsiteY31" fmla="*/ 858644 h 2263698"/>
              <a:gd name="connsiteX32" fmla="*/ 66908 w 1394193"/>
              <a:gd name="connsiteY32" fmla="*/ 947854 h 2263698"/>
              <a:gd name="connsiteX33" fmla="*/ 55756 w 1394193"/>
              <a:gd name="connsiteY33" fmla="*/ 992459 h 2263698"/>
              <a:gd name="connsiteX34" fmla="*/ 33454 w 1394193"/>
              <a:gd name="connsiteY34" fmla="*/ 1059366 h 2263698"/>
              <a:gd name="connsiteX35" fmla="*/ 22303 w 1394193"/>
              <a:gd name="connsiteY35" fmla="*/ 1092820 h 2263698"/>
              <a:gd name="connsiteX36" fmla="*/ 0 w 1394193"/>
              <a:gd name="connsiteY36" fmla="*/ 1204332 h 2263698"/>
              <a:gd name="connsiteX37" fmla="*/ 33454 w 1394193"/>
              <a:gd name="connsiteY37" fmla="*/ 1672683 h 2263698"/>
              <a:gd name="connsiteX38" fmla="*/ 44605 w 1394193"/>
              <a:gd name="connsiteY38" fmla="*/ 1717288 h 2263698"/>
              <a:gd name="connsiteX39" fmla="*/ 55756 w 1394193"/>
              <a:gd name="connsiteY39" fmla="*/ 1773044 h 2263698"/>
              <a:gd name="connsiteX40" fmla="*/ 78059 w 1394193"/>
              <a:gd name="connsiteY40" fmla="*/ 1839951 h 2263698"/>
              <a:gd name="connsiteX41" fmla="*/ 89210 w 1394193"/>
              <a:gd name="connsiteY41" fmla="*/ 1873405 h 2263698"/>
              <a:gd name="connsiteX42" fmla="*/ 133815 w 1394193"/>
              <a:gd name="connsiteY42" fmla="*/ 1940312 h 2263698"/>
              <a:gd name="connsiteX43" fmla="*/ 200722 w 1394193"/>
              <a:gd name="connsiteY43" fmla="*/ 2051825 h 2263698"/>
              <a:gd name="connsiteX44" fmla="*/ 223025 w 1394193"/>
              <a:gd name="connsiteY44" fmla="*/ 2074127 h 2263698"/>
              <a:gd name="connsiteX45" fmla="*/ 289932 w 1394193"/>
              <a:gd name="connsiteY45" fmla="*/ 2118732 h 2263698"/>
              <a:gd name="connsiteX46" fmla="*/ 356839 w 1394193"/>
              <a:gd name="connsiteY46" fmla="*/ 2141034 h 2263698"/>
              <a:gd name="connsiteX47" fmla="*/ 401444 w 1394193"/>
              <a:gd name="connsiteY47" fmla="*/ 2152186 h 2263698"/>
              <a:gd name="connsiteX48" fmla="*/ 468351 w 1394193"/>
              <a:gd name="connsiteY48" fmla="*/ 2174488 h 2263698"/>
              <a:gd name="connsiteX49" fmla="*/ 535259 w 1394193"/>
              <a:gd name="connsiteY49" fmla="*/ 2196790 h 2263698"/>
              <a:gd name="connsiteX50" fmla="*/ 602166 w 1394193"/>
              <a:gd name="connsiteY50" fmla="*/ 2219093 h 2263698"/>
              <a:gd name="connsiteX51" fmla="*/ 702527 w 1394193"/>
              <a:gd name="connsiteY51" fmla="*/ 2241395 h 2263698"/>
              <a:gd name="connsiteX52" fmla="*/ 747132 w 1394193"/>
              <a:gd name="connsiteY52" fmla="*/ 2252546 h 2263698"/>
              <a:gd name="connsiteX53" fmla="*/ 858644 w 1394193"/>
              <a:gd name="connsiteY53" fmla="*/ 2263698 h 2263698"/>
              <a:gd name="connsiteX54" fmla="*/ 1092820 w 1394193"/>
              <a:gd name="connsiteY54" fmla="*/ 2252546 h 2263698"/>
              <a:gd name="connsiteX55" fmla="*/ 1215483 w 1394193"/>
              <a:gd name="connsiteY55" fmla="*/ 2219093 h 2263698"/>
              <a:gd name="connsiteX56" fmla="*/ 1248937 w 1394193"/>
              <a:gd name="connsiteY56" fmla="*/ 2207942 h 2263698"/>
              <a:gd name="connsiteX57" fmla="*/ 1282390 w 1394193"/>
              <a:gd name="connsiteY57" fmla="*/ 2185639 h 2263698"/>
              <a:gd name="connsiteX58" fmla="*/ 1326995 w 1394193"/>
              <a:gd name="connsiteY58" fmla="*/ 2141034 h 2263698"/>
              <a:gd name="connsiteX59" fmla="*/ 1360449 w 1394193"/>
              <a:gd name="connsiteY59" fmla="*/ 2062976 h 2263698"/>
              <a:gd name="connsiteX60" fmla="*/ 1382751 w 1394193"/>
              <a:gd name="connsiteY60" fmla="*/ 1996068 h 2263698"/>
              <a:gd name="connsiteX61" fmla="*/ 1393903 w 1394193"/>
              <a:gd name="connsiteY61" fmla="*/ 1962615 h 2263698"/>
              <a:gd name="connsiteX62" fmla="*/ 1371600 w 1394193"/>
              <a:gd name="connsiteY62" fmla="*/ 1449659 h 2263698"/>
              <a:gd name="connsiteX63" fmla="*/ 1393903 w 1394193"/>
              <a:gd name="connsiteY63" fmla="*/ 1438507 h 226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193" h="2263698">
                <a:moveTo>
                  <a:pt x="1393903" y="1438507"/>
                </a:moveTo>
                <a:cubicBezTo>
                  <a:pt x="1395761" y="1392044"/>
                  <a:pt x="1388321" y="1259991"/>
                  <a:pt x="1382751" y="1170878"/>
                </a:cubicBezTo>
                <a:cubicBezTo>
                  <a:pt x="1380882" y="1140968"/>
                  <a:pt x="1376157" y="1111288"/>
                  <a:pt x="1371600" y="1081668"/>
                </a:cubicBezTo>
                <a:cubicBezTo>
                  <a:pt x="1356376" y="982709"/>
                  <a:pt x="1363134" y="1069698"/>
                  <a:pt x="1349298" y="959005"/>
                </a:cubicBezTo>
                <a:cubicBezTo>
                  <a:pt x="1344665" y="921937"/>
                  <a:pt x="1342512" y="884593"/>
                  <a:pt x="1338147" y="847493"/>
                </a:cubicBezTo>
                <a:cubicBezTo>
                  <a:pt x="1335076" y="821389"/>
                  <a:pt x="1329448" y="795603"/>
                  <a:pt x="1326995" y="769434"/>
                </a:cubicBezTo>
                <a:cubicBezTo>
                  <a:pt x="1318293" y="676617"/>
                  <a:pt x="1311843" y="583603"/>
                  <a:pt x="1304693" y="490654"/>
                </a:cubicBezTo>
                <a:cubicBezTo>
                  <a:pt x="1296025" y="377966"/>
                  <a:pt x="1300345" y="357403"/>
                  <a:pt x="1282390" y="267629"/>
                </a:cubicBezTo>
                <a:cubicBezTo>
                  <a:pt x="1280008" y="255720"/>
                  <a:pt x="1267173" y="203741"/>
                  <a:pt x="1260088" y="189571"/>
                </a:cubicBezTo>
                <a:cubicBezTo>
                  <a:pt x="1243105" y="155604"/>
                  <a:pt x="1220618" y="138949"/>
                  <a:pt x="1193181" y="111512"/>
                </a:cubicBezTo>
                <a:cubicBezTo>
                  <a:pt x="1162568" y="80899"/>
                  <a:pt x="1180850" y="92534"/>
                  <a:pt x="1137425" y="78059"/>
                </a:cubicBezTo>
                <a:cubicBezTo>
                  <a:pt x="1129991" y="70625"/>
                  <a:pt x="1124526" y="60458"/>
                  <a:pt x="1115122" y="55756"/>
                </a:cubicBezTo>
                <a:cubicBezTo>
                  <a:pt x="1094095" y="45243"/>
                  <a:pt x="1071267" y="38064"/>
                  <a:pt x="1048215" y="33454"/>
                </a:cubicBezTo>
                <a:cubicBezTo>
                  <a:pt x="971887" y="18189"/>
                  <a:pt x="989215" y="19980"/>
                  <a:pt x="892098" y="11151"/>
                </a:cubicBezTo>
                <a:cubicBezTo>
                  <a:pt x="843832" y="6763"/>
                  <a:pt x="795454" y="3717"/>
                  <a:pt x="747132" y="0"/>
                </a:cubicBezTo>
                <a:cubicBezTo>
                  <a:pt x="584011" y="18124"/>
                  <a:pt x="696540" y="-1476"/>
                  <a:pt x="613317" y="22303"/>
                </a:cubicBezTo>
                <a:cubicBezTo>
                  <a:pt x="596641" y="27068"/>
                  <a:pt x="553085" y="35692"/>
                  <a:pt x="535259" y="44605"/>
                </a:cubicBezTo>
                <a:cubicBezTo>
                  <a:pt x="507122" y="58673"/>
                  <a:pt x="500248" y="68464"/>
                  <a:pt x="479503" y="89210"/>
                </a:cubicBezTo>
                <a:cubicBezTo>
                  <a:pt x="468710" y="121588"/>
                  <a:pt x="469630" y="128606"/>
                  <a:pt x="446049" y="156117"/>
                </a:cubicBezTo>
                <a:cubicBezTo>
                  <a:pt x="432365" y="172082"/>
                  <a:pt x="401444" y="200722"/>
                  <a:pt x="401444" y="200722"/>
                </a:cubicBezTo>
                <a:cubicBezTo>
                  <a:pt x="397727" y="211873"/>
                  <a:pt x="396341" y="224097"/>
                  <a:pt x="390293" y="234176"/>
                </a:cubicBezTo>
                <a:cubicBezTo>
                  <a:pt x="384884" y="243191"/>
                  <a:pt x="374558" y="248268"/>
                  <a:pt x="367990" y="256478"/>
                </a:cubicBezTo>
                <a:cubicBezTo>
                  <a:pt x="359618" y="266943"/>
                  <a:pt x="351681" y="277945"/>
                  <a:pt x="345688" y="289932"/>
                </a:cubicBezTo>
                <a:cubicBezTo>
                  <a:pt x="299528" y="382255"/>
                  <a:pt x="376141" y="260982"/>
                  <a:pt x="312234" y="356839"/>
                </a:cubicBezTo>
                <a:cubicBezTo>
                  <a:pt x="284208" y="440921"/>
                  <a:pt x="322012" y="337286"/>
                  <a:pt x="278781" y="423746"/>
                </a:cubicBezTo>
                <a:cubicBezTo>
                  <a:pt x="269409" y="442489"/>
                  <a:pt x="261839" y="483933"/>
                  <a:pt x="256478" y="501805"/>
                </a:cubicBezTo>
                <a:cubicBezTo>
                  <a:pt x="249723" y="524322"/>
                  <a:pt x="241610" y="546410"/>
                  <a:pt x="234176" y="568712"/>
                </a:cubicBezTo>
                <a:lnTo>
                  <a:pt x="200722" y="669073"/>
                </a:lnTo>
                <a:lnTo>
                  <a:pt x="178420" y="735981"/>
                </a:lnTo>
                <a:cubicBezTo>
                  <a:pt x="174703" y="747132"/>
                  <a:pt x="173788" y="759654"/>
                  <a:pt x="167268" y="769434"/>
                </a:cubicBezTo>
                <a:cubicBezTo>
                  <a:pt x="159834" y="780585"/>
                  <a:pt x="150959" y="790901"/>
                  <a:pt x="144966" y="802888"/>
                </a:cubicBezTo>
                <a:cubicBezTo>
                  <a:pt x="116016" y="860790"/>
                  <a:pt x="155073" y="815085"/>
                  <a:pt x="111512" y="858644"/>
                </a:cubicBezTo>
                <a:cubicBezTo>
                  <a:pt x="85885" y="935525"/>
                  <a:pt x="105833" y="908927"/>
                  <a:pt x="66908" y="947854"/>
                </a:cubicBezTo>
                <a:cubicBezTo>
                  <a:pt x="63191" y="962722"/>
                  <a:pt x="60160" y="977779"/>
                  <a:pt x="55756" y="992459"/>
                </a:cubicBezTo>
                <a:cubicBezTo>
                  <a:pt x="49001" y="1014976"/>
                  <a:pt x="40888" y="1037064"/>
                  <a:pt x="33454" y="1059366"/>
                </a:cubicBezTo>
                <a:cubicBezTo>
                  <a:pt x="29737" y="1070517"/>
                  <a:pt x="25154" y="1081417"/>
                  <a:pt x="22303" y="1092820"/>
                </a:cubicBezTo>
                <a:cubicBezTo>
                  <a:pt x="5667" y="1159360"/>
                  <a:pt x="13671" y="1122308"/>
                  <a:pt x="0" y="1204332"/>
                </a:cubicBezTo>
                <a:cubicBezTo>
                  <a:pt x="3857" y="1312343"/>
                  <a:pt x="1051" y="1543067"/>
                  <a:pt x="33454" y="1672683"/>
                </a:cubicBezTo>
                <a:cubicBezTo>
                  <a:pt x="37171" y="1687551"/>
                  <a:pt x="41280" y="1702327"/>
                  <a:pt x="44605" y="1717288"/>
                </a:cubicBezTo>
                <a:cubicBezTo>
                  <a:pt x="48716" y="1735790"/>
                  <a:pt x="50769" y="1754758"/>
                  <a:pt x="55756" y="1773044"/>
                </a:cubicBezTo>
                <a:cubicBezTo>
                  <a:pt x="61942" y="1795724"/>
                  <a:pt x="70625" y="1817649"/>
                  <a:pt x="78059" y="1839951"/>
                </a:cubicBezTo>
                <a:cubicBezTo>
                  <a:pt x="81776" y="1851102"/>
                  <a:pt x="82690" y="1863625"/>
                  <a:pt x="89210" y="1873405"/>
                </a:cubicBezTo>
                <a:cubicBezTo>
                  <a:pt x="104078" y="1895707"/>
                  <a:pt x="121828" y="1916338"/>
                  <a:pt x="133815" y="1940312"/>
                </a:cubicBezTo>
                <a:cubicBezTo>
                  <a:pt x="151413" y="1975509"/>
                  <a:pt x="173810" y="2024914"/>
                  <a:pt x="200722" y="2051825"/>
                </a:cubicBezTo>
                <a:cubicBezTo>
                  <a:pt x="208156" y="2059259"/>
                  <a:pt x="214614" y="2067819"/>
                  <a:pt x="223025" y="2074127"/>
                </a:cubicBezTo>
                <a:cubicBezTo>
                  <a:pt x="244468" y="2090209"/>
                  <a:pt x="264503" y="2110256"/>
                  <a:pt x="289932" y="2118732"/>
                </a:cubicBezTo>
                <a:cubicBezTo>
                  <a:pt x="312234" y="2126166"/>
                  <a:pt x="334032" y="2135332"/>
                  <a:pt x="356839" y="2141034"/>
                </a:cubicBezTo>
                <a:cubicBezTo>
                  <a:pt x="371707" y="2144751"/>
                  <a:pt x="386764" y="2147782"/>
                  <a:pt x="401444" y="2152186"/>
                </a:cubicBezTo>
                <a:cubicBezTo>
                  <a:pt x="423961" y="2158941"/>
                  <a:pt x="446049" y="2167054"/>
                  <a:pt x="468351" y="2174488"/>
                </a:cubicBezTo>
                <a:lnTo>
                  <a:pt x="535259" y="2196790"/>
                </a:lnTo>
                <a:lnTo>
                  <a:pt x="602166" y="2219093"/>
                </a:lnTo>
                <a:cubicBezTo>
                  <a:pt x="710948" y="2246288"/>
                  <a:pt x="575115" y="2213082"/>
                  <a:pt x="702527" y="2241395"/>
                </a:cubicBezTo>
                <a:cubicBezTo>
                  <a:pt x="717488" y="2244720"/>
                  <a:pt x="731960" y="2250379"/>
                  <a:pt x="747132" y="2252546"/>
                </a:cubicBezTo>
                <a:cubicBezTo>
                  <a:pt x="784113" y="2257829"/>
                  <a:pt x="821473" y="2259981"/>
                  <a:pt x="858644" y="2263698"/>
                </a:cubicBezTo>
                <a:cubicBezTo>
                  <a:pt x="936703" y="2259981"/>
                  <a:pt x="1014903" y="2258540"/>
                  <a:pt x="1092820" y="2252546"/>
                </a:cubicBezTo>
                <a:cubicBezTo>
                  <a:pt x="1133801" y="2249394"/>
                  <a:pt x="1177514" y="2231749"/>
                  <a:pt x="1215483" y="2219093"/>
                </a:cubicBezTo>
                <a:lnTo>
                  <a:pt x="1248937" y="2207942"/>
                </a:lnTo>
                <a:cubicBezTo>
                  <a:pt x="1260088" y="2200508"/>
                  <a:pt x="1272215" y="2194361"/>
                  <a:pt x="1282390" y="2185639"/>
                </a:cubicBezTo>
                <a:cubicBezTo>
                  <a:pt x="1298355" y="2171955"/>
                  <a:pt x="1326995" y="2141034"/>
                  <a:pt x="1326995" y="2141034"/>
                </a:cubicBezTo>
                <a:cubicBezTo>
                  <a:pt x="1362905" y="2033314"/>
                  <a:pt x="1305312" y="2200822"/>
                  <a:pt x="1360449" y="2062976"/>
                </a:cubicBezTo>
                <a:cubicBezTo>
                  <a:pt x="1369180" y="2041148"/>
                  <a:pt x="1375317" y="2018371"/>
                  <a:pt x="1382751" y="1996068"/>
                </a:cubicBezTo>
                <a:lnTo>
                  <a:pt x="1393903" y="1962615"/>
                </a:lnTo>
                <a:cubicBezTo>
                  <a:pt x="1392168" y="1908823"/>
                  <a:pt x="1384982" y="1563411"/>
                  <a:pt x="1371600" y="1449659"/>
                </a:cubicBezTo>
                <a:cubicBezTo>
                  <a:pt x="1370629" y="1441404"/>
                  <a:pt x="1392045" y="1484970"/>
                  <a:pt x="1393903" y="1438507"/>
                </a:cubicBezTo>
                <a:close/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39DF2477-DDD8-8D40-B5B8-A26D08D91F45}"/>
              </a:ext>
            </a:extLst>
          </p:cNvPr>
          <p:cNvSpPr/>
          <p:nvPr/>
        </p:nvSpPr>
        <p:spPr bwMode="auto">
          <a:xfrm>
            <a:off x="4713288" y="1739900"/>
            <a:ext cx="2060028" cy="1689100"/>
          </a:xfrm>
          <a:custGeom>
            <a:avLst/>
            <a:gdLst>
              <a:gd name="connsiteX0" fmla="*/ 1393903 w 1394193"/>
              <a:gd name="connsiteY0" fmla="*/ 1438507 h 2263698"/>
              <a:gd name="connsiteX1" fmla="*/ 1382751 w 1394193"/>
              <a:gd name="connsiteY1" fmla="*/ 1170878 h 2263698"/>
              <a:gd name="connsiteX2" fmla="*/ 1371600 w 1394193"/>
              <a:gd name="connsiteY2" fmla="*/ 1081668 h 2263698"/>
              <a:gd name="connsiteX3" fmla="*/ 1349298 w 1394193"/>
              <a:gd name="connsiteY3" fmla="*/ 959005 h 2263698"/>
              <a:gd name="connsiteX4" fmla="*/ 1338147 w 1394193"/>
              <a:gd name="connsiteY4" fmla="*/ 847493 h 2263698"/>
              <a:gd name="connsiteX5" fmla="*/ 1326995 w 1394193"/>
              <a:gd name="connsiteY5" fmla="*/ 769434 h 2263698"/>
              <a:gd name="connsiteX6" fmla="*/ 1304693 w 1394193"/>
              <a:gd name="connsiteY6" fmla="*/ 490654 h 2263698"/>
              <a:gd name="connsiteX7" fmla="*/ 1282390 w 1394193"/>
              <a:gd name="connsiteY7" fmla="*/ 267629 h 2263698"/>
              <a:gd name="connsiteX8" fmla="*/ 1260088 w 1394193"/>
              <a:gd name="connsiteY8" fmla="*/ 189571 h 2263698"/>
              <a:gd name="connsiteX9" fmla="*/ 1193181 w 1394193"/>
              <a:gd name="connsiteY9" fmla="*/ 111512 h 2263698"/>
              <a:gd name="connsiteX10" fmla="*/ 1137425 w 1394193"/>
              <a:gd name="connsiteY10" fmla="*/ 78059 h 2263698"/>
              <a:gd name="connsiteX11" fmla="*/ 1115122 w 1394193"/>
              <a:gd name="connsiteY11" fmla="*/ 55756 h 2263698"/>
              <a:gd name="connsiteX12" fmla="*/ 1048215 w 1394193"/>
              <a:gd name="connsiteY12" fmla="*/ 33454 h 2263698"/>
              <a:gd name="connsiteX13" fmla="*/ 892098 w 1394193"/>
              <a:gd name="connsiteY13" fmla="*/ 11151 h 2263698"/>
              <a:gd name="connsiteX14" fmla="*/ 747132 w 1394193"/>
              <a:gd name="connsiteY14" fmla="*/ 0 h 2263698"/>
              <a:gd name="connsiteX15" fmla="*/ 613317 w 1394193"/>
              <a:gd name="connsiteY15" fmla="*/ 22303 h 2263698"/>
              <a:gd name="connsiteX16" fmla="*/ 535259 w 1394193"/>
              <a:gd name="connsiteY16" fmla="*/ 44605 h 2263698"/>
              <a:gd name="connsiteX17" fmla="*/ 479503 w 1394193"/>
              <a:gd name="connsiteY17" fmla="*/ 89210 h 2263698"/>
              <a:gd name="connsiteX18" fmla="*/ 446049 w 1394193"/>
              <a:gd name="connsiteY18" fmla="*/ 156117 h 2263698"/>
              <a:gd name="connsiteX19" fmla="*/ 401444 w 1394193"/>
              <a:gd name="connsiteY19" fmla="*/ 200722 h 2263698"/>
              <a:gd name="connsiteX20" fmla="*/ 390293 w 1394193"/>
              <a:gd name="connsiteY20" fmla="*/ 234176 h 2263698"/>
              <a:gd name="connsiteX21" fmla="*/ 367990 w 1394193"/>
              <a:gd name="connsiteY21" fmla="*/ 256478 h 2263698"/>
              <a:gd name="connsiteX22" fmla="*/ 345688 w 1394193"/>
              <a:gd name="connsiteY22" fmla="*/ 289932 h 2263698"/>
              <a:gd name="connsiteX23" fmla="*/ 312234 w 1394193"/>
              <a:gd name="connsiteY23" fmla="*/ 356839 h 2263698"/>
              <a:gd name="connsiteX24" fmla="*/ 278781 w 1394193"/>
              <a:gd name="connsiteY24" fmla="*/ 423746 h 2263698"/>
              <a:gd name="connsiteX25" fmla="*/ 256478 w 1394193"/>
              <a:gd name="connsiteY25" fmla="*/ 501805 h 2263698"/>
              <a:gd name="connsiteX26" fmla="*/ 234176 w 1394193"/>
              <a:gd name="connsiteY26" fmla="*/ 568712 h 2263698"/>
              <a:gd name="connsiteX27" fmla="*/ 200722 w 1394193"/>
              <a:gd name="connsiteY27" fmla="*/ 669073 h 2263698"/>
              <a:gd name="connsiteX28" fmla="*/ 178420 w 1394193"/>
              <a:gd name="connsiteY28" fmla="*/ 735981 h 2263698"/>
              <a:gd name="connsiteX29" fmla="*/ 167268 w 1394193"/>
              <a:gd name="connsiteY29" fmla="*/ 769434 h 2263698"/>
              <a:gd name="connsiteX30" fmla="*/ 144966 w 1394193"/>
              <a:gd name="connsiteY30" fmla="*/ 802888 h 2263698"/>
              <a:gd name="connsiteX31" fmla="*/ 111512 w 1394193"/>
              <a:gd name="connsiteY31" fmla="*/ 858644 h 2263698"/>
              <a:gd name="connsiteX32" fmla="*/ 66908 w 1394193"/>
              <a:gd name="connsiteY32" fmla="*/ 947854 h 2263698"/>
              <a:gd name="connsiteX33" fmla="*/ 55756 w 1394193"/>
              <a:gd name="connsiteY33" fmla="*/ 992459 h 2263698"/>
              <a:gd name="connsiteX34" fmla="*/ 33454 w 1394193"/>
              <a:gd name="connsiteY34" fmla="*/ 1059366 h 2263698"/>
              <a:gd name="connsiteX35" fmla="*/ 22303 w 1394193"/>
              <a:gd name="connsiteY35" fmla="*/ 1092820 h 2263698"/>
              <a:gd name="connsiteX36" fmla="*/ 0 w 1394193"/>
              <a:gd name="connsiteY36" fmla="*/ 1204332 h 2263698"/>
              <a:gd name="connsiteX37" fmla="*/ 33454 w 1394193"/>
              <a:gd name="connsiteY37" fmla="*/ 1672683 h 2263698"/>
              <a:gd name="connsiteX38" fmla="*/ 44605 w 1394193"/>
              <a:gd name="connsiteY38" fmla="*/ 1717288 h 2263698"/>
              <a:gd name="connsiteX39" fmla="*/ 55756 w 1394193"/>
              <a:gd name="connsiteY39" fmla="*/ 1773044 h 2263698"/>
              <a:gd name="connsiteX40" fmla="*/ 78059 w 1394193"/>
              <a:gd name="connsiteY40" fmla="*/ 1839951 h 2263698"/>
              <a:gd name="connsiteX41" fmla="*/ 89210 w 1394193"/>
              <a:gd name="connsiteY41" fmla="*/ 1873405 h 2263698"/>
              <a:gd name="connsiteX42" fmla="*/ 133815 w 1394193"/>
              <a:gd name="connsiteY42" fmla="*/ 1940312 h 2263698"/>
              <a:gd name="connsiteX43" fmla="*/ 200722 w 1394193"/>
              <a:gd name="connsiteY43" fmla="*/ 2051825 h 2263698"/>
              <a:gd name="connsiteX44" fmla="*/ 223025 w 1394193"/>
              <a:gd name="connsiteY44" fmla="*/ 2074127 h 2263698"/>
              <a:gd name="connsiteX45" fmla="*/ 289932 w 1394193"/>
              <a:gd name="connsiteY45" fmla="*/ 2118732 h 2263698"/>
              <a:gd name="connsiteX46" fmla="*/ 356839 w 1394193"/>
              <a:gd name="connsiteY46" fmla="*/ 2141034 h 2263698"/>
              <a:gd name="connsiteX47" fmla="*/ 401444 w 1394193"/>
              <a:gd name="connsiteY47" fmla="*/ 2152186 h 2263698"/>
              <a:gd name="connsiteX48" fmla="*/ 468351 w 1394193"/>
              <a:gd name="connsiteY48" fmla="*/ 2174488 h 2263698"/>
              <a:gd name="connsiteX49" fmla="*/ 535259 w 1394193"/>
              <a:gd name="connsiteY49" fmla="*/ 2196790 h 2263698"/>
              <a:gd name="connsiteX50" fmla="*/ 602166 w 1394193"/>
              <a:gd name="connsiteY50" fmla="*/ 2219093 h 2263698"/>
              <a:gd name="connsiteX51" fmla="*/ 702527 w 1394193"/>
              <a:gd name="connsiteY51" fmla="*/ 2241395 h 2263698"/>
              <a:gd name="connsiteX52" fmla="*/ 747132 w 1394193"/>
              <a:gd name="connsiteY52" fmla="*/ 2252546 h 2263698"/>
              <a:gd name="connsiteX53" fmla="*/ 858644 w 1394193"/>
              <a:gd name="connsiteY53" fmla="*/ 2263698 h 2263698"/>
              <a:gd name="connsiteX54" fmla="*/ 1092820 w 1394193"/>
              <a:gd name="connsiteY54" fmla="*/ 2252546 h 2263698"/>
              <a:gd name="connsiteX55" fmla="*/ 1215483 w 1394193"/>
              <a:gd name="connsiteY55" fmla="*/ 2219093 h 2263698"/>
              <a:gd name="connsiteX56" fmla="*/ 1248937 w 1394193"/>
              <a:gd name="connsiteY56" fmla="*/ 2207942 h 2263698"/>
              <a:gd name="connsiteX57" fmla="*/ 1282390 w 1394193"/>
              <a:gd name="connsiteY57" fmla="*/ 2185639 h 2263698"/>
              <a:gd name="connsiteX58" fmla="*/ 1326995 w 1394193"/>
              <a:gd name="connsiteY58" fmla="*/ 2141034 h 2263698"/>
              <a:gd name="connsiteX59" fmla="*/ 1360449 w 1394193"/>
              <a:gd name="connsiteY59" fmla="*/ 2062976 h 2263698"/>
              <a:gd name="connsiteX60" fmla="*/ 1382751 w 1394193"/>
              <a:gd name="connsiteY60" fmla="*/ 1996068 h 2263698"/>
              <a:gd name="connsiteX61" fmla="*/ 1393903 w 1394193"/>
              <a:gd name="connsiteY61" fmla="*/ 1962615 h 2263698"/>
              <a:gd name="connsiteX62" fmla="*/ 1371600 w 1394193"/>
              <a:gd name="connsiteY62" fmla="*/ 1449659 h 2263698"/>
              <a:gd name="connsiteX63" fmla="*/ 1393903 w 1394193"/>
              <a:gd name="connsiteY63" fmla="*/ 1438507 h 226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193" h="2263698">
                <a:moveTo>
                  <a:pt x="1393903" y="1438507"/>
                </a:moveTo>
                <a:cubicBezTo>
                  <a:pt x="1395761" y="1392044"/>
                  <a:pt x="1388321" y="1259991"/>
                  <a:pt x="1382751" y="1170878"/>
                </a:cubicBezTo>
                <a:cubicBezTo>
                  <a:pt x="1380882" y="1140968"/>
                  <a:pt x="1376157" y="1111288"/>
                  <a:pt x="1371600" y="1081668"/>
                </a:cubicBezTo>
                <a:cubicBezTo>
                  <a:pt x="1356376" y="982709"/>
                  <a:pt x="1363134" y="1069698"/>
                  <a:pt x="1349298" y="959005"/>
                </a:cubicBezTo>
                <a:cubicBezTo>
                  <a:pt x="1344665" y="921937"/>
                  <a:pt x="1342512" y="884593"/>
                  <a:pt x="1338147" y="847493"/>
                </a:cubicBezTo>
                <a:cubicBezTo>
                  <a:pt x="1335076" y="821389"/>
                  <a:pt x="1329448" y="795603"/>
                  <a:pt x="1326995" y="769434"/>
                </a:cubicBezTo>
                <a:cubicBezTo>
                  <a:pt x="1318293" y="676617"/>
                  <a:pt x="1311843" y="583603"/>
                  <a:pt x="1304693" y="490654"/>
                </a:cubicBezTo>
                <a:cubicBezTo>
                  <a:pt x="1296025" y="377966"/>
                  <a:pt x="1300345" y="357403"/>
                  <a:pt x="1282390" y="267629"/>
                </a:cubicBezTo>
                <a:cubicBezTo>
                  <a:pt x="1280008" y="255720"/>
                  <a:pt x="1267173" y="203741"/>
                  <a:pt x="1260088" y="189571"/>
                </a:cubicBezTo>
                <a:cubicBezTo>
                  <a:pt x="1243105" y="155604"/>
                  <a:pt x="1220618" y="138949"/>
                  <a:pt x="1193181" y="111512"/>
                </a:cubicBezTo>
                <a:cubicBezTo>
                  <a:pt x="1162568" y="80899"/>
                  <a:pt x="1180850" y="92534"/>
                  <a:pt x="1137425" y="78059"/>
                </a:cubicBezTo>
                <a:cubicBezTo>
                  <a:pt x="1129991" y="70625"/>
                  <a:pt x="1124526" y="60458"/>
                  <a:pt x="1115122" y="55756"/>
                </a:cubicBezTo>
                <a:cubicBezTo>
                  <a:pt x="1094095" y="45243"/>
                  <a:pt x="1071267" y="38064"/>
                  <a:pt x="1048215" y="33454"/>
                </a:cubicBezTo>
                <a:cubicBezTo>
                  <a:pt x="971887" y="18189"/>
                  <a:pt x="989215" y="19980"/>
                  <a:pt x="892098" y="11151"/>
                </a:cubicBezTo>
                <a:cubicBezTo>
                  <a:pt x="843832" y="6763"/>
                  <a:pt x="795454" y="3717"/>
                  <a:pt x="747132" y="0"/>
                </a:cubicBezTo>
                <a:cubicBezTo>
                  <a:pt x="584011" y="18124"/>
                  <a:pt x="696540" y="-1476"/>
                  <a:pt x="613317" y="22303"/>
                </a:cubicBezTo>
                <a:cubicBezTo>
                  <a:pt x="596641" y="27068"/>
                  <a:pt x="553085" y="35692"/>
                  <a:pt x="535259" y="44605"/>
                </a:cubicBezTo>
                <a:cubicBezTo>
                  <a:pt x="507122" y="58673"/>
                  <a:pt x="500248" y="68464"/>
                  <a:pt x="479503" y="89210"/>
                </a:cubicBezTo>
                <a:cubicBezTo>
                  <a:pt x="468710" y="121588"/>
                  <a:pt x="469630" y="128606"/>
                  <a:pt x="446049" y="156117"/>
                </a:cubicBezTo>
                <a:cubicBezTo>
                  <a:pt x="432365" y="172082"/>
                  <a:pt x="401444" y="200722"/>
                  <a:pt x="401444" y="200722"/>
                </a:cubicBezTo>
                <a:cubicBezTo>
                  <a:pt x="397727" y="211873"/>
                  <a:pt x="396341" y="224097"/>
                  <a:pt x="390293" y="234176"/>
                </a:cubicBezTo>
                <a:cubicBezTo>
                  <a:pt x="384884" y="243191"/>
                  <a:pt x="374558" y="248268"/>
                  <a:pt x="367990" y="256478"/>
                </a:cubicBezTo>
                <a:cubicBezTo>
                  <a:pt x="359618" y="266943"/>
                  <a:pt x="351681" y="277945"/>
                  <a:pt x="345688" y="289932"/>
                </a:cubicBezTo>
                <a:cubicBezTo>
                  <a:pt x="299528" y="382255"/>
                  <a:pt x="376141" y="260982"/>
                  <a:pt x="312234" y="356839"/>
                </a:cubicBezTo>
                <a:cubicBezTo>
                  <a:pt x="284208" y="440921"/>
                  <a:pt x="322012" y="337286"/>
                  <a:pt x="278781" y="423746"/>
                </a:cubicBezTo>
                <a:cubicBezTo>
                  <a:pt x="269409" y="442489"/>
                  <a:pt x="261839" y="483933"/>
                  <a:pt x="256478" y="501805"/>
                </a:cubicBezTo>
                <a:cubicBezTo>
                  <a:pt x="249723" y="524322"/>
                  <a:pt x="241610" y="546410"/>
                  <a:pt x="234176" y="568712"/>
                </a:cubicBezTo>
                <a:lnTo>
                  <a:pt x="200722" y="669073"/>
                </a:lnTo>
                <a:lnTo>
                  <a:pt x="178420" y="735981"/>
                </a:lnTo>
                <a:cubicBezTo>
                  <a:pt x="174703" y="747132"/>
                  <a:pt x="173788" y="759654"/>
                  <a:pt x="167268" y="769434"/>
                </a:cubicBezTo>
                <a:cubicBezTo>
                  <a:pt x="159834" y="780585"/>
                  <a:pt x="150959" y="790901"/>
                  <a:pt x="144966" y="802888"/>
                </a:cubicBezTo>
                <a:cubicBezTo>
                  <a:pt x="116016" y="860790"/>
                  <a:pt x="155073" y="815085"/>
                  <a:pt x="111512" y="858644"/>
                </a:cubicBezTo>
                <a:cubicBezTo>
                  <a:pt x="85885" y="935525"/>
                  <a:pt x="105833" y="908927"/>
                  <a:pt x="66908" y="947854"/>
                </a:cubicBezTo>
                <a:cubicBezTo>
                  <a:pt x="63191" y="962722"/>
                  <a:pt x="60160" y="977779"/>
                  <a:pt x="55756" y="992459"/>
                </a:cubicBezTo>
                <a:cubicBezTo>
                  <a:pt x="49001" y="1014976"/>
                  <a:pt x="40888" y="1037064"/>
                  <a:pt x="33454" y="1059366"/>
                </a:cubicBezTo>
                <a:cubicBezTo>
                  <a:pt x="29737" y="1070517"/>
                  <a:pt x="25154" y="1081417"/>
                  <a:pt x="22303" y="1092820"/>
                </a:cubicBezTo>
                <a:cubicBezTo>
                  <a:pt x="5667" y="1159360"/>
                  <a:pt x="13671" y="1122308"/>
                  <a:pt x="0" y="1204332"/>
                </a:cubicBezTo>
                <a:cubicBezTo>
                  <a:pt x="3857" y="1312343"/>
                  <a:pt x="1051" y="1543067"/>
                  <a:pt x="33454" y="1672683"/>
                </a:cubicBezTo>
                <a:cubicBezTo>
                  <a:pt x="37171" y="1687551"/>
                  <a:pt x="41280" y="1702327"/>
                  <a:pt x="44605" y="1717288"/>
                </a:cubicBezTo>
                <a:cubicBezTo>
                  <a:pt x="48716" y="1735790"/>
                  <a:pt x="50769" y="1754758"/>
                  <a:pt x="55756" y="1773044"/>
                </a:cubicBezTo>
                <a:cubicBezTo>
                  <a:pt x="61942" y="1795724"/>
                  <a:pt x="70625" y="1817649"/>
                  <a:pt x="78059" y="1839951"/>
                </a:cubicBezTo>
                <a:cubicBezTo>
                  <a:pt x="81776" y="1851102"/>
                  <a:pt x="82690" y="1863625"/>
                  <a:pt x="89210" y="1873405"/>
                </a:cubicBezTo>
                <a:cubicBezTo>
                  <a:pt x="104078" y="1895707"/>
                  <a:pt x="121828" y="1916338"/>
                  <a:pt x="133815" y="1940312"/>
                </a:cubicBezTo>
                <a:cubicBezTo>
                  <a:pt x="151413" y="1975509"/>
                  <a:pt x="173810" y="2024914"/>
                  <a:pt x="200722" y="2051825"/>
                </a:cubicBezTo>
                <a:cubicBezTo>
                  <a:pt x="208156" y="2059259"/>
                  <a:pt x="214614" y="2067819"/>
                  <a:pt x="223025" y="2074127"/>
                </a:cubicBezTo>
                <a:cubicBezTo>
                  <a:pt x="244468" y="2090209"/>
                  <a:pt x="264503" y="2110256"/>
                  <a:pt x="289932" y="2118732"/>
                </a:cubicBezTo>
                <a:cubicBezTo>
                  <a:pt x="312234" y="2126166"/>
                  <a:pt x="334032" y="2135332"/>
                  <a:pt x="356839" y="2141034"/>
                </a:cubicBezTo>
                <a:cubicBezTo>
                  <a:pt x="371707" y="2144751"/>
                  <a:pt x="386764" y="2147782"/>
                  <a:pt x="401444" y="2152186"/>
                </a:cubicBezTo>
                <a:cubicBezTo>
                  <a:pt x="423961" y="2158941"/>
                  <a:pt x="446049" y="2167054"/>
                  <a:pt x="468351" y="2174488"/>
                </a:cubicBezTo>
                <a:lnTo>
                  <a:pt x="535259" y="2196790"/>
                </a:lnTo>
                <a:lnTo>
                  <a:pt x="602166" y="2219093"/>
                </a:lnTo>
                <a:cubicBezTo>
                  <a:pt x="710948" y="2246288"/>
                  <a:pt x="575115" y="2213082"/>
                  <a:pt x="702527" y="2241395"/>
                </a:cubicBezTo>
                <a:cubicBezTo>
                  <a:pt x="717488" y="2244720"/>
                  <a:pt x="731960" y="2250379"/>
                  <a:pt x="747132" y="2252546"/>
                </a:cubicBezTo>
                <a:cubicBezTo>
                  <a:pt x="784113" y="2257829"/>
                  <a:pt x="821473" y="2259981"/>
                  <a:pt x="858644" y="2263698"/>
                </a:cubicBezTo>
                <a:cubicBezTo>
                  <a:pt x="936703" y="2259981"/>
                  <a:pt x="1014903" y="2258540"/>
                  <a:pt x="1092820" y="2252546"/>
                </a:cubicBezTo>
                <a:cubicBezTo>
                  <a:pt x="1133801" y="2249394"/>
                  <a:pt x="1177514" y="2231749"/>
                  <a:pt x="1215483" y="2219093"/>
                </a:cubicBezTo>
                <a:lnTo>
                  <a:pt x="1248937" y="2207942"/>
                </a:lnTo>
                <a:cubicBezTo>
                  <a:pt x="1260088" y="2200508"/>
                  <a:pt x="1272215" y="2194361"/>
                  <a:pt x="1282390" y="2185639"/>
                </a:cubicBezTo>
                <a:cubicBezTo>
                  <a:pt x="1298355" y="2171955"/>
                  <a:pt x="1326995" y="2141034"/>
                  <a:pt x="1326995" y="2141034"/>
                </a:cubicBezTo>
                <a:cubicBezTo>
                  <a:pt x="1362905" y="2033314"/>
                  <a:pt x="1305312" y="2200822"/>
                  <a:pt x="1360449" y="2062976"/>
                </a:cubicBezTo>
                <a:cubicBezTo>
                  <a:pt x="1369180" y="2041148"/>
                  <a:pt x="1375317" y="2018371"/>
                  <a:pt x="1382751" y="1996068"/>
                </a:cubicBezTo>
                <a:lnTo>
                  <a:pt x="1393903" y="1962615"/>
                </a:lnTo>
                <a:cubicBezTo>
                  <a:pt x="1392168" y="1908823"/>
                  <a:pt x="1384982" y="1563411"/>
                  <a:pt x="1371600" y="1449659"/>
                </a:cubicBezTo>
                <a:cubicBezTo>
                  <a:pt x="1370629" y="1441404"/>
                  <a:pt x="1392045" y="1484970"/>
                  <a:pt x="1393903" y="1438507"/>
                </a:cubicBezTo>
                <a:close/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53" name="任意形状 52">
            <a:extLst>
              <a:ext uri="{FF2B5EF4-FFF2-40B4-BE49-F238E27FC236}">
                <a16:creationId xmlns:a16="http://schemas.microsoft.com/office/drawing/2014/main" id="{C4DE927E-1B85-CB4F-815F-AD164A68C801}"/>
              </a:ext>
            </a:extLst>
          </p:cNvPr>
          <p:cNvSpPr/>
          <p:nvPr/>
        </p:nvSpPr>
        <p:spPr bwMode="auto">
          <a:xfrm>
            <a:off x="1233591" y="3973614"/>
            <a:ext cx="1394193" cy="2263698"/>
          </a:xfrm>
          <a:custGeom>
            <a:avLst/>
            <a:gdLst>
              <a:gd name="connsiteX0" fmla="*/ 1393903 w 1394193"/>
              <a:gd name="connsiteY0" fmla="*/ 1438507 h 2263698"/>
              <a:gd name="connsiteX1" fmla="*/ 1382751 w 1394193"/>
              <a:gd name="connsiteY1" fmla="*/ 1170878 h 2263698"/>
              <a:gd name="connsiteX2" fmla="*/ 1371600 w 1394193"/>
              <a:gd name="connsiteY2" fmla="*/ 1081668 h 2263698"/>
              <a:gd name="connsiteX3" fmla="*/ 1349298 w 1394193"/>
              <a:gd name="connsiteY3" fmla="*/ 959005 h 2263698"/>
              <a:gd name="connsiteX4" fmla="*/ 1338147 w 1394193"/>
              <a:gd name="connsiteY4" fmla="*/ 847493 h 2263698"/>
              <a:gd name="connsiteX5" fmla="*/ 1326995 w 1394193"/>
              <a:gd name="connsiteY5" fmla="*/ 769434 h 2263698"/>
              <a:gd name="connsiteX6" fmla="*/ 1304693 w 1394193"/>
              <a:gd name="connsiteY6" fmla="*/ 490654 h 2263698"/>
              <a:gd name="connsiteX7" fmla="*/ 1282390 w 1394193"/>
              <a:gd name="connsiteY7" fmla="*/ 267629 h 2263698"/>
              <a:gd name="connsiteX8" fmla="*/ 1260088 w 1394193"/>
              <a:gd name="connsiteY8" fmla="*/ 189571 h 2263698"/>
              <a:gd name="connsiteX9" fmla="*/ 1193181 w 1394193"/>
              <a:gd name="connsiteY9" fmla="*/ 111512 h 2263698"/>
              <a:gd name="connsiteX10" fmla="*/ 1137425 w 1394193"/>
              <a:gd name="connsiteY10" fmla="*/ 78059 h 2263698"/>
              <a:gd name="connsiteX11" fmla="*/ 1115122 w 1394193"/>
              <a:gd name="connsiteY11" fmla="*/ 55756 h 2263698"/>
              <a:gd name="connsiteX12" fmla="*/ 1048215 w 1394193"/>
              <a:gd name="connsiteY12" fmla="*/ 33454 h 2263698"/>
              <a:gd name="connsiteX13" fmla="*/ 892098 w 1394193"/>
              <a:gd name="connsiteY13" fmla="*/ 11151 h 2263698"/>
              <a:gd name="connsiteX14" fmla="*/ 747132 w 1394193"/>
              <a:gd name="connsiteY14" fmla="*/ 0 h 2263698"/>
              <a:gd name="connsiteX15" fmla="*/ 613317 w 1394193"/>
              <a:gd name="connsiteY15" fmla="*/ 22303 h 2263698"/>
              <a:gd name="connsiteX16" fmla="*/ 535259 w 1394193"/>
              <a:gd name="connsiteY16" fmla="*/ 44605 h 2263698"/>
              <a:gd name="connsiteX17" fmla="*/ 479503 w 1394193"/>
              <a:gd name="connsiteY17" fmla="*/ 89210 h 2263698"/>
              <a:gd name="connsiteX18" fmla="*/ 446049 w 1394193"/>
              <a:gd name="connsiteY18" fmla="*/ 156117 h 2263698"/>
              <a:gd name="connsiteX19" fmla="*/ 401444 w 1394193"/>
              <a:gd name="connsiteY19" fmla="*/ 200722 h 2263698"/>
              <a:gd name="connsiteX20" fmla="*/ 390293 w 1394193"/>
              <a:gd name="connsiteY20" fmla="*/ 234176 h 2263698"/>
              <a:gd name="connsiteX21" fmla="*/ 367990 w 1394193"/>
              <a:gd name="connsiteY21" fmla="*/ 256478 h 2263698"/>
              <a:gd name="connsiteX22" fmla="*/ 345688 w 1394193"/>
              <a:gd name="connsiteY22" fmla="*/ 289932 h 2263698"/>
              <a:gd name="connsiteX23" fmla="*/ 312234 w 1394193"/>
              <a:gd name="connsiteY23" fmla="*/ 356839 h 2263698"/>
              <a:gd name="connsiteX24" fmla="*/ 278781 w 1394193"/>
              <a:gd name="connsiteY24" fmla="*/ 423746 h 2263698"/>
              <a:gd name="connsiteX25" fmla="*/ 256478 w 1394193"/>
              <a:gd name="connsiteY25" fmla="*/ 501805 h 2263698"/>
              <a:gd name="connsiteX26" fmla="*/ 234176 w 1394193"/>
              <a:gd name="connsiteY26" fmla="*/ 568712 h 2263698"/>
              <a:gd name="connsiteX27" fmla="*/ 200722 w 1394193"/>
              <a:gd name="connsiteY27" fmla="*/ 669073 h 2263698"/>
              <a:gd name="connsiteX28" fmla="*/ 178420 w 1394193"/>
              <a:gd name="connsiteY28" fmla="*/ 735981 h 2263698"/>
              <a:gd name="connsiteX29" fmla="*/ 167268 w 1394193"/>
              <a:gd name="connsiteY29" fmla="*/ 769434 h 2263698"/>
              <a:gd name="connsiteX30" fmla="*/ 144966 w 1394193"/>
              <a:gd name="connsiteY30" fmla="*/ 802888 h 2263698"/>
              <a:gd name="connsiteX31" fmla="*/ 111512 w 1394193"/>
              <a:gd name="connsiteY31" fmla="*/ 858644 h 2263698"/>
              <a:gd name="connsiteX32" fmla="*/ 66908 w 1394193"/>
              <a:gd name="connsiteY32" fmla="*/ 947854 h 2263698"/>
              <a:gd name="connsiteX33" fmla="*/ 55756 w 1394193"/>
              <a:gd name="connsiteY33" fmla="*/ 992459 h 2263698"/>
              <a:gd name="connsiteX34" fmla="*/ 33454 w 1394193"/>
              <a:gd name="connsiteY34" fmla="*/ 1059366 h 2263698"/>
              <a:gd name="connsiteX35" fmla="*/ 22303 w 1394193"/>
              <a:gd name="connsiteY35" fmla="*/ 1092820 h 2263698"/>
              <a:gd name="connsiteX36" fmla="*/ 0 w 1394193"/>
              <a:gd name="connsiteY36" fmla="*/ 1204332 h 2263698"/>
              <a:gd name="connsiteX37" fmla="*/ 33454 w 1394193"/>
              <a:gd name="connsiteY37" fmla="*/ 1672683 h 2263698"/>
              <a:gd name="connsiteX38" fmla="*/ 44605 w 1394193"/>
              <a:gd name="connsiteY38" fmla="*/ 1717288 h 2263698"/>
              <a:gd name="connsiteX39" fmla="*/ 55756 w 1394193"/>
              <a:gd name="connsiteY39" fmla="*/ 1773044 h 2263698"/>
              <a:gd name="connsiteX40" fmla="*/ 78059 w 1394193"/>
              <a:gd name="connsiteY40" fmla="*/ 1839951 h 2263698"/>
              <a:gd name="connsiteX41" fmla="*/ 89210 w 1394193"/>
              <a:gd name="connsiteY41" fmla="*/ 1873405 h 2263698"/>
              <a:gd name="connsiteX42" fmla="*/ 133815 w 1394193"/>
              <a:gd name="connsiteY42" fmla="*/ 1940312 h 2263698"/>
              <a:gd name="connsiteX43" fmla="*/ 200722 w 1394193"/>
              <a:gd name="connsiteY43" fmla="*/ 2051825 h 2263698"/>
              <a:gd name="connsiteX44" fmla="*/ 223025 w 1394193"/>
              <a:gd name="connsiteY44" fmla="*/ 2074127 h 2263698"/>
              <a:gd name="connsiteX45" fmla="*/ 289932 w 1394193"/>
              <a:gd name="connsiteY45" fmla="*/ 2118732 h 2263698"/>
              <a:gd name="connsiteX46" fmla="*/ 356839 w 1394193"/>
              <a:gd name="connsiteY46" fmla="*/ 2141034 h 2263698"/>
              <a:gd name="connsiteX47" fmla="*/ 401444 w 1394193"/>
              <a:gd name="connsiteY47" fmla="*/ 2152186 h 2263698"/>
              <a:gd name="connsiteX48" fmla="*/ 468351 w 1394193"/>
              <a:gd name="connsiteY48" fmla="*/ 2174488 h 2263698"/>
              <a:gd name="connsiteX49" fmla="*/ 535259 w 1394193"/>
              <a:gd name="connsiteY49" fmla="*/ 2196790 h 2263698"/>
              <a:gd name="connsiteX50" fmla="*/ 602166 w 1394193"/>
              <a:gd name="connsiteY50" fmla="*/ 2219093 h 2263698"/>
              <a:gd name="connsiteX51" fmla="*/ 702527 w 1394193"/>
              <a:gd name="connsiteY51" fmla="*/ 2241395 h 2263698"/>
              <a:gd name="connsiteX52" fmla="*/ 747132 w 1394193"/>
              <a:gd name="connsiteY52" fmla="*/ 2252546 h 2263698"/>
              <a:gd name="connsiteX53" fmla="*/ 858644 w 1394193"/>
              <a:gd name="connsiteY53" fmla="*/ 2263698 h 2263698"/>
              <a:gd name="connsiteX54" fmla="*/ 1092820 w 1394193"/>
              <a:gd name="connsiteY54" fmla="*/ 2252546 h 2263698"/>
              <a:gd name="connsiteX55" fmla="*/ 1215483 w 1394193"/>
              <a:gd name="connsiteY55" fmla="*/ 2219093 h 2263698"/>
              <a:gd name="connsiteX56" fmla="*/ 1248937 w 1394193"/>
              <a:gd name="connsiteY56" fmla="*/ 2207942 h 2263698"/>
              <a:gd name="connsiteX57" fmla="*/ 1282390 w 1394193"/>
              <a:gd name="connsiteY57" fmla="*/ 2185639 h 2263698"/>
              <a:gd name="connsiteX58" fmla="*/ 1326995 w 1394193"/>
              <a:gd name="connsiteY58" fmla="*/ 2141034 h 2263698"/>
              <a:gd name="connsiteX59" fmla="*/ 1360449 w 1394193"/>
              <a:gd name="connsiteY59" fmla="*/ 2062976 h 2263698"/>
              <a:gd name="connsiteX60" fmla="*/ 1382751 w 1394193"/>
              <a:gd name="connsiteY60" fmla="*/ 1996068 h 2263698"/>
              <a:gd name="connsiteX61" fmla="*/ 1393903 w 1394193"/>
              <a:gd name="connsiteY61" fmla="*/ 1962615 h 2263698"/>
              <a:gd name="connsiteX62" fmla="*/ 1371600 w 1394193"/>
              <a:gd name="connsiteY62" fmla="*/ 1449659 h 2263698"/>
              <a:gd name="connsiteX63" fmla="*/ 1393903 w 1394193"/>
              <a:gd name="connsiteY63" fmla="*/ 1438507 h 226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193" h="2263698">
                <a:moveTo>
                  <a:pt x="1393903" y="1438507"/>
                </a:moveTo>
                <a:cubicBezTo>
                  <a:pt x="1395761" y="1392044"/>
                  <a:pt x="1388321" y="1259991"/>
                  <a:pt x="1382751" y="1170878"/>
                </a:cubicBezTo>
                <a:cubicBezTo>
                  <a:pt x="1380882" y="1140968"/>
                  <a:pt x="1376157" y="1111288"/>
                  <a:pt x="1371600" y="1081668"/>
                </a:cubicBezTo>
                <a:cubicBezTo>
                  <a:pt x="1356376" y="982709"/>
                  <a:pt x="1363134" y="1069698"/>
                  <a:pt x="1349298" y="959005"/>
                </a:cubicBezTo>
                <a:cubicBezTo>
                  <a:pt x="1344665" y="921937"/>
                  <a:pt x="1342512" y="884593"/>
                  <a:pt x="1338147" y="847493"/>
                </a:cubicBezTo>
                <a:cubicBezTo>
                  <a:pt x="1335076" y="821389"/>
                  <a:pt x="1329448" y="795603"/>
                  <a:pt x="1326995" y="769434"/>
                </a:cubicBezTo>
                <a:cubicBezTo>
                  <a:pt x="1318293" y="676617"/>
                  <a:pt x="1311843" y="583603"/>
                  <a:pt x="1304693" y="490654"/>
                </a:cubicBezTo>
                <a:cubicBezTo>
                  <a:pt x="1296025" y="377966"/>
                  <a:pt x="1300345" y="357403"/>
                  <a:pt x="1282390" y="267629"/>
                </a:cubicBezTo>
                <a:cubicBezTo>
                  <a:pt x="1280008" y="255720"/>
                  <a:pt x="1267173" y="203741"/>
                  <a:pt x="1260088" y="189571"/>
                </a:cubicBezTo>
                <a:cubicBezTo>
                  <a:pt x="1243105" y="155604"/>
                  <a:pt x="1220618" y="138949"/>
                  <a:pt x="1193181" y="111512"/>
                </a:cubicBezTo>
                <a:cubicBezTo>
                  <a:pt x="1162568" y="80899"/>
                  <a:pt x="1180850" y="92534"/>
                  <a:pt x="1137425" y="78059"/>
                </a:cubicBezTo>
                <a:cubicBezTo>
                  <a:pt x="1129991" y="70625"/>
                  <a:pt x="1124526" y="60458"/>
                  <a:pt x="1115122" y="55756"/>
                </a:cubicBezTo>
                <a:cubicBezTo>
                  <a:pt x="1094095" y="45243"/>
                  <a:pt x="1071267" y="38064"/>
                  <a:pt x="1048215" y="33454"/>
                </a:cubicBezTo>
                <a:cubicBezTo>
                  <a:pt x="971887" y="18189"/>
                  <a:pt x="989215" y="19980"/>
                  <a:pt x="892098" y="11151"/>
                </a:cubicBezTo>
                <a:cubicBezTo>
                  <a:pt x="843832" y="6763"/>
                  <a:pt x="795454" y="3717"/>
                  <a:pt x="747132" y="0"/>
                </a:cubicBezTo>
                <a:cubicBezTo>
                  <a:pt x="584011" y="18124"/>
                  <a:pt x="696540" y="-1476"/>
                  <a:pt x="613317" y="22303"/>
                </a:cubicBezTo>
                <a:cubicBezTo>
                  <a:pt x="596641" y="27068"/>
                  <a:pt x="553085" y="35692"/>
                  <a:pt x="535259" y="44605"/>
                </a:cubicBezTo>
                <a:cubicBezTo>
                  <a:pt x="507122" y="58673"/>
                  <a:pt x="500248" y="68464"/>
                  <a:pt x="479503" y="89210"/>
                </a:cubicBezTo>
                <a:cubicBezTo>
                  <a:pt x="468710" y="121588"/>
                  <a:pt x="469630" y="128606"/>
                  <a:pt x="446049" y="156117"/>
                </a:cubicBezTo>
                <a:cubicBezTo>
                  <a:pt x="432365" y="172082"/>
                  <a:pt x="401444" y="200722"/>
                  <a:pt x="401444" y="200722"/>
                </a:cubicBezTo>
                <a:cubicBezTo>
                  <a:pt x="397727" y="211873"/>
                  <a:pt x="396341" y="224097"/>
                  <a:pt x="390293" y="234176"/>
                </a:cubicBezTo>
                <a:cubicBezTo>
                  <a:pt x="384884" y="243191"/>
                  <a:pt x="374558" y="248268"/>
                  <a:pt x="367990" y="256478"/>
                </a:cubicBezTo>
                <a:cubicBezTo>
                  <a:pt x="359618" y="266943"/>
                  <a:pt x="351681" y="277945"/>
                  <a:pt x="345688" y="289932"/>
                </a:cubicBezTo>
                <a:cubicBezTo>
                  <a:pt x="299528" y="382255"/>
                  <a:pt x="376141" y="260982"/>
                  <a:pt x="312234" y="356839"/>
                </a:cubicBezTo>
                <a:cubicBezTo>
                  <a:pt x="284208" y="440921"/>
                  <a:pt x="322012" y="337286"/>
                  <a:pt x="278781" y="423746"/>
                </a:cubicBezTo>
                <a:cubicBezTo>
                  <a:pt x="269409" y="442489"/>
                  <a:pt x="261839" y="483933"/>
                  <a:pt x="256478" y="501805"/>
                </a:cubicBezTo>
                <a:cubicBezTo>
                  <a:pt x="249723" y="524322"/>
                  <a:pt x="241610" y="546410"/>
                  <a:pt x="234176" y="568712"/>
                </a:cubicBezTo>
                <a:lnTo>
                  <a:pt x="200722" y="669073"/>
                </a:lnTo>
                <a:lnTo>
                  <a:pt x="178420" y="735981"/>
                </a:lnTo>
                <a:cubicBezTo>
                  <a:pt x="174703" y="747132"/>
                  <a:pt x="173788" y="759654"/>
                  <a:pt x="167268" y="769434"/>
                </a:cubicBezTo>
                <a:cubicBezTo>
                  <a:pt x="159834" y="780585"/>
                  <a:pt x="150959" y="790901"/>
                  <a:pt x="144966" y="802888"/>
                </a:cubicBezTo>
                <a:cubicBezTo>
                  <a:pt x="116016" y="860790"/>
                  <a:pt x="155073" y="815085"/>
                  <a:pt x="111512" y="858644"/>
                </a:cubicBezTo>
                <a:cubicBezTo>
                  <a:pt x="85885" y="935525"/>
                  <a:pt x="105833" y="908927"/>
                  <a:pt x="66908" y="947854"/>
                </a:cubicBezTo>
                <a:cubicBezTo>
                  <a:pt x="63191" y="962722"/>
                  <a:pt x="60160" y="977779"/>
                  <a:pt x="55756" y="992459"/>
                </a:cubicBezTo>
                <a:cubicBezTo>
                  <a:pt x="49001" y="1014976"/>
                  <a:pt x="40888" y="1037064"/>
                  <a:pt x="33454" y="1059366"/>
                </a:cubicBezTo>
                <a:cubicBezTo>
                  <a:pt x="29737" y="1070517"/>
                  <a:pt x="25154" y="1081417"/>
                  <a:pt x="22303" y="1092820"/>
                </a:cubicBezTo>
                <a:cubicBezTo>
                  <a:pt x="5667" y="1159360"/>
                  <a:pt x="13671" y="1122308"/>
                  <a:pt x="0" y="1204332"/>
                </a:cubicBezTo>
                <a:cubicBezTo>
                  <a:pt x="3857" y="1312343"/>
                  <a:pt x="1051" y="1543067"/>
                  <a:pt x="33454" y="1672683"/>
                </a:cubicBezTo>
                <a:cubicBezTo>
                  <a:pt x="37171" y="1687551"/>
                  <a:pt x="41280" y="1702327"/>
                  <a:pt x="44605" y="1717288"/>
                </a:cubicBezTo>
                <a:cubicBezTo>
                  <a:pt x="48716" y="1735790"/>
                  <a:pt x="50769" y="1754758"/>
                  <a:pt x="55756" y="1773044"/>
                </a:cubicBezTo>
                <a:cubicBezTo>
                  <a:pt x="61942" y="1795724"/>
                  <a:pt x="70625" y="1817649"/>
                  <a:pt x="78059" y="1839951"/>
                </a:cubicBezTo>
                <a:cubicBezTo>
                  <a:pt x="81776" y="1851102"/>
                  <a:pt x="82690" y="1863625"/>
                  <a:pt x="89210" y="1873405"/>
                </a:cubicBezTo>
                <a:cubicBezTo>
                  <a:pt x="104078" y="1895707"/>
                  <a:pt x="121828" y="1916338"/>
                  <a:pt x="133815" y="1940312"/>
                </a:cubicBezTo>
                <a:cubicBezTo>
                  <a:pt x="151413" y="1975509"/>
                  <a:pt x="173810" y="2024914"/>
                  <a:pt x="200722" y="2051825"/>
                </a:cubicBezTo>
                <a:cubicBezTo>
                  <a:pt x="208156" y="2059259"/>
                  <a:pt x="214614" y="2067819"/>
                  <a:pt x="223025" y="2074127"/>
                </a:cubicBezTo>
                <a:cubicBezTo>
                  <a:pt x="244468" y="2090209"/>
                  <a:pt x="264503" y="2110256"/>
                  <a:pt x="289932" y="2118732"/>
                </a:cubicBezTo>
                <a:cubicBezTo>
                  <a:pt x="312234" y="2126166"/>
                  <a:pt x="334032" y="2135332"/>
                  <a:pt x="356839" y="2141034"/>
                </a:cubicBezTo>
                <a:cubicBezTo>
                  <a:pt x="371707" y="2144751"/>
                  <a:pt x="386764" y="2147782"/>
                  <a:pt x="401444" y="2152186"/>
                </a:cubicBezTo>
                <a:cubicBezTo>
                  <a:pt x="423961" y="2158941"/>
                  <a:pt x="446049" y="2167054"/>
                  <a:pt x="468351" y="2174488"/>
                </a:cubicBezTo>
                <a:lnTo>
                  <a:pt x="535259" y="2196790"/>
                </a:lnTo>
                <a:lnTo>
                  <a:pt x="602166" y="2219093"/>
                </a:lnTo>
                <a:cubicBezTo>
                  <a:pt x="710948" y="2246288"/>
                  <a:pt x="575115" y="2213082"/>
                  <a:pt x="702527" y="2241395"/>
                </a:cubicBezTo>
                <a:cubicBezTo>
                  <a:pt x="717488" y="2244720"/>
                  <a:pt x="731960" y="2250379"/>
                  <a:pt x="747132" y="2252546"/>
                </a:cubicBezTo>
                <a:cubicBezTo>
                  <a:pt x="784113" y="2257829"/>
                  <a:pt x="821473" y="2259981"/>
                  <a:pt x="858644" y="2263698"/>
                </a:cubicBezTo>
                <a:cubicBezTo>
                  <a:pt x="936703" y="2259981"/>
                  <a:pt x="1014903" y="2258540"/>
                  <a:pt x="1092820" y="2252546"/>
                </a:cubicBezTo>
                <a:cubicBezTo>
                  <a:pt x="1133801" y="2249394"/>
                  <a:pt x="1177514" y="2231749"/>
                  <a:pt x="1215483" y="2219093"/>
                </a:cubicBezTo>
                <a:lnTo>
                  <a:pt x="1248937" y="2207942"/>
                </a:lnTo>
                <a:cubicBezTo>
                  <a:pt x="1260088" y="2200508"/>
                  <a:pt x="1272215" y="2194361"/>
                  <a:pt x="1282390" y="2185639"/>
                </a:cubicBezTo>
                <a:cubicBezTo>
                  <a:pt x="1298355" y="2171955"/>
                  <a:pt x="1326995" y="2141034"/>
                  <a:pt x="1326995" y="2141034"/>
                </a:cubicBezTo>
                <a:cubicBezTo>
                  <a:pt x="1362905" y="2033314"/>
                  <a:pt x="1305312" y="2200822"/>
                  <a:pt x="1360449" y="2062976"/>
                </a:cubicBezTo>
                <a:cubicBezTo>
                  <a:pt x="1369180" y="2041148"/>
                  <a:pt x="1375317" y="2018371"/>
                  <a:pt x="1382751" y="1996068"/>
                </a:cubicBezTo>
                <a:lnTo>
                  <a:pt x="1393903" y="1962615"/>
                </a:lnTo>
                <a:cubicBezTo>
                  <a:pt x="1392168" y="1908823"/>
                  <a:pt x="1384982" y="1563411"/>
                  <a:pt x="1371600" y="1449659"/>
                </a:cubicBezTo>
                <a:cubicBezTo>
                  <a:pt x="1370629" y="1441404"/>
                  <a:pt x="1392045" y="1484970"/>
                  <a:pt x="1393903" y="1438507"/>
                </a:cubicBezTo>
                <a:close/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54" name="任意形状 53">
            <a:extLst>
              <a:ext uri="{FF2B5EF4-FFF2-40B4-BE49-F238E27FC236}">
                <a16:creationId xmlns:a16="http://schemas.microsoft.com/office/drawing/2014/main" id="{311EC5B1-3408-1E45-A4A0-B485F7E8E35A}"/>
              </a:ext>
            </a:extLst>
          </p:cNvPr>
          <p:cNvSpPr/>
          <p:nvPr/>
        </p:nvSpPr>
        <p:spPr bwMode="auto">
          <a:xfrm>
            <a:off x="3192279" y="4005064"/>
            <a:ext cx="1523737" cy="2313012"/>
          </a:xfrm>
          <a:custGeom>
            <a:avLst/>
            <a:gdLst>
              <a:gd name="connsiteX0" fmla="*/ 1393903 w 1394193"/>
              <a:gd name="connsiteY0" fmla="*/ 1438507 h 2263698"/>
              <a:gd name="connsiteX1" fmla="*/ 1382751 w 1394193"/>
              <a:gd name="connsiteY1" fmla="*/ 1170878 h 2263698"/>
              <a:gd name="connsiteX2" fmla="*/ 1371600 w 1394193"/>
              <a:gd name="connsiteY2" fmla="*/ 1081668 h 2263698"/>
              <a:gd name="connsiteX3" fmla="*/ 1349298 w 1394193"/>
              <a:gd name="connsiteY3" fmla="*/ 959005 h 2263698"/>
              <a:gd name="connsiteX4" fmla="*/ 1338147 w 1394193"/>
              <a:gd name="connsiteY4" fmla="*/ 847493 h 2263698"/>
              <a:gd name="connsiteX5" fmla="*/ 1326995 w 1394193"/>
              <a:gd name="connsiteY5" fmla="*/ 769434 h 2263698"/>
              <a:gd name="connsiteX6" fmla="*/ 1304693 w 1394193"/>
              <a:gd name="connsiteY6" fmla="*/ 490654 h 2263698"/>
              <a:gd name="connsiteX7" fmla="*/ 1282390 w 1394193"/>
              <a:gd name="connsiteY7" fmla="*/ 267629 h 2263698"/>
              <a:gd name="connsiteX8" fmla="*/ 1260088 w 1394193"/>
              <a:gd name="connsiteY8" fmla="*/ 189571 h 2263698"/>
              <a:gd name="connsiteX9" fmla="*/ 1193181 w 1394193"/>
              <a:gd name="connsiteY9" fmla="*/ 111512 h 2263698"/>
              <a:gd name="connsiteX10" fmla="*/ 1137425 w 1394193"/>
              <a:gd name="connsiteY10" fmla="*/ 78059 h 2263698"/>
              <a:gd name="connsiteX11" fmla="*/ 1115122 w 1394193"/>
              <a:gd name="connsiteY11" fmla="*/ 55756 h 2263698"/>
              <a:gd name="connsiteX12" fmla="*/ 1048215 w 1394193"/>
              <a:gd name="connsiteY12" fmla="*/ 33454 h 2263698"/>
              <a:gd name="connsiteX13" fmla="*/ 892098 w 1394193"/>
              <a:gd name="connsiteY13" fmla="*/ 11151 h 2263698"/>
              <a:gd name="connsiteX14" fmla="*/ 747132 w 1394193"/>
              <a:gd name="connsiteY14" fmla="*/ 0 h 2263698"/>
              <a:gd name="connsiteX15" fmla="*/ 613317 w 1394193"/>
              <a:gd name="connsiteY15" fmla="*/ 22303 h 2263698"/>
              <a:gd name="connsiteX16" fmla="*/ 535259 w 1394193"/>
              <a:gd name="connsiteY16" fmla="*/ 44605 h 2263698"/>
              <a:gd name="connsiteX17" fmla="*/ 479503 w 1394193"/>
              <a:gd name="connsiteY17" fmla="*/ 89210 h 2263698"/>
              <a:gd name="connsiteX18" fmla="*/ 446049 w 1394193"/>
              <a:gd name="connsiteY18" fmla="*/ 156117 h 2263698"/>
              <a:gd name="connsiteX19" fmla="*/ 401444 w 1394193"/>
              <a:gd name="connsiteY19" fmla="*/ 200722 h 2263698"/>
              <a:gd name="connsiteX20" fmla="*/ 390293 w 1394193"/>
              <a:gd name="connsiteY20" fmla="*/ 234176 h 2263698"/>
              <a:gd name="connsiteX21" fmla="*/ 367990 w 1394193"/>
              <a:gd name="connsiteY21" fmla="*/ 256478 h 2263698"/>
              <a:gd name="connsiteX22" fmla="*/ 345688 w 1394193"/>
              <a:gd name="connsiteY22" fmla="*/ 289932 h 2263698"/>
              <a:gd name="connsiteX23" fmla="*/ 312234 w 1394193"/>
              <a:gd name="connsiteY23" fmla="*/ 356839 h 2263698"/>
              <a:gd name="connsiteX24" fmla="*/ 278781 w 1394193"/>
              <a:gd name="connsiteY24" fmla="*/ 423746 h 2263698"/>
              <a:gd name="connsiteX25" fmla="*/ 256478 w 1394193"/>
              <a:gd name="connsiteY25" fmla="*/ 501805 h 2263698"/>
              <a:gd name="connsiteX26" fmla="*/ 234176 w 1394193"/>
              <a:gd name="connsiteY26" fmla="*/ 568712 h 2263698"/>
              <a:gd name="connsiteX27" fmla="*/ 200722 w 1394193"/>
              <a:gd name="connsiteY27" fmla="*/ 669073 h 2263698"/>
              <a:gd name="connsiteX28" fmla="*/ 178420 w 1394193"/>
              <a:gd name="connsiteY28" fmla="*/ 735981 h 2263698"/>
              <a:gd name="connsiteX29" fmla="*/ 167268 w 1394193"/>
              <a:gd name="connsiteY29" fmla="*/ 769434 h 2263698"/>
              <a:gd name="connsiteX30" fmla="*/ 144966 w 1394193"/>
              <a:gd name="connsiteY30" fmla="*/ 802888 h 2263698"/>
              <a:gd name="connsiteX31" fmla="*/ 111512 w 1394193"/>
              <a:gd name="connsiteY31" fmla="*/ 858644 h 2263698"/>
              <a:gd name="connsiteX32" fmla="*/ 66908 w 1394193"/>
              <a:gd name="connsiteY32" fmla="*/ 947854 h 2263698"/>
              <a:gd name="connsiteX33" fmla="*/ 55756 w 1394193"/>
              <a:gd name="connsiteY33" fmla="*/ 992459 h 2263698"/>
              <a:gd name="connsiteX34" fmla="*/ 33454 w 1394193"/>
              <a:gd name="connsiteY34" fmla="*/ 1059366 h 2263698"/>
              <a:gd name="connsiteX35" fmla="*/ 22303 w 1394193"/>
              <a:gd name="connsiteY35" fmla="*/ 1092820 h 2263698"/>
              <a:gd name="connsiteX36" fmla="*/ 0 w 1394193"/>
              <a:gd name="connsiteY36" fmla="*/ 1204332 h 2263698"/>
              <a:gd name="connsiteX37" fmla="*/ 33454 w 1394193"/>
              <a:gd name="connsiteY37" fmla="*/ 1672683 h 2263698"/>
              <a:gd name="connsiteX38" fmla="*/ 44605 w 1394193"/>
              <a:gd name="connsiteY38" fmla="*/ 1717288 h 2263698"/>
              <a:gd name="connsiteX39" fmla="*/ 55756 w 1394193"/>
              <a:gd name="connsiteY39" fmla="*/ 1773044 h 2263698"/>
              <a:gd name="connsiteX40" fmla="*/ 78059 w 1394193"/>
              <a:gd name="connsiteY40" fmla="*/ 1839951 h 2263698"/>
              <a:gd name="connsiteX41" fmla="*/ 89210 w 1394193"/>
              <a:gd name="connsiteY41" fmla="*/ 1873405 h 2263698"/>
              <a:gd name="connsiteX42" fmla="*/ 133815 w 1394193"/>
              <a:gd name="connsiteY42" fmla="*/ 1940312 h 2263698"/>
              <a:gd name="connsiteX43" fmla="*/ 200722 w 1394193"/>
              <a:gd name="connsiteY43" fmla="*/ 2051825 h 2263698"/>
              <a:gd name="connsiteX44" fmla="*/ 223025 w 1394193"/>
              <a:gd name="connsiteY44" fmla="*/ 2074127 h 2263698"/>
              <a:gd name="connsiteX45" fmla="*/ 289932 w 1394193"/>
              <a:gd name="connsiteY45" fmla="*/ 2118732 h 2263698"/>
              <a:gd name="connsiteX46" fmla="*/ 356839 w 1394193"/>
              <a:gd name="connsiteY46" fmla="*/ 2141034 h 2263698"/>
              <a:gd name="connsiteX47" fmla="*/ 401444 w 1394193"/>
              <a:gd name="connsiteY47" fmla="*/ 2152186 h 2263698"/>
              <a:gd name="connsiteX48" fmla="*/ 468351 w 1394193"/>
              <a:gd name="connsiteY48" fmla="*/ 2174488 h 2263698"/>
              <a:gd name="connsiteX49" fmla="*/ 535259 w 1394193"/>
              <a:gd name="connsiteY49" fmla="*/ 2196790 h 2263698"/>
              <a:gd name="connsiteX50" fmla="*/ 602166 w 1394193"/>
              <a:gd name="connsiteY50" fmla="*/ 2219093 h 2263698"/>
              <a:gd name="connsiteX51" fmla="*/ 702527 w 1394193"/>
              <a:gd name="connsiteY51" fmla="*/ 2241395 h 2263698"/>
              <a:gd name="connsiteX52" fmla="*/ 747132 w 1394193"/>
              <a:gd name="connsiteY52" fmla="*/ 2252546 h 2263698"/>
              <a:gd name="connsiteX53" fmla="*/ 858644 w 1394193"/>
              <a:gd name="connsiteY53" fmla="*/ 2263698 h 2263698"/>
              <a:gd name="connsiteX54" fmla="*/ 1092820 w 1394193"/>
              <a:gd name="connsiteY54" fmla="*/ 2252546 h 2263698"/>
              <a:gd name="connsiteX55" fmla="*/ 1215483 w 1394193"/>
              <a:gd name="connsiteY55" fmla="*/ 2219093 h 2263698"/>
              <a:gd name="connsiteX56" fmla="*/ 1248937 w 1394193"/>
              <a:gd name="connsiteY56" fmla="*/ 2207942 h 2263698"/>
              <a:gd name="connsiteX57" fmla="*/ 1282390 w 1394193"/>
              <a:gd name="connsiteY57" fmla="*/ 2185639 h 2263698"/>
              <a:gd name="connsiteX58" fmla="*/ 1326995 w 1394193"/>
              <a:gd name="connsiteY58" fmla="*/ 2141034 h 2263698"/>
              <a:gd name="connsiteX59" fmla="*/ 1360449 w 1394193"/>
              <a:gd name="connsiteY59" fmla="*/ 2062976 h 2263698"/>
              <a:gd name="connsiteX60" fmla="*/ 1382751 w 1394193"/>
              <a:gd name="connsiteY60" fmla="*/ 1996068 h 2263698"/>
              <a:gd name="connsiteX61" fmla="*/ 1393903 w 1394193"/>
              <a:gd name="connsiteY61" fmla="*/ 1962615 h 2263698"/>
              <a:gd name="connsiteX62" fmla="*/ 1371600 w 1394193"/>
              <a:gd name="connsiteY62" fmla="*/ 1449659 h 2263698"/>
              <a:gd name="connsiteX63" fmla="*/ 1393903 w 1394193"/>
              <a:gd name="connsiteY63" fmla="*/ 1438507 h 226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193" h="2263698">
                <a:moveTo>
                  <a:pt x="1393903" y="1438507"/>
                </a:moveTo>
                <a:cubicBezTo>
                  <a:pt x="1395761" y="1392044"/>
                  <a:pt x="1388321" y="1259991"/>
                  <a:pt x="1382751" y="1170878"/>
                </a:cubicBezTo>
                <a:cubicBezTo>
                  <a:pt x="1380882" y="1140968"/>
                  <a:pt x="1376157" y="1111288"/>
                  <a:pt x="1371600" y="1081668"/>
                </a:cubicBezTo>
                <a:cubicBezTo>
                  <a:pt x="1356376" y="982709"/>
                  <a:pt x="1363134" y="1069698"/>
                  <a:pt x="1349298" y="959005"/>
                </a:cubicBezTo>
                <a:cubicBezTo>
                  <a:pt x="1344665" y="921937"/>
                  <a:pt x="1342512" y="884593"/>
                  <a:pt x="1338147" y="847493"/>
                </a:cubicBezTo>
                <a:cubicBezTo>
                  <a:pt x="1335076" y="821389"/>
                  <a:pt x="1329448" y="795603"/>
                  <a:pt x="1326995" y="769434"/>
                </a:cubicBezTo>
                <a:cubicBezTo>
                  <a:pt x="1318293" y="676617"/>
                  <a:pt x="1311843" y="583603"/>
                  <a:pt x="1304693" y="490654"/>
                </a:cubicBezTo>
                <a:cubicBezTo>
                  <a:pt x="1296025" y="377966"/>
                  <a:pt x="1300345" y="357403"/>
                  <a:pt x="1282390" y="267629"/>
                </a:cubicBezTo>
                <a:cubicBezTo>
                  <a:pt x="1280008" y="255720"/>
                  <a:pt x="1267173" y="203741"/>
                  <a:pt x="1260088" y="189571"/>
                </a:cubicBezTo>
                <a:cubicBezTo>
                  <a:pt x="1243105" y="155604"/>
                  <a:pt x="1220618" y="138949"/>
                  <a:pt x="1193181" y="111512"/>
                </a:cubicBezTo>
                <a:cubicBezTo>
                  <a:pt x="1162568" y="80899"/>
                  <a:pt x="1180850" y="92534"/>
                  <a:pt x="1137425" y="78059"/>
                </a:cubicBezTo>
                <a:cubicBezTo>
                  <a:pt x="1129991" y="70625"/>
                  <a:pt x="1124526" y="60458"/>
                  <a:pt x="1115122" y="55756"/>
                </a:cubicBezTo>
                <a:cubicBezTo>
                  <a:pt x="1094095" y="45243"/>
                  <a:pt x="1071267" y="38064"/>
                  <a:pt x="1048215" y="33454"/>
                </a:cubicBezTo>
                <a:cubicBezTo>
                  <a:pt x="971887" y="18189"/>
                  <a:pt x="989215" y="19980"/>
                  <a:pt x="892098" y="11151"/>
                </a:cubicBezTo>
                <a:cubicBezTo>
                  <a:pt x="843832" y="6763"/>
                  <a:pt x="795454" y="3717"/>
                  <a:pt x="747132" y="0"/>
                </a:cubicBezTo>
                <a:cubicBezTo>
                  <a:pt x="584011" y="18124"/>
                  <a:pt x="696540" y="-1476"/>
                  <a:pt x="613317" y="22303"/>
                </a:cubicBezTo>
                <a:cubicBezTo>
                  <a:pt x="596641" y="27068"/>
                  <a:pt x="553085" y="35692"/>
                  <a:pt x="535259" y="44605"/>
                </a:cubicBezTo>
                <a:cubicBezTo>
                  <a:pt x="507122" y="58673"/>
                  <a:pt x="500248" y="68464"/>
                  <a:pt x="479503" y="89210"/>
                </a:cubicBezTo>
                <a:cubicBezTo>
                  <a:pt x="468710" y="121588"/>
                  <a:pt x="469630" y="128606"/>
                  <a:pt x="446049" y="156117"/>
                </a:cubicBezTo>
                <a:cubicBezTo>
                  <a:pt x="432365" y="172082"/>
                  <a:pt x="401444" y="200722"/>
                  <a:pt x="401444" y="200722"/>
                </a:cubicBezTo>
                <a:cubicBezTo>
                  <a:pt x="397727" y="211873"/>
                  <a:pt x="396341" y="224097"/>
                  <a:pt x="390293" y="234176"/>
                </a:cubicBezTo>
                <a:cubicBezTo>
                  <a:pt x="384884" y="243191"/>
                  <a:pt x="374558" y="248268"/>
                  <a:pt x="367990" y="256478"/>
                </a:cubicBezTo>
                <a:cubicBezTo>
                  <a:pt x="359618" y="266943"/>
                  <a:pt x="351681" y="277945"/>
                  <a:pt x="345688" y="289932"/>
                </a:cubicBezTo>
                <a:cubicBezTo>
                  <a:pt x="299528" y="382255"/>
                  <a:pt x="376141" y="260982"/>
                  <a:pt x="312234" y="356839"/>
                </a:cubicBezTo>
                <a:cubicBezTo>
                  <a:pt x="284208" y="440921"/>
                  <a:pt x="322012" y="337286"/>
                  <a:pt x="278781" y="423746"/>
                </a:cubicBezTo>
                <a:cubicBezTo>
                  <a:pt x="269409" y="442489"/>
                  <a:pt x="261839" y="483933"/>
                  <a:pt x="256478" y="501805"/>
                </a:cubicBezTo>
                <a:cubicBezTo>
                  <a:pt x="249723" y="524322"/>
                  <a:pt x="241610" y="546410"/>
                  <a:pt x="234176" y="568712"/>
                </a:cubicBezTo>
                <a:lnTo>
                  <a:pt x="200722" y="669073"/>
                </a:lnTo>
                <a:lnTo>
                  <a:pt x="178420" y="735981"/>
                </a:lnTo>
                <a:cubicBezTo>
                  <a:pt x="174703" y="747132"/>
                  <a:pt x="173788" y="759654"/>
                  <a:pt x="167268" y="769434"/>
                </a:cubicBezTo>
                <a:cubicBezTo>
                  <a:pt x="159834" y="780585"/>
                  <a:pt x="150959" y="790901"/>
                  <a:pt x="144966" y="802888"/>
                </a:cubicBezTo>
                <a:cubicBezTo>
                  <a:pt x="116016" y="860790"/>
                  <a:pt x="155073" y="815085"/>
                  <a:pt x="111512" y="858644"/>
                </a:cubicBezTo>
                <a:cubicBezTo>
                  <a:pt x="85885" y="935525"/>
                  <a:pt x="105833" y="908927"/>
                  <a:pt x="66908" y="947854"/>
                </a:cubicBezTo>
                <a:cubicBezTo>
                  <a:pt x="63191" y="962722"/>
                  <a:pt x="60160" y="977779"/>
                  <a:pt x="55756" y="992459"/>
                </a:cubicBezTo>
                <a:cubicBezTo>
                  <a:pt x="49001" y="1014976"/>
                  <a:pt x="40888" y="1037064"/>
                  <a:pt x="33454" y="1059366"/>
                </a:cubicBezTo>
                <a:cubicBezTo>
                  <a:pt x="29737" y="1070517"/>
                  <a:pt x="25154" y="1081417"/>
                  <a:pt x="22303" y="1092820"/>
                </a:cubicBezTo>
                <a:cubicBezTo>
                  <a:pt x="5667" y="1159360"/>
                  <a:pt x="13671" y="1122308"/>
                  <a:pt x="0" y="1204332"/>
                </a:cubicBezTo>
                <a:cubicBezTo>
                  <a:pt x="3857" y="1312343"/>
                  <a:pt x="1051" y="1543067"/>
                  <a:pt x="33454" y="1672683"/>
                </a:cubicBezTo>
                <a:cubicBezTo>
                  <a:pt x="37171" y="1687551"/>
                  <a:pt x="41280" y="1702327"/>
                  <a:pt x="44605" y="1717288"/>
                </a:cubicBezTo>
                <a:cubicBezTo>
                  <a:pt x="48716" y="1735790"/>
                  <a:pt x="50769" y="1754758"/>
                  <a:pt x="55756" y="1773044"/>
                </a:cubicBezTo>
                <a:cubicBezTo>
                  <a:pt x="61942" y="1795724"/>
                  <a:pt x="70625" y="1817649"/>
                  <a:pt x="78059" y="1839951"/>
                </a:cubicBezTo>
                <a:cubicBezTo>
                  <a:pt x="81776" y="1851102"/>
                  <a:pt x="82690" y="1863625"/>
                  <a:pt x="89210" y="1873405"/>
                </a:cubicBezTo>
                <a:cubicBezTo>
                  <a:pt x="104078" y="1895707"/>
                  <a:pt x="121828" y="1916338"/>
                  <a:pt x="133815" y="1940312"/>
                </a:cubicBezTo>
                <a:cubicBezTo>
                  <a:pt x="151413" y="1975509"/>
                  <a:pt x="173810" y="2024914"/>
                  <a:pt x="200722" y="2051825"/>
                </a:cubicBezTo>
                <a:cubicBezTo>
                  <a:pt x="208156" y="2059259"/>
                  <a:pt x="214614" y="2067819"/>
                  <a:pt x="223025" y="2074127"/>
                </a:cubicBezTo>
                <a:cubicBezTo>
                  <a:pt x="244468" y="2090209"/>
                  <a:pt x="264503" y="2110256"/>
                  <a:pt x="289932" y="2118732"/>
                </a:cubicBezTo>
                <a:cubicBezTo>
                  <a:pt x="312234" y="2126166"/>
                  <a:pt x="334032" y="2135332"/>
                  <a:pt x="356839" y="2141034"/>
                </a:cubicBezTo>
                <a:cubicBezTo>
                  <a:pt x="371707" y="2144751"/>
                  <a:pt x="386764" y="2147782"/>
                  <a:pt x="401444" y="2152186"/>
                </a:cubicBezTo>
                <a:cubicBezTo>
                  <a:pt x="423961" y="2158941"/>
                  <a:pt x="446049" y="2167054"/>
                  <a:pt x="468351" y="2174488"/>
                </a:cubicBezTo>
                <a:lnTo>
                  <a:pt x="535259" y="2196790"/>
                </a:lnTo>
                <a:lnTo>
                  <a:pt x="602166" y="2219093"/>
                </a:lnTo>
                <a:cubicBezTo>
                  <a:pt x="710948" y="2246288"/>
                  <a:pt x="575115" y="2213082"/>
                  <a:pt x="702527" y="2241395"/>
                </a:cubicBezTo>
                <a:cubicBezTo>
                  <a:pt x="717488" y="2244720"/>
                  <a:pt x="731960" y="2250379"/>
                  <a:pt x="747132" y="2252546"/>
                </a:cubicBezTo>
                <a:cubicBezTo>
                  <a:pt x="784113" y="2257829"/>
                  <a:pt x="821473" y="2259981"/>
                  <a:pt x="858644" y="2263698"/>
                </a:cubicBezTo>
                <a:cubicBezTo>
                  <a:pt x="936703" y="2259981"/>
                  <a:pt x="1014903" y="2258540"/>
                  <a:pt x="1092820" y="2252546"/>
                </a:cubicBezTo>
                <a:cubicBezTo>
                  <a:pt x="1133801" y="2249394"/>
                  <a:pt x="1177514" y="2231749"/>
                  <a:pt x="1215483" y="2219093"/>
                </a:cubicBezTo>
                <a:lnTo>
                  <a:pt x="1248937" y="2207942"/>
                </a:lnTo>
                <a:cubicBezTo>
                  <a:pt x="1260088" y="2200508"/>
                  <a:pt x="1272215" y="2194361"/>
                  <a:pt x="1282390" y="2185639"/>
                </a:cubicBezTo>
                <a:cubicBezTo>
                  <a:pt x="1298355" y="2171955"/>
                  <a:pt x="1326995" y="2141034"/>
                  <a:pt x="1326995" y="2141034"/>
                </a:cubicBezTo>
                <a:cubicBezTo>
                  <a:pt x="1362905" y="2033314"/>
                  <a:pt x="1305312" y="2200822"/>
                  <a:pt x="1360449" y="2062976"/>
                </a:cubicBezTo>
                <a:cubicBezTo>
                  <a:pt x="1369180" y="2041148"/>
                  <a:pt x="1375317" y="2018371"/>
                  <a:pt x="1382751" y="1996068"/>
                </a:cubicBezTo>
                <a:lnTo>
                  <a:pt x="1393903" y="1962615"/>
                </a:lnTo>
                <a:cubicBezTo>
                  <a:pt x="1392168" y="1908823"/>
                  <a:pt x="1384982" y="1563411"/>
                  <a:pt x="1371600" y="1449659"/>
                </a:cubicBezTo>
                <a:cubicBezTo>
                  <a:pt x="1370629" y="1441404"/>
                  <a:pt x="1392045" y="1484970"/>
                  <a:pt x="1393903" y="1438507"/>
                </a:cubicBezTo>
                <a:close/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3102DD42-28DE-3F4A-9ABF-8567FAA5AEB8}"/>
              </a:ext>
            </a:extLst>
          </p:cNvPr>
          <p:cNvSpPr/>
          <p:nvPr/>
        </p:nvSpPr>
        <p:spPr bwMode="auto">
          <a:xfrm>
            <a:off x="5076056" y="3861048"/>
            <a:ext cx="2060028" cy="1689100"/>
          </a:xfrm>
          <a:custGeom>
            <a:avLst/>
            <a:gdLst>
              <a:gd name="connsiteX0" fmla="*/ 1393903 w 1394193"/>
              <a:gd name="connsiteY0" fmla="*/ 1438507 h 2263698"/>
              <a:gd name="connsiteX1" fmla="*/ 1382751 w 1394193"/>
              <a:gd name="connsiteY1" fmla="*/ 1170878 h 2263698"/>
              <a:gd name="connsiteX2" fmla="*/ 1371600 w 1394193"/>
              <a:gd name="connsiteY2" fmla="*/ 1081668 h 2263698"/>
              <a:gd name="connsiteX3" fmla="*/ 1349298 w 1394193"/>
              <a:gd name="connsiteY3" fmla="*/ 959005 h 2263698"/>
              <a:gd name="connsiteX4" fmla="*/ 1338147 w 1394193"/>
              <a:gd name="connsiteY4" fmla="*/ 847493 h 2263698"/>
              <a:gd name="connsiteX5" fmla="*/ 1326995 w 1394193"/>
              <a:gd name="connsiteY5" fmla="*/ 769434 h 2263698"/>
              <a:gd name="connsiteX6" fmla="*/ 1304693 w 1394193"/>
              <a:gd name="connsiteY6" fmla="*/ 490654 h 2263698"/>
              <a:gd name="connsiteX7" fmla="*/ 1282390 w 1394193"/>
              <a:gd name="connsiteY7" fmla="*/ 267629 h 2263698"/>
              <a:gd name="connsiteX8" fmla="*/ 1260088 w 1394193"/>
              <a:gd name="connsiteY8" fmla="*/ 189571 h 2263698"/>
              <a:gd name="connsiteX9" fmla="*/ 1193181 w 1394193"/>
              <a:gd name="connsiteY9" fmla="*/ 111512 h 2263698"/>
              <a:gd name="connsiteX10" fmla="*/ 1137425 w 1394193"/>
              <a:gd name="connsiteY10" fmla="*/ 78059 h 2263698"/>
              <a:gd name="connsiteX11" fmla="*/ 1115122 w 1394193"/>
              <a:gd name="connsiteY11" fmla="*/ 55756 h 2263698"/>
              <a:gd name="connsiteX12" fmla="*/ 1048215 w 1394193"/>
              <a:gd name="connsiteY12" fmla="*/ 33454 h 2263698"/>
              <a:gd name="connsiteX13" fmla="*/ 892098 w 1394193"/>
              <a:gd name="connsiteY13" fmla="*/ 11151 h 2263698"/>
              <a:gd name="connsiteX14" fmla="*/ 747132 w 1394193"/>
              <a:gd name="connsiteY14" fmla="*/ 0 h 2263698"/>
              <a:gd name="connsiteX15" fmla="*/ 613317 w 1394193"/>
              <a:gd name="connsiteY15" fmla="*/ 22303 h 2263698"/>
              <a:gd name="connsiteX16" fmla="*/ 535259 w 1394193"/>
              <a:gd name="connsiteY16" fmla="*/ 44605 h 2263698"/>
              <a:gd name="connsiteX17" fmla="*/ 479503 w 1394193"/>
              <a:gd name="connsiteY17" fmla="*/ 89210 h 2263698"/>
              <a:gd name="connsiteX18" fmla="*/ 446049 w 1394193"/>
              <a:gd name="connsiteY18" fmla="*/ 156117 h 2263698"/>
              <a:gd name="connsiteX19" fmla="*/ 401444 w 1394193"/>
              <a:gd name="connsiteY19" fmla="*/ 200722 h 2263698"/>
              <a:gd name="connsiteX20" fmla="*/ 390293 w 1394193"/>
              <a:gd name="connsiteY20" fmla="*/ 234176 h 2263698"/>
              <a:gd name="connsiteX21" fmla="*/ 367990 w 1394193"/>
              <a:gd name="connsiteY21" fmla="*/ 256478 h 2263698"/>
              <a:gd name="connsiteX22" fmla="*/ 345688 w 1394193"/>
              <a:gd name="connsiteY22" fmla="*/ 289932 h 2263698"/>
              <a:gd name="connsiteX23" fmla="*/ 312234 w 1394193"/>
              <a:gd name="connsiteY23" fmla="*/ 356839 h 2263698"/>
              <a:gd name="connsiteX24" fmla="*/ 278781 w 1394193"/>
              <a:gd name="connsiteY24" fmla="*/ 423746 h 2263698"/>
              <a:gd name="connsiteX25" fmla="*/ 256478 w 1394193"/>
              <a:gd name="connsiteY25" fmla="*/ 501805 h 2263698"/>
              <a:gd name="connsiteX26" fmla="*/ 234176 w 1394193"/>
              <a:gd name="connsiteY26" fmla="*/ 568712 h 2263698"/>
              <a:gd name="connsiteX27" fmla="*/ 200722 w 1394193"/>
              <a:gd name="connsiteY27" fmla="*/ 669073 h 2263698"/>
              <a:gd name="connsiteX28" fmla="*/ 178420 w 1394193"/>
              <a:gd name="connsiteY28" fmla="*/ 735981 h 2263698"/>
              <a:gd name="connsiteX29" fmla="*/ 167268 w 1394193"/>
              <a:gd name="connsiteY29" fmla="*/ 769434 h 2263698"/>
              <a:gd name="connsiteX30" fmla="*/ 144966 w 1394193"/>
              <a:gd name="connsiteY30" fmla="*/ 802888 h 2263698"/>
              <a:gd name="connsiteX31" fmla="*/ 111512 w 1394193"/>
              <a:gd name="connsiteY31" fmla="*/ 858644 h 2263698"/>
              <a:gd name="connsiteX32" fmla="*/ 66908 w 1394193"/>
              <a:gd name="connsiteY32" fmla="*/ 947854 h 2263698"/>
              <a:gd name="connsiteX33" fmla="*/ 55756 w 1394193"/>
              <a:gd name="connsiteY33" fmla="*/ 992459 h 2263698"/>
              <a:gd name="connsiteX34" fmla="*/ 33454 w 1394193"/>
              <a:gd name="connsiteY34" fmla="*/ 1059366 h 2263698"/>
              <a:gd name="connsiteX35" fmla="*/ 22303 w 1394193"/>
              <a:gd name="connsiteY35" fmla="*/ 1092820 h 2263698"/>
              <a:gd name="connsiteX36" fmla="*/ 0 w 1394193"/>
              <a:gd name="connsiteY36" fmla="*/ 1204332 h 2263698"/>
              <a:gd name="connsiteX37" fmla="*/ 33454 w 1394193"/>
              <a:gd name="connsiteY37" fmla="*/ 1672683 h 2263698"/>
              <a:gd name="connsiteX38" fmla="*/ 44605 w 1394193"/>
              <a:gd name="connsiteY38" fmla="*/ 1717288 h 2263698"/>
              <a:gd name="connsiteX39" fmla="*/ 55756 w 1394193"/>
              <a:gd name="connsiteY39" fmla="*/ 1773044 h 2263698"/>
              <a:gd name="connsiteX40" fmla="*/ 78059 w 1394193"/>
              <a:gd name="connsiteY40" fmla="*/ 1839951 h 2263698"/>
              <a:gd name="connsiteX41" fmla="*/ 89210 w 1394193"/>
              <a:gd name="connsiteY41" fmla="*/ 1873405 h 2263698"/>
              <a:gd name="connsiteX42" fmla="*/ 133815 w 1394193"/>
              <a:gd name="connsiteY42" fmla="*/ 1940312 h 2263698"/>
              <a:gd name="connsiteX43" fmla="*/ 200722 w 1394193"/>
              <a:gd name="connsiteY43" fmla="*/ 2051825 h 2263698"/>
              <a:gd name="connsiteX44" fmla="*/ 223025 w 1394193"/>
              <a:gd name="connsiteY44" fmla="*/ 2074127 h 2263698"/>
              <a:gd name="connsiteX45" fmla="*/ 289932 w 1394193"/>
              <a:gd name="connsiteY45" fmla="*/ 2118732 h 2263698"/>
              <a:gd name="connsiteX46" fmla="*/ 356839 w 1394193"/>
              <a:gd name="connsiteY46" fmla="*/ 2141034 h 2263698"/>
              <a:gd name="connsiteX47" fmla="*/ 401444 w 1394193"/>
              <a:gd name="connsiteY47" fmla="*/ 2152186 h 2263698"/>
              <a:gd name="connsiteX48" fmla="*/ 468351 w 1394193"/>
              <a:gd name="connsiteY48" fmla="*/ 2174488 h 2263698"/>
              <a:gd name="connsiteX49" fmla="*/ 535259 w 1394193"/>
              <a:gd name="connsiteY49" fmla="*/ 2196790 h 2263698"/>
              <a:gd name="connsiteX50" fmla="*/ 602166 w 1394193"/>
              <a:gd name="connsiteY50" fmla="*/ 2219093 h 2263698"/>
              <a:gd name="connsiteX51" fmla="*/ 702527 w 1394193"/>
              <a:gd name="connsiteY51" fmla="*/ 2241395 h 2263698"/>
              <a:gd name="connsiteX52" fmla="*/ 747132 w 1394193"/>
              <a:gd name="connsiteY52" fmla="*/ 2252546 h 2263698"/>
              <a:gd name="connsiteX53" fmla="*/ 858644 w 1394193"/>
              <a:gd name="connsiteY53" fmla="*/ 2263698 h 2263698"/>
              <a:gd name="connsiteX54" fmla="*/ 1092820 w 1394193"/>
              <a:gd name="connsiteY54" fmla="*/ 2252546 h 2263698"/>
              <a:gd name="connsiteX55" fmla="*/ 1215483 w 1394193"/>
              <a:gd name="connsiteY55" fmla="*/ 2219093 h 2263698"/>
              <a:gd name="connsiteX56" fmla="*/ 1248937 w 1394193"/>
              <a:gd name="connsiteY56" fmla="*/ 2207942 h 2263698"/>
              <a:gd name="connsiteX57" fmla="*/ 1282390 w 1394193"/>
              <a:gd name="connsiteY57" fmla="*/ 2185639 h 2263698"/>
              <a:gd name="connsiteX58" fmla="*/ 1326995 w 1394193"/>
              <a:gd name="connsiteY58" fmla="*/ 2141034 h 2263698"/>
              <a:gd name="connsiteX59" fmla="*/ 1360449 w 1394193"/>
              <a:gd name="connsiteY59" fmla="*/ 2062976 h 2263698"/>
              <a:gd name="connsiteX60" fmla="*/ 1382751 w 1394193"/>
              <a:gd name="connsiteY60" fmla="*/ 1996068 h 2263698"/>
              <a:gd name="connsiteX61" fmla="*/ 1393903 w 1394193"/>
              <a:gd name="connsiteY61" fmla="*/ 1962615 h 2263698"/>
              <a:gd name="connsiteX62" fmla="*/ 1371600 w 1394193"/>
              <a:gd name="connsiteY62" fmla="*/ 1449659 h 2263698"/>
              <a:gd name="connsiteX63" fmla="*/ 1393903 w 1394193"/>
              <a:gd name="connsiteY63" fmla="*/ 1438507 h 226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193" h="2263698">
                <a:moveTo>
                  <a:pt x="1393903" y="1438507"/>
                </a:moveTo>
                <a:cubicBezTo>
                  <a:pt x="1395761" y="1392044"/>
                  <a:pt x="1388321" y="1259991"/>
                  <a:pt x="1382751" y="1170878"/>
                </a:cubicBezTo>
                <a:cubicBezTo>
                  <a:pt x="1380882" y="1140968"/>
                  <a:pt x="1376157" y="1111288"/>
                  <a:pt x="1371600" y="1081668"/>
                </a:cubicBezTo>
                <a:cubicBezTo>
                  <a:pt x="1356376" y="982709"/>
                  <a:pt x="1363134" y="1069698"/>
                  <a:pt x="1349298" y="959005"/>
                </a:cubicBezTo>
                <a:cubicBezTo>
                  <a:pt x="1344665" y="921937"/>
                  <a:pt x="1342512" y="884593"/>
                  <a:pt x="1338147" y="847493"/>
                </a:cubicBezTo>
                <a:cubicBezTo>
                  <a:pt x="1335076" y="821389"/>
                  <a:pt x="1329448" y="795603"/>
                  <a:pt x="1326995" y="769434"/>
                </a:cubicBezTo>
                <a:cubicBezTo>
                  <a:pt x="1318293" y="676617"/>
                  <a:pt x="1311843" y="583603"/>
                  <a:pt x="1304693" y="490654"/>
                </a:cubicBezTo>
                <a:cubicBezTo>
                  <a:pt x="1296025" y="377966"/>
                  <a:pt x="1300345" y="357403"/>
                  <a:pt x="1282390" y="267629"/>
                </a:cubicBezTo>
                <a:cubicBezTo>
                  <a:pt x="1280008" y="255720"/>
                  <a:pt x="1267173" y="203741"/>
                  <a:pt x="1260088" y="189571"/>
                </a:cubicBezTo>
                <a:cubicBezTo>
                  <a:pt x="1243105" y="155604"/>
                  <a:pt x="1220618" y="138949"/>
                  <a:pt x="1193181" y="111512"/>
                </a:cubicBezTo>
                <a:cubicBezTo>
                  <a:pt x="1162568" y="80899"/>
                  <a:pt x="1180850" y="92534"/>
                  <a:pt x="1137425" y="78059"/>
                </a:cubicBezTo>
                <a:cubicBezTo>
                  <a:pt x="1129991" y="70625"/>
                  <a:pt x="1124526" y="60458"/>
                  <a:pt x="1115122" y="55756"/>
                </a:cubicBezTo>
                <a:cubicBezTo>
                  <a:pt x="1094095" y="45243"/>
                  <a:pt x="1071267" y="38064"/>
                  <a:pt x="1048215" y="33454"/>
                </a:cubicBezTo>
                <a:cubicBezTo>
                  <a:pt x="971887" y="18189"/>
                  <a:pt x="989215" y="19980"/>
                  <a:pt x="892098" y="11151"/>
                </a:cubicBezTo>
                <a:cubicBezTo>
                  <a:pt x="843832" y="6763"/>
                  <a:pt x="795454" y="3717"/>
                  <a:pt x="747132" y="0"/>
                </a:cubicBezTo>
                <a:cubicBezTo>
                  <a:pt x="584011" y="18124"/>
                  <a:pt x="696540" y="-1476"/>
                  <a:pt x="613317" y="22303"/>
                </a:cubicBezTo>
                <a:cubicBezTo>
                  <a:pt x="596641" y="27068"/>
                  <a:pt x="553085" y="35692"/>
                  <a:pt x="535259" y="44605"/>
                </a:cubicBezTo>
                <a:cubicBezTo>
                  <a:pt x="507122" y="58673"/>
                  <a:pt x="500248" y="68464"/>
                  <a:pt x="479503" y="89210"/>
                </a:cubicBezTo>
                <a:cubicBezTo>
                  <a:pt x="468710" y="121588"/>
                  <a:pt x="469630" y="128606"/>
                  <a:pt x="446049" y="156117"/>
                </a:cubicBezTo>
                <a:cubicBezTo>
                  <a:pt x="432365" y="172082"/>
                  <a:pt x="401444" y="200722"/>
                  <a:pt x="401444" y="200722"/>
                </a:cubicBezTo>
                <a:cubicBezTo>
                  <a:pt x="397727" y="211873"/>
                  <a:pt x="396341" y="224097"/>
                  <a:pt x="390293" y="234176"/>
                </a:cubicBezTo>
                <a:cubicBezTo>
                  <a:pt x="384884" y="243191"/>
                  <a:pt x="374558" y="248268"/>
                  <a:pt x="367990" y="256478"/>
                </a:cubicBezTo>
                <a:cubicBezTo>
                  <a:pt x="359618" y="266943"/>
                  <a:pt x="351681" y="277945"/>
                  <a:pt x="345688" y="289932"/>
                </a:cubicBezTo>
                <a:cubicBezTo>
                  <a:pt x="299528" y="382255"/>
                  <a:pt x="376141" y="260982"/>
                  <a:pt x="312234" y="356839"/>
                </a:cubicBezTo>
                <a:cubicBezTo>
                  <a:pt x="284208" y="440921"/>
                  <a:pt x="322012" y="337286"/>
                  <a:pt x="278781" y="423746"/>
                </a:cubicBezTo>
                <a:cubicBezTo>
                  <a:pt x="269409" y="442489"/>
                  <a:pt x="261839" y="483933"/>
                  <a:pt x="256478" y="501805"/>
                </a:cubicBezTo>
                <a:cubicBezTo>
                  <a:pt x="249723" y="524322"/>
                  <a:pt x="241610" y="546410"/>
                  <a:pt x="234176" y="568712"/>
                </a:cubicBezTo>
                <a:lnTo>
                  <a:pt x="200722" y="669073"/>
                </a:lnTo>
                <a:lnTo>
                  <a:pt x="178420" y="735981"/>
                </a:lnTo>
                <a:cubicBezTo>
                  <a:pt x="174703" y="747132"/>
                  <a:pt x="173788" y="759654"/>
                  <a:pt x="167268" y="769434"/>
                </a:cubicBezTo>
                <a:cubicBezTo>
                  <a:pt x="159834" y="780585"/>
                  <a:pt x="150959" y="790901"/>
                  <a:pt x="144966" y="802888"/>
                </a:cubicBezTo>
                <a:cubicBezTo>
                  <a:pt x="116016" y="860790"/>
                  <a:pt x="155073" y="815085"/>
                  <a:pt x="111512" y="858644"/>
                </a:cubicBezTo>
                <a:cubicBezTo>
                  <a:pt x="85885" y="935525"/>
                  <a:pt x="105833" y="908927"/>
                  <a:pt x="66908" y="947854"/>
                </a:cubicBezTo>
                <a:cubicBezTo>
                  <a:pt x="63191" y="962722"/>
                  <a:pt x="60160" y="977779"/>
                  <a:pt x="55756" y="992459"/>
                </a:cubicBezTo>
                <a:cubicBezTo>
                  <a:pt x="49001" y="1014976"/>
                  <a:pt x="40888" y="1037064"/>
                  <a:pt x="33454" y="1059366"/>
                </a:cubicBezTo>
                <a:cubicBezTo>
                  <a:pt x="29737" y="1070517"/>
                  <a:pt x="25154" y="1081417"/>
                  <a:pt x="22303" y="1092820"/>
                </a:cubicBezTo>
                <a:cubicBezTo>
                  <a:pt x="5667" y="1159360"/>
                  <a:pt x="13671" y="1122308"/>
                  <a:pt x="0" y="1204332"/>
                </a:cubicBezTo>
                <a:cubicBezTo>
                  <a:pt x="3857" y="1312343"/>
                  <a:pt x="1051" y="1543067"/>
                  <a:pt x="33454" y="1672683"/>
                </a:cubicBezTo>
                <a:cubicBezTo>
                  <a:pt x="37171" y="1687551"/>
                  <a:pt x="41280" y="1702327"/>
                  <a:pt x="44605" y="1717288"/>
                </a:cubicBezTo>
                <a:cubicBezTo>
                  <a:pt x="48716" y="1735790"/>
                  <a:pt x="50769" y="1754758"/>
                  <a:pt x="55756" y="1773044"/>
                </a:cubicBezTo>
                <a:cubicBezTo>
                  <a:pt x="61942" y="1795724"/>
                  <a:pt x="70625" y="1817649"/>
                  <a:pt x="78059" y="1839951"/>
                </a:cubicBezTo>
                <a:cubicBezTo>
                  <a:pt x="81776" y="1851102"/>
                  <a:pt x="82690" y="1863625"/>
                  <a:pt x="89210" y="1873405"/>
                </a:cubicBezTo>
                <a:cubicBezTo>
                  <a:pt x="104078" y="1895707"/>
                  <a:pt x="121828" y="1916338"/>
                  <a:pt x="133815" y="1940312"/>
                </a:cubicBezTo>
                <a:cubicBezTo>
                  <a:pt x="151413" y="1975509"/>
                  <a:pt x="173810" y="2024914"/>
                  <a:pt x="200722" y="2051825"/>
                </a:cubicBezTo>
                <a:cubicBezTo>
                  <a:pt x="208156" y="2059259"/>
                  <a:pt x="214614" y="2067819"/>
                  <a:pt x="223025" y="2074127"/>
                </a:cubicBezTo>
                <a:cubicBezTo>
                  <a:pt x="244468" y="2090209"/>
                  <a:pt x="264503" y="2110256"/>
                  <a:pt x="289932" y="2118732"/>
                </a:cubicBezTo>
                <a:cubicBezTo>
                  <a:pt x="312234" y="2126166"/>
                  <a:pt x="334032" y="2135332"/>
                  <a:pt x="356839" y="2141034"/>
                </a:cubicBezTo>
                <a:cubicBezTo>
                  <a:pt x="371707" y="2144751"/>
                  <a:pt x="386764" y="2147782"/>
                  <a:pt x="401444" y="2152186"/>
                </a:cubicBezTo>
                <a:cubicBezTo>
                  <a:pt x="423961" y="2158941"/>
                  <a:pt x="446049" y="2167054"/>
                  <a:pt x="468351" y="2174488"/>
                </a:cubicBezTo>
                <a:lnTo>
                  <a:pt x="535259" y="2196790"/>
                </a:lnTo>
                <a:lnTo>
                  <a:pt x="602166" y="2219093"/>
                </a:lnTo>
                <a:cubicBezTo>
                  <a:pt x="710948" y="2246288"/>
                  <a:pt x="575115" y="2213082"/>
                  <a:pt x="702527" y="2241395"/>
                </a:cubicBezTo>
                <a:cubicBezTo>
                  <a:pt x="717488" y="2244720"/>
                  <a:pt x="731960" y="2250379"/>
                  <a:pt x="747132" y="2252546"/>
                </a:cubicBezTo>
                <a:cubicBezTo>
                  <a:pt x="784113" y="2257829"/>
                  <a:pt x="821473" y="2259981"/>
                  <a:pt x="858644" y="2263698"/>
                </a:cubicBezTo>
                <a:cubicBezTo>
                  <a:pt x="936703" y="2259981"/>
                  <a:pt x="1014903" y="2258540"/>
                  <a:pt x="1092820" y="2252546"/>
                </a:cubicBezTo>
                <a:cubicBezTo>
                  <a:pt x="1133801" y="2249394"/>
                  <a:pt x="1177514" y="2231749"/>
                  <a:pt x="1215483" y="2219093"/>
                </a:cubicBezTo>
                <a:lnTo>
                  <a:pt x="1248937" y="2207942"/>
                </a:lnTo>
                <a:cubicBezTo>
                  <a:pt x="1260088" y="2200508"/>
                  <a:pt x="1272215" y="2194361"/>
                  <a:pt x="1282390" y="2185639"/>
                </a:cubicBezTo>
                <a:cubicBezTo>
                  <a:pt x="1298355" y="2171955"/>
                  <a:pt x="1326995" y="2141034"/>
                  <a:pt x="1326995" y="2141034"/>
                </a:cubicBezTo>
                <a:cubicBezTo>
                  <a:pt x="1362905" y="2033314"/>
                  <a:pt x="1305312" y="2200822"/>
                  <a:pt x="1360449" y="2062976"/>
                </a:cubicBezTo>
                <a:cubicBezTo>
                  <a:pt x="1369180" y="2041148"/>
                  <a:pt x="1375317" y="2018371"/>
                  <a:pt x="1382751" y="1996068"/>
                </a:cubicBezTo>
                <a:lnTo>
                  <a:pt x="1393903" y="1962615"/>
                </a:lnTo>
                <a:cubicBezTo>
                  <a:pt x="1392168" y="1908823"/>
                  <a:pt x="1384982" y="1563411"/>
                  <a:pt x="1371600" y="1449659"/>
                </a:cubicBezTo>
                <a:cubicBezTo>
                  <a:pt x="1370629" y="1441404"/>
                  <a:pt x="1392045" y="1484970"/>
                  <a:pt x="1393903" y="1438507"/>
                </a:cubicBezTo>
                <a:close/>
              </a:path>
            </a:pathLst>
          </a:custGeom>
          <a:noFill/>
          <a:ln w="19050" cap="flat" cmpd="thinThick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7" grpId="0" animBg="1"/>
      <p:bldP spid="48" grpId="0" animBg="1"/>
      <p:bldP spid="4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057E82-5F47-40A1-AF3D-C87B51C8AA41}" type="slidenum">
              <a:rPr lang="en-US" altLang="zh-CN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62468" name="Oval 3"/>
          <p:cNvSpPr>
            <a:spLocks noChangeArrowheads="1"/>
          </p:cNvSpPr>
          <p:nvPr/>
        </p:nvSpPr>
        <p:spPr bwMode="auto">
          <a:xfrm>
            <a:off x="1547813" y="10525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9" name="Oval 4"/>
          <p:cNvSpPr>
            <a:spLocks noChangeArrowheads="1"/>
          </p:cNvSpPr>
          <p:nvPr/>
        </p:nvSpPr>
        <p:spPr bwMode="auto">
          <a:xfrm>
            <a:off x="1042988" y="2205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0" name="Oval 5"/>
          <p:cNvSpPr>
            <a:spLocks noChangeArrowheads="1"/>
          </p:cNvSpPr>
          <p:nvPr/>
        </p:nvSpPr>
        <p:spPr bwMode="auto">
          <a:xfrm>
            <a:off x="1979613" y="21336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1" name="Oval 6"/>
          <p:cNvSpPr>
            <a:spLocks noChangeArrowheads="1"/>
          </p:cNvSpPr>
          <p:nvPr/>
        </p:nvSpPr>
        <p:spPr bwMode="auto">
          <a:xfrm>
            <a:off x="3995738" y="11255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2" name="Oval 7"/>
          <p:cNvSpPr>
            <a:spLocks noChangeArrowheads="1"/>
          </p:cNvSpPr>
          <p:nvPr/>
        </p:nvSpPr>
        <p:spPr bwMode="auto">
          <a:xfrm>
            <a:off x="4500563" y="2205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3" name="Oval 8"/>
          <p:cNvSpPr>
            <a:spLocks noChangeArrowheads="1"/>
          </p:cNvSpPr>
          <p:nvPr/>
        </p:nvSpPr>
        <p:spPr bwMode="auto">
          <a:xfrm>
            <a:off x="6011863" y="21336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4" name="Line 9"/>
          <p:cNvSpPr>
            <a:spLocks noChangeShapeType="1"/>
          </p:cNvSpPr>
          <p:nvPr/>
        </p:nvSpPr>
        <p:spPr bwMode="auto">
          <a:xfrm flipH="1">
            <a:off x="3492500" y="1196975"/>
            <a:ext cx="57467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5" name="Line 10"/>
          <p:cNvSpPr>
            <a:spLocks noChangeShapeType="1"/>
          </p:cNvSpPr>
          <p:nvPr/>
        </p:nvSpPr>
        <p:spPr bwMode="auto">
          <a:xfrm>
            <a:off x="1619250" y="53736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478" name="Object 13"/>
          <p:cNvGraphicFramePr>
            <a:graphicFrameLocks noChangeAspect="1"/>
          </p:cNvGraphicFramePr>
          <p:nvPr/>
        </p:nvGraphicFramePr>
        <p:xfrm>
          <a:off x="1476375" y="476250"/>
          <a:ext cx="363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23930" progId="Equation.3">
                  <p:embed/>
                </p:oleObj>
              </mc:Choice>
              <mc:Fallback>
                <p:oleObj name="公式" r:id="rId2" imgW="47543" imgH="1239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76250"/>
                        <a:ext cx="363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14"/>
          <p:cNvGraphicFramePr>
            <a:graphicFrameLocks noChangeAspect="1"/>
          </p:cNvGraphicFramePr>
          <p:nvPr/>
        </p:nvGraphicFramePr>
        <p:xfrm>
          <a:off x="3995738" y="549275"/>
          <a:ext cx="363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543" imgH="123930" progId="Equation.3">
                  <p:embed/>
                </p:oleObj>
              </mc:Choice>
              <mc:Fallback>
                <p:oleObj name="公式" r:id="rId4" imgW="47543" imgH="1239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49275"/>
                        <a:ext cx="363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021975"/>
              </p:ext>
            </p:extLst>
          </p:nvPr>
        </p:nvGraphicFramePr>
        <p:xfrm>
          <a:off x="6804025" y="565944"/>
          <a:ext cx="363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543" imgH="123930" progId="Equation.3">
                  <p:embed/>
                </p:oleObj>
              </mc:Choice>
              <mc:Fallback>
                <p:oleObj name="公式" r:id="rId6" imgW="47543" imgH="1239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565944"/>
                        <a:ext cx="363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991875"/>
              </p:ext>
            </p:extLst>
          </p:nvPr>
        </p:nvGraphicFramePr>
        <p:xfrm>
          <a:off x="2339752" y="3860800"/>
          <a:ext cx="363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543" imgH="123930" progId="Equation.3">
                  <p:embed/>
                </p:oleObj>
              </mc:Choice>
              <mc:Fallback>
                <p:oleObj name="公式" r:id="rId8" imgW="47543" imgH="1239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860800"/>
                        <a:ext cx="363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2" name="Object 17"/>
          <p:cNvGraphicFramePr>
            <a:graphicFrameLocks noChangeAspect="1"/>
          </p:cNvGraphicFramePr>
          <p:nvPr/>
        </p:nvGraphicFramePr>
        <p:xfrm>
          <a:off x="900113" y="2349500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6723" imgH="123930" progId="Equation.3">
                  <p:embed/>
                </p:oleObj>
              </mc:Choice>
              <mc:Fallback>
                <p:oleObj name="公式" r:id="rId10" imgW="66723" imgH="123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49500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3" name="Object 18"/>
          <p:cNvGraphicFramePr>
            <a:graphicFrameLocks noChangeAspect="1"/>
          </p:cNvGraphicFramePr>
          <p:nvPr/>
        </p:nvGraphicFramePr>
        <p:xfrm>
          <a:off x="3132138" y="2492375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723" imgH="123930" progId="Equation.3">
                  <p:embed/>
                </p:oleObj>
              </mc:Choice>
              <mc:Fallback>
                <p:oleObj name="公式" r:id="rId12" imgW="66723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492375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4" name="Object 19"/>
          <p:cNvGraphicFramePr>
            <a:graphicFrameLocks noChangeAspect="1"/>
          </p:cNvGraphicFramePr>
          <p:nvPr/>
        </p:nvGraphicFramePr>
        <p:xfrm>
          <a:off x="5867400" y="2349500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723" imgH="123930" progId="Equation.3">
                  <p:embed/>
                </p:oleObj>
              </mc:Choice>
              <mc:Fallback>
                <p:oleObj name="公式" r:id="rId14" imgW="66723" imgH="1239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349500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5" name="Object 20"/>
          <p:cNvGraphicFramePr>
            <a:graphicFrameLocks noChangeAspect="1"/>
          </p:cNvGraphicFramePr>
          <p:nvPr/>
        </p:nvGraphicFramePr>
        <p:xfrm>
          <a:off x="900113" y="5084763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6723" imgH="123930" progId="Equation.3">
                  <p:embed/>
                </p:oleObj>
              </mc:Choice>
              <mc:Fallback>
                <p:oleObj name="公式" r:id="rId16" imgW="66723" imgH="12393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084763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7" name="Object 22"/>
          <p:cNvGraphicFramePr>
            <a:graphicFrameLocks noChangeAspect="1"/>
          </p:cNvGraphicFramePr>
          <p:nvPr/>
        </p:nvGraphicFramePr>
        <p:xfrm>
          <a:off x="1835150" y="2420938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7268" imgH="133380" progId="Equation.3">
                  <p:embed/>
                </p:oleObj>
              </mc:Choice>
              <mc:Fallback>
                <p:oleObj name="公式" r:id="rId18" imgW="57268" imgH="1333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420938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8" name="Object 23"/>
          <p:cNvGraphicFramePr>
            <a:graphicFrameLocks noChangeAspect="1"/>
          </p:cNvGraphicFramePr>
          <p:nvPr/>
        </p:nvGraphicFramePr>
        <p:xfrm>
          <a:off x="4500563" y="2420938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7268" imgH="133380" progId="Equation.3">
                  <p:embed/>
                </p:oleObj>
              </mc:Choice>
              <mc:Fallback>
                <p:oleObj name="公式" r:id="rId20" imgW="57268" imgH="1333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420938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9" name="Object 24"/>
          <p:cNvGraphicFramePr>
            <a:graphicFrameLocks noChangeAspect="1"/>
          </p:cNvGraphicFramePr>
          <p:nvPr/>
        </p:nvGraphicFramePr>
        <p:xfrm>
          <a:off x="7019925" y="2492375"/>
          <a:ext cx="3968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7268" imgH="133380" progId="Equation.3">
                  <p:embed/>
                </p:oleObj>
              </mc:Choice>
              <mc:Fallback>
                <p:oleObj name="公式" r:id="rId22" imgW="57268" imgH="1333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492375"/>
                        <a:ext cx="3968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0" name="Object 25"/>
          <p:cNvGraphicFramePr>
            <a:graphicFrameLocks noChangeAspect="1"/>
          </p:cNvGraphicFramePr>
          <p:nvPr/>
        </p:nvGraphicFramePr>
        <p:xfrm>
          <a:off x="2700338" y="5084763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7268" imgH="133380" progId="Equation.3">
                  <p:embed/>
                </p:oleObj>
              </mc:Choice>
              <mc:Fallback>
                <p:oleObj name="公式" r:id="rId24" imgW="57268" imgH="1333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5084763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987975"/>
              </p:ext>
            </p:extLst>
          </p:nvPr>
        </p:nvGraphicFramePr>
        <p:xfrm>
          <a:off x="1187450" y="3212976"/>
          <a:ext cx="7588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99898" imgH="104760" progId="Equation.3">
                  <p:embed/>
                </p:oleObj>
              </mc:Choice>
              <mc:Fallback>
                <p:oleObj name="公式" r:id="rId26" imgW="199898" imgH="10476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212976"/>
                        <a:ext cx="7588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302001"/>
              </p:ext>
            </p:extLst>
          </p:nvPr>
        </p:nvGraphicFramePr>
        <p:xfrm>
          <a:off x="3851920" y="3212976"/>
          <a:ext cx="72548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80989" imgH="104760" progId="Equation.3">
                  <p:embed/>
                </p:oleObj>
              </mc:Choice>
              <mc:Fallback>
                <p:oleObj name="公式" r:id="rId28" imgW="180989" imgH="1047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3212976"/>
                        <a:ext cx="725488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4" name="Object 29"/>
          <p:cNvGraphicFramePr>
            <a:graphicFrameLocks noChangeAspect="1"/>
          </p:cNvGraphicFramePr>
          <p:nvPr/>
        </p:nvGraphicFramePr>
        <p:xfrm>
          <a:off x="6300788" y="3141663"/>
          <a:ext cx="7588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99898" imgH="104760" progId="Equation.3">
                  <p:embed/>
                </p:oleObj>
              </mc:Choice>
              <mc:Fallback>
                <p:oleObj name="公式" r:id="rId30" imgW="199898" imgH="1047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141663"/>
                        <a:ext cx="7588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5" name="Object 30"/>
          <p:cNvGraphicFramePr>
            <a:graphicFrameLocks noChangeAspect="1"/>
          </p:cNvGraphicFramePr>
          <p:nvPr/>
        </p:nvGraphicFramePr>
        <p:xfrm>
          <a:off x="1835150" y="5661025"/>
          <a:ext cx="7254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80989" imgH="104760" progId="Equation.3">
                  <p:embed/>
                </p:oleObj>
              </mc:Choice>
              <mc:Fallback>
                <p:oleObj name="公式" r:id="rId32" imgW="180989" imgH="1047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661025"/>
                        <a:ext cx="72548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7" name="Oval 32"/>
          <p:cNvSpPr>
            <a:spLocks noChangeArrowheads="1"/>
          </p:cNvSpPr>
          <p:nvPr/>
        </p:nvSpPr>
        <p:spPr bwMode="auto">
          <a:xfrm>
            <a:off x="3348038" y="2205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98" name="Line 33"/>
          <p:cNvSpPr>
            <a:spLocks noChangeShapeType="1"/>
          </p:cNvSpPr>
          <p:nvPr/>
        </p:nvSpPr>
        <p:spPr bwMode="auto">
          <a:xfrm>
            <a:off x="6804025" y="1196975"/>
            <a:ext cx="4318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99" name="Oval 34"/>
          <p:cNvSpPr>
            <a:spLocks noChangeArrowheads="1"/>
          </p:cNvSpPr>
          <p:nvPr/>
        </p:nvSpPr>
        <p:spPr bwMode="auto">
          <a:xfrm>
            <a:off x="6732588" y="11255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0" name="Oval 35"/>
          <p:cNvSpPr>
            <a:spLocks noChangeArrowheads="1"/>
          </p:cNvSpPr>
          <p:nvPr/>
        </p:nvSpPr>
        <p:spPr bwMode="auto">
          <a:xfrm>
            <a:off x="7164388" y="22764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1" name="Oval 36"/>
          <p:cNvSpPr>
            <a:spLocks noChangeArrowheads="1"/>
          </p:cNvSpPr>
          <p:nvPr/>
        </p:nvSpPr>
        <p:spPr bwMode="auto">
          <a:xfrm>
            <a:off x="2124075" y="41497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2" name="Oval 37"/>
          <p:cNvSpPr>
            <a:spLocks noChangeArrowheads="1"/>
          </p:cNvSpPr>
          <p:nvPr/>
        </p:nvSpPr>
        <p:spPr bwMode="auto">
          <a:xfrm>
            <a:off x="1476375" y="53006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3" name="Oval 38"/>
          <p:cNvSpPr>
            <a:spLocks noChangeArrowheads="1"/>
          </p:cNvSpPr>
          <p:nvPr/>
        </p:nvSpPr>
        <p:spPr bwMode="auto">
          <a:xfrm>
            <a:off x="2484438" y="53006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057E82-5F47-40A1-AF3D-C87B51C8AA41}" type="slidenum">
              <a:rPr lang="en-US" altLang="zh-CN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62475" name="Line 10"/>
          <p:cNvSpPr>
            <a:spLocks noChangeShapeType="1"/>
          </p:cNvSpPr>
          <p:nvPr/>
        </p:nvSpPr>
        <p:spPr bwMode="auto">
          <a:xfrm>
            <a:off x="4087730" y="2210962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6" name="Line 11"/>
          <p:cNvSpPr>
            <a:spLocks noChangeShapeType="1"/>
          </p:cNvSpPr>
          <p:nvPr/>
        </p:nvSpPr>
        <p:spPr bwMode="auto">
          <a:xfrm flipH="1">
            <a:off x="1285321" y="1049705"/>
            <a:ext cx="43180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7" name="Line 12"/>
          <p:cNvSpPr>
            <a:spLocks noChangeShapeType="1"/>
          </p:cNvSpPr>
          <p:nvPr/>
        </p:nvSpPr>
        <p:spPr bwMode="auto">
          <a:xfrm>
            <a:off x="1717121" y="1049705"/>
            <a:ext cx="43180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48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744657"/>
              </p:ext>
            </p:extLst>
          </p:nvPr>
        </p:nvGraphicFramePr>
        <p:xfrm>
          <a:off x="4860032" y="698074"/>
          <a:ext cx="363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23930" progId="Equation.3">
                  <p:embed/>
                </p:oleObj>
              </mc:Choice>
              <mc:Fallback>
                <p:oleObj name="公式" r:id="rId2" imgW="47543" imgH="123930" progId="Equation.3">
                  <p:embed/>
                  <p:pic>
                    <p:nvPicPr>
                      <p:cNvPr id="6248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698074"/>
                        <a:ext cx="363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236"/>
              </p:ext>
            </p:extLst>
          </p:nvPr>
        </p:nvGraphicFramePr>
        <p:xfrm>
          <a:off x="3368593" y="1922037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723" imgH="123930" progId="Equation.3">
                  <p:embed/>
                </p:oleObj>
              </mc:Choice>
              <mc:Fallback>
                <p:oleObj name="公式" r:id="rId4" imgW="66723" imgH="123930" progId="Equation.3">
                  <p:embed/>
                  <p:pic>
                    <p:nvPicPr>
                      <p:cNvPr id="6248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593" y="1922037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6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000906"/>
              </p:ext>
            </p:extLst>
          </p:nvPr>
        </p:nvGraphicFramePr>
        <p:xfrm>
          <a:off x="1069371" y="2129750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723" imgH="123930" progId="Equation.3">
                  <p:embed/>
                </p:oleObj>
              </mc:Choice>
              <mc:Fallback>
                <p:oleObj name="公式" r:id="rId6" imgW="66723" imgH="123930" progId="Equation.3">
                  <p:embed/>
                  <p:pic>
                    <p:nvPicPr>
                      <p:cNvPr id="6248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371" y="2129750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779195"/>
              </p:ext>
            </p:extLst>
          </p:nvPr>
        </p:nvGraphicFramePr>
        <p:xfrm>
          <a:off x="5168818" y="1922037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268" imgH="133380" progId="Equation.3">
                  <p:embed/>
                </p:oleObj>
              </mc:Choice>
              <mc:Fallback>
                <p:oleObj name="公式" r:id="rId8" imgW="57268" imgH="133380" progId="Equation.3">
                  <p:embed/>
                  <p:pic>
                    <p:nvPicPr>
                      <p:cNvPr id="6249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818" y="1922037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985379"/>
              </p:ext>
            </p:extLst>
          </p:nvPr>
        </p:nvGraphicFramePr>
        <p:xfrm>
          <a:off x="2364821" y="1986330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7268" imgH="133380" progId="Equation.3">
                  <p:embed/>
                </p:oleObj>
              </mc:Choice>
              <mc:Fallback>
                <p:oleObj name="公式" r:id="rId10" imgW="57268" imgH="133380" progId="Equation.3">
                  <p:embed/>
                  <p:pic>
                    <p:nvPicPr>
                      <p:cNvPr id="6249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821" y="1986330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5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375439"/>
              </p:ext>
            </p:extLst>
          </p:nvPr>
        </p:nvGraphicFramePr>
        <p:xfrm>
          <a:off x="4255407" y="2667704"/>
          <a:ext cx="609852" cy="555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203040" progId="Equation.DSMT4">
                  <p:embed/>
                </p:oleObj>
              </mc:Choice>
              <mc:Fallback>
                <p:oleObj name="Equation" r:id="rId12" imgW="279360" imgH="203040" progId="Equation.DSMT4">
                  <p:embed/>
                  <p:pic>
                    <p:nvPicPr>
                      <p:cNvPr id="6249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5407" y="2667704"/>
                        <a:ext cx="609852" cy="555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974071"/>
              </p:ext>
            </p:extLst>
          </p:nvPr>
        </p:nvGraphicFramePr>
        <p:xfrm>
          <a:off x="1509456" y="2667704"/>
          <a:ext cx="7588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9898" imgH="104760" progId="Equation.3">
                  <p:embed/>
                </p:oleObj>
              </mc:Choice>
              <mc:Fallback>
                <p:oleObj name="公式" r:id="rId14" imgW="199898" imgH="104760" progId="Equation.3">
                  <p:embed/>
                  <p:pic>
                    <p:nvPicPr>
                      <p:cNvPr id="6249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456" y="2667704"/>
                        <a:ext cx="7588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1" name="Oval 36"/>
          <p:cNvSpPr>
            <a:spLocks noChangeArrowheads="1"/>
          </p:cNvSpPr>
          <p:nvPr/>
        </p:nvSpPr>
        <p:spPr bwMode="auto">
          <a:xfrm>
            <a:off x="4592555" y="986999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2" name="Oval 37"/>
          <p:cNvSpPr>
            <a:spLocks noChangeArrowheads="1"/>
          </p:cNvSpPr>
          <p:nvPr/>
        </p:nvSpPr>
        <p:spPr bwMode="auto">
          <a:xfrm>
            <a:off x="3944855" y="2137937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3" name="Oval 38"/>
          <p:cNvSpPr>
            <a:spLocks noChangeArrowheads="1"/>
          </p:cNvSpPr>
          <p:nvPr/>
        </p:nvSpPr>
        <p:spPr bwMode="auto">
          <a:xfrm>
            <a:off x="4952918" y="2137937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2504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625509"/>
              </p:ext>
            </p:extLst>
          </p:nvPr>
        </p:nvGraphicFramePr>
        <p:xfrm>
          <a:off x="1861459" y="620688"/>
          <a:ext cx="363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7543" imgH="123930" progId="Equation.3">
                  <p:embed/>
                </p:oleObj>
              </mc:Choice>
              <mc:Fallback>
                <p:oleObj name="公式" r:id="rId16" imgW="47543" imgH="123930" progId="Equation.3">
                  <p:embed/>
                  <p:pic>
                    <p:nvPicPr>
                      <p:cNvPr id="62504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459" y="620688"/>
                        <a:ext cx="363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5" name="Oval 40"/>
          <p:cNvSpPr>
            <a:spLocks noChangeArrowheads="1"/>
          </p:cNvSpPr>
          <p:nvPr/>
        </p:nvSpPr>
        <p:spPr bwMode="auto">
          <a:xfrm>
            <a:off x="1213883" y="2057767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6" name="Oval 41"/>
          <p:cNvSpPr>
            <a:spLocks noChangeArrowheads="1"/>
          </p:cNvSpPr>
          <p:nvPr/>
        </p:nvSpPr>
        <p:spPr bwMode="auto">
          <a:xfrm>
            <a:off x="1645683" y="905242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07" name="Oval 42"/>
          <p:cNvSpPr>
            <a:spLocks noChangeArrowheads="1"/>
          </p:cNvSpPr>
          <p:nvPr/>
        </p:nvSpPr>
        <p:spPr bwMode="auto">
          <a:xfrm>
            <a:off x="2077483" y="2129205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250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335701"/>
              </p:ext>
            </p:extLst>
          </p:nvPr>
        </p:nvGraphicFramePr>
        <p:xfrm>
          <a:off x="3412956" y="4856386"/>
          <a:ext cx="863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4812" imgH="0" progId="Equation.3">
                  <p:embed/>
                </p:oleObj>
              </mc:Choice>
              <mc:Fallback>
                <p:oleObj name="公式" r:id="rId18" imgW="104812" imgH="0" progId="Equation.3">
                  <p:embed/>
                  <p:pic>
                    <p:nvPicPr>
                      <p:cNvPr id="6250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2956" y="4856386"/>
                        <a:ext cx="863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Oval 24">
            <a:extLst>
              <a:ext uri="{FF2B5EF4-FFF2-40B4-BE49-F238E27FC236}">
                <a16:creationId xmlns:a16="http://schemas.microsoft.com/office/drawing/2014/main" id="{F56725C1-1174-2145-9831-B5476B8A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283" y="449453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Oval 25">
            <a:extLst>
              <a:ext uri="{FF2B5EF4-FFF2-40B4-BE49-F238E27FC236}">
                <a16:creationId xmlns:a16="http://schemas.microsoft.com/office/drawing/2014/main" id="{6BB69F03-B412-E449-A222-B4439CAEC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583" y="535972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Oval 26">
            <a:extLst>
              <a:ext uri="{FF2B5EF4-FFF2-40B4-BE49-F238E27FC236}">
                <a16:creationId xmlns:a16="http://schemas.microsoft.com/office/drawing/2014/main" id="{3A507063-FBCF-E34C-BF1B-023A702BE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983" y="535972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" name="Object 28">
            <a:extLst>
              <a:ext uri="{FF2B5EF4-FFF2-40B4-BE49-F238E27FC236}">
                <a16:creationId xmlns:a16="http://schemas.microsoft.com/office/drawing/2014/main" id="{0EDBFDF3-41A3-074A-9412-13492B58A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067688"/>
              </p:ext>
            </p:extLst>
          </p:nvPr>
        </p:nvGraphicFramePr>
        <p:xfrm>
          <a:off x="4960470" y="5127948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7268" imgH="133380" progId="Equation.3">
                  <p:embed/>
                </p:oleObj>
              </mc:Choice>
              <mc:Fallback>
                <p:oleObj name="公式" r:id="rId20" imgW="57268" imgH="133380" progId="Equation.3">
                  <p:embed/>
                  <p:pic>
                    <p:nvPicPr>
                      <p:cNvPr id="49" name="Object 28">
                        <a:extLst>
                          <a:ext uri="{FF2B5EF4-FFF2-40B4-BE49-F238E27FC236}">
                            <a16:creationId xmlns:a16="http://schemas.microsoft.com/office/drawing/2014/main" id="{0EDBFDF3-41A3-074A-9412-13492B58A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470" y="5127948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Line 29">
            <a:extLst>
              <a:ext uri="{FF2B5EF4-FFF2-40B4-BE49-F238E27FC236}">
                <a16:creationId xmlns:a16="http://schemas.microsoft.com/office/drawing/2014/main" id="{A4FBED19-A8EE-1C44-AE03-657047361C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720" y="4567560"/>
            <a:ext cx="64928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30">
            <a:extLst>
              <a:ext uri="{FF2B5EF4-FFF2-40B4-BE49-F238E27FC236}">
                <a16:creationId xmlns:a16="http://schemas.microsoft.com/office/drawing/2014/main" id="{125B12D2-809D-1C47-B551-D70037F050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92020" y="4567560"/>
            <a:ext cx="6477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31">
            <a:extLst>
              <a:ext uri="{FF2B5EF4-FFF2-40B4-BE49-F238E27FC236}">
                <a16:creationId xmlns:a16="http://schemas.microsoft.com/office/drawing/2014/main" id="{652BD16F-940F-E941-9B72-90160EE03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2020" y="5431160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" name="Object 39">
            <a:extLst>
              <a:ext uri="{FF2B5EF4-FFF2-40B4-BE49-F238E27FC236}">
                <a16:creationId xmlns:a16="http://schemas.microsoft.com/office/drawing/2014/main" id="{AB12F9BD-9982-CA48-A78A-15EBE48A9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317996"/>
              </p:ext>
            </p:extLst>
          </p:nvPr>
        </p:nvGraphicFramePr>
        <p:xfrm>
          <a:off x="4129712" y="4135909"/>
          <a:ext cx="363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7543" imgH="123930" progId="Equation.3">
                  <p:embed/>
                </p:oleObj>
              </mc:Choice>
              <mc:Fallback>
                <p:oleObj name="公式" r:id="rId16" imgW="47543" imgH="123930" progId="Equation.3">
                  <p:embed/>
                  <p:pic>
                    <p:nvPicPr>
                      <p:cNvPr id="53" name="Object 39">
                        <a:extLst>
                          <a:ext uri="{FF2B5EF4-FFF2-40B4-BE49-F238E27FC236}">
                            <a16:creationId xmlns:a16="http://schemas.microsoft.com/office/drawing/2014/main" id="{AB12F9BD-9982-CA48-A78A-15EBE48A9E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712" y="4135909"/>
                        <a:ext cx="363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1">
            <a:extLst>
              <a:ext uri="{FF2B5EF4-FFF2-40B4-BE49-F238E27FC236}">
                <a16:creationId xmlns:a16="http://schemas.microsoft.com/office/drawing/2014/main" id="{7B312C76-1332-CE4B-8ABA-7D550770AA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831644"/>
              </p:ext>
            </p:extLst>
          </p:nvPr>
        </p:nvGraphicFramePr>
        <p:xfrm>
          <a:off x="3125097" y="5432053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723" imgH="123930" progId="Equation.3">
                  <p:embed/>
                </p:oleObj>
              </mc:Choice>
              <mc:Fallback>
                <p:oleObj name="公式" r:id="rId6" imgW="66723" imgH="123930" progId="Equation.3">
                  <p:embed/>
                  <p:pic>
                    <p:nvPicPr>
                      <p:cNvPr id="54" name="Object 21">
                        <a:extLst>
                          <a:ext uri="{FF2B5EF4-FFF2-40B4-BE49-F238E27FC236}">
                            <a16:creationId xmlns:a16="http://schemas.microsoft.com/office/drawing/2014/main" id="{7B312C76-1332-CE4B-8ABA-7D550770AA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097" y="5432053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ine 10">
            <a:extLst>
              <a:ext uri="{FF2B5EF4-FFF2-40B4-BE49-F238E27FC236}">
                <a16:creationId xmlns:a16="http://schemas.microsoft.com/office/drawing/2014/main" id="{B6DB0C64-CF94-2FB4-B22D-B13F36F768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3068" y="1086693"/>
            <a:ext cx="650925" cy="10890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0">
            <a:extLst>
              <a:ext uri="{FF2B5EF4-FFF2-40B4-BE49-F238E27FC236}">
                <a16:creationId xmlns:a16="http://schemas.microsoft.com/office/drawing/2014/main" id="{4B16BBDE-C340-8757-8E52-D1B2A6908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7299" y="220269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16">
            <a:extLst>
              <a:ext uri="{FF2B5EF4-FFF2-40B4-BE49-F238E27FC236}">
                <a16:creationId xmlns:a16="http://schemas.microsoft.com/office/drawing/2014/main" id="{5E3F3FEB-F769-6F5E-7EAB-6F9251B95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74385"/>
              </p:ext>
            </p:extLst>
          </p:nvPr>
        </p:nvGraphicFramePr>
        <p:xfrm>
          <a:off x="7812360" y="689805"/>
          <a:ext cx="363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23930" progId="Equation.3">
                  <p:embed/>
                </p:oleObj>
              </mc:Choice>
              <mc:Fallback>
                <p:oleObj name="公式" r:id="rId2" imgW="47543" imgH="123930" progId="Equation.3">
                  <p:embed/>
                  <p:pic>
                    <p:nvPicPr>
                      <p:cNvPr id="6248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689805"/>
                        <a:ext cx="363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A36F23D8-2B08-D5D5-F453-98B94B1FA6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191888"/>
              </p:ext>
            </p:extLst>
          </p:nvPr>
        </p:nvGraphicFramePr>
        <p:xfrm>
          <a:off x="6268162" y="1913768"/>
          <a:ext cx="42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723" imgH="123930" progId="Equation.3">
                  <p:embed/>
                </p:oleObj>
              </mc:Choice>
              <mc:Fallback>
                <p:oleObj name="公式" r:id="rId4" imgW="66723" imgH="123930" progId="Equation.3">
                  <p:embed/>
                  <p:pic>
                    <p:nvPicPr>
                      <p:cNvPr id="6248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8162" y="1913768"/>
                        <a:ext cx="42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CEAA1636-DF01-42CB-B329-26BA426729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914789"/>
              </p:ext>
            </p:extLst>
          </p:nvPr>
        </p:nvGraphicFramePr>
        <p:xfrm>
          <a:off x="8068387" y="1913768"/>
          <a:ext cx="3968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268" imgH="133380" progId="Equation.3">
                  <p:embed/>
                </p:oleObj>
              </mc:Choice>
              <mc:Fallback>
                <p:oleObj name="公式" r:id="rId8" imgW="57268" imgH="133380" progId="Equation.3">
                  <p:embed/>
                  <p:pic>
                    <p:nvPicPr>
                      <p:cNvPr id="6249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8387" y="1913768"/>
                        <a:ext cx="3968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0">
            <a:extLst>
              <a:ext uri="{FF2B5EF4-FFF2-40B4-BE49-F238E27FC236}">
                <a16:creationId xmlns:a16="http://schemas.microsoft.com/office/drawing/2014/main" id="{73E8A9B7-C05E-21B8-07C5-2504D806C7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824675"/>
              </p:ext>
            </p:extLst>
          </p:nvPr>
        </p:nvGraphicFramePr>
        <p:xfrm>
          <a:off x="7109307" y="2608533"/>
          <a:ext cx="637532" cy="555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91960" imgH="203040" progId="Equation.DSMT4">
                  <p:embed/>
                </p:oleObj>
              </mc:Choice>
              <mc:Fallback>
                <p:oleObj name="Equation" r:id="rId22" imgW="291960" imgH="203040" progId="Equation.DSMT4">
                  <p:embed/>
                  <p:pic>
                    <p:nvPicPr>
                      <p:cNvPr id="6249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307" y="2608533"/>
                        <a:ext cx="637532" cy="555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Oval 36">
            <a:extLst>
              <a:ext uri="{FF2B5EF4-FFF2-40B4-BE49-F238E27FC236}">
                <a16:creationId xmlns:a16="http://schemas.microsoft.com/office/drawing/2014/main" id="{461452EC-D75F-C2F6-3EE4-3394D2020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124" y="97873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37">
            <a:extLst>
              <a:ext uri="{FF2B5EF4-FFF2-40B4-BE49-F238E27FC236}">
                <a16:creationId xmlns:a16="http://schemas.microsoft.com/office/drawing/2014/main" id="{7DBE67F9-09AE-C383-0E83-5A6F1730B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424" y="212966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38">
            <a:extLst>
              <a:ext uri="{FF2B5EF4-FFF2-40B4-BE49-F238E27FC236}">
                <a16:creationId xmlns:a16="http://schemas.microsoft.com/office/drawing/2014/main" id="{CB91EC84-F529-931A-C9E4-E4D419869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2487" y="212966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7E2DDAB6-6A51-5E17-C012-BEAA5104A8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63562" y="1078424"/>
            <a:ext cx="366555" cy="10890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355E33-C6BD-F8D2-D3A2-85F0625F44C4}"/>
              </a:ext>
            </a:extLst>
          </p:cNvPr>
          <p:cNvSpPr txBox="1"/>
          <p:nvPr/>
        </p:nvSpPr>
        <p:spPr>
          <a:xfrm>
            <a:off x="3616681" y="6007760"/>
            <a:ext cx="1282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(17)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582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057597-D1B7-4D04-AFA5-E095AEF184F5}" type="slidenum">
              <a:rPr lang="en-US" altLang="zh-CN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33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常见的</a:t>
            </a:r>
            <a:r>
              <a:rPr lang="en-US" altLang="zh-CN" b="1" dirty="0">
                <a:solidFill>
                  <a:srgbClr val="0033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0033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产生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的子图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的方式如下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为节点集合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以两端点均属于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的所有边为边集合构成的子图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的子图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(induced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subgraph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by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3492" name="Oval 3"/>
          <p:cNvSpPr>
            <a:spLocks noChangeArrowheads="1"/>
          </p:cNvSpPr>
          <p:nvPr/>
        </p:nvSpPr>
        <p:spPr bwMode="auto">
          <a:xfrm>
            <a:off x="4500563" y="40767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3" name="Oval 4"/>
          <p:cNvSpPr>
            <a:spLocks noChangeArrowheads="1"/>
          </p:cNvSpPr>
          <p:nvPr/>
        </p:nvSpPr>
        <p:spPr bwMode="auto">
          <a:xfrm>
            <a:off x="3779838" y="46529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4" name="Oval 5"/>
          <p:cNvSpPr>
            <a:spLocks noChangeArrowheads="1"/>
          </p:cNvSpPr>
          <p:nvPr/>
        </p:nvSpPr>
        <p:spPr bwMode="auto">
          <a:xfrm>
            <a:off x="5292725" y="46529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5" name="Oval 6"/>
          <p:cNvSpPr>
            <a:spLocks noChangeArrowheads="1"/>
          </p:cNvSpPr>
          <p:nvPr/>
        </p:nvSpPr>
        <p:spPr bwMode="auto">
          <a:xfrm>
            <a:off x="4284663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6" name="Oval 7"/>
          <p:cNvSpPr>
            <a:spLocks noChangeArrowheads="1"/>
          </p:cNvSpPr>
          <p:nvPr/>
        </p:nvSpPr>
        <p:spPr bwMode="auto">
          <a:xfrm>
            <a:off x="4932363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7" name="Line 8"/>
          <p:cNvSpPr>
            <a:spLocks noChangeShapeType="1"/>
          </p:cNvSpPr>
          <p:nvPr/>
        </p:nvSpPr>
        <p:spPr bwMode="auto">
          <a:xfrm flipH="1">
            <a:off x="3851275" y="4149725"/>
            <a:ext cx="720725" cy="5540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8" name="Line 9"/>
          <p:cNvSpPr>
            <a:spLocks noChangeShapeType="1"/>
          </p:cNvSpPr>
          <p:nvPr/>
        </p:nvSpPr>
        <p:spPr bwMode="auto">
          <a:xfrm>
            <a:off x="4572000" y="4149725"/>
            <a:ext cx="72072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9" name="Line 10"/>
          <p:cNvSpPr>
            <a:spLocks noChangeShapeType="1"/>
          </p:cNvSpPr>
          <p:nvPr/>
        </p:nvSpPr>
        <p:spPr bwMode="auto">
          <a:xfrm>
            <a:off x="3851275" y="4724400"/>
            <a:ext cx="5048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0" name="Line 11"/>
          <p:cNvSpPr>
            <a:spLocks noChangeShapeType="1"/>
          </p:cNvSpPr>
          <p:nvPr/>
        </p:nvSpPr>
        <p:spPr bwMode="auto">
          <a:xfrm>
            <a:off x="3851275" y="4724400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1" name="Line 12"/>
          <p:cNvSpPr>
            <a:spLocks noChangeShapeType="1"/>
          </p:cNvSpPr>
          <p:nvPr/>
        </p:nvSpPr>
        <p:spPr bwMode="auto">
          <a:xfrm flipH="1">
            <a:off x="5003800" y="4724400"/>
            <a:ext cx="3603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2" name="Line 13"/>
          <p:cNvSpPr>
            <a:spLocks noChangeShapeType="1"/>
          </p:cNvSpPr>
          <p:nvPr/>
        </p:nvSpPr>
        <p:spPr bwMode="auto">
          <a:xfrm>
            <a:off x="4356100" y="54451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3" name="Line 14"/>
          <p:cNvSpPr>
            <a:spLocks noChangeShapeType="1"/>
          </p:cNvSpPr>
          <p:nvPr/>
        </p:nvSpPr>
        <p:spPr bwMode="auto">
          <a:xfrm flipV="1">
            <a:off x="4356100" y="4724400"/>
            <a:ext cx="10080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3504" name="Object 15"/>
          <p:cNvGraphicFramePr>
            <a:graphicFrameLocks noChangeAspect="1"/>
          </p:cNvGraphicFramePr>
          <p:nvPr/>
        </p:nvGraphicFramePr>
        <p:xfrm>
          <a:off x="4067175" y="3644900"/>
          <a:ext cx="3619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644900"/>
                        <a:ext cx="3619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5" name="Object 16"/>
          <p:cNvGraphicFramePr>
            <a:graphicFrameLocks noChangeAspect="1"/>
          </p:cNvGraphicFramePr>
          <p:nvPr/>
        </p:nvGraphicFramePr>
        <p:xfrm>
          <a:off x="3314700" y="4365625"/>
          <a:ext cx="428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4365625"/>
                        <a:ext cx="428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6" name="Object 17"/>
          <p:cNvGraphicFramePr>
            <a:graphicFrameLocks noChangeAspect="1"/>
          </p:cNvGraphicFramePr>
          <p:nvPr/>
        </p:nvGraphicFramePr>
        <p:xfrm>
          <a:off x="3692525" y="5357813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5357813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7" name="Object 18"/>
          <p:cNvGraphicFramePr>
            <a:graphicFrameLocks noChangeAspect="1"/>
          </p:cNvGraphicFramePr>
          <p:nvPr/>
        </p:nvGraphicFramePr>
        <p:xfrm>
          <a:off x="5187950" y="5445125"/>
          <a:ext cx="4270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5445125"/>
                        <a:ext cx="4270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8" name="Object 19"/>
          <p:cNvGraphicFramePr>
            <a:graphicFrameLocks noChangeAspect="1"/>
          </p:cNvGraphicFramePr>
          <p:nvPr/>
        </p:nvGraphicFramePr>
        <p:xfrm>
          <a:off x="5492750" y="4205288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0" y="4205288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9" name="Object 20"/>
          <p:cNvGraphicFramePr>
            <a:graphicFrameLocks noChangeAspect="1"/>
          </p:cNvGraphicFramePr>
          <p:nvPr/>
        </p:nvGraphicFramePr>
        <p:xfrm>
          <a:off x="827088" y="3860800"/>
          <a:ext cx="20732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04777" imgH="133380" progId="Equation.3">
                  <p:embed/>
                </p:oleObj>
              </mc:Choice>
              <mc:Fallback>
                <p:oleObj name="Equation" r:id="rId12" imgW="704777" imgH="1333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20732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0" name="Object 21"/>
          <p:cNvGraphicFramePr>
            <a:graphicFrameLocks noChangeAspect="1"/>
          </p:cNvGraphicFramePr>
          <p:nvPr/>
        </p:nvGraphicFramePr>
        <p:xfrm>
          <a:off x="5940425" y="3789363"/>
          <a:ext cx="246856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7132" imgH="133380" progId="Equation.3">
                  <p:embed/>
                </p:oleObj>
              </mc:Choice>
              <mc:Fallback>
                <p:oleObj name="Equation" r:id="rId14" imgW="857132" imgH="1333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789363"/>
                        <a:ext cx="2468563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E879CD-4B41-4D2F-9FC4-AFB434F70A77}" type="slidenum">
              <a:rPr lang="en-US" altLang="zh-CN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导出子图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中去掉所有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同时也要去掉与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中节点关联的所有边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通常将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为边集合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中边的所有端点为节点集合构成的子图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导出的子图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(induced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subgraph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by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2D0ABF-6FCD-47B8-A746-87E9BD40C887}" type="slidenum">
              <a:rPr lang="en-US" altLang="zh-CN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中去掉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中的所有边得到的生成子图记为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5540" name="Oval 3"/>
          <p:cNvSpPr>
            <a:spLocks noChangeArrowheads="1"/>
          </p:cNvSpPr>
          <p:nvPr/>
        </p:nvSpPr>
        <p:spPr bwMode="auto">
          <a:xfrm>
            <a:off x="3995738" y="549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1" name="Oval 4"/>
          <p:cNvSpPr>
            <a:spLocks noChangeArrowheads="1"/>
          </p:cNvSpPr>
          <p:nvPr/>
        </p:nvSpPr>
        <p:spPr bwMode="auto">
          <a:xfrm>
            <a:off x="3276600" y="11969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2" name="Oval 5"/>
          <p:cNvSpPr>
            <a:spLocks noChangeArrowheads="1"/>
          </p:cNvSpPr>
          <p:nvPr/>
        </p:nvSpPr>
        <p:spPr bwMode="auto">
          <a:xfrm>
            <a:off x="4932363" y="11969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3" name="Oval 6"/>
          <p:cNvSpPr>
            <a:spLocks noChangeArrowheads="1"/>
          </p:cNvSpPr>
          <p:nvPr/>
        </p:nvSpPr>
        <p:spPr bwMode="auto">
          <a:xfrm>
            <a:off x="3779838" y="19891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4" name="Oval 7"/>
          <p:cNvSpPr>
            <a:spLocks noChangeArrowheads="1"/>
          </p:cNvSpPr>
          <p:nvPr/>
        </p:nvSpPr>
        <p:spPr bwMode="auto">
          <a:xfrm>
            <a:off x="4500563" y="19891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5" name="Line 8"/>
          <p:cNvSpPr>
            <a:spLocks noChangeShapeType="1"/>
          </p:cNvSpPr>
          <p:nvPr/>
        </p:nvSpPr>
        <p:spPr bwMode="auto">
          <a:xfrm flipH="1">
            <a:off x="3419475" y="62071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6" name="Line 9"/>
          <p:cNvSpPr>
            <a:spLocks noChangeShapeType="1"/>
          </p:cNvSpPr>
          <p:nvPr/>
        </p:nvSpPr>
        <p:spPr bwMode="auto">
          <a:xfrm>
            <a:off x="3348038" y="1341438"/>
            <a:ext cx="503237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7" name="Line 10"/>
          <p:cNvSpPr>
            <a:spLocks noChangeShapeType="1"/>
          </p:cNvSpPr>
          <p:nvPr/>
        </p:nvSpPr>
        <p:spPr bwMode="auto">
          <a:xfrm>
            <a:off x="4067175" y="620713"/>
            <a:ext cx="9366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8" name="Line 11"/>
          <p:cNvSpPr>
            <a:spLocks noChangeShapeType="1"/>
          </p:cNvSpPr>
          <p:nvPr/>
        </p:nvSpPr>
        <p:spPr bwMode="auto">
          <a:xfrm flipH="1">
            <a:off x="4572000" y="1268413"/>
            <a:ext cx="4318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9" name="Line 12"/>
          <p:cNvSpPr>
            <a:spLocks noChangeShapeType="1"/>
          </p:cNvSpPr>
          <p:nvPr/>
        </p:nvSpPr>
        <p:spPr bwMode="auto">
          <a:xfrm>
            <a:off x="3851275" y="2060575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0" name="Line 13"/>
          <p:cNvSpPr>
            <a:spLocks noChangeShapeType="1"/>
          </p:cNvSpPr>
          <p:nvPr/>
        </p:nvSpPr>
        <p:spPr bwMode="auto">
          <a:xfrm>
            <a:off x="3348038" y="1268413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1" name="Line 14"/>
          <p:cNvSpPr>
            <a:spLocks noChangeShapeType="1"/>
          </p:cNvSpPr>
          <p:nvPr/>
        </p:nvSpPr>
        <p:spPr bwMode="auto">
          <a:xfrm flipH="1">
            <a:off x="3924300" y="1268413"/>
            <a:ext cx="10080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52" name="Object 15"/>
          <p:cNvGraphicFramePr>
            <a:graphicFrameLocks noChangeAspect="1"/>
          </p:cNvGraphicFramePr>
          <p:nvPr/>
        </p:nvGraphicFramePr>
        <p:xfrm>
          <a:off x="3635375" y="0"/>
          <a:ext cx="3619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0"/>
                        <a:ext cx="3619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3" name="Object 16"/>
          <p:cNvGraphicFramePr>
            <a:graphicFrameLocks noChangeAspect="1"/>
          </p:cNvGraphicFramePr>
          <p:nvPr/>
        </p:nvGraphicFramePr>
        <p:xfrm>
          <a:off x="2667000" y="836613"/>
          <a:ext cx="4286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836613"/>
                        <a:ext cx="4286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Object 17"/>
          <p:cNvGraphicFramePr>
            <a:graphicFrameLocks noChangeAspect="1"/>
          </p:cNvGraphicFramePr>
          <p:nvPr/>
        </p:nvGraphicFramePr>
        <p:xfrm>
          <a:off x="3187700" y="1900238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1900238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5" name="Object 18"/>
          <p:cNvGraphicFramePr>
            <a:graphicFrameLocks noChangeAspect="1"/>
          </p:cNvGraphicFramePr>
          <p:nvPr/>
        </p:nvGraphicFramePr>
        <p:xfrm>
          <a:off x="4754563" y="1916113"/>
          <a:ext cx="4286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563" y="1916113"/>
                        <a:ext cx="4286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6" name="Object 19"/>
          <p:cNvGraphicFramePr>
            <a:graphicFrameLocks noChangeAspect="1"/>
          </p:cNvGraphicFramePr>
          <p:nvPr/>
        </p:nvGraphicFramePr>
        <p:xfrm>
          <a:off x="5203825" y="892175"/>
          <a:ext cx="39528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892175"/>
                        <a:ext cx="395288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7" name="Object 20"/>
          <p:cNvGraphicFramePr>
            <a:graphicFrameLocks noChangeAspect="1"/>
          </p:cNvGraphicFramePr>
          <p:nvPr/>
        </p:nvGraphicFramePr>
        <p:xfrm>
          <a:off x="3348038" y="620713"/>
          <a:ext cx="3302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634" imgH="47520" progId="Equation.3">
                  <p:embed/>
                </p:oleObj>
              </mc:Choice>
              <mc:Fallback>
                <p:oleObj name="Equation" r:id="rId12" imgW="28634" imgH="475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620713"/>
                        <a:ext cx="3302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249386"/>
              </p:ext>
            </p:extLst>
          </p:nvPr>
        </p:nvGraphicFramePr>
        <p:xfrm>
          <a:off x="3203575" y="1435100"/>
          <a:ext cx="2159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634" imgH="85860" progId="Equation.3">
                  <p:embed/>
                </p:oleObj>
              </mc:Choice>
              <mc:Fallback>
                <p:oleObj name="Equation" r:id="rId14" imgW="28634" imgH="858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435100"/>
                        <a:ext cx="2159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9" name="Object 22"/>
          <p:cNvGraphicFramePr>
            <a:graphicFrameLocks noChangeAspect="1"/>
          </p:cNvGraphicFramePr>
          <p:nvPr/>
        </p:nvGraphicFramePr>
        <p:xfrm>
          <a:off x="4083050" y="2133600"/>
          <a:ext cx="2968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179" imgH="47520" progId="Equation.3">
                  <p:embed/>
                </p:oleObj>
              </mc:Choice>
              <mc:Fallback>
                <p:oleObj name="Equation" r:id="rId16" imgW="19179" imgH="4752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2133600"/>
                        <a:ext cx="2968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0" name="Object 23"/>
          <p:cNvGraphicFramePr>
            <a:graphicFrameLocks noChangeAspect="1"/>
          </p:cNvGraphicFramePr>
          <p:nvPr/>
        </p:nvGraphicFramePr>
        <p:xfrm>
          <a:off x="4843463" y="1435100"/>
          <a:ext cx="3635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7543" imgH="85860" progId="Equation.3">
                  <p:embed/>
                </p:oleObj>
              </mc:Choice>
              <mc:Fallback>
                <p:oleObj name="Equation" r:id="rId18" imgW="47543" imgH="858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463" y="1435100"/>
                        <a:ext cx="36353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1" name="Object 24"/>
          <p:cNvGraphicFramePr>
            <a:graphicFrameLocks noChangeAspect="1"/>
          </p:cNvGraphicFramePr>
          <p:nvPr/>
        </p:nvGraphicFramePr>
        <p:xfrm>
          <a:off x="4516438" y="620713"/>
          <a:ext cx="2968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179" imgH="47520" progId="Equation.3">
                  <p:embed/>
                </p:oleObj>
              </mc:Choice>
              <mc:Fallback>
                <p:oleObj name="Equation" r:id="rId20" imgW="19179" imgH="4752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8" y="620713"/>
                        <a:ext cx="2968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2" name="Object 25"/>
          <p:cNvGraphicFramePr>
            <a:graphicFrameLocks noChangeAspect="1"/>
          </p:cNvGraphicFramePr>
          <p:nvPr/>
        </p:nvGraphicFramePr>
        <p:xfrm>
          <a:off x="3890963" y="827088"/>
          <a:ext cx="3968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7268" imgH="104760" progId="Equation.3">
                  <p:embed/>
                </p:oleObj>
              </mc:Choice>
              <mc:Fallback>
                <p:oleObj name="Equation" r:id="rId22" imgW="57268" imgH="10476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827088"/>
                        <a:ext cx="3968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3" name="Object 26"/>
          <p:cNvGraphicFramePr>
            <a:graphicFrameLocks noChangeAspect="1"/>
          </p:cNvGraphicFramePr>
          <p:nvPr/>
        </p:nvGraphicFramePr>
        <p:xfrm>
          <a:off x="3908425" y="1381125"/>
          <a:ext cx="3635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7543" imgH="66690" progId="Equation.3">
                  <p:embed/>
                </p:oleObj>
              </mc:Choice>
              <mc:Fallback>
                <p:oleObj name="Equation" r:id="rId24" imgW="47543" imgH="6669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1381125"/>
                        <a:ext cx="3635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4" name="Object 27"/>
          <p:cNvGraphicFramePr>
            <a:graphicFrameLocks noChangeAspect="1"/>
          </p:cNvGraphicFramePr>
          <p:nvPr/>
        </p:nvGraphicFramePr>
        <p:xfrm>
          <a:off x="755650" y="1052513"/>
          <a:ext cx="17160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61877" imgH="104760" progId="Equation.3">
                  <p:embed/>
                </p:oleObj>
              </mc:Choice>
              <mc:Fallback>
                <p:oleObj name="Equation" r:id="rId26" imgW="561877" imgH="10476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52513"/>
                        <a:ext cx="17160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5" name="Object 28"/>
          <p:cNvGraphicFramePr>
            <a:graphicFrameLocks noChangeAspect="1"/>
          </p:cNvGraphicFramePr>
          <p:nvPr/>
        </p:nvGraphicFramePr>
        <p:xfrm>
          <a:off x="5815013" y="1052513"/>
          <a:ext cx="21113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14502" imgH="104760" progId="Equation.3">
                  <p:embed/>
                </p:oleObj>
              </mc:Choice>
              <mc:Fallback>
                <p:oleObj name="Equation" r:id="rId28" imgW="714502" imgH="1047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3" y="1052513"/>
                        <a:ext cx="21113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18C218-EC54-4917-A269-4884AFCADD2E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的补图</a:t>
            </a: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: 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与子图无关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?)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/>
          </a:p>
        </p:txBody>
      </p:sp>
      <p:graphicFrame>
        <p:nvGraphicFramePr>
          <p:cNvPr id="67588" name="Object 3"/>
          <p:cNvGraphicFramePr>
            <a:graphicFrameLocks noChangeAspect="1"/>
          </p:cNvGraphicFramePr>
          <p:nvPr/>
        </p:nvGraphicFramePr>
        <p:xfrm>
          <a:off x="4932363" y="260350"/>
          <a:ext cx="197485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6688" imgH="162000" progId="Equation.3">
                  <p:embed/>
                </p:oleObj>
              </mc:Choice>
              <mc:Fallback>
                <p:oleObj name="Equation" r:id="rId2" imgW="666688" imgH="162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60350"/>
                        <a:ext cx="197485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4"/>
          <p:cNvGraphicFramePr>
            <a:graphicFrameLocks noChangeAspect="1"/>
          </p:cNvGraphicFramePr>
          <p:nvPr/>
        </p:nvGraphicFramePr>
        <p:xfrm>
          <a:off x="2771775" y="4005263"/>
          <a:ext cx="289401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9212" imgH="104760" progId="Equation.3">
                  <p:embed/>
                </p:oleObj>
              </mc:Choice>
              <mc:Fallback>
                <p:oleObj name="Equation" r:id="rId4" imgW="1019212" imgH="104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005263"/>
                        <a:ext cx="2894013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5"/>
          <p:cNvGraphicFramePr>
            <a:graphicFrameLocks noChangeAspect="1"/>
          </p:cNvGraphicFramePr>
          <p:nvPr/>
        </p:nvGraphicFramePr>
        <p:xfrm>
          <a:off x="2411413" y="4868863"/>
          <a:ext cx="37814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62010" imgH="104760" progId="Equation.3">
                  <p:embed/>
                </p:oleObj>
              </mc:Choice>
              <mc:Fallback>
                <p:oleObj name="Equation" r:id="rId6" imgW="1362010" imgH="1047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868863"/>
                        <a:ext cx="37814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1" name="Oval 6"/>
          <p:cNvSpPr>
            <a:spLocks noChangeArrowheads="1"/>
          </p:cNvSpPr>
          <p:nvPr/>
        </p:nvSpPr>
        <p:spPr bwMode="auto">
          <a:xfrm>
            <a:off x="4067175" y="908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2" name="Oval 7"/>
          <p:cNvSpPr>
            <a:spLocks noChangeArrowheads="1"/>
          </p:cNvSpPr>
          <p:nvPr/>
        </p:nvSpPr>
        <p:spPr bwMode="auto">
          <a:xfrm>
            <a:off x="3059113" y="17732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3" name="Oval 8"/>
          <p:cNvSpPr>
            <a:spLocks noChangeArrowheads="1"/>
          </p:cNvSpPr>
          <p:nvPr/>
        </p:nvSpPr>
        <p:spPr bwMode="auto">
          <a:xfrm>
            <a:off x="5003800" y="16287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4" name="Oval 9"/>
          <p:cNvSpPr>
            <a:spLocks noChangeArrowheads="1"/>
          </p:cNvSpPr>
          <p:nvPr/>
        </p:nvSpPr>
        <p:spPr bwMode="auto">
          <a:xfrm>
            <a:off x="3635375" y="27813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5" name="Oval 10"/>
          <p:cNvSpPr>
            <a:spLocks noChangeArrowheads="1"/>
          </p:cNvSpPr>
          <p:nvPr/>
        </p:nvSpPr>
        <p:spPr bwMode="auto">
          <a:xfrm>
            <a:off x="4500563" y="27813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6" name="Line 11"/>
          <p:cNvSpPr>
            <a:spLocks noChangeShapeType="1"/>
          </p:cNvSpPr>
          <p:nvPr/>
        </p:nvSpPr>
        <p:spPr bwMode="auto">
          <a:xfrm flipH="1">
            <a:off x="3203575" y="981075"/>
            <a:ext cx="9366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7" name="Line 12"/>
          <p:cNvSpPr>
            <a:spLocks noChangeShapeType="1"/>
          </p:cNvSpPr>
          <p:nvPr/>
        </p:nvSpPr>
        <p:spPr bwMode="auto">
          <a:xfrm>
            <a:off x="4140200" y="981075"/>
            <a:ext cx="936625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8" name="Line 13"/>
          <p:cNvSpPr>
            <a:spLocks noChangeShapeType="1"/>
          </p:cNvSpPr>
          <p:nvPr/>
        </p:nvSpPr>
        <p:spPr bwMode="auto">
          <a:xfrm>
            <a:off x="3132138" y="1844675"/>
            <a:ext cx="576262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9" name="Line 14"/>
          <p:cNvSpPr>
            <a:spLocks noChangeShapeType="1"/>
          </p:cNvSpPr>
          <p:nvPr/>
        </p:nvSpPr>
        <p:spPr bwMode="auto">
          <a:xfrm flipH="1">
            <a:off x="4572000" y="1700213"/>
            <a:ext cx="5048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0" name="Line 15"/>
          <p:cNvSpPr>
            <a:spLocks noChangeShapeType="1"/>
          </p:cNvSpPr>
          <p:nvPr/>
        </p:nvSpPr>
        <p:spPr bwMode="auto">
          <a:xfrm>
            <a:off x="3708400" y="285273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1" name="Line 16"/>
          <p:cNvSpPr>
            <a:spLocks noChangeShapeType="1"/>
          </p:cNvSpPr>
          <p:nvPr/>
        </p:nvSpPr>
        <p:spPr bwMode="auto">
          <a:xfrm flipH="1">
            <a:off x="3708400" y="981075"/>
            <a:ext cx="431800" cy="18716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2" name="Line 17"/>
          <p:cNvSpPr>
            <a:spLocks noChangeShapeType="1"/>
          </p:cNvSpPr>
          <p:nvPr/>
        </p:nvSpPr>
        <p:spPr bwMode="auto">
          <a:xfrm>
            <a:off x="4140200" y="981075"/>
            <a:ext cx="431800" cy="18716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3" name="Line 18"/>
          <p:cNvSpPr>
            <a:spLocks noChangeShapeType="1"/>
          </p:cNvSpPr>
          <p:nvPr/>
        </p:nvSpPr>
        <p:spPr bwMode="auto">
          <a:xfrm flipV="1">
            <a:off x="3132138" y="1700213"/>
            <a:ext cx="1944687" cy="1444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4" name="Line 19"/>
          <p:cNvSpPr>
            <a:spLocks noChangeShapeType="1"/>
          </p:cNvSpPr>
          <p:nvPr/>
        </p:nvSpPr>
        <p:spPr bwMode="auto">
          <a:xfrm flipH="1">
            <a:off x="3708400" y="1628775"/>
            <a:ext cx="1368425" cy="12239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5" name="Line 20"/>
          <p:cNvSpPr>
            <a:spLocks noChangeShapeType="1"/>
          </p:cNvSpPr>
          <p:nvPr/>
        </p:nvSpPr>
        <p:spPr bwMode="auto">
          <a:xfrm>
            <a:off x="3132138" y="1844675"/>
            <a:ext cx="1368425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EE5AEB-E410-4BCD-BF8E-7502ABD86FCD}" type="slidenum">
              <a:rPr lang="en-US" altLang="zh-CN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6.3.3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图同构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由于图的拓扑性质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有可能两个表面上看起来不同的图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本质上是同一个图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这就是图同构的问题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见书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直观理解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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是指其中一个图仅经过下列两种变换可以变为另一个图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挪动节点的位置；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伸缩边的长短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3" name="Line 22"/>
          <p:cNvSpPr>
            <a:spLocks noChangeShapeType="1"/>
          </p:cNvSpPr>
          <p:nvPr/>
        </p:nvSpPr>
        <p:spPr bwMode="auto">
          <a:xfrm>
            <a:off x="5292725" y="1700213"/>
            <a:ext cx="107950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2" name="Line 21"/>
          <p:cNvSpPr>
            <a:spLocks noChangeShapeType="1"/>
          </p:cNvSpPr>
          <p:nvPr/>
        </p:nvSpPr>
        <p:spPr bwMode="auto">
          <a:xfrm flipH="1">
            <a:off x="5724525" y="1700213"/>
            <a:ext cx="935038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866FF-0A09-4D65-A4F3-AE6BAF432A72}" type="slidenum">
              <a:rPr lang="en-US" altLang="zh-CN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不同构的例子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6.3  5, 6?</a:t>
            </a:r>
            <a:endParaRPr lang="zh-CN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71684" name="Oval 3"/>
          <p:cNvSpPr>
            <a:spLocks noChangeArrowheads="1"/>
          </p:cNvSpPr>
          <p:nvPr/>
        </p:nvSpPr>
        <p:spPr bwMode="auto">
          <a:xfrm>
            <a:off x="2987675" y="11255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5" name="Oval 4"/>
          <p:cNvSpPr>
            <a:spLocks noChangeArrowheads="1"/>
          </p:cNvSpPr>
          <p:nvPr/>
        </p:nvSpPr>
        <p:spPr bwMode="auto">
          <a:xfrm>
            <a:off x="2124075" y="15573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Oval 5"/>
          <p:cNvSpPr>
            <a:spLocks noChangeArrowheads="1"/>
          </p:cNvSpPr>
          <p:nvPr/>
        </p:nvSpPr>
        <p:spPr bwMode="auto">
          <a:xfrm>
            <a:off x="3851275" y="15573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7" name="Oval 6"/>
          <p:cNvSpPr>
            <a:spLocks noChangeArrowheads="1"/>
          </p:cNvSpPr>
          <p:nvPr/>
        </p:nvSpPr>
        <p:spPr bwMode="auto">
          <a:xfrm>
            <a:off x="2700338" y="24923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8" name="Oval 7"/>
          <p:cNvSpPr>
            <a:spLocks noChangeArrowheads="1"/>
          </p:cNvSpPr>
          <p:nvPr/>
        </p:nvSpPr>
        <p:spPr bwMode="auto">
          <a:xfrm>
            <a:off x="3419475" y="24923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9" name="Oval 8"/>
          <p:cNvSpPr>
            <a:spLocks noChangeArrowheads="1"/>
          </p:cNvSpPr>
          <p:nvPr/>
        </p:nvSpPr>
        <p:spPr bwMode="auto">
          <a:xfrm>
            <a:off x="5940425" y="1052513"/>
            <a:ext cx="144463" cy="144462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0" name="Oval 9"/>
          <p:cNvSpPr>
            <a:spLocks noChangeArrowheads="1"/>
          </p:cNvSpPr>
          <p:nvPr/>
        </p:nvSpPr>
        <p:spPr bwMode="auto">
          <a:xfrm>
            <a:off x="5219700" y="1628775"/>
            <a:ext cx="144463" cy="144463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1" name="Oval 10"/>
          <p:cNvSpPr>
            <a:spLocks noChangeArrowheads="1"/>
          </p:cNvSpPr>
          <p:nvPr/>
        </p:nvSpPr>
        <p:spPr bwMode="auto">
          <a:xfrm>
            <a:off x="6659563" y="1628775"/>
            <a:ext cx="144462" cy="144463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2" name="Oval 11"/>
          <p:cNvSpPr>
            <a:spLocks noChangeArrowheads="1"/>
          </p:cNvSpPr>
          <p:nvPr/>
        </p:nvSpPr>
        <p:spPr bwMode="auto">
          <a:xfrm>
            <a:off x="5651500" y="2492375"/>
            <a:ext cx="144463" cy="144463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3" name="Oval 12"/>
          <p:cNvSpPr>
            <a:spLocks noChangeArrowheads="1"/>
          </p:cNvSpPr>
          <p:nvPr/>
        </p:nvSpPr>
        <p:spPr bwMode="auto">
          <a:xfrm>
            <a:off x="6372225" y="2492375"/>
            <a:ext cx="144463" cy="14446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4" name="Line 13"/>
          <p:cNvSpPr>
            <a:spLocks noChangeShapeType="1"/>
          </p:cNvSpPr>
          <p:nvPr/>
        </p:nvSpPr>
        <p:spPr bwMode="auto">
          <a:xfrm flipH="1">
            <a:off x="2195513" y="1196975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5" name="Line 14"/>
          <p:cNvSpPr>
            <a:spLocks noChangeShapeType="1"/>
          </p:cNvSpPr>
          <p:nvPr/>
        </p:nvSpPr>
        <p:spPr bwMode="auto">
          <a:xfrm>
            <a:off x="2195513" y="1628775"/>
            <a:ext cx="57626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6" name="Line 15"/>
          <p:cNvSpPr>
            <a:spLocks noChangeShapeType="1"/>
          </p:cNvSpPr>
          <p:nvPr/>
        </p:nvSpPr>
        <p:spPr bwMode="auto">
          <a:xfrm>
            <a:off x="3132138" y="1196975"/>
            <a:ext cx="719137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7" name="Line 16"/>
          <p:cNvSpPr>
            <a:spLocks noChangeShapeType="1"/>
          </p:cNvSpPr>
          <p:nvPr/>
        </p:nvSpPr>
        <p:spPr bwMode="auto">
          <a:xfrm flipH="1">
            <a:off x="3492500" y="1628775"/>
            <a:ext cx="4318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8" name="Line 17"/>
          <p:cNvSpPr>
            <a:spLocks noChangeShapeType="1"/>
          </p:cNvSpPr>
          <p:nvPr/>
        </p:nvSpPr>
        <p:spPr bwMode="auto">
          <a:xfrm>
            <a:off x="2771775" y="2565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9" name="Line 18"/>
          <p:cNvSpPr>
            <a:spLocks noChangeShapeType="1"/>
          </p:cNvSpPr>
          <p:nvPr/>
        </p:nvSpPr>
        <p:spPr bwMode="auto">
          <a:xfrm flipH="1">
            <a:off x="5724525" y="1125538"/>
            <a:ext cx="287338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0" name="Line 19"/>
          <p:cNvSpPr>
            <a:spLocks noChangeShapeType="1"/>
          </p:cNvSpPr>
          <p:nvPr/>
        </p:nvSpPr>
        <p:spPr bwMode="auto">
          <a:xfrm>
            <a:off x="6011863" y="1125538"/>
            <a:ext cx="43180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1" name="Line 20"/>
          <p:cNvSpPr>
            <a:spLocks noChangeShapeType="1"/>
          </p:cNvSpPr>
          <p:nvPr/>
        </p:nvSpPr>
        <p:spPr bwMode="auto">
          <a:xfrm>
            <a:off x="5292725" y="1700213"/>
            <a:ext cx="1366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4" name="Oval 23"/>
          <p:cNvSpPr>
            <a:spLocks noChangeArrowheads="1"/>
          </p:cNvSpPr>
          <p:nvPr/>
        </p:nvSpPr>
        <p:spPr bwMode="auto">
          <a:xfrm>
            <a:off x="2051050" y="41497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5" name="Oval 24"/>
          <p:cNvSpPr>
            <a:spLocks noChangeArrowheads="1"/>
          </p:cNvSpPr>
          <p:nvPr/>
        </p:nvSpPr>
        <p:spPr bwMode="auto">
          <a:xfrm>
            <a:off x="1187450" y="58769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6" name="Oval 25"/>
          <p:cNvSpPr>
            <a:spLocks noChangeArrowheads="1"/>
          </p:cNvSpPr>
          <p:nvPr/>
        </p:nvSpPr>
        <p:spPr bwMode="auto">
          <a:xfrm>
            <a:off x="2051050" y="48688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7" name="Oval 26"/>
          <p:cNvSpPr>
            <a:spLocks noChangeArrowheads="1"/>
          </p:cNvSpPr>
          <p:nvPr/>
        </p:nvSpPr>
        <p:spPr bwMode="auto">
          <a:xfrm>
            <a:off x="2771775" y="58769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8" name="Oval 27"/>
          <p:cNvSpPr>
            <a:spLocks noChangeArrowheads="1"/>
          </p:cNvSpPr>
          <p:nvPr/>
        </p:nvSpPr>
        <p:spPr bwMode="auto">
          <a:xfrm>
            <a:off x="2339975" y="54451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9" name="Oval 28"/>
          <p:cNvSpPr>
            <a:spLocks noChangeArrowheads="1"/>
          </p:cNvSpPr>
          <p:nvPr/>
        </p:nvSpPr>
        <p:spPr bwMode="auto">
          <a:xfrm>
            <a:off x="1763713" y="54451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0" name="Oval 29"/>
          <p:cNvSpPr>
            <a:spLocks noChangeArrowheads="1"/>
          </p:cNvSpPr>
          <p:nvPr/>
        </p:nvSpPr>
        <p:spPr bwMode="auto">
          <a:xfrm>
            <a:off x="4572000" y="42926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1" name="Oval 30"/>
          <p:cNvSpPr>
            <a:spLocks noChangeArrowheads="1"/>
          </p:cNvSpPr>
          <p:nvPr/>
        </p:nvSpPr>
        <p:spPr bwMode="auto">
          <a:xfrm>
            <a:off x="5580063" y="42926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2" name="Oval 31"/>
          <p:cNvSpPr>
            <a:spLocks noChangeArrowheads="1"/>
          </p:cNvSpPr>
          <p:nvPr/>
        </p:nvSpPr>
        <p:spPr bwMode="auto">
          <a:xfrm>
            <a:off x="6659563" y="42926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3" name="Oval 32"/>
          <p:cNvSpPr>
            <a:spLocks noChangeArrowheads="1"/>
          </p:cNvSpPr>
          <p:nvPr/>
        </p:nvSpPr>
        <p:spPr bwMode="auto">
          <a:xfrm>
            <a:off x="4572000" y="58054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4" name="Oval 33"/>
          <p:cNvSpPr>
            <a:spLocks noChangeArrowheads="1"/>
          </p:cNvSpPr>
          <p:nvPr/>
        </p:nvSpPr>
        <p:spPr bwMode="auto">
          <a:xfrm>
            <a:off x="5651500" y="58054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5" name="Oval 34"/>
          <p:cNvSpPr>
            <a:spLocks noChangeArrowheads="1"/>
          </p:cNvSpPr>
          <p:nvPr/>
        </p:nvSpPr>
        <p:spPr bwMode="auto">
          <a:xfrm>
            <a:off x="6659563" y="58054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6" name="Line 35"/>
          <p:cNvSpPr>
            <a:spLocks noChangeShapeType="1"/>
          </p:cNvSpPr>
          <p:nvPr/>
        </p:nvSpPr>
        <p:spPr bwMode="auto">
          <a:xfrm>
            <a:off x="2124075" y="4221163"/>
            <a:ext cx="719138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7" name="Line 36"/>
          <p:cNvSpPr>
            <a:spLocks noChangeShapeType="1"/>
          </p:cNvSpPr>
          <p:nvPr/>
        </p:nvSpPr>
        <p:spPr bwMode="auto">
          <a:xfrm>
            <a:off x="2124075" y="4941888"/>
            <a:ext cx="287338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8" name="Line 37"/>
          <p:cNvSpPr>
            <a:spLocks noChangeShapeType="1"/>
          </p:cNvSpPr>
          <p:nvPr/>
        </p:nvSpPr>
        <p:spPr bwMode="auto">
          <a:xfrm>
            <a:off x="1258888" y="5949950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9" name="Line 38"/>
          <p:cNvSpPr>
            <a:spLocks noChangeShapeType="1"/>
          </p:cNvSpPr>
          <p:nvPr/>
        </p:nvSpPr>
        <p:spPr bwMode="auto">
          <a:xfrm>
            <a:off x="1835150" y="5516563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0" name="Line 39"/>
          <p:cNvSpPr>
            <a:spLocks noChangeShapeType="1"/>
          </p:cNvSpPr>
          <p:nvPr/>
        </p:nvSpPr>
        <p:spPr bwMode="auto">
          <a:xfrm flipH="1">
            <a:off x="1835150" y="4941888"/>
            <a:ext cx="288925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1" name="Line 40"/>
          <p:cNvSpPr>
            <a:spLocks noChangeShapeType="1"/>
          </p:cNvSpPr>
          <p:nvPr/>
        </p:nvSpPr>
        <p:spPr bwMode="auto">
          <a:xfrm flipH="1">
            <a:off x="1331913" y="4221163"/>
            <a:ext cx="792162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2" name="Line 41"/>
          <p:cNvSpPr>
            <a:spLocks noChangeShapeType="1"/>
          </p:cNvSpPr>
          <p:nvPr/>
        </p:nvSpPr>
        <p:spPr bwMode="auto">
          <a:xfrm>
            <a:off x="2411413" y="5516563"/>
            <a:ext cx="360362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3" name="Line 42"/>
          <p:cNvSpPr>
            <a:spLocks noChangeShapeType="1"/>
          </p:cNvSpPr>
          <p:nvPr/>
        </p:nvSpPr>
        <p:spPr bwMode="auto">
          <a:xfrm>
            <a:off x="2124075" y="422116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4" name="Line 43"/>
          <p:cNvSpPr>
            <a:spLocks noChangeShapeType="1"/>
          </p:cNvSpPr>
          <p:nvPr/>
        </p:nvSpPr>
        <p:spPr bwMode="auto">
          <a:xfrm flipH="1">
            <a:off x="1258888" y="5516563"/>
            <a:ext cx="5762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5" name="Line 44"/>
          <p:cNvSpPr>
            <a:spLocks noChangeShapeType="1"/>
          </p:cNvSpPr>
          <p:nvPr/>
        </p:nvSpPr>
        <p:spPr bwMode="auto">
          <a:xfrm>
            <a:off x="4643438" y="4365625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6" name="Line 45"/>
          <p:cNvSpPr>
            <a:spLocks noChangeShapeType="1"/>
          </p:cNvSpPr>
          <p:nvPr/>
        </p:nvSpPr>
        <p:spPr bwMode="auto">
          <a:xfrm>
            <a:off x="4643438" y="4437063"/>
            <a:ext cx="208915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7" name="Line 46"/>
          <p:cNvSpPr>
            <a:spLocks noChangeShapeType="1"/>
          </p:cNvSpPr>
          <p:nvPr/>
        </p:nvSpPr>
        <p:spPr bwMode="auto">
          <a:xfrm>
            <a:off x="4643438" y="4437063"/>
            <a:ext cx="1081087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8" name="Line 47"/>
          <p:cNvSpPr>
            <a:spLocks noChangeShapeType="1"/>
          </p:cNvSpPr>
          <p:nvPr/>
        </p:nvSpPr>
        <p:spPr bwMode="auto">
          <a:xfrm flipH="1">
            <a:off x="4643438" y="4365625"/>
            <a:ext cx="1008062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9" name="Line 48"/>
          <p:cNvSpPr>
            <a:spLocks noChangeShapeType="1"/>
          </p:cNvSpPr>
          <p:nvPr/>
        </p:nvSpPr>
        <p:spPr bwMode="auto">
          <a:xfrm>
            <a:off x="5651500" y="4365625"/>
            <a:ext cx="73025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0" name="Line 49"/>
          <p:cNvSpPr>
            <a:spLocks noChangeShapeType="1"/>
          </p:cNvSpPr>
          <p:nvPr/>
        </p:nvSpPr>
        <p:spPr bwMode="auto">
          <a:xfrm>
            <a:off x="5651500" y="4365625"/>
            <a:ext cx="1081088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1" name="Line 50"/>
          <p:cNvSpPr>
            <a:spLocks noChangeShapeType="1"/>
          </p:cNvSpPr>
          <p:nvPr/>
        </p:nvSpPr>
        <p:spPr bwMode="auto">
          <a:xfrm flipH="1">
            <a:off x="4643438" y="4365625"/>
            <a:ext cx="2016125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2" name="Line 51"/>
          <p:cNvSpPr>
            <a:spLocks noChangeShapeType="1"/>
          </p:cNvSpPr>
          <p:nvPr/>
        </p:nvSpPr>
        <p:spPr bwMode="auto">
          <a:xfrm flipH="1">
            <a:off x="5651500" y="4365625"/>
            <a:ext cx="1081088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3" name="Line 52"/>
          <p:cNvSpPr>
            <a:spLocks noChangeShapeType="1"/>
          </p:cNvSpPr>
          <p:nvPr/>
        </p:nvSpPr>
        <p:spPr bwMode="auto">
          <a:xfrm>
            <a:off x="6732588" y="4365625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1734" name="Object 53"/>
          <p:cNvGraphicFramePr>
            <a:graphicFrameLocks noChangeAspect="1"/>
          </p:cNvGraphicFramePr>
          <p:nvPr/>
        </p:nvGraphicFramePr>
        <p:xfrm>
          <a:off x="2835275" y="2684463"/>
          <a:ext cx="460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632" imgH="123930" progId="Equation.3">
                  <p:embed/>
                </p:oleObj>
              </mc:Choice>
              <mc:Fallback>
                <p:oleObj name="公式" r:id="rId2" imgW="85632" imgH="12393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2684463"/>
                        <a:ext cx="4603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5" name="Object 54"/>
          <p:cNvGraphicFramePr>
            <a:graphicFrameLocks noChangeAspect="1"/>
          </p:cNvGraphicFramePr>
          <p:nvPr/>
        </p:nvGraphicFramePr>
        <p:xfrm>
          <a:off x="5764213" y="2708275"/>
          <a:ext cx="52546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812" imgH="123930" progId="Equation.3">
                  <p:embed/>
                </p:oleObj>
              </mc:Choice>
              <mc:Fallback>
                <p:oleObj name="公式" r:id="rId4" imgW="104812" imgH="12393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2708275"/>
                        <a:ext cx="52546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6" name="Object 55"/>
          <p:cNvGraphicFramePr>
            <a:graphicFrameLocks noChangeAspect="1"/>
          </p:cNvGraphicFramePr>
          <p:nvPr/>
        </p:nvGraphicFramePr>
        <p:xfrm>
          <a:off x="5508625" y="6021388"/>
          <a:ext cx="5254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4812" imgH="123930" progId="Equation.3">
                  <p:embed/>
                </p:oleObj>
              </mc:Choice>
              <mc:Fallback>
                <p:oleObj name="公式" r:id="rId6" imgW="104812" imgH="12393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6021388"/>
                        <a:ext cx="5254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7" name="Object 56"/>
          <p:cNvGraphicFramePr>
            <a:graphicFrameLocks noChangeAspect="1"/>
          </p:cNvGraphicFramePr>
          <p:nvPr/>
        </p:nvGraphicFramePr>
        <p:xfrm>
          <a:off x="1941513" y="6021388"/>
          <a:ext cx="4587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5632" imgH="123930" progId="Equation.3">
                  <p:embed/>
                </p:oleObj>
              </mc:Choice>
              <mc:Fallback>
                <p:oleObj name="公式" r:id="rId8" imgW="85632" imgH="12393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6021388"/>
                        <a:ext cx="458787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B4EBA8DC-DCCC-59F6-8FE9-AA8BF03122D6}"/>
              </a:ext>
            </a:extLst>
          </p:cNvPr>
          <p:cNvSpPr txBox="1"/>
          <p:nvPr/>
        </p:nvSpPr>
        <p:spPr>
          <a:xfrm>
            <a:off x="3058567" y="881341"/>
            <a:ext cx="86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800" b="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DF999-D69C-6E1B-CEAC-7B18C65F07E9}"/>
              </a:ext>
            </a:extLst>
          </p:cNvPr>
          <p:cNvSpPr txBox="1"/>
          <p:nvPr/>
        </p:nvSpPr>
        <p:spPr>
          <a:xfrm>
            <a:off x="3966652" y="1476353"/>
            <a:ext cx="86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800" b="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05A9CB-5B88-0478-F931-EB485D821953}"/>
              </a:ext>
            </a:extLst>
          </p:cNvPr>
          <p:cNvSpPr txBox="1"/>
          <p:nvPr/>
        </p:nvSpPr>
        <p:spPr>
          <a:xfrm>
            <a:off x="3495635" y="2396861"/>
            <a:ext cx="86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800" b="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B0AA0E-5A2D-BC32-FF6B-453BDC078018}"/>
              </a:ext>
            </a:extLst>
          </p:cNvPr>
          <p:cNvSpPr txBox="1"/>
          <p:nvPr/>
        </p:nvSpPr>
        <p:spPr>
          <a:xfrm>
            <a:off x="2365545" y="2471836"/>
            <a:ext cx="86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800" b="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7AFA4D-6FA3-A3BF-7155-67F881B92B83}"/>
              </a:ext>
            </a:extLst>
          </p:cNvPr>
          <p:cNvSpPr txBox="1"/>
          <p:nvPr/>
        </p:nvSpPr>
        <p:spPr>
          <a:xfrm>
            <a:off x="1834605" y="1581993"/>
            <a:ext cx="86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1800" b="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C1C07-7887-4A5B-9EDB-BDFCEC9DD56E}" type="slidenum">
              <a:rPr lang="en-US" altLang="zh-CN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对于两个有向图同构的判断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特别要注意边的方向的一致性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思考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给出至少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个两个图同构的</a:t>
            </a:r>
          </a:p>
          <a:p>
            <a:pPr eaLnBrk="1" hangingPunct="1">
              <a:buFont typeface="Wingdings 2" pitchFamily="18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必要条件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2708" name="Oval 3"/>
          <p:cNvSpPr>
            <a:spLocks noChangeArrowheads="1"/>
          </p:cNvSpPr>
          <p:nvPr/>
        </p:nvSpPr>
        <p:spPr bwMode="auto">
          <a:xfrm>
            <a:off x="1908175" y="16287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9" name="Oval 4"/>
          <p:cNvSpPr>
            <a:spLocks noChangeArrowheads="1"/>
          </p:cNvSpPr>
          <p:nvPr/>
        </p:nvSpPr>
        <p:spPr bwMode="auto">
          <a:xfrm>
            <a:off x="1908175" y="24923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Oval 5"/>
          <p:cNvSpPr>
            <a:spLocks noChangeArrowheads="1"/>
          </p:cNvSpPr>
          <p:nvPr/>
        </p:nvSpPr>
        <p:spPr bwMode="auto">
          <a:xfrm>
            <a:off x="1908175" y="35004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1" name="Oval 6"/>
          <p:cNvSpPr>
            <a:spLocks noChangeArrowheads="1"/>
          </p:cNvSpPr>
          <p:nvPr/>
        </p:nvSpPr>
        <p:spPr bwMode="auto">
          <a:xfrm>
            <a:off x="3924300" y="15573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2" name="Oval 7"/>
          <p:cNvSpPr>
            <a:spLocks noChangeArrowheads="1"/>
          </p:cNvSpPr>
          <p:nvPr/>
        </p:nvSpPr>
        <p:spPr bwMode="auto">
          <a:xfrm>
            <a:off x="3924300" y="25654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3" name="Oval 8"/>
          <p:cNvSpPr>
            <a:spLocks noChangeArrowheads="1"/>
          </p:cNvSpPr>
          <p:nvPr/>
        </p:nvSpPr>
        <p:spPr bwMode="auto">
          <a:xfrm>
            <a:off x="3924300" y="36449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4" name="Oval 9"/>
          <p:cNvSpPr>
            <a:spLocks noChangeArrowheads="1"/>
          </p:cNvSpPr>
          <p:nvPr/>
        </p:nvSpPr>
        <p:spPr bwMode="auto">
          <a:xfrm>
            <a:off x="5795963" y="17002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5" name="Oval 10"/>
          <p:cNvSpPr>
            <a:spLocks noChangeArrowheads="1"/>
          </p:cNvSpPr>
          <p:nvPr/>
        </p:nvSpPr>
        <p:spPr bwMode="auto">
          <a:xfrm>
            <a:off x="5795963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6" name="Oval 11"/>
          <p:cNvSpPr>
            <a:spLocks noChangeArrowheads="1"/>
          </p:cNvSpPr>
          <p:nvPr/>
        </p:nvSpPr>
        <p:spPr bwMode="auto">
          <a:xfrm>
            <a:off x="5795963" y="36449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7" name="Line 12"/>
          <p:cNvSpPr>
            <a:spLocks noChangeShapeType="1"/>
          </p:cNvSpPr>
          <p:nvPr/>
        </p:nvSpPr>
        <p:spPr bwMode="auto">
          <a:xfrm>
            <a:off x="1979613" y="1773238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8" name="Line 13"/>
          <p:cNvSpPr>
            <a:spLocks noChangeShapeType="1"/>
          </p:cNvSpPr>
          <p:nvPr/>
        </p:nvSpPr>
        <p:spPr bwMode="auto">
          <a:xfrm>
            <a:off x="1979613" y="2636838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9" name="Line 14"/>
          <p:cNvSpPr>
            <a:spLocks noChangeShapeType="1"/>
          </p:cNvSpPr>
          <p:nvPr/>
        </p:nvSpPr>
        <p:spPr bwMode="auto">
          <a:xfrm flipV="1">
            <a:off x="3995738" y="17732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0" name="Line 15"/>
          <p:cNvSpPr>
            <a:spLocks noChangeShapeType="1"/>
          </p:cNvSpPr>
          <p:nvPr/>
        </p:nvSpPr>
        <p:spPr bwMode="auto">
          <a:xfrm flipV="1">
            <a:off x="3995738" y="2781300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1" name="Line 16"/>
          <p:cNvSpPr>
            <a:spLocks noChangeShapeType="1"/>
          </p:cNvSpPr>
          <p:nvPr/>
        </p:nvSpPr>
        <p:spPr bwMode="auto">
          <a:xfrm>
            <a:off x="5867400" y="184467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2" name="Line 17"/>
          <p:cNvSpPr>
            <a:spLocks noChangeShapeType="1"/>
          </p:cNvSpPr>
          <p:nvPr/>
        </p:nvSpPr>
        <p:spPr bwMode="auto">
          <a:xfrm flipV="1">
            <a:off x="5867400" y="292417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2723" name="Object 18"/>
          <p:cNvGraphicFramePr>
            <a:graphicFrameLocks noChangeAspect="1"/>
          </p:cNvGraphicFramePr>
          <p:nvPr/>
        </p:nvGraphicFramePr>
        <p:xfrm>
          <a:off x="1882775" y="3860800"/>
          <a:ext cx="4619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632" imgH="123930" progId="Equation.3">
                  <p:embed/>
                </p:oleObj>
              </mc:Choice>
              <mc:Fallback>
                <p:oleObj name="Equation" r:id="rId2" imgW="85632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3860800"/>
                        <a:ext cx="46196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4" name="Object 19"/>
          <p:cNvGraphicFramePr>
            <a:graphicFrameLocks noChangeAspect="1"/>
          </p:cNvGraphicFramePr>
          <p:nvPr/>
        </p:nvGraphicFramePr>
        <p:xfrm>
          <a:off x="3746500" y="3860800"/>
          <a:ext cx="5286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812" imgH="123930" progId="Equation.3">
                  <p:embed/>
                </p:oleObj>
              </mc:Choice>
              <mc:Fallback>
                <p:oleObj name="Equation" r:id="rId4" imgW="104812" imgH="1239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3860800"/>
                        <a:ext cx="5286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5" name="Object 20"/>
          <p:cNvGraphicFramePr>
            <a:graphicFrameLocks noChangeAspect="1"/>
          </p:cNvGraphicFramePr>
          <p:nvPr/>
        </p:nvGraphicFramePr>
        <p:xfrm>
          <a:off x="5564188" y="3860800"/>
          <a:ext cx="4953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357" imgH="133380" progId="Equation.3">
                  <p:embed/>
                </p:oleObj>
              </mc:Choice>
              <mc:Fallback>
                <p:oleObj name="Equation" r:id="rId6" imgW="95357" imgH="1333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188" y="3860800"/>
                        <a:ext cx="4953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2D70FD-9241-4D56-96DD-F5E22F53C681}" type="slidenum">
              <a:rPr lang="en-US" altLang="zh-CN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164866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4756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74757" name="Group 4"/>
          <p:cNvGrpSpPr>
            <a:grpSpLocks/>
          </p:cNvGrpSpPr>
          <p:nvPr/>
        </p:nvGrpSpPr>
        <p:grpSpPr bwMode="auto">
          <a:xfrm>
            <a:off x="1692275" y="2133600"/>
            <a:ext cx="5616575" cy="508000"/>
            <a:chOff x="1419" y="1480"/>
            <a:chExt cx="3575" cy="363"/>
          </a:xfrm>
        </p:grpSpPr>
        <p:grpSp>
          <p:nvGrpSpPr>
            <p:cNvPr id="74774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64870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64871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子图及产生子图的常见方式</a:t>
                </a:r>
              </a:p>
            </p:txBody>
          </p:sp>
        </p:grpSp>
        <p:sp>
          <p:nvSpPr>
            <p:cNvPr id="164872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4776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58" name="Group 10"/>
          <p:cNvGrpSpPr>
            <a:grpSpLocks/>
          </p:cNvGrpSpPr>
          <p:nvPr/>
        </p:nvGrpSpPr>
        <p:grpSpPr bwMode="auto">
          <a:xfrm>
            <a:off x="2051050" y="3500438"/>
            <a:ext cx="5181600" cy="508000"/>
            <a:chOff x="1419" y="1480"/>
            <a:chExt cx="3575" cy="363"/>
          </a:xfrm>
        </p:grpSpPr>
        <p:grpSp>
          <p:nvGrpSpPr>
            <p:cNvPr id="74769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64876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64877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图同构</a:t>
                </a:r>
              </a:p>
            </p:txBody>
          </p:sp>
        </p:grpSp>
        <p:sp>
          <p:nvSpPr>
            <p:cNvPr id="164878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477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759" name="AutoShape 16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74761" name="Group 18"/>
          <p:cNvGrpSpPr>
            <a:grpSpLocks/>
          </p:cNvGrpSpPr>
          <p:nvPr/>
        </p:nvGrpSpPr>
        <p:grpSpPr bwMode="auto">
          <a:xfrm>
            <a:off x="1116013" y="5084763"/>
            <a:ext cx="5378450" cy="685800"/>
            <a:chOff x="1152" y="2832"/>
            <a:chExt cx="3408" cy="432"/>
          </a:xfrm>
        </p:grpSpPr>
        <p:grpSp>
          <p:nvGrpSpPr>
            <p:cNvPr id="74762" name="Group 1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74766" name="AutoShape 2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7" name="AutoShape 2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886" name="AutoShape 22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4763" name="Line 2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764" name="Text Box 24"/>
            <p:cNvSpPr txBox="1">
              <a:spLocks noChangeArrowheads="1"/>
            </p:cNvSpPr>
            <p:nvPr/>
          </p:nvSpPr>
          <p:spPr bwMode="auto">
            <a:xfrm>
              <a:off x="2113" y="2832"/>
              <a:ext cx="128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</a:rPr>
                <a:t>习题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6.3   3</a:t>
              </a:r>
            </a:p>
          </p:txBody>
        </p:sp>
        <p:sp>
          <p:nvSpPr>
            <p:cNvPr id="74765" name="Text Box 25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763588" y="2222500"/>
            <a:ext cx="7481887" cy="560388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</a:rPr>
              <a:t>6.4  </a:t>
            </a:r>
            <a:r>
              <a:rPr lang="zh-CN" altLang="en-US"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路与回路</a:t>
            </a:r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908050"/>
            <a:ext cx="6400800" cy="782638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4BB046-E87A-454E-923D-9D050C8FDD1D}" type="slidenum">
              <a:rPr lang="en-US" altLang="zh-CN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76803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solidFill>
                  <a:schemeClr val="tx1"/>
                </a:solidFill>
                <a:latin typeface="Times New Roman" pitchFamily="18" charset="0"/>
              </a:rPr>
              <a:t>6.4  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路与回路</a:t>
            </a:r>
            <a:endParaRPr lang="zh-CN" altLang="en-US" b="1"/>
          </a:p>
        </p:txBody>
      </p:sp>
      <p:sp>
        <p:nvSpPr>
          <p:cNvPr id="76804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76805" name="Group 4"/>
          <p:cNvGrpSpPr>
            <a:grpSpLocks/>
          </p:cNvGrpSpPr>
          <p:nvPr/>
        </p:nvGrpSpPr>
        <p:grpSpPr bwMode="auto">
          <a:xfrm>
            <a:off x="1042988" y="1392238"/>
            <a:ext cx="5410200" cy="685800"/>
            <a:chOff x="1152" y="1118"/>
            <a:chExt cx="3408" cy="432"/>
          </a:xfrm>
        </p:grpSpPr>
        <p:grpSp>
          <p:nvGrpSpPr>
            <p:cNvPr id="76815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76819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820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920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6816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7" name="Text Box 10"/>
            <p:cNvSpPr txBox="1">
              <a:spLocks noChangeArrowheads="1"/>
            </p:cNvSpPr>
            <p:nvPr/>
          </p:nvSpPr>
          <p:spPr bwMode="auto">
            <a:xfrm>
              <a:off x="2112" y="1118"/>
              <a:ext cx="18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  <a:latin typeface="Times New Roman" pitchFamily="18" charset="0"/>
                </a:rPr>
                <a:t>路</a:t>
              </a:r>
              <a:r>
                <a:rPr lang="en-US" altLang="zh-CN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zh-CN" altLang="en-US">
                  <a:solidFill>
                    <a:srgbClr val="003300"/>
                  </a:solidFill>
                  <a:latin typeface="Times New Roman" pitchFamily="18" charset="0"/>
                </a:rPr>
                <a:t>路径与轨迹</a:t>
              </a:r>
              <a:r>
                <a:rPr lang="en-US" altLang="zh-CN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76818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76806" name="Group 12"/>
          <p:cNvGrpSpPr>
            <a:grpSpLocks/>
          </p:cNvGrpSpPr>
          <p:nvPr/>
        </p:nvGrpSpPr>
        <p:grpSpPr bwMode="auto">
          <a:xfrm>
            <a:off x="1042988" y="3141663"/>
            <a:ext cx="5410200" cy="685800"/>
            <a:chOff x="1152" y="1694"/>
            <a:chExt cx="3408" cy="432"/>
          </a:xfrm>
        </p:grpSpPr>
        <p:grpSp>
          <p:nvGrpSpPr>
            <p:cNvPr id="76808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76812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813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928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6809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0" name="Text Box 18"/>
            <p:cNvSpPr txBox="1">
              <a:spLocks noChangeArrowheads="1"/>
            </p:cNvSpPr>
            <p:nvPr/>
          </p:nvSpPr>
          <p:spPr bwMode="auto">
            <a:xfrm>
              <a:off x="2112" y="1694"/>
              <a:ext cx="18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  <a:latin typeface="Times New Roman" pitchFamily="18" charset="0"/>
                </a:rPr>
                <a:t>回路</a:t>
              </a:r>
              <a:r>
                <a:rPr lang="en-US" altLang="zh-CN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zh-CN" altLang="en-US">
                  <a:solidFill>
                    <a:srgbClr val="003300"/>
                  </a:solidFill>
                  <a:latin typeface="Times New Roman" pitchFamily="18" charset="0"/>
                </a:rPr>
                <a:t>闭迹与圈</a:t>
              </a:r>
              <a:r>
                <a:rPr lang="en-US" altLang="zh-CN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76811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76807" name="矩形 1"/>
          <p:cNvSpPr>
            <a:spLocks noChangeArrowheads="1"/>
          </p:cNvSpPr>
          <p:nvPr/>
        </p:nvSpPr>
        <p:spPr bwMode="auto">
          <a:xfrm>
            <a:off x="900113" y="1125538"/>
            <a:ext cx="5975350" cy="3240087"/>
          </a:xfrm>
          <a:prstGeom prst="rect">
            <a:avLst/>
          </a:prstGeom>
          <a:noFill/>
          <a:ln w="57150" cmpd="thinThick" algn="ctr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0F266-D6E8-4B81-B605-E9274BD7A1B1}" type="slidenum">
              <a:rPr lang="en-US" altLang="zh-CN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7782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6.4  </a:t>
            </a:r>
            <a:r>
              <a:rPr lang="zh-CN" altLang="en-US" b="1">
                <a:latin typeface="Times New Roman" pitchFamily="18" charset="0"/>
              </a:rPr>
              <a:t>路与回路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28" name="Rectangle 3"/>
              <p:cNvSpPr>
                <a:spLocks noGrp="1" noRot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在图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经常考虑从一个节点出发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沿着一些边连续移动到另一个节点的问题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这就是路的概念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6.4.1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路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(walk, way)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Def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对于任意图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),</a:t>
                </a:r>
              </a:p>
              <a:p>
                <a:pPr eaLnBrk="1" hangingPunct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楷体_GB2312" pitchFamily="49" charset="-122"/>
                      </a:rPr>
                      <m:t>𝑳</m:t>
                    </m:r>
                    <m:r>
                      <a:rPr lang="en-US" altLang="zh-CN" b="1" i="1" smtClean="0">
                        <a:latin typeface="Cambria Math"/>
                        <a:ea typeface="楷体_GB2312" pitchFamily="49" charset="-122"/>
                      </a:rPr>
                      <m:t>: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𝒍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𝒍</m:t>
                        </m:r>
                      </m:sub>
                    </m:sSub>
                  </m:oMath>
                </a14:m>
                <a:endParaRPr lang="en-US" altLang="zh-CN" b="1" dirty="0">
                  <a:latin typeface="Times New Roman" pitchFamily="18" charset="0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7782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70" t="-1355" r="-1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30" name="Line 5"/>
          <p:cNvSpPr>
            <a:spLocks noChangeShapeType="1"/>
          </p:cNvSpPr>
          <p:nvPr/>
        </p:nvSpPr>
        <p:spPr bwMode="auto">
          <a:xfrm flipV="1">
            <a:off x="4644008" y="544512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1" name="Line 6"/>
          <p:cNvSpPr>
            <a:spLocks noChangeShapeType="1"/>
          </p:cNvSpPr>
          <p:nvPr/>
        </p:nvSpPr>
        <p:spPr bwMode="auto">
          <a:xfrm flipV="1">
            <a:off x="5076056" y="5444579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C7BE1E-ED8A-4B9B-864C-F6270DF66C75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  <p:pic>
        <p:nvPicPr>
          <p:cNvPr id="78851" name="Picture 2" descr="C:\Users\Administrator.SKY-20140917ELY\Desktop\3.PNG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9538" y="-230188"/>
            <a:ext cx="9253538" cy="7088188"/>
          </a:xfrm>
          <a:noFill/>
        </p:spPr>
      </p:pic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7DC166-C615-4F30-AE39-2A5400FC62D0}" type="slidenum">
              <a:rPr lang="en-US" altLang="zh-CN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8089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80900" name="Oval 3"/>
          <p:cNvSpPr>
            <a:spLocks noChangeArrowheads="1"/>
          </p:cNvSpPr>
          <p:nvPr/>
        </p:nvSpPr>
        <p:spPr bwMode="auto">
          <a:xfrm>
            <a:off x="1763713" y="13414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1" name="Oval 4"/>
          <p:cNvSpPr>
            <a:spLocks noChangeArrowheads="1"/>
          </p:cNvSpPr>
          <p:nvPr/>
        </p:nvSpPr>
        <p:spPr bwMode="auto">
          <a:xfrm>
            <a:off x="3059113" y="17732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2" name="Oval 5"/>
          <p:cNvSpPr>
            <a:spLocks noChangeArrowheads="1"/>
          </p:cNvSpPr>
          <p:nvPr/>
        </p:nvSpPr>
        <p:spPr bwMode="auto">
          <a:xfrm>
            <a:off x="1763713" y="31416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3" name="Oval 6"/>
          <p:cNvSpPr>
            <a:spLocks noChangeArrowheads="1"/>
          </p:cNvSpPr>
          <p:nvPr/>
        </p:nvSpPr>
        <p:spPr bwMode="auto">
          <a:xfrm>
            <a:off x="5219700" y="13414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4" name="Oval 7"/>
          <p:cNvSpPr>
            <a:spLocks noChangeArrowheads="1"/>
          </p:cNvSpPr>
          <p:nvPr/>
        </p:nvSpPr>
        <p:spPr bwMode="auto">
          <a:xfrm>
            <a:off x="6877050" y="13414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5" name="Oval 8"/>
          <p:cNvSpPr>
            <a:spLocks noChangeArrowheads="1"/>
          </p:cNvSpPr>
          <p:nvPr/>
        </p:nvSpPr>
        <p:spPr bwMode="auto">
          <a:xfrm>
            <a:off x="5219700" y="29972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6" name="Oval 9"/>
          <p:cNvSpPr>
            <a:spLocks noChangeArrowheads="1"/>
          </p:cNvSpPr>
          <p:nvPr/>
        </p:nvSpPr>
        <p:spPr bwMode="auto">
          <a:xfrm>
            <a:off x="6877050" y="29972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7" name="Line 10"/>
          <p:cNvSpPr>
            <a:spLocks noChangeShapeType="1"/>
          </p:cNvSpPr>
          <p:nvPr/>
        </p:nvSpPr>
        <p:spPr bwMode="auto">
          <a:xfrm>
            <a:off x="1835150" y="1484313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8" name="Freeform 11"/>
          <p:cNvSpPr>
            <a:spLocks/>
          </p:cNvSpPr>
          <p:nvPr/>
        </p:nvSpPr>
        <p:spPr bwMode="auto">
          <a:xfrm>
            <a:off x="1835150" y="1281113"/>
            <a:ext cx="1296988" cy="492125"/>
          </a:xfrm>
          <a:custGeom>
            <a:avLst/>
            <a:gdLst>
              <a:gd name="T0" fmla="*/ 0 w 817"/>
              <a:gd name="T1" fmla="*/ 2147483647 h 310"/>
              <a:gd name="T2" fmla="*/ 2147483647 w 817"/>
              <a:gd name="T3" fmla="*/ 2147483647 h 310"/>
              <a:gd name="T4" fmla="*/ 2147483647 w 817"/>
              <a:gd name="T5" fmla="*/ 2147483647 h 310"/>
              <a:gd name="T6" fmla="*/ 0 60000 65536"/>
              <a:gd name="T7" fmla="*/ 0 60000 65536"/>
              <a:gd name="T8" fmla="*/ 0 60000 65536"/>
              <a:gd name="T9" fmla="*/ 0 w 817"/>
              <a:gd name="T10" fmla="*/ 0 h 310"/>
              <a:gd name="T11" fmla="*/ 817 w 817"/>
              <a:gd name="T12" fmla="*/ 310 h 3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7" h="310">
                <a:moveTo>
                  <a:pt x="0" y="83"/>
                </a:moveTo>
                <a:cubicBezTo>
                  <a:pt x="181" y="41"/>
                  <a:pt x="363" y="0"/>
                  <a:pt x="499" y="38"/>
                </a:cubicBezTo>
                <a:cubicBezTo>
                  <a:pt x="635" y="76"/>
                  <a:pt x="726" y="193"/>
                  <a:pt x="817" y="31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9" name="Freeform 12"/>
          <p:cNvSpPr>
            <a:spLocks/>
          </p:cNvSpPr>
          <p:nvPr/>
        </p:nvSpPr>
        <p:spPr bwMode="auto">
          <a:xfrm>
            <a:off x="1835150" y="1412875"/>
            <a:ext cx="1223963" cy="587375"/>
          </a:xfrm>
          <a:custGeom>
            <a:avLst/>
            <a:gdLst>
              <a:gd name="T0" fmla="*/ 0 w 771"/>
              <a:gd name="T1" fmla="*/ 0 h 370"/>
              <a:gd name="T2" fmla="*/ 2147483647 w 771"/>
              <a:gd name="T3" fmla="*/ 2147483647 h 370"/>
              <a:gd name="T4" fmla="*/ 2147483647 w 771"/>
              <a:gd name="T5" fmla="*/ 2147483647 h 370"/>
              <a:gd name="T6" fmla="*/ 0 60000 65536"/>
              <a:gd name="T7" fmla="*/ 0 60000 65536"/>
              <a:gd name="T8" fmla="*/ 0 60000 65536"/>
              <a:gd name="T9" fmla="*/ 0 w 771"/>
              <a:gd name="T10" fmla="*/ 0 h 370"/>
              <a:gd name="T11" fmla="*/ 771 w 771"/>
              <a:gd name="T12" fmla="*/ 370 h 3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71" h="370">
                <a:moveTo>
                  <a:pt x="0" y="0"/>
                </a:moveTo>
                <a:cubicBezTo>
                  <a:pt x="95" y="132"/>
                  <a:pt x="190" y="264"/>
                  <a:pt x="318" y="317"/>
                </a:cubicBezTo>
                <a:cubicBezTo>
                  <a:pt x="446" y="370"/>
                  <a:pt x="608" y="343"/>
                  <a:pt x="771" y="31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0" name="Freeform 13"/>
          <p:cNvSpPr>
            <a:spLocks/>
          </p:cNvSpPr>
          <p:nvPr/>
        </p:nvSpPr>
        <p:spPr bwMode="auto">
          <a:xfrm>
            <a:off x="5365750" y="957263"/>
            <a:ext cx="1511300" cy="455612"/>
          </a:xfrm>
          <a:custGeom>
            <a:avLst/>
            <a:gdLst>
              <a:gd name="T0" fmla="*/ 0 w 952"/>
              <a:gd name="T1" fmla="*/ 2147483647 h 287"/>
              <a:gd name="T2" fmla="*/ 2147483647 w 952"/>
              <a:gd name="T3" fmla="*/ 2147483647 h 287"/>
              <a:gd name="T4" fmla="*/ 2147483647 w 952"/>
              <a:gd name="T5" fmla="*/ 2147483647 h 287"/>
              <a:gd name="T6" fmla="*/ 0 60000 65536"/>
              <a:gd name="T7" fmla="*/ 0 60000 65536"/>
              <a:gd name="T8" fmla="*/ 0 60000 65536"/>
              <a:gd name="T9" fmla="*/ 0 w 952"/>
              <a:gd name="T10" fmla="*/ 0 h 287"/>
              <a:gd name="T11" fmla="*/ 952 w 952"/>
              <a:gd name="T12" fmla="*/ 287 h 2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52" h="287">
                <a:moveTo>
                  <a:pt x="0" y="287"/>
                </a:moveTo>
                <a:cubicBezTo>
                  <a:pt x="124" y="158"/>
                  <a:pt x="249" y="30"/>
                  <a:pt x="408" y="15"/>
                </a:cubicBezTo>
                <a:cubicBezTo>
                  <a:pt x="567" y="0"/>
                  <a:pt x="759" y="98"/>
                  <a:pt x="952" y="1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1" name="Freeform 14"/>
          <p:cNvSpPr>
            <a:spLocks/>
          </p:cNvSpPr>
          <p:nvPr/>
        </p:nvSpPr>
        <p:spPr bwMode="auto">
          <a:xfrm>
            <a:off x="5364163" y="1484313"/>
            <a:ext cx="1439862" cy="301625"/>
          </a:xfrm>
          <a:custGeom>
            <a:avLst/>
            <a:gdLst>
              <a:gd name="T0" fmla="*/ 2147483647 w 907"/>
              <a:gd name="T1" fmla="*/ 0 h 190"/>
              <a:gd name="T2" fmla="*/ 2147483647 w 907"/>
              <a:gd name="T3" fmla="*/ 2147483647 h 190"/>
              <a:gd name="T4" fmla="*/ 0 w 907"/>
              <a:gd name="T5" fmla="*/ 2147483647 h 190"/>
              <a:gd name="T6" fmla="*/ 0 60000 65536"/>
              <a:gd name="T7" fmla="*/ 0 60000 65536"/>
              <a:gd name="T8" fmla="*/ 0 60000 65536"/>
              <a:gd name="T9" fmla="*/ 0 w 907"/>
              <a:gd name="T10" fmla="*/ 0 h 190"/>
              <a:gd name="T11" fmla="*/ 907 w 907"/>
              <a:gd name="T12" fmla="*/ 190 h 1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7" h="190">
                <a:moveTo>
                  <a:pt x="907" y="0"/>
                </a:moveTo>
                <a:cubicBezTo>
                  <a:pt x="778" y="87"/>
                  <a:pt x="650" y="174"/>
                  <a:pt x="499" y="182"/>
                </a:cubicBezTo>
                <a:cubicBezTo>
                  <a:pt x="348" y="190"/>
                  <a:pt x="174" y="118"/>
                  <a:pt x="0" y="4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2" name="Line 15"/>
          <p:cNvSpPr>
            <a:spLocks noChangeShapeType="1"/>
          </p:cNvSpPr>
          <p:nvPr/>
        </p:nvSpPr>
        <p:spPr bwMode="auto">
          <a:xfrm flipV="1">
            <a:off x="6948488" y="1557338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3" name="Line 16"/>
          <p:cNvSpPr>
            <a:spLocks noChangeShapeType="1"/>
          </p:cNvSpPr>
          <p:nvPr/>
        </p:nvSpPr>
        <p:spPr bwMode="auto">
          <a:xfrm>
            <a:off x="5292725" y="1484313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4" name="Freeform 17"/>
          <p:cNvSpPr>
            <a:spLocks/>
          </p:cNvSpPr>
          <p:nvPr/>
        </p:nvSpPr>
        <p:spPr bwMode="auto">
          <a:xfrm>
            <a:off x="5292725" y="2625725"/>
            <a:ext cx="1584325" cy="442913"/>
          </a:xfrm>
          <a:custGeom>
            <a:avLst/>
            <a:gdLst>
              <a:gd name="T0" fmla="*/ 0 w 998"/>
              <a:gd name="T1" fmla="*/ 2147483647 h 279"/>
              <a:gd name="T2" fmla="*/ 2147483647 w 998"/>
              <a:gd name="T3" fmla="*/ 2147483647 h 279"/>
              <a:gd name="T4" fmla="*/ 2147483647 w 998"/>
              <a:gd name="T5" fmla="*/ 2147483647 h 279"/>
              <a:gd name="T6" fmla="*/ 0 60000 65536"/>
              <a:gd name="T7" fmla="*/ 0 60000 65536"/>
              <a:gd name="T8" fmla="*/ 0 60000 65536"/>
              <a:gd name="T9" fmla="*/ 0 w 998"/>
              <a:gd name="T10" fmla="*/ 0 h 279"/>
              <a:gd name="T11" fmla="*/ 998 w 998"/>
              <a:gd name="T12" fmla="*/ 279 h 2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8" h="279">
                <a:moveTo>
                  <a:pt x="0" y="279"/>
                </a:moveTo>
                <a:cubicBezTo>
                  <a:pt x="121" y="146"/>
                  <a:pt x="242" y="14"/>
                  <a:pt x="408" y="7"/>
                </a:cubicBezTo>
                <a:cubicBezTo>
                  <a:pt x="574" y="0"/>
                  <a:pt x="786" y="117"/>
                  <a:pt x="998" y="23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5" name="Line 18"/>
          <p:cNvSpPr>
            <a:spLocks noChangeShapeType="1"/>
          </p:cNvSpPr>
          <p:nvPr/>
        </p:nvSpPr>
        <p:spPr bwMode="auto">
          <a:xfrm>
            <a:off x="5292725" y="3068638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6" name="Freeform 19"/>
          <p:cNvSpPr>
            <a:spLocks/>
          </p:cNvSpPr>
          <p:nvPr/>
        </p:nvSpPr>
        <p:spPr bwMode="auto">
          <a:xfrm>
            <a:off x="4668838" y="2828925"/>
            <a:ext cx="923925" cy="876300"/>
          </a:xfrm>
          <a:custGeom>
            <a:avLst/>
            <a:gdLst>
              <a:gd name="T0" fmla="*/ 2147483647 w 582"/>
              <a:gd name="T1" fmla="*/ 2147483647 h 552"/>
              <a:gd name="T2" fmla="*/ 2147483647 w 582"/>
              <a:gd name="T3" fmla="*/ 2147483647 h 552"/>
              <a:gd name="T4" fmla="*/ 2147483647 w 582"/>
              <a:gd name="T5" fmla="*/ 2147483647 h 552"/>
              <a:gd name="T6" fmla="*/ 2147483647 w 582"/>
              <a:gd name="T7" fmla="*/ 2147483647 h 552"/>
              <a:gd name="T8" fmla="*/ 2147483647 w 582"/>
              <a:gd name="T9" fmla="*/ 2147483647 h 5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2"/>
              <a:gd name="T16" fmla="*/ 0 h 552"/>
              <a:gd name="T17" fmla="*/ 582 w 582"/>
              <a:gd name="T18" fmla="*/ 552 h 5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2" h="552">
                <a:moveTo>
                  <a:pt x="302" y="106"/>
                </a:moveTo>
                <a:cubicBezTo>
                  <a:pt x="181" y="53"/>
                  <a:pt x="60" y="0"/>
                  <a:pt x="30" y="60"/>
                </a:cubicBezTo>
                <a:cubicBezTo>
                  <a:pt x="0" y="120"/>
                  <a:pt x="37" y="393"/>
                  <a:pt x="120" y="469"/>
                </a:cubicBezTo>
                <a:cubicBezTo>
                  <a:pt x="203" y="545"/>
                  <a:pt x="476" y="552"/>
                  <a:pt x="529" y="514"/>
                </a:cubicBezTo>
                <a:cubicBezTo>
                  <a:pt x="582" y="476"/>
                  <a:pt x="510" y="359"/>
                  <a:pt x="438" y="24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0917" name="Object 20"/>
          <p:cNvGraphicFramePr>
            <a:graphicFrameLocks noChangeAspect="1"/>
          </p:cNvGraphicFramePr>
          <p:nvPr/>
        </p:nvGraphicFramePr>
        <p:xfrm>
          <a:off x="3325813" y="1628775"/>
          <a:ext cx="3619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1628775"/>
                        <a:ext cx="3619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8" name="Object 21"/>
          <p:cNvGraphicFramePr>
            <a:graphicFrameLocks noChangeAspect="1"/>
          </p:cNvGraphicFramePr>
          <p:nvPr/>
        </p:nvGraphicFramePr>
        <p:xfrm>
          <a:off x="4859338" y="2349500"/>
          <a:ext cx="3619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3" imgH="123930" progId="Equation.3">
                  <p:embed/>
                </p:oleObj>
              </mc:Choice>
              <mc:Fallback>
                <p:oleObj name="Equation" r:id="rId4" imgW="47543" imgH="1239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349500"/>
                        <a:ext cx="3619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739399"/>
              </p:ext>
            </p:extLst>
          </p:nvPr>
        </p:nvGraphicFramePr>
        <p:xfrm>
          <a:off x="1335063" y="2655763"/>
          <a:ext cx="428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723" imgH="123930" progId="Equation.3">
                  <p:embed/>
                </p:oleObj>
              </mc:Choice>
              <mc:Fallback>
                <p:oleObj name="Equation" r:id="rId6" imgW="66723" imgH="12393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63" y="2655763"/>
                        <a:ext cx="428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0" name="Object 23"/>
          <p:cNvGraphicFramePr>
            <a:graphicFrameLocks noChangeAspect="1"/>
          </p:cNvGraphicFramePr>
          <p:nvPr/>
        </p:nvGraphicFramePr>
        <p:xfrm>
          <a:off x="7164388" y="2636838"/>
          <a:ext cx="4286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2636838"/>
                        <a:ext cx="4286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1" name="Object 24"/>
          <p:cNvGraphicFramePr>
            <a:graphicFrameLocks noChangeAspect="1"/>
          </p:cNvGraphicFramePr>
          <p:nvPr/>
        </p:nvGraphicFramePr>
        <p:xfrm>
          <a:off x="1274763" y="1109663"/>
          <a:ext cx="39528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1109663"/>
                        <a:ext cx="395287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2" name="Object 25"/>
          <p:cNvGraphicFramePr>
            <a:graphicFrameLocks noChangeAspect="1"/>
          </p:cNvGraphicFramePr>
          <p:nvPr/>
        </p:nvGraphicFramePr>
        <p:xfrm>
          <a:off x="7164388" y="1125538"/>
          <a:ext cx="39528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268" imgH="133380" progId="Equation.3">
                  <p:embed/>
                </p:oleObj>
              </mc:Choice>
              <mc:Fallback>
                <p:oleObj name="Equation" r:id="rId12" imgW="57268" imgH="1333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1125538"/>
                        <a:ext cx="395287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3" name="Object 26"/>
          <p:cNvGraphicFramePr>
            <a:graphicFrameLocks noChangeAspect="1"/>
          </p:cNvGraphicFramePr>
          <p:nvPr/>
        </p:nvGraphicFramePr>
        <p:xfrm>
          <a:off x="4716463" y="1125538"/>
          <a:ext cx="4286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123930" progId="Equation.3">
                  <p:embed/>
                </p:oleObj>
              </mc:Choice>
              <mc:Fallback>
                <p:oleObj name="Equation" r:id="rId14" imgW="66723" imgH="12393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125538"/>
                        <a:ext cx="4286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4" name="Object 27"/>
          <p:cNvGraphicFramePr>
            <a:graphicFrameLocks noChangeAspect="1"/>
          </p:cNvGraphicFramePr>
          <p:nvPr/>
        </p:nvGraphicFramePr>
        <p:xfrm>
          <a:off x="1635125" y="3373438"/>
          <a:ext cx="3619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543" imgH="123930" progId="Equation.3">
                  <p:embed/>
                </p:oleObj>
              </mc:Choice>
              <mc:Fallback>
                <p:oleObj name="Equation" r:id="rId16" imgW="47543" imgH="12393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373438"/>
                        <a:ext cx="3619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5" name="Object 28"/>
          <p:cNvGraphicFramePr>
            <a:graphicFrameLocks noChangeAspect="1"/>
          </p:cNvGraphicFramePr>
          <p:nvPr/>
        </p:nvGraphicFramePr>
        <p:xfrm>
          <a:off x="5867400" y="2924175"/>
          <a:ext cx="3619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7543" imgH="123930" progId="Equation.3">
                  <p:embed/>
                </p:oleObj>
              </mc:Choice>
              <mc:Fallback>
                <p:oleObj name="Equation" r:id="rId18" imgW="47543" imgH="1239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924175"/>
                        <a:ext cx="3619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6" name="Object 29"/>
          <p:cNvGraphicFramePr>
            <a:graphicFrameLocks noChangeAspect="1"/>
          </p:cNvGraphicFramePr>
          <p:nvPr/>
        </p:nvGraphicFramePr>
        <p:xfrm>
          <a:off x="1676400" y="3860800"/>
          <a:ext cx="39528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7268" imgH="123930" progId="Equation.3">
                  <p:embed/>
                </p:oleObj>
              </mc:Choice>
              <mc:Fallback>
                <p:oleObj name="Equation" r:id="rId20" imgW="57268" imgH="1239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60800"/>
                        <a:ext cx="39528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7" name="Object 30"/>
          <p:cNvGraphicFramePr>
            <a:graphicFrameLocks noChangeAspect="1"/>
          </p:cNvGraphicFramePr>
          <p:nvPr/>
        </p:nvGraphicFramePr>
        <p:xfrm>
          <a:off x="5795963" y="2276475"/>
          <a:ext cx="3952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7268" imgH="123930" progId="Equation.3">
                  <p:embed/>
                </p:oleObj>
              </mc:Choice>
              <mc:Fallback>
                <p:oleObj name="Equation" r:id="rId22" imgW="57268" imgH="12393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276475"/>
                        <a:ext cx="39528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8" name="Object 31"/>
          <p:cNvGraphicFramePr>
            <a:graphicFrameLocks noChangeAspect="1"/>
          </p:cNvGraphicFramePr>
          <p:nvPr/>
        </p:nvGraphicFramePr>
        <p:xfrm>
          <a:off x="1403350" y="1900238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268" imgH="133380" progId="Equation.3">
                  <p:embed/>
                </p:oleObj>
              </mc:Choice>
              <mc:Fallback>
                <p:oleObj name="Equation" r:id="rId24" imgW="57268" imgH="1333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900238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9" name="Object 32"/>
          <p:cNvGraphicFramePr>
            <a:graphicFrameLocks noChangeAspect="1"/>
          </p:cNvGraphicFramePr>
          <p:nvPr/>
        </p:nvGraphicFramePr>
        <p:xfrm>
          <a:off x="7019925" y="1916113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7268" imgH="133380" progId="Equation.3">
                  <p:embed/>
                </p:oleObj>
              </mc:Choice>
              <mc:Fallback>
                <p:oleObj name="Equation" r:id="rId26" imgW="57268" imgH="1333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1916113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0" name="Object 33"/>
          <p:cNvGraphicFramePr>
            <a:graphicFrameLocks noChangeAspect="1"/>
          </p:cNvGraphicFramePr>
          <p:nvPr/>
        </p:nvGraphicFramePr>
        <p:xfrm>
          <a:off x="2195513" y="1644650"/>
          <a:ext cx="3952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7268" imgH="123930" progId="Equation.3">
                  <p:embed/>
                </p:oleObj>
              </mc:Choice>
              <mc:Fallback>
                <p:oleObj name="Equation" r:id="rId28" imgW="57268" imgH="12393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644650"/>
                        <a:ext cx="39528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1" name="Object 34"/>
          <p:cNvGraphicFramePr>
            <a:graphicFrameLocks noChangeAspect="1"/>
          </p:cNvGraphicFramePr>
          <p:nvPr/>
        </p:nvGraphicFramePr>
        <p:xfrm>
          <a:off x="5761038" y="692150"/>
          <a:ext cx="3952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7268" imgH="123930" progId="Equation.3">
                  <p:embed/>
                </p:oleObj>
              </mc:Choice>
              <mc:Fallback>
                <p:oleObj name="Equation" r:id="rId30" imgW="57268" imgH="12393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038" y="692150"/>
                        <a:ext cx="39528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2" name="Object 35"/>
          <p:cNvGraphicFramePr>
            <a:graphicFrameLocks noChangeAspect="1"/>
          </p:cNvGraphicFramePr>
          <p:nvPr/>
        </p:nvGraphicFramePr>
        <p:xfrm>
          <a:off x="2411413" y="820738"/>
          <a:ext cx="3952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7268" imgH="133380" progId="Equation.3">
                  <p:embed/>
                </p:oleObj>
              </mc:Choice>
              <mc:Fallback>
                <p:oleObj name="Equation" r:id="rId32" imgW="57268" imgH="13338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820738"/>
                        <a:ext cx="39528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3" name="Object 36"/>
          <p:cNvGraphicFramePr>
            <a:graphicFrameLocks noChangeAspect="1"/>
          </p:cNvGraphicFramePr>
          <p:nvPr/>
        </p:nvGraphicFramePr>
        <p:xfrm>
          <a:off x="5867400" y="1341438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57268" imgH="133380" progId="Equation.3">
                  <p:embed/>
                </p:oleObj>
              </mc:Choice>
              <mc:Fallback>
                <p:oleObj name="Equation" r:id="rId34" imgW="57268" imgH="1333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341438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4" name="Object 37"/>
          <p:cNvGraphicFramePr>
            <a:graphicFrameLocks noChangeAspect="1"/>
          </p:cNvGraphicFramePr>
          <p:nvPr/>
        </p:nvGraphicFramePr>
        <p:xfrm>
          <a:off x="4859338" y="1773238"/>
          <a:ext cx="3952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57268" imgH="133380" progId="Equation.3">
                  <p:embed/>
                </p:oleObj>
              </mc:Choice>
              <mc:Fallback>
                <p:oleObj name="Equation" r:id="rId36" imgW="57268" imgH="1333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773238"/>
                        <a:ext cx="39528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5" name="Object 38"/>
          <p:cNvGraphicFramePr>
            <a:graphicFrameLocks noChangeAspect="1"/>
          </p:cNvGraphicFramePr>
          <p:nvPr/>
        </p:nvGraphicFramePr>
        <p:xfrm>
          <a:off x="4356100" y="3068638"/>
          <a:ext cx="3952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57268" imgH="133380" progId="Equation.3">
                  <p:embed/>
                </p:oleObj>
              </mc:Choice>
              <mc:Fallback>
                <p:oleObj name="Equation" r:id="rId38" imgW="57268" imgH="1333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068638"/>
                        <a:ext cx="39528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6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553559"/>
              </p:ext>
            </p:extLst>
          </p:nvPr>
        </p:nvGraphicFramePr>
        <p:xfrm>
          <a:off x="611560" y="4869160"/>
          <a:ext cx="273526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961943" imgH="133380" progId="Equation.3">
                  <p:embed/>
                </p:oleObj>
              </mc:Choice>
              <mc:Fallback>
                <p:oleObj name="Equation" r:id="rId40" imgW="961943" imgH="1333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869160"/>
                        <a:ext cx="2735263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7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511509"/>
              </p:ext>
            </p:extLst>
          </p:nvPr>
        </p:nvGraphicFramePr>
        <p:xfrm>
          <a:off x="5159846" y="3955256"/>
          <a:ext cx="2076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704777" imgH="133380" progId="Equation.3">
                  <p:embed/>
                </p:oleObj>
              </mc:Choice>
              <mc:Fallback>
                <p:oleObj name="Equation" r:id="rId42" imgW="704777" imgH="13338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46" y="3955256"/>
                        <a:ext cx="2076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38" name="Freeform 41"/>
          <p:cNvSpPr>
            <a:spLocks/>
          </p:cNvSpPr>
          <p:nvPr/>
        </p:nvSpPr>
        <p:spPr bwMode="auto">
          <a:xfrm>
            <a:off x="1439863" y="3176588"/>
            <a:ext cx="865187" cy="504825"/>
          </a:xfrm>
          <a:custGeom>
            <a:avLst/>
            <a:gdLst>
              <a:gd name="T0" fmla="*/ 2147483647 w 545"/>
              <a:gd name="T1" fmla="*/ 2147483647 h 318"/>
              <a:gd name="T2" fmla="*/ 2147483647 w 545"/>
              <a:gd name="T3" fmla="*/ 2147483647 h 318"/>
              <a:gd name="T4" fmla="*/ 2147483647 w 545"/>
              <a:gd name="T5" fmla="*/ 2147483647 h 318"/>
              <a:gd name="T6" fmla="*/ 2147483647 w 545"/>
              <a:gd name="T7" fmla="*/ 2147483647 h 318"/>
              <a:gd name="T8" fmla="*/ 2147483647 w 545"/>
              <a:gd name="T9" fmla="*/ 2147483647 h 3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45"/>
              <a:gd name="T16" fmla="*/ 0 h 318"/>
              <a:gd name="T17" fmla="*/ 545 w 545"/>
              <a:gd name="T18" fmla="*/ 318 h 3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45" h="318">
                <a:moveTo>
                  <a:pt x="249" y="23"/>
                </a:moveTo>
                <a:cubicBezTo>
                  <a:pt x="166" y="46"/>
                  <a:pt x="0" y="159"/>
                  <a:pt x="23" y="204"/>
                </a:cubicBezTo>
                <a:cubicBezTo>
                  <a:pt x="46" y="249"/>
                  <a:pt x="302" y="318"/>
                  <a:pt x="385" y="295"/>
                </a:cubicBezTo>
                <a:cubicBezTo>
                  <a:pt x="468" y="272"/>
                  <a:pt x="545" y="113"/>
                  <a:pt x="522" y="68"/>
                </a:cubicBezTo>
                <a:cubicBezTo>
                  <a:pt x="499" y="23"/>
                  <a:pt x="332" y="0"/>
                  <a:pt x="249" y="23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39" name="Freeform 42"/>
          <p:cNvSpPr>
            <a:spLocks/>
          </p:cNvSpPr>
          <p:nvPr/>
        </p:nvSpPr>
        <p:spPr bwMode="auto">
          <a:xfrm>
            <a:off x="962025" y="2911475"/>
            <a:ext cx="1931988" cy="1416050"/>
          </a:xfrm>
          <a:custGeom>
            <a:avLst/>
            <a:gdLst>
              <a:gd name="T0" fmla="*/ 2147483647 w 1217"/>
              <a:gd name="T1" fmla="*/ 2147483647 h 892"/>
              <a:gd name="T2" fmla="*/ 2147483647 w 1217"/>
              <a:gd name="T3" fmla="*/ 2147483647 h 892"/>
              <a:gd name="T4" fmla="*/ 2147483647 w 1217"/>
              <a:gd name="T5" fmla="*/ 2147483647 h 892"/>
              <a:gd name="T6" fmla="*/ 2147483647 w 1217"/>
              <a:gd name="T7" fmla="*/ 2147483647 h 892"/>
              <a:gd name="T8" fmla="*/ 2147483647 w 1217"/>
              <a:gd name="T9" fmla="*/ 2147483647 h 892"/>
              <a:gd name="T10" fmla="*/ 2147483647 w 1217"/>
              <a:gd name="T11" fmla="*/ 2147483647 h 8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17"/>
              <a:gd name="T19" fmla="*/ 0 h 892"/>
              <a:gd name="T20" fmla="*/ 1217 w 1217"/>
              <a:gd name="T21" fmla="*/ 892 h 8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17" h="892">
                <a:moveTo>
                  <a:pt x="522" y="204"/>
                </a:moveTo>
                <a:cubicBezTo>
                  <a:pt x="261" y="306"/>
                  <a:pt x="0" y="408"/>
                  <a:pt x="23" y="521"/>
                </a:cubicBezTo>
                <a:cubicBezTo>
                  <a:pt x="46" y="634"/>
                  <a:pt x="469" y="876"/>
                  <a:pt x="658" y="884"/>
                </a:cubicBezTo>
                <a:cubicBezTo>
                  <a:pt x="847" y="892"/>
                  <a:pt x="1097" y="703"/>
                  <a:pt x="1157" y="567"/>
                </a:cubicBezTo>
                <a:cubicBezTo>
                  <a:pt x="1217" y="431"/>
                  <a:pt x="1119" y="136"/>
                  <a:pt x="1021" y="68"/>
                </a:cubicBezTo>
                <a:cubicBezTo>
                  <a:pt x="923" y="0"/>
                  <a:pt x="745" y="79"/>
                  <a:pt x="568" y="15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12E85A-0C36-4E0B-A116-CD97D8995B8F}" type="slidenum">
              <a:rPr lang="en-US" altLang="zh-CN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8192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路的起点与终点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路的长度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跳数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hop number?); 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平凡路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需要注意的是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有向图中的路须按边的方向走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有向图中的路可称为有向路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02202E-366B-45C2-9789-A86A290E4D9B}" type="slidenum">
              <a:rPr lang="en-US" altLang="zh-CN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8294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>
              <a:latin typeface="Times New Roman" pitchFamily="18" charset="0"/>
            </a:endParaRPr>
          </a:p>
          <a:p>
            <a:pPr eaLnBrk="1" hangingPunct="1"/>
            <a:endParaRPr lang="en-US" altLang="zh-CN">
              <a:latin typeface="Times New Roman" pitchFamily="18" charset="0"/>
            </a:endParaRPr>
          </a:p>
          <a:p>
            <a:pPr eaLnBrk="1" hangingPunct="1"/>
            <a:endParaRPr lang="en-US" altLang="zh-CN">
              <a:latin typeface="Times New Roman" pitchFamily="18" charset="0"/>
            </a:endParaRPr>
          </a:p>
          <a:p>
            <a:pPr eaLnBrk="1" hangingPunct="1"/>
            <a:endParaRPr lang="en-US" altLang="zh-CN"/>
          </a:p>
        </p:txBody>
      </p:sp>
      <p:graphicFrame>
        <p:nvGraphicFramePr>
          <p:cNvPr id="82948" name="Object 3"/>
          <p:cNvGraphicFramePr>
            <a:graphicFrameLocks noChangeAspect="1"/>
          </p:cNvGraphicFramePr>
          <p:nvPr/>
        </p:nvGraphicFramePr>
        <p:xfrm>
          <a:off x="1116013" y="476250"/>
          <a:ext cx="273526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1943" imgH="133380" progId="Equation.3">
                  <p:embed/>
                </p:oleObj>
              </mc:Choice>
              <mc:Fallback>
                <p:oleObj name="Equation" r:id="rId2" imgW="961943" imgH="1333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6250"/>
                        <a:ext cx="273526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4"/>
          <p:cNvGraphicFramePr>
            <a:graphicFrameLocks noChangeAspect="1"/>
          </p:cNvGraphicFramePr>
          <p:nvPr/>
        </p:nvGraphicFramePr>
        <p:xfrm>
          <a:off x="1547813" y="1412875"/>
          <a:ext cx="15811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14333" imgH="133380" progId="Equation.3">
                  <p:embed/>
                </p:oleObj>
              </mc:Choice>
              <mc:Fallback>
                <p:oleObj name="公式" r:id="rId4" imgW="514333" imgH="1333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12875"/>
                        <a:ext cx="15811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5"/>
          <p:cNvGraphicFramePr>
            <a:graphicFrameLocks noChangeAspect="1"/>
          </p:cNvGraphicFramePr>
          <p:nvPr/>
        </p:nvGraphicFramePr>
        <p:xfrm>
          <a:off x="1692275" y="2420938"/>
          <a:ext cx="12858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0067" imgH="133380" progId="Equation.3">
                  <p:embed/>
                </p:oleObj>
              </mc:Choice>
              <mc:Fallback>
                <p:oleObj name="公式" r:id="rId6" imgW="400067" imgH="1333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20938"/>
                        <a:ext cx="12858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6"/>
          <p:cNvGraphicFramePr>
            <a:graphicFrameLocks noChangeAspect="1"/>
          </p:cNvGraphicFramePr>
          <p:nvPr/>
        </p:nvGraphicFramePr>
        <p:xfrm>
          <a:off x="5580063" y="476250"/>
          <a:ext cx="2076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04777" imgH="133380" progId="Equation.3">
                  <p:embed/>
                </p:oleObj>
              </mc:Choice>
              <mc:Fallback>
                <p:oleObj name="Equation" r:id="rId8" imgW="704777" imgH="1333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76250"/>
                        <a:ext cx="2076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7"/>
          <p:cNvGraphicFramePr>
            <a:graphicFrameLocks noChangeAspect="1"/>
          </p:cNvGraphicFramePr>
          <p:nvPr/>
        </p:nvGraphicFramePr>
        <p:xfrm>
          <a:off x="5991225" y="1412875"/>
          <a:ext cx="12525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90612" imgH="133380" progId="Equation.3">
                  <p:embed/>
                </p:oleObj>
              </mc:Choice>
              <mc:Fallback>
                <p:oleObj name="公式" r:id="rId10" imgW="390612" imgH="1333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1412875"/>
                        <a:ext cx="1252538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8"/>
          <p:cNvGraphicFramePr>
            <a:graphicFrameLocks noChangeAspect="1"/>
          </p:cNvGraphicFramePr>
          <p:nvPr/>
        </p:nvGraphicFramePr>
        <p:xfrm>
          <a:off x="6069013" y="2420938"/>
          <a:ext cx="9556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6346" imgH="133380" progId="Equation.3">
                  <p:embed/>
                </p:oleObj>
              </mc:Choice>
              <mc:Fallback>
                <p:oleObj name="公式" r:id="rId12" imgW="276346" imgH="1333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013" y="2420938"/>
                        <a:ext cx="9556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4" name="Rectangle 9"/>
          <p:cNvSpPr>
            <a:spLocks noChangeArrowheads="1"/>
          </p:cNvSpPr>
          <p:nvPr/>
        </p:nvSpPr>
        <p:spPr bwMode="auto">
          <a:xfrm>
            <a:off x="1403350" y="1341438"/>
            <a:ext cx="1944688" cy="1871662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5" name="Rectangle 10"/>
          <p:cNvSpPr>
            <a:spLocks noChangeArrowheads="1"/>
          </p:cNvSpPr>
          <p:nvPr/>
        </p:nvSpPr>
        <p:spPr bwMode="auto">
          <a:xfrm>
            <a:off x="5724128" y="1412875"/>
            <a:ext cx="1728663" cy="180022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CE8BF-A5CE-4802-9570-033CE847FB9A}" type="slidenum">
              <a:rPr lang="en-US" altLang="zh-CN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8397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不重复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的路称为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(path). 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不重复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的路称为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轨迹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(trail).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zh-Hans" altLang="en-US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Hans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zh-Hans" altLang="en-US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轨迹</a:t>
            </a:r>
            <a:r>
              <a:rPr lang="zh-Hans" altLang="en-US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US" altLang="zh-CN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路径是轨迹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但轨迹不一定是路径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83972" name="Object 3"/>
          <p:cNvGraphicFramePr>
            <a:graphicFrameLocks noChangeAspect="1"/>
          </p:cNvGraphicFramePr>
          <p:nvPr/>
        </p:nvGraphicFramePr>
        <p:xfrm>
          <a:off x="827088" y="4149725"/>
          <a:ext cx="2076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4777" imgH="133380" progId="Equation.3">
                  <p:embed/>
                </p:oleObj>
              </mc:Choice>
              <mc:Fallback>
                <p:oleObj name="Equation" r:id="rId2" imgW="704777" imgH="1333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149725"/>
                        <a:ext cx="2076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973" name="Picture 4" descr="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129711"/>
            <a:ext cx="2886075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6088EF2A-99D6-3545-A6B6-1458E65F6657}"/>
              </a:ext>
            </a:extLst>
          </p:cNvPr>
          <p:cNvCxnSpPr/>
          <p:nvPr/>
        </p:nvCxnSpPr>
        <p:spPr bwMode="auto">
          <a:xfrm flipV="1">
            <a:off x="971600" y="4725144"/>
            <a:ext cx="0" cy="432048"/>
          </a:xfrm>
          <a:prstGeom prst="straightConnector1">
            <a:avLst/>
          </a:prstGeom>
          <a:gradFill rotWithShape="1">
            <a:gsLst>
              <a:gs pos="0">
                <a:schemeClr val="accent1">
                  <a:alpha val="17000"/>
                </a:schemeClr>
              </a:gs>
              <a:gs pos="100000">
                <a:srgbClr val="0000CC"/>
              </a:gs>
            </a:gsLst>
            <a:lin ang="2700000" scaled="1"/>
          </a:gradFill>
          <a:ln w="38100" cap="flat" cmpd="thinThick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EB083F85-2141-E940-A7CD-1AB6AD9FAC20}"/>
              </a:ext>
            </a:extLst>
          </p:cNvPr>
          <p:cNvCxnSpPr/>
          <p:nvPr/>
        </p:nvCxnSpPr>
        <p:spPr bwMode="auto">
          <a:xfrm flipV="1">
            <a:off x="1547664" y="4725144"/>
            <a:ext cx="0" cy="432048"/>
          </a:xfrm>
          <a:prstGeom prst="straightConnector1">
            <a:avLst/>
          </a:prstGeom>
          <a:gradFill rotWithShape="1">
            <a:gsLst>
              <a:gs pos="0">
                <a:schemeClr val="accent1">
                  <a:alpha val="17000"/>
                </a:schemeClr>
              </a:gs>
              <a:gs pos="100000">
                <a:srgbClr val="0000CC"/>
              </a:gs>
            </a:gsLst>
            <a:lin ang="2700000" scaled="1"/>
          </a:gradFill>
          <a:ln w="38100" cap="flat" cmpd="thinThick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D224B6-70D0-4D0A-8214-BE0AB2D8CCD9}" type="slidenum">
              <a:rPr lang="en-US" altLang="zh-CN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8601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6-14</a:t>
            </a:r>
          </a:p>
          <a:p>
            <a:pPr eaLnBrk="1" hangingPunct="1">
              <a:lnSpc>
                <a:spcPct val="120000"/>
              </a:lnSpc>
            </a:pPr>
            <a:r>
              <a:rPr lang="zh-Hans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距离 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边数最少的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Hans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直径   </a:t>
            </a:r>
            <a:r>
              <a:rPr lang="en-US" altLang="zh-CN" b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diam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= max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u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).</a:t>
            </a:r>
          </a:p>
        </p:txBody>
      </p:sp>
      <p:pic>
        <p:nvPicPr>
          <p:cNvPr id="86020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349500"/>
            <a:ext cx="3783013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33B53C-4554-46A8-8C1D-161D8765ACCE}" type="slidenum">
              <a:rPr lang="en-US" altLang="zh-CN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8909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6.4.2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回路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6-15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起点与终点相同的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长度≥</a:t>
            </a: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(circuit).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不重复的回路称为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简单回路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(closed trail =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闭迹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除起点重复一次外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别的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均不重复的简单回路称为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圈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(cycle).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北京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环路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D94EFBE-DA17-0C19-6208-6C3BA2BD9DE1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07504" y="188444"/>
            <a:ext cx="8014791" cy="58705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 2" pitchFamily="18" charset="2"/>
              <a:buChar char="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 2" pitchFamily="18" charset="2"/>
              <a:buChar char="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zh-CN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1400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- 1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阶圈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i="1" kern="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n-</a:t>
            </a:r>
            <a:r>
              <a:rPr lang="en-US" altLang="zh-CN" b="1" kern="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的内部放置一个节点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并使之与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i="1" kern="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n-</a:t>
            </a:r>
            <a:r>
              <a:rPr lang="en-US" altLang="zh-CN" b="1" kern="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的每个节点邻接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这样得到的图称为</a:t>
            </a:r>
            <a:r>
              <a:rPr lang="en-US" altLang="zh-CN" b="1" i="1" kern="0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kern="0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阶轮图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kern="0" dirty="0" err="1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i="1" kern="0" baseline="-25000" dirty="0" err="1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kern="0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kern="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B41EFA-72CE-49B5-B665-53C4202BE5BE}" type="slidenum">
              <a:rPr lang="en-US" altLang="zh-CN"/>
              <a:pPr>
                <a:defRPr/>
              </a:pPr>
              <a:t>65</a:t>
            </a:fld>
            <a:endParaRPr lang="en-US" altLang="zh-CN"/>
          </a:p>
        </p:txBody>
      </p:sp>
      <p:sp>
        <p:nvSpPr>
          <p:cNvPr id="9011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marL="0" indent="0" eaLnBrk="1" hangingPunct="1">
              <a:buNone/>
            </a:pP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个节点的圈称为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90116" name="Oval 3"/>
          <p:cNvSpPr>
            <a:spLocks noChangeArrowheads="1"/>
          </p:cNvSpPr>
          <p:nvPr/>
        </p:nvSpPr>
        <p:spPr bwMode="auto">
          <a:xfrm>
            <a:off x="1258862" y="514579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7" name="Oval 4"/>
          <p:cNvSpPr>
            <a:spLocks noChangeArrowheads="1"/>
          </p:cNvSpPr>
          <p:nvPr/>
        </p:nvSpPr>
        <p:spPr bwMode="auto">
          <a:xfrm>
            <a:off x="4427512" y="81192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Oval 5"/>
          <p:cNvSpPr>
            <a:spLocks noChangeArrowheads="1"/>
          </p:cNvSpPr>
          <p:nvPr/>
        </p:nvSpPr>
        <p:spPr bwMode="auto">
          <a:xfrm>
            <a:off x="6299175" y="1162279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9" name="Freeform 6"/>
          <p:cNvSpPr>
            <a:spLocks/>
          </p:cNvSpPr>
          <p:nvPr/>
        </p:nvSpPr>
        <p:spPr bwMode="auto">
          <a:xfrm>
            <a:off x="1331887" y="201842"/>
            <a:ext cx="455613" cy="828675"/>
          </a:xfrm>
          <a:custGeom>
            <a:avLst/>
            <a:gdLst>
              <a:gd name="T0" fmla="*/ 0 w 287"/>
              <a:gd name="T1" fmla="*/ 2147483647 h 522"/>
              <a:gd name="T2" fmla="*/ 2147483647 w 287"/>
              <a:gd name="T3" fmla="*/ 2147483647 h 522"/>
              <a:gd name="T4" fmla="*/ 2147483647 w 287"/>
              <a:gd name="T5" fmla="*/ 2147483647 h 522"/>
              <a:gd name="T6" fmla="*/ 2147483647 w 287"/>
              <a:gd name="T7" fmla="*/ 2147483647 h 522"/>
              <a:gd name="T8" fmla="*/ 0 w 287"/>
              <a:gd name="T9" fmla="*/ 2147483647 h 5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7"/>
              <a:gd name="T16" fmla="*/ 0 h 522"/>
              <a:gd name="T17" fmla="*/ 287 w 287"/>
              <a:gd name="T18" fmla="*/ 522 h 5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7" h="522">
                <a:moveTo>
                  <a:pt x="0" y="197"/>
                </a:moveTo>
                <a:cubicBezTo>
                  <a:pt x="45" y="98"/>
                  <a:pt x="91" y="0"/>
                  <a:pt x="136" y="15"/>
                </a:cubicBezTo>
                <a:cubicBezTo>
                  <a:pt x="181" y="30"/>
                  <a:pt x="287" y="204"/>
                  <a:pt x="272" y="287"/>
                </a:cubicBezTo>
                <a:cubicBezTo>
                  <a:pt x="257" y="370"/>
                  <a:pt x="90" y="506"/>
                  <a:pt x="45" y="514"/>
                </a:cubicBezTo>
                <a:cubicBezTo>
                  <a:pt x="0" y="522"/>
                  <a:pt x="7" y="363"/>
                  <a:pt x="0" y="33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0" name="Freeform 7"/>
          <p:cNvSpPr>
            <a:spLocks/>
          </p:cNvSpPr>
          <p:nvPr/>
        </p:nvSpPr>
        <p:spPr bwMode="auto">
          <a:xfrm>
            <a:off x="2482825" y="154217"/>
            <a:ext cx="360362" cy="1008062"/>
          </a:xfrm>
          <a:custGeom>
            <a:avLst/>
            <a:gdLst>
              <a:gd name="T0" fmla="*/ 2147483647 w 227"/>
              <a:gd name="T1" fmla="*/ 0 h 635"/>
              <a:gd name="T2" fmla="*/ 0 w 227"/>
              <a:gd name="T3" fmla="*/ 2147483647 h 635"/>
              <a:gd name="T4" fmla="*/ 2147483647 w 227"/>
              <a:gd name="T5" fmla="*/ 2147483647 h 635"/>
              <a:gd name="T6" fmla="*/ 0 60000 65536"/>
              <a:gd name="T7" fmla="*/ 0 60000 65536"/>
              <a:gd name="T8" fmla="*/ 0 60000 65536"/>
              <a:gd name="T9" fmla="*/ 0 w 227"/>
              <a:gd name="T10" fmla="*/ 0 h 635"/>
              <a:gd name="T11" fmla="*/ 227 w 227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635">
                <a:moveTo>
                  <a:pt x="227" y="0"/>
                </a:moveTo>
                <a:cubicBezTo>
                  <a:pt x="113" y="83"/>
                  <a:pt x="0" y="166"/>
                  <a:pt x="0" y="272"/>
                </a:cubicBezTo>
                <a:cubicBezTo>
                  <a:pt x="0" y="378"/>
                  <a:pt x="113" y="506"/>
                  <a:pt x="227" y="6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1" name="Freeform 8"/>
          <p:cNvSpPr>
            <a:spLocks/>
          </p:cNvSpPr>
          <p:nvPr/>
        </p:nvSpPr>
        <p:spPr bwMode="auto">
          <a:xfrm>
            <a:off x="2843187" y="154217"/>
            <a:ext cx="515938" cy="1008062"/>
          </a:xfrm>
          <a:custGeom>
            <a:avLst/>
            <a:gdLst>
              <a:gd name="T0" fmla="*/ 0 w 325"/>
              <a:gd name="T1" fmla="*/ 0 h 635"/>
              <a:gd name="T2" fmla="*/ 2147483647 w 325"/>
              <a:gd name="T3" fmla="*/ 2147483647 h 635"/>
              <a:gd name="T4" fmla="*/ 2147483647 w 325"/>
              <a:gd name="T5" fmla="*/ 2147483647 h 635"/>
              <a:gd name="T6" fmla="*/ 0 60000 65536"/>
              <a:gd name="T7" fmla="*/ 0 60000 65536"/>
              <a:gd name="T8" fmla="*/ 0 60000 65536"/>
              <a:gd name="T9" fmla="*/ 0 w 325"/>
              <a:gd name="T10" fmla="*/ 0 h 635"/>
              <a:gd name="T11" fmla="*/ 325 w 325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5" h="635">
                <a:moveTo>
                  <a:pt x="0" y="0"/>
                </a:moveTo>
                <a:cubicBezTo>
                  <a:pt x="155" y="37"/>
                  <a:pt x="311" y="75"/>
                  <a:pt x="318" y="181"/>
                </a:cubicBezTo>
                <a:cubicBezTo>
                  <a:pt x="325" y="287"/>
                  <a:pt x="185" y="461"/>
                  <a:pt x="45" y="6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2" name="Line 9"/>
          <p:cNvSpPr>
            <a:spLocks noChangeShapeType="1"/>
          </p:cNvSpPr>
          <p:nvPr/>
        </p:nvSpPr>
        <p:spPr bwMode="auto">
          <a:xfrm flipH="1">
            <a:off x="4356075" y="154217"/>
            <a:ext cx="142875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3" name="Line 10"/>
          <p:cNvSpPr>
            <a:spLocks noChangeShapeType="1"/>
          </p:cNvSpPr>
          <p:nvPr/>
        </p:nvSpPr>
        <p:spPr bwMode="auto">
          <a:xfrm flipV="1">
            <a:off x="4356075" y="873354"/>
            <a:ext cx="8636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4" name="Line 11"/>
          <p:cNvSpPr>
            <a:spLocks noChangeShapeType="1"/>
          </p:cNvSpPr>
          <p:nvPr/>
        </p:nvSpPr>
        <p:spPr bwMode="auto">
          <a:xfrm flipH="1" flipV="1">
            <a:off x="4498950" y="154217"/>
            <a:ext cx="720725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5" name="Line 12"/>
          <p:cNvSpPr>
            <a:spLocks noChangeShapeType="1"/>
          </p:cNvSpPr>
          <p:nvPr/>
        </p:nvSpPr>
        <p:spPr bwMode="auto">
          <a:xfrm>
            <a:off x="6299175" y="225654"/>
            <a:ext cx="730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6" name="Line 13"/>
          <p:cNvSpPr>
            <a:spLocks noChangeShapeType="1"/>
          </p:cNvSpPr>
          <p:nvPr/>
        </p:nvSpPr>
        <p:spPr bwMode="auto">
          <a:xfrm flipV="1">
            <a:off x="6372200" y="946379"/>
            <a:ext cx="792162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7" name="Line 14"/>
          <p:cNvSpPr>
            <a:spLocks noChangeShapeType="1"/>
          </p:cNvSpPr>
          <p:nvPr/>
        </p:nvSpPr>
        <p:spPr bwMode="auto">
          <a:xfrm flipV="1">
            <a:off x="7164362" y="81192"/>
            <a:ext cx="2159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8" name="Line 15"/>
          <p:cNvSpPr>
            <a:spLocks noChangeShapeType="1"/>
          </p:cNvSpPr>
          <p:nvPr/>
        </p:nvSpPr>
        <p:spPr bwMode="auto">
          <a:xfrm flipH="1">
            <a:off x="6227737" y="81192"/>
            <a:ext cx="10795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9" name="Oval 16"/>
          <p:cNvSpPr>
            <a:spLocks noChangeArrowheads="1"/>
          </p:cNvSpPr>
          <p:nvPr/>
        </p:nvSpPr>
        <p:spPr bwMode="auto">
          <a:xfrm>
            <a:off x="2771750" y="81192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0" name="Oval 17"/>
          <p:cNvSpPr>
            <a:spLocks noChangeArrowheads="1"/>
          </p:cNvSpPr>
          <p:nvPr/>
        </p:nvSpPr>
        <p:spPr bwMode="auto">
          <a:xfrm>
            <a:off x="2843187" y="1090842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1" name="Oval 18"/>
          <p:cNvSpPr>
            <a:spLocks noChangeArrowheads="1"/>
          </p:cNvSpPr>
          <p:nvPr/>
        </p:nvSpPr>
        <p:spPr bwMode="auto">
          <a:xfrm>
            <a:off x="4283050" y="1090842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2" name="Oval 19"/>
          <p:cNvSpPr>
            <a:spLocks noChangeArrowheads="1"/>
          </p:cNvSpPr>
          <p:nvPr/>
        </p:nvSpPr>
        <p:spPr bwMode="auto">
          <a:xfrm>
            <a:off x="5148237" y="801917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3" name="Oval 20"/>
          <p:cNvSpPr>
            <a:spLocks noChangeArrowheads="1"/>
          </p:cNvSpPr>
          <p:nvPr/>
        </p:nvSpPr>
        <p:spPr bwMode="auto">
          <a:xfrm>
            <a:off x="6227737" y="154217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4" name="Oval 21"/>
          <p:cNvSpPr>
            <a:spLocks noChangeArrowheads="1"/>
          </p:cNvSpPr>
          <p:nvPr/>
        </p:nvSpPr>
        <p:spPr bwMode="auto">
          <a:xfrm>
            <a:off x="7038950" y="840017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5" name="Oval 22"/>
          <p:cNvSpPr>
            <a:spLocks noChangeArrowheads="1"/>
          </p:cNvSpPr>
          <p:nvPr/>
        </p:nvSpPr>
        <p:spPr bwMode="auto">
          <a:xfrm>
            <a:off x="7273900" y="9754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6" name="Oval 23"/>
          <p:cNvSpPr>
            <a:spLocks noChangeArrowheads="1"/>
          </p:cNvSpPr>
          <p:nvPr/>
        </p:nvSpPr>
        <p:spPr bwMode="auto">
          <a:xfrm>
            <a:off x="2892656" y="1988459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7" name="Oval 24"/>
          <p:cNvSpPr>
            <a:spLocks noChangeArrowheads="1"/>
          </p:cNvSpPr>
          <p:nvPr/>
        </p:nvSpPr>
        <p:spPr bwMode="auto">
          <a:xfrm>
            <a:off x="2324101" y="29972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8" name="Oval 25"/>
          <p:cNvSpPr>
            <a:spLocks noChangeArrowheads="1"/>
          </p:cNvSpPr>
          <p:nvPr/>
        </p:nvSpPr>
        <p:spPr bwMode="auto">
          <a:xfrm>
            <a:off x="3044826" y="38623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9" name="Oval 26"/>
          <p:cNvSpPr>
            <a:spLocks noChangeArrowheads="1"/>
          </p:cNvSpPr>
          <p:nvPr/>
        </p:nvSpPr>
        <p:spPr bwMode="auto">
          <a:xfrm>
            <a:off x="4216401" y="38274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0" name="Oval 27"/>
          <p:cNvSpPr>
            <a:spLocks noChangeArrowheads="1"/>
          </p:cNvSpPr>
          <p:nvPr/>
        </p:nvSpPr>
        <p:spPr bwMode="auto">
          <a:xfrm>
            <a:off x="4700588" y="28543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1" name="Oval 28"/>
          <p:cNvSpPr>
            <a:spLocks noChangeArrowheads="1"/>
          </p:cNvSpPr>
          <p:nvPr/>
        </p:nvSpPr>
        <p:spPr bwMode="auto">
          <a:xfrm>
            <a:off x="4225081" y="1965474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2" name="Line 29"/>
          <p:cNvSpPr>
            <a:spLocks noChangeShapeType="1"/>
          </p:cNvSpPr>
          <p:nvPr/>
        </p:nvSpPr>
        <p:spPr bwMode="auto">
          <a:xfrm flipH="1">
            <a:off x="2397126" y="2062163"/>
            <a:ext cx="576262" cy="10080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43" name="Line 30"/>
          <p:cNvSpPr>
            <a:spLocks noChangeShapeType="1"/>
          </p:cNvSpPr>
          <p:nvPr/>
        </p:nvSpPr>
        <p:spPr bwMode="auto">
          <a:xfrm>
            <a:off x="2397126" y="3070225"/>
            <a:ext cx="719137" cy="86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44" name="Line 31"/>
          <p:cNvSpPr>
            <a:spLocks noChangeShapeType="1"/>
          </p:cNvSpPr>
          <p:nvPr/>
        </p:nvSpPr>
        <p:spPr bwMode="auto">
          <a:xfrm>
            <a:off x="3116263" y="3929063"/>
            <a:ext cx="11525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45" name="Line 32"/>
          <p:cNvSpPr>
            <a:spLocks noChangeShapeType="1"/>
          </p:cNvSpPr>
          <p:nvPr/>
        </p:nvSpPr>
        <p:spPr bwMode="auto">
          <a:xfrm flipV="1">
            <a:off x="4340226" y="2997200"/>
            <a:ext cx="433387" cy="8651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46" name="Line 33"/>
          <p:cNvSpPr>
            <a:spLocks noChangeShapeType="1"/>
          </p:cNvSpPr>
          <p:nvPr/>
        </p:nvSpPr>
        <p:spPr bwMode="auto">
          <a:xfrm flipH="1">
            <a:off x="2987650" y="2062163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014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247740"/>
              </p:ext>
            </p:extLst>
          </p:nvPr>
        </p:nvGraphicFramePr>
        <p:xfrm>
          <a:off x="4278313" y="2133600"/>
          <a:ext cx="595313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632" imgH="95310" progId="Equation.3">
                  <p:embed/>
                </p:oleObj>
              </mc:Choice>
              <mc:Fallback>
                <p:oleObj name="公式" r:id="rId2" imgW="85632" imgH="9531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3" y="2133600"/>
                        <a:ext cx="595313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Oval 3">
            <a:extLst>
              <a:ext uri="{FF2B5EF4-FFF2-40B4-BE49-F238E27FC236}">
                <a16:creationId xmlns:a16="http://schemas.microsoft.com/office/drawing/2014/main" id="{FF40F0DF-7185-1EAE-1923-BA0F858D7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454" y="5012159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C6B63417-273A-5E45-C96C-E0E62131D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754" y="5732884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4A79DA21-CE4F-2780-51C1-B919F17BA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191" y="5085184"/>
            <a:ext cx="1368425" cy="13684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F056D943-3809-980C-3D1D-5087884C4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454" y="6380584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F2269F60-4275-506A-F7A4-D96BB0D6A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7179" y="5732884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20F317F4-46FC-9841-7AD8-9892E8549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454" y="5732884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F7631FAD-F080-C634-12D2-2AF488A04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479" y="5085184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D9970736-90A8-ED44-7595-931BC3E88A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479" y="5804322"/>
            <a:ext cx="7191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70943680-AFF5-3C5A-413A-0548A3948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479" y="5804322"/>
            <a:ext cx="0" cy="6492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949CDCE0-96AE-73BC-E632-7E135AAA7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8754" y="5804322"/>
            <a:ext cx="7207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5296FB12-61F8-1A92-305C-65B555897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566676"/>
              </p:ext>
            </p:extLst>
          </p:nvPr>
        </p:nvGraphicFramePr>
        <p:xfrm>
          <a:off x="5423129" y="6357552"/>
          <a:ext cx="5254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812" imgH="133380" progId="Equation.3">
                  <p:embed/>
                </p:oleObj>
              </mc:Choice>
              <mc:Fallback>
                <p:oleObj name="公式" r:id="rId4" imgW="104812" imgH="133380" progId="Equation.3">
                  <p:embed/>
                  <p:pic>
                    <p:nvPicPr>
                      <p:cNvPr id="9115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3129" y="6357552"/>
                        <a:ext cx="52546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63BBA7-4DEC-4C07-B0B9-B17F4F46B6C5}" type="slidenum">
              <a:rPr lang="en-US" altLang="zh-CN"/>
              <a:pPr>
                <a:defRPr/>
              </a:pPr>
              <a:t>66</a:t>
            </a:fld>
            <a:endParaRPr lang="en-US" altLang="zh-CN"/>
          </a:p>
        </p:txBody>
      </p:sp>
      <p:sp>
        <p:nvSpPr>
          <p:cNvPr id="9216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若存在从节点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一条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简单回路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则存在一条从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长度≤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2164" name="Oval 3"/>
          <p:cNvSpPr>
            <a:spLocks noChangeArrowheads="1"/>
          </p:cNvSpPr>
          <p:nvPr/>
        </p:nvSpPr>
        <p:spPr bwMode="auto">
          <a:xfrm>
            <a:off x="2195513" y="33575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Line 4"/>
          <p:cNvSpPr>
            <a:spLocks noChangeShapeType="1"/>
          </p:cNvSpPr>
          <p:nvPr/>
        </p:nvSpPr>
        <p:spPr bwMode="auto">
          <a:xfrm>
            <a:off x="2268538" y="34290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6" name="Oval 5"/>
          <p:cNvSpPr>
            <a:spLocks noChangeArrowheads="1"/>
          </p:cNvSpPr>
          <p:nvPr/>
        </p:nvSpPr>
        <p:spPr bwMode="auto">
          <a:xfrm>
            <a:off x="2843213" y="33575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Oval 6"/>
          <p:cNvSpPr>
            <a:spLocks noChangeArrowheads="1"/>
          </p:cNvSpPr>
          <p:nvPr/>
        </p:nvSpPr>
        <p:spPr bwMode="auto">
          <a:xfrm>
            <a:off x="3348038" y="40767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Oval 7"/>
          <p:cNvSpPr>
            <a:spLocks noChangeArrowheads="1"/>
          </p:cNvSpPr>
          <p:nvPr/>
        </p:nvSpPr>
        <p:spPr bwMode="auto">
          <a:xfrm>
            <a:off x="3924300" y="33575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Oval 8"/>
          <p:cNvSpPr>
            <a:spLocks noChangeArrowheads="1"/>
          </p:cNvSpPr>
          <p:nvPr/>
        </p:nvSpPr>
        <p:spPr bwMode="auto">
          <a:xfrm>
            <a:off x="3419475" y="28527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0" name="Line 9"/>
          <p:cNvSpPr>
            <a:spLocks noChangeShapeType="1"/>
          </p:cNvSpPr>
          <p:nvPr/>
        </p:nvSpPr>
        <p:spPr bwMode="auto">
          <a:xfrm>
            <a:off x="2916238" y="3429000"/>
            <a:ext cx="503237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1" name="Line 10"/>
          <p:cNvSpPr>
            <a:spLocks noChangeShapeType="1"/>
          </p:cNvSpPr>
          <p:nvPr/>
        </p:nvSpPr>
        <p:spPr bwMode="auto">
          <a:xfrm flipV="1">
            <a:off x="3419475" y="3429000"/>
            <a:ext cx="5762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2" name="Line 11"/>
          <p:cNvSpPr>
            <a:spLocks noChangeShapeType="1"/>
          </p:cNvSpPr>
          <p:nvPr/>
        </p:nvSpPr>
        <p:spPr bwMode="auto">
          <a:xfrm>
            <a:off x="3492500" y="2924175"/>
            <a:ext cx="50323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3" name="Line 12"/>
          <p:cNvSpPr>
            <a:spLocks noChangeShapeType="1"/>
          </p:cNvSpPr>
          <p:nvPr/>
        </p:nvSpPr>
        <p:spPr bwMode="auto">
          <a:xfrm flipH="1">
            <a:off x="2916238" y="2924175"/>
            <a:ext cx="5762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174" name="Object 13"/>
          <p:cNvGraphicFramePr>
            <a:graphicFrameLocks noChangeAspect="1"/>
          </p:cNvGraphicFramePr>
          <p:nvPr/>
        </p:nvGraphicFramePr>
        <p:xfrm>
          <a:off x="1692275" y="3068638"/>
          <a:ext cx="4270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723" imgH="133380" progId="Equation.3">
                  <p:embed/>
                </p:oleObj>
              </mc:Choice>
              <mc:Fallback>
                <p:oleObj name="公式" r:id="rId2" imgW="66723" imgH="1333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068638"/>
                        <a:ext cx="4270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5" name="Oval 14"/>
          <p:cNvSpPr>
            <a:spLocks noChangeArrowheads="1"/>
          </p:cNvSpPr>
          <p:nvPr/>
        </p:nvSpPr>
        <p:spPr bwMode="auto">
          <a:xfrm>
            <a:off x="5292725" y="32845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6" name="Oval 15"/>
          <p:cNvSpPr>
            <a:spLocks noChangeArrowheads="1"/>
          </p:cNvSpPr>
          <p:nvPr/>
        </p:nvSpPr>
        <p:spPr bwMode="auto">
          <a:xfrm>
            <a:off x="5940425" y="25654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7" name="Oval 16"/>
          <p:cNvSpPr>
            <a:spLocks noChangeArrowheads="1"/>
          </p:cNvSpPr>
          <p:nvPr/>
        </p:nvSpPr>
        <p:spPr bwMode="auto">
          <a:xfrm>
            <a:off x="6732588" y="29972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8" name="Oval 17"/>
          <p:cNvSpPr>
            <a:spLocks noChangeArrowheads="1"/>
          </p:cNvSpPr>
          <p:nvPr/>
        </p:nvSpPr>
        <p:spPr bwMode="auto">
          <a:xfrm>
            <a:off x="5867400" y="41497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9" name="Oval 18"/>
          <p:cNvSpPr>
            <a:spLocks noChangeArrowheads="1"/>
          </p:cNvSpPr>
          <p:nvPr/>
        </p:nvSpPr>
        <p:spPr bwMode="auto">
          <a:xfrm>
            <a:off x="6732588" y="40052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0" name="Line 19"/>
          <p:cNvSpPr>
            <a:spLocks noChangeShapeType="1"/>
          </p:cNvSpPr>
          <p:nvPr/>
        </p:nvSpPr>
        <p:spPr bwMode="auto">
          <a:xfrm>
            <a:off x="5364163" y="3357563"/>
            <a:ext cx="5762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1" name="Line 20"/>
          <p:cNvSpPr>
            <a:spLocks noChangeShapeType="1"/>
          </p:cNvSpPr>
          <p:nvPr/>
        </p:nvSpPr>
        <p:spPr bwMode="auto">
          <a:xfrm flipH="1">
            <a:off x="5940425" y="2636838"/>
            <a:ext cx="71438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2" name="Line 21"/>
          <p:cNvSpPr>
            <a:spLocks noChangeShapeType="1"/>
          </p:cNvSpPr>
          <p:nvPr/>
        </p:nvSpPr>
        <p:spPr bwMode="auto">
          <a:xfrm flipV="1">
            <a:off x="5364163" y="3068638"/>
            <a:ext cx="1439862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3" name="Line 22"/>
          <p:cNvSpPr>
            <a:spLocks noChangeShapeType="1"/>
          </p:cNvSpPr>
          <p:nvPr/>
        </p:nvSpPr>
        <p:spPr bwMode="auto">
          <a:xfrm flipH="1">
            <a:off x="5364163" y="2636838"/>
            <a:ext cx="6477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4" name="Line 23"/>
          <p:cNvSpPr>
            <a:spLocks noChangeShapeType="1"/>
          </p:cNvSpPr>
          <p:nvPr/>
        </p:nvSpPr>
        <p:spPr bwMode="auto">
          <a:xfrm flipH="1">
            <a:off x="6804025" y="3068638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5" name="Line 24"/>
          <p:cNvSpPr>
            <a:spLocks noChangeShapeType="1"/>
          </p:cNvSpPr>
          <p:nvPr/>
        </p:nvSpPr>
        <p:spPr bwMode="auto">
          <a:xfrm flipH="1">
            <a:off x="5867400" y="4076700"/>
            <a:ext cx="936625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6" name="Line 25"/>
          <p:cNvSpPr>
            <a:spLocks noChangeShapeType="1"/>
          </p:cNvSpPr>
          <p:nvPr/>
        </p:nvSpPr>
        <p:spPr bwMode="auto">
          <a:xfrm>
            <a:off x="5364163" y="3357563"/>
            <a:ext cx="1512887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DA1643-7B61-47A8-94EE-FA3B3295DF7A}" type="slidenum">
              <a:rPr lang="en-US" altLang="zh-CN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9318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下面的定理很有用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采用“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最长路径法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”技巧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6-3 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在无向图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若任意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)≥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中存在圈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不妨设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是简单图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中选取一条最长的路径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</p:txBody>
      </p:sp>
      <p:sp>
        <p:nvSpPr>
          <p:cNvPr id="93188" name="Oval 3"/>
          <p:cNvSpPr>
            <a:spLocks noChangeArrowheads="1"/>
          </p:cNvSpPr>
          <p:nvPr/>
        </p:nvSpPr>
        <p:spPr bwMode="auto">
          <a:xfrm>
            <a:off x="2124075" y="40052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89" name="Oval 4"/>
          <p:cNvSpPr>
            <a:spLocks noChangeArrowheads="1"/>
          </p:cNvSpPr>
          <p:nvPr/>
        </p:nvSpPr>
        <p:spPr bwMode="auto">
          <a:xfrm>
            <a:off x="3132138" y="40052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0" name="Oval 5"/>
          <p:cNvSpPr>
            <a:spLocks noChangeArrowheads="1"/>
          </p:cNvSpPr>
          <p:nvPr/>
        </p:nvSpPr>
        <p:spPr bwMode="auto">
          <a:xfrm>
            <a:off x="3995738" y="40052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1" name="Oval 6"/>
          <p:cNvSpPr>
            <a:spLocks noChangeArrowheads="1"/>
          </p:cNvSpPr>
          <p:nvPr/>
        </p:nvSpPr>
        <p:spPr bwMode="auto">
          <a:xfrm>
            <a:off x="4932363" y="46529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2" name="Oval 7"/>
          <p:cNvSpPr>
            <a:spLocks noChangeArrowheads="1"/>
          </p:cNvSpPr>
          <p:nvPr/>
        </p:nvSpPr>
        <p:spPr bwMode="auto">
          <a:xfrm>
            <a:off x="5580063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3" name="Line 8"/>
          <p:cNvSpPr>
            <a:spLocks noChangeShapeType="1"/>
          </p:cNvSpPr>
          <p:nvPr/>
        </p:nvSpPr>
        <p:spPr bwMode="auto">
          <a:xfrm>
            <a:off x="2195513" y="4076700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4" name="Line 9"/>
          <p:cNvSpPr>
            <a:spLocks noChangeShapeType="1"/>
          </p:cNvSpPr>
          <p:nvPr/>
        </p:nvSpPr>
        <p:spPr bwMode="auto">
          <a:xfrm>
            <a:off x="3203575" y="40767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5" name="Line 10"/>
          <p:cNvSpPr>
            <a:spLocks noChangeShapeType="1"/>
          </p:cNvSpPr>
          <p:nvPr/>
        </p:nvSpPr>
        <p:spPr bwMode="auto">
          <a:xfrm>
            <a:off x="4067175" y="4076700"/>
            <a:ext cx="936625" cy="647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6" name="Line 11"/>
          <p:cNvSpPr>
            <a:spLocks noChangeShapeType="1"/>
          </p:cNvSpPr>
          <p:nvPr/>
        </p:nvSpPr>
        <p:spPr bwMode="auto">
          <a:xfrm>
            <a:off x="5003800" y="4724400"/>
            <a:ext cx="647700" cy="7207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197" name="Object 12"/>
          <p:cNvGraphicFramePr>
            <a:graphicFrameLocks noChangeAspect="1"/>
          </p:cNvGraphicFramePr>
          <p:nvPr/>
        </p:nvGraphicFramePr>
        <p:xfrm>
          <a:off x="1547813" y="3789363"/>
          <a:ext cx="42703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723" imgH="133380" progId="Equation.3">
                  <p:embed/>
                </p:oleObj>
              </mc:Choice>
              <mc:Fallback>
                <p:oleObj name="公式" r:id="rId2" imgW="66723" imgH="1333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789363"/>
                        <a:ext cx="42703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8" name="Object 13"/>
          <p:cNvGraphicFramePr>
            <a:graphicFrameLocks noChangeAspect="1"/>
          </p:cNvGraphicFramePr>
          <p:nvPr/>
        </p:nvGraphicFramePr>
        <p:xfrm>
          <a:off x="3019425" y="3300413"/>
          <a:ext cx="3619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543" imgH="123930" progId="Equation.3">
                  <p:embed/>
                </p:oleObj>
              </mc:Choice>
              <mc:Fallback>
                <p:oleObj name="公式" r:id="rId4" imgW="47543" imgH="1239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3300413"/>
                        <a:ext cx="3619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9" name="Object 14"/>
          <p:cNvGraphicFramePr>
            <a:graphicFrameLocks noChangeAspect="1"/>
          </p:cNvGraphicFramePr>
          <p:nvPr/>
        </p:nvGraphicFramePr>
        <p:xfrm>
          <a:off x="3963988" y="3357563"/>
          <a:ext cx="42703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723" imgH="123930" progId="Equation.3">
                  <p:embed/>
                </p:oleObj>
              </mc:Choice>
              <mc:Fallback>
                <p:oleObj name="公式" r:id="rId6" imgW="66723" imgH="1239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3988" y="3357563"/>
                        <a:ext cx="427037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0" name="Object 15"/>
          <p:cNvGraphicFramePr>
            <a:graphicFrameLocks noChangeAspect="1"/>
          </p:cNvGraphicFramePr>
          <p:nvPr/>
        </p:nvGraphicFramePr>
        <p:xfrm>
          <a:off x="5003800" y="3989388"/>
          <a:ext cx="3619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543" imgH="133380" progId="Equation.3">
                  <p:embed/>
                </p:oleObj>
              </mc:Choice>
              <mc:Fallback>
                <p:oleObj name="公式" r:id="rId8" imgW="47543" imgH="1333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989388"/>
                        <a:ext cx="36195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1" name="Object 16"/>
          <p:cNvGraphicFramePr>
            <a:graphicFrameLocks noChangeAspect="1"/>
          </p:cNvGraphicFramePr>
          <p:nvPr/>
        </p:nvGraphicFramePr>
        <p:xfrm>
          <a:off x="5940425" y="5213350"/>
          <a:ext cx="3619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7543" imgH="133380" progId="Equation.3">
                  <p:embed/>
                </p:oleObj>
              </mc:Choice>
              <mc:Fallback>
                <p:oleObj name="公式" r:id="rId10" imgW="47543" imgH="1333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213350"/>
                        <a:ext cx="3619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2" name="Line 17"/>
          <p:cNvSpPr>
            <a:spLocks noChangeShapeType="1"/>
          </p:cNvSpPr>
          <p:nvPr/>
        </p:nvSpPr>
        <p:spPr bwMode="auto">
          <a:xfrm>
            <a:off x="2195513" y="4149725"/>
            <a:ext cx="2736850" cy="5746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AAA88-FB46-4641-8EFB-AF7D5426298C}" type="slidenum">
              <a:rPr lang="en-US" altLang="zh-CN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9421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是最长路径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邻接的节点必在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 ≤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邻接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中的一个圈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>
              <a:latin typeface="Times New Roman" pitchFamily="18" charset="0"/>
              <a:ea typeface="华文新魏" pitchFamily="2" charset="-122"/>
            </a:endParaRP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F09CD7-321B-4621-ACA5-DBD090FA3BA2}" type="slidenum">
              <a:rPr lang="en-US" altLang="zh-CN"/>
              <a:pPr>
                <a:defRPr/>
              </a:pPr>
              <a:t>69</a:t>
            </a:fld>
            <a:endParaRPr lang="en-US" altLang="zh-CN"/>
          </a:p>
        </p:txBody>
      </p:sp>
      <p:sp>
        <p:nvSpPr>
          <p:cNvPr id="18329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95236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95237" name="Group 4"/>
          <p:cNvGrpSpPr>
            <a:grpSpLocks/>
          </p:cNvGrpSpPr>
          <p:nvPr/>
        </p:nvGrpSpPr>
        <p:grpSpPr bwMode="auto">
          <a:xfrm>
            <a:off x="1476375" y="1844675"/>
            <a:ext cx="5181600" cy="508000"/>
            <a:chOff x="1419" y="1480"/>
            <a:chExt cx="3575" cy="363"/>
          </a:xfrm>
        </p:grpSpPr>
        <p:grpSp>
          <p:nvGrpSpPr>
            <p:cNvPr id="95254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8330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8330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</a:rPr>
                  <a:t>路</a:t>
                </a:r>
                <a:r>
                  <a:rPr lang="en-US" altLang="zh-CN">
                    <a:solidFill>
                      <a:schemeClr val="tx1"/>
                    </a:solidFill>
                  </a:rPr>
                  <a:t>(</a:t>
                </a:r>
                <a:r>
                  <a:rPr lang="zh-CN" altLang="en-US">
                    <a:solidFill>
                      <a:srgbClr val="003300"/>
                    </a:solidFill>
                  </a:rPr>
                  <a:t>路径与轨迹</a:t>
                </a:r>
                <a:r>
                  <a:rPr lang="en-US" altLang="zh-CN">
                    <a:solidFill>
                      <a:schemeClr val="tx1"/>
                    </a:solidFill>
                  </a:rPr>
                  <a:t>)</a:t>
                </a:r>
                <a:endParaRPr lang="en-US" altLang="zh-CN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8330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5256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5238" name="Group 10"/>
          <p:cNvGrpSpPr>
            <a:grpSpLocks/>
          </p:cNvGrpSpPr>
          <p:nvPr/>
        </p:nvGrpSpPr>
        <p:grpSpPr bwMode="auto">
          <a:xfrm>
            <a:off x="2124075" y="3429000"/>
            <a:ext cx="5181600" cy="508000"/>
            <a:chOff x="1419" y="1480"/>
            <a:chExt cx="3575" cy="363"/>
          </a:xfrm>
        </p:grpSpPr>
        <p:grpSp>
          <p:nvGrpSpPr>
            <p:cNvPr id="95249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8330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8330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</a:rPr>
                  <a:t>回路</a:t>
                </a:r>
                <a:r>
                  <a:rPr lang="en-US" altLang="zh-CN">
                    <a:solidFill>
                      <a:schemeClr val="tx1"/>
                    </a:solidFill>
                  </a:rPr>
                  <a:t>(</a:t>
                </a:r>
                <a:r>
                  <a:rPr lang="zh-CN" altLang="en-US">
                    <a:solidFill>
                      <a:srgbClr val="003300"/>
                    </a:solidFill>
                  </a:rPr>
                  <a:t>闭迹与圈</a:t>
                </a:r>
                <a:r>
                  <a:rPr lang="en-US" altLang="zh-CN">
                    <a:solidFill>
                      <a:schemeClr val="tx1"/>
                    </a:solidFill>
                  </a:rPr>
                  <a:t>)</a:t>
                </a:r>
              </a:p>
            </p:txBody>
          </p:sp>
        </p:grpSp>
        <p:sp>
          <p:nvSpPr>
            <p:cNvPr id="18331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525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5239" name="AutoShape 16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95241" name="Group 18"/>
          <p:cNvGrpSpPr>
            <a:grpSpLocks/>
          </p:cNvGrpSpPr>
          <p:nvPr/>
        </p:nvGrpSpPr>
        <p:grpSpPr bwMode="auto">
          <a:xfrm>
            <a:off x="971550" y="5084763"/>
            <a:ext cx="5380408" cy="685800"/>
            <a:chOff x="1152" y="2832"/>
            <a:chExt cx="3408" cy="432"/>
          </a:xfrm>
        </p:grpSpPr>
        <p:grpSp>
          <p:nvGrpSpPr>
            <p:cNvPr id="95242" name="Group 1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95246" name="AutoShape 2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247" name="AutoShape 2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8" name="AutoShape 22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5243" name="Line 2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4" name="Text Box 24"/>
            <p:cNvSpPr txBox="1">
              <a:spLocks noChangeArrowheads="1"/>
            </p:cNvSpPr>
            <p:nvPr/>
          </p:nvSpPr>
          <p:spPr bwMode="auto">
            <a:xfrm>
              <a:off x="2112" y="2832"/>
              <a:ext cx="148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</a:rPr>
                <a:t>习题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6.2  </a:t>
              </a:r>
              <a:r>
                <a:rPr lang="en-US" altLang="zh-Hans" dirty="0">
                  <a:solidFill>
                    <a:schemeClr val="tx1"/>
                  </a:solidFill>
                  <a:latin typeface="Times New Roman" pitchFamily="18" charset="0"/>
                </a:rPr>
                <a:t>7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, 8</a:t>
              </a:r>
              <a:endPara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5245" name="Text Box 25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  <p:sp>
        <p:nvSpPr>
          <p:cNvPr id="2" name="Text Box 24">
            <a:extLst>
              <a:ext uri="{FF2B5EF4-FFF2-40B4-BE49-F238E27FC236}">
                <a16:creationId xmlns:a16="http://schemas.microsoft.com/office/drawing/2014/main" id="{DD3503D3-C237-98D0-C503-D4975C4D3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953" y="5834291"/>
            <a:ext cx="28167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习题</a:t>
            </a:r>
            <a:r>
              <a:rPr lang="en-US" altLang="zh-CN">
                <a:solidFill>
                  <a:schemeClr val="tx1"/>
                </a:solidFill>
                <a:latin typeface="Times New Roman" pitchFamily="18" charset="0"/>
              </a:rPr>
              <a:t>6.4  </a:t>
            </a:r>
            <a:r>
              <a:rPr lang="en-US" altLang="zh-Hans">
                <a:solidFill>
                  <a:schemeClr val="tx1"/>
                </a:solidFill>
                <a:latin typeface="Times New Roman" pitchFamily="18" charset="0"/>
              </a:rPr>
              <a:t>2(1)</a:t>
            </a:r>
            <a:r>
              <a:rPr lang="en-US" altLang="zh-CN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</a:rPr>
              <a:t>4</a:t>
            </a:r>
            <a:endParaRPr lang="en-US" altLang="zh-CN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2742BE06-524D-D963-2382-370E1A6DA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6005" y="5458619"/>
            <a:ext cx="19287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习题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</a:rPr>
              <a:t>6.3  </a:t>
            </a:r>
            <a:r>
              <a:rPr lang="en-US" altLang="zh-Hans" dirty="0">
                <a:solidFill>
                  <a:schemeClr val="tx1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1D34E7-BB96-A48E-8101-E8633B83E15C}"/>
              </a:ext>
            </a:extLst>
          </p:cNvPr>
          <p:cNvSpPr txBox="1"/>
          <p:nvPr/>
        </p:nvSpPr>
        <p:spPr>
          <a:xfrm>
            <a:off x="424759" y="5678950"/>
            <a:ext cx="233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Week 11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天坛月色">
  <a:themeElements>
    <a:clrScheme name="天坛月色 1">
      <a:dk1>
        <a:srgbClr val="DDDDDD"/>
      </a:dk1>
      <a:lt1>
        <a:srgbClr val="FFFFFF"/>
      </a:lt1>
      <a:dk2>
        <a:srgbClr val="3366CC"/>
      </a:dk2>
      <a:lt2>
        <a:srgbClr val="FFFF66"/>
      </a:lt2>
      <a:accent1>
        <a:srgbClr val="879CC8"/>
      </a:accent1>
      <a:accent2>
        <a:srgbClr val="C0C0C0"/>
      </a:accent2>
      <a:accent3>
        <a:srgbClr val="ADB8E2"/>
      </a:accent3>
      <a:accent4>
        <a:srgbClr val="DADADA"/>
      </a:accent4>
      <a:accent5>
        <a:srgbClr val="C3CBE0"/>
      </a:accent5>
      <a:accent6>
        <a:srgbClr val="AEAEAE"/>
      </a:accent6>
      <a:hlink>
        <a:srgbClr val="66FFFF"/>
      </a:hlink>
      <a:folHlink>
        <a:srgbClr val="CCFFCC"/>
      </a:folHlink>
    </a:clrScheme>
    <a:fontScheme name="天坛月色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天坛月色 1">
        <a:dk1>
          <a:srgbClr val="DDDDDD"/>
        </a:dk1>
        <a:lt1>
          <a:srgbClr val="FFFFFF"/>
        </a:lt1>
        <a:dk2>
          <a:srgbClr val="3366CC"/>
        </a:dk2>
        <a:lt2>
          <a:srgbClr val="FFFF66"/>
        </a:lt2>
        <a:accent1>
          <a:srgbClr val="879CC8"/>
        </a:accent1>
        <a:accent2>
          <a:srgbClr val="C0C0C0"/>
        </a:accent2>
        <a:accent3>
          <a:srgbClr val="ADB8E2"/>
        </a:accent3>
        <a:accent4>
          <a:srgbClr val="DADADA"/>
        </a:accent4>
        <a:accent5>
          <a:srgbClr val="C3CBE0"/>
        </a:accent5>
        <a:accent6>
          <a:srgbClr val="AEAEAE"/>
        </a:accent6>
        <a:hlink>
          <a:srgbClr val="66FFFF"/>
        </a:hlink>
        <a:folHlink>
          <a:srgbClr val="CC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2">
        <a:dk1>
          <a:srgbClr val="C0C0C0"/>
        </a:dk1>
        <a:lt1>
          <a:srgbClr val="FFFFFF"/>
        </a:lt1>
        <a:dk2>
          <a:srgbClr val="006699"/>
        </a:dk2>
        <a:lt2>
          <a:srgbClr val="FFFFFF"/>
        </a:lt2>
        <a:accent1>
          <a:srgbClr val="93B090"/>
        </a:accent1>
        <a:accent2>
          <a:srgbClr val="CCECFF"/>
        </a:accent2>
        <a:accent3>
          <a:srgbClr val="AAB8CA"/>
        </a:accent3>
        <a:accent4>
          <a:srgbClr val="DADADA"/>
        </a:accent4>
        <a:accent5>
          <a:srgbClr val="C8D4C6"/>
        </a:accent5>
        <a:accent6>
          <a:srgbClr val="B9D6E7"/>
        </a:accent6>
        <a:hlink>
          <a:srgbClr val="FFFF66"/>
        </a:hlink>
        <a:folHlink>
          <a:srgbClr val="66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3">
        <a:dk1>
          <a:srgbClr val="DDDDDD"/>
        </a:dk1>
        <a:lt1>
          <a:srgbClr val="FFFFFF"/>
        </a:lt1>
        <a:dk2>
          <a:srgbClr val="7B7BA7"/>
        </a:dk2>
        <a:lt2>
          <a:srgbClr val="FFFF66"/>
        </a:lt2>
        <a:accent1>
          <a:srgbClr val="78AE90"/>
        </a:accent1>
        <a:accent2>
          <a:srgbClr val="B8B8D0"/>
        </a:accent2>
        <a:accent3>
          <a:srgbClr val="BFBFD0"/>
        </a:accent3>
        <a:accent4>
          <a:srgbClr val="DADADA"/>
        </a:accent4>
        <a:accent5>
          <a:srgbClr val="BED3C6"/>
        </a:accent5>
        <a:accent6>
          <a:srgbClr val="A6A6BC"/>
        </a:accent6>
        <a:hlink>
          <a:srgbClr val="66FFCC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4">
        <a:dk1>
          <a:srgbClr val="DDDDDD"/>
        </a:dk1>
        <a:lt1>
          <a:srgbClr val="FFFF00"/>
        </a:lt1>
        <a:dk2>
          <a:srgbClr val="6600CC"/>
        </a:dk2>
        <a:lt2>
          <a:srgbClr val="FFFFFF"/>
        </a:lt2>
        <a:accent1>
          <a:srgbClr val="7296B6"/>
        </a:accent1>
        <a:accent2>
          <a:srgbClr val="FF6600"/>
        </a:accent2>
        <a:accent3>
          <a:srgbClr val="B8AAE2"/>
        </a:accent3>
        <a:accent4>
          <a:srgbClr val="DADA00"/>
        </a:accent4>
        <a:accent5>
          <a:srgbClr val="BCC9D7"/>
        </a:accent5>
        <a:accent6>
          <a:srgbClr val="E75C00"/>
        </a:accent6>
        <a:hlink>
          <a:srgbClr val="99FF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5">
        <a:dk1>
          <a:srgbClr val="DDDDDD"/>
        </a:dk1>
        <a:lt1>
          <a:srgbClr val="FFFFFF"/>
        </a:lt1>
        <a:dk2>
          <a:srgbClr val="0099CC"/>
        </a:dk2>
        <a:lt2>
          <a:srgbClr val="CCECFF"/>
        </a:lt2>
        <a:accent1>
          <a:srgbClr val="DD8A79"/>
        </a:accent1>
        <a:accent2>
          <a:srgbClr val="339966"/>
        </a:accent2>
        <a:accent3>
          <a:srgbClr val="AACAE2"/>
        </a:accent3>
        <a:accent4>
          <a:srgbClr val="DADADA"/>
        </a:accent4>
        <a:accent5>
          <a:srgbClr val="EBC4BE"/>
        </a:accent5>
        <a:accent6>
          <a:srgbClr val="2D8A5C"/>
        </a:accent6>
        <a:hlink>
          <a:srgbClr val="FFFF66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6">
        <a:dk1>
          <a:srgbClr val="C0C0C0"/>
        </a:dk1>
        <a:lt1>
          <a:srgbClr val="FFFFFF"/>
        </a:lt1>
        <a:dk2>
          <a:srgbClr val="536DAD"/>
        </a:dk2>
        <a:lt2>
          <a:srgbClr val="66FF66"/>
        </a:lt2>
        <a:accent1>
          <a:srgbClr val="C48AB6"/>
        </a:accent1>
        <a:accent2>
          <a:srgbClr val="FFCCFF"/>
        </a:accent2>
        <a:accent3>
          <a:srgbClr val="B3BAD3"/>
        </a:accent3>
        <a:accent4>
          <a:srgbClr val="DADADA"/>
        </a:accent4>
        <a:accent5>
          <a:srgbClr val="DEC4D7"/>
        </a:accent5>
        <a:accent6>
          <a:srgbClr val="E7B9E7"/>
        </a:accent6>
        <a:hlink>
          <a:srgbClr val="00FFFF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7">
        <a:dk1>
          <a:srgbClr val="C0C0C0"/>
        </a:dk1>
        <a:lt1>
          <a:srgbClr val="FFFF00"/>
        </a:lt1>
        <a:dk2>
          <a:srgbClr val="996633"/>
        </a:dk2>
        <a:lt2>
          <a:srgbClr val="66FFFF"/>
        </a:lt2>
        <a:accent1>
          <a:srgbClr val="CD7C73"/>
        </a:accent1>
        <a:accent2>
          <a:srgbClr val="B6B6CE"/>
        </a:accent2>
        <a:accent3>
          <a:srgbClr val="CAB8AD"/>
        </a:accent3>
        <a:accent4>
          <a:srgbClr val="DADA00"/>
        </a:accent4>
        <a:accent5>
          <a:srgbClr val="E3BFBC"/>
        </a:accent5>
        <a:accent6>
          <a:srgbClr val="A5A5BA"/>
        </a:accent6>
        <a:hlink>
          <a:srgbClr val="000000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8">
        <a:dk1>
          <a:srgbClr val="C0C0C0"/>
        </a:dk1>
        <a:lt1>
          <a:srgbClr val="FFFF66"/>
        </a:lt1>
        <a:dk2>
          <a:srgbClr val="008080"/>
        </a:dk2>
        <a:lt2>
          <a:srgbClr val="FFFF00"/>
        </a:lt2>
        <a:accent1>
          <a:srgbClr val="859CC9"/>
        </a:accent1>
        <a:accent2>
          <a:srgbClr val="FFCCFF"/>
        </a:accent2>
        <a:accent3>
          <a:srgbClr val="AAC0C0"/>
        </a:accent3>
        <a:accent4>
          <a:srgbClr val="DADA56"/>
        </a:accent4>
        <a:accent5>
          <a:srgbClr val="C2CBE1"/>
        </a:accent5>
        <a:accent6>
          <a:srgbClr val="E7B9E7"/>
        </a:accent6>
        <a:hlink>
          <a:srgbClr val="99FFCC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10410</TotalTime>
  <Words>2956</Words>
  <Application>Microsoft Office PowerPoint</Application>
  <PresentationFormat>全屏显示(4:3)</PresentationFormat>
  <Paragraphs>397</Paragraphs>
  <Slides>70</Slides>
  <Notes>1</Notes>
  <HiddenSlides>2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84" baseType="lpstr">
      <vt:lpstr>Gulim</vt:lpstr>
      <vt:lpstr>KaiTi</vt:lpstr>
      <vt:lpstr>楷体_GB2312</vt:lpstr>
      <vt:lpstr>宋体</vt:lpstr>
      <vt:lpstr>Arial</vt:lpstr>
      <vt:lpstr>Cambria Math</vt:lpstr>
      <vt:lpstr>Times New Roman</vt:lpstr>
      <vt:lpstr>Wingdings</vt:lpstr>
      <vt:lpstr>Wingdings 2</vt:lpstr>
      <vt:lpstr>自定义设计方案</vt:lpstr>
      <vt:lpstr>1_自定义设计方案</vt:lpstr>
      <vt:lpstr>天坛月色</vt:lpstr>
      <vt:lpstr>Equation</vt:lpstr>
      <vt:lpstr>公式</vt:lpstr>
      <vt:lpstr>PowerPoint 演示文稿</vt:lpstr>
      <vt:lpstr>Chapter 6 图论</vt:lpstr>
      <vt:lpstr>6.1 图的基本概念</vt:lpstr>
      <vt:lpstr>PowerPoint 演示文稿</vt:lpstr>
      <vt:lpstr>6.1  图的基本概念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6.1 图的基本概念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6.2 节点的度数</vt:lpstr>
      <vt:lpstr>6.2 节点的度数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6.3 子图、图的运算*和图同构</vt:lpstr>
      <vt:lpstr>6.3 子图、图的运算*和图同构</vt:lpstr>
      <vt:lpstr>6.3  子图、图的运算*和图同构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6.4  路与回路</vt:lpstr>
      <vt:lpstr>6.4  路与回路</vt:lpstr>
      <vt:lpstr>6.4  路与回路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</vt:vector>
  </TitlesOfParts>
  <Company>fdf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邓辉文</dc:creator>
  <cp:lastModifiedBy>Xia Zeng</cp:lastModifiedBy>
  <cp:revision>263</cp:revision>
  <dcterms:created xsi:type="dcterms:W3CDTF">2007-10-03T12:58:11Z</dcterms:created>
  <dcterms:modified xsi:type="dcterms:W3CDTF">2025-05-07T08:48:59Z</dcterms:modified>
</cp:coreProperties>
</file>