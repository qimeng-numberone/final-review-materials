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04" r:id="rId2"/>
  </p:sldMasterIdLst>
  <p:notesMasterIdLst>
    <p:notesMasterId r:id="rId109"/>
  </p:notesMasterIdLst>
  <p:sldIdLst>
    <p:sldId id="258" r:id="rId3"/>
    <p:sldId id="265" r:id="rId4"/>
    <p:sldId id="337" r:id="rId5"/>
    <p:sldId id="338" r:id="rId6"/>
    <p:sldId id="339" r:id="rId7"/>
    <p:sldId id="340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4" r:id="rId20"/>
    <p:sldId id="357" r:id="rId21"/>
    <p:sldId id="358" r:id="rId22"/>
    <p:sldId id="359" r:id="rId23"/>
    <p:sldId id="485" r:id="rId24"/>
    <p:sldId id="360" r:id="rId25"/>
    <p:sldId id="50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377" r:id="rId37"/>
    <p:sldId id="378" r:id="rId38"/>
    <p:sldId id="386" r:id="rId39"/>
    <p:sldId id="388" r:id="rId40"/>
    <p:sldId id="390" r:id="rId41"/>
    <p:sldId id="391" r:id="rId42"/>
    <p:sldId id="392" r:id="rId43"/>
    <p:sldId id="393" r:id="rId44"/>
    <p:sldId id="500" r:id="rId45"/>
    <p:sldId id="394" r:id="rId46"/>
    <p:sldId id="395" r:id="rId47"/>
    <p:sldId id="396" r:id="rId48"/>
    <p:sldId id="497" r:id="rId49"/>
    <p:sldId id="498" r:id="rId50"/>
    <p:sldId id="398" r:id="rId51"/>
    <p:sldId id="399" r:id="rId52"/>
    <p:sldId id="400" r:id="rId53"/>
    <p:sldId id="480" r:id="rId54"/>
    <p:sldId id="380" r:id="rId55"/>
    <p:sldId id="403" r:id="rId56"/>
    <p:sldId id="404" r:id="rId57"/>
    <p:sldId id="405" r:id="rId58"/>
    <p:sldId id="501" r:id="rId59"/>
    <p:sldId id="406" r:id="rId60"/>
    <p:sldId id="407" r:id="rId61"/>
    <p:sldId id="409" r:id="rId62"/>
    <p:sldId id="410" r:id="rId63"/>
    <p:sldId id="411" r:id="rId64"/>
    <p:sldId id="412" r:id="rId65"/>
    <p:sldId id="413" r:id="rId66"/>
    <p:sldId id="415" r:id="rId67"/>
    <p:sldId id="416" r:id="rId68"/>
    <p:sldId id="417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61" r:id="rId77"/>
    <p:sldId id="429" r:id="rId78"/>
    <p:sldId id="430" r:id="rId79"/>
    <p:sldId id="431" r:id="rId80"/>
    <p:sldId id="432" r:id="rId81"/>
    <p:sldId id="433" r:id="rId82"/>
    <p:sldId id="434" r:id="rId83"/>
    <p:sldId id="435" r:id="rId84"/>
    <p:sldId id="436" r:id="rId85"/>
    <p:sldId id="437" r:id="rId86"/>
    <p:sldId id="499" r:id="rId87"/>
    <p:sldId id="438" r:id="rId88"/>
    <p:sldId id="439" r:id="rId89"/>
    <p:sldId id="445" r:id="rId90"/>
    <p:sldId id="446" r:id="rId91"/>
    <p:sldId id="447" r:id="rId92"/>
    <p:sldId id="448" r:id="rId93"/>
    <p:sldId id="502" r:id="rId94"/>
    <p:sldId id="449" r:id="rId95"/>
    <p:sldId id="450" r:id="rId96"/>
    <p:sldId id="494" r:id="rId97"/>
    <p:sldId id="495" r:id="rId98"/>
    <p:sldId id="451" r:id="rId99"/>
    <p:sldId id="453" r:id="rId100"/>
    <p:sldId id="454" r:id="rId101"/>
    <p:sldId id="505" r:id="rId102"/>
    <p:sldId id="456" r:id="rId103"/>
    <p:sldId id="503" r:id="rId104"/>
    <p:sldId id="457" r:id="rId105"/>
    <p:sldId id="458" r:id="rId106"/>
    <p:sldId id="459" r:id="rId107"/>
    <p:sldId id="460" r:id="rId10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2"/>
    <p:restoredTop sz="94697"/>
  </p:normalViewPr>
  <p:slideViewPr>
    <p:cSldViewPr>
      <p:cViewPr varScale="1">
        <p:scale>
          <a:sx n="84" d="100"/>
          <a:sy n="84" d="100"/>
        </p:scale>
        <p:origin x="1396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D16F6-1F01-40EE-B73B-76D284ACACB5}" type="datetimeFigureOut">
              <a:rPr lang="zh-CN" altLang="en-US" smtClean="0"/>
              <a:t>2025/5/28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610C6-2D04-4558-AE90-2125937D62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07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阶完全</a:t>
            </a:r>
            <a:r>
              <a:rPr lang="en-US" altLang="zh-CN" dirty="0"/>
              <a:t>3</a:t>
            </a:r>
            <a:r>
              <a:rPr lang="zh-CN" altLang="en-US" dirty="0"/>
              <a:t>叉树；</a:t>
            </a:r>
            <a:r>
              <a:rPr lang="en-US" altLang="zh-CN" dirty="0"/>
              <a:t>8</a:t>
            </a:r>
            <a:r>
              <a:rPr lang="zh-CN" altLang="en-US" dirty="0"/>
              <a:t>阶完全</a:t>
            </a:r>
            <a:r>
              <a:rPr lang="en-US" altLang="zh-CN" dirty="0"/>
              <a:t>3</a:t>
            </a:r>
            <a:r>
              <a:rPr lang="zh-CN" altLang="en-US" dirty="0"/>
              <a:t>叉树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7610C6-2D04-4558-AE90-2125937D62C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67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20051116191053522副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8606A-9412-409C-98B7-93BD1ACF7A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45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1C214-68A8-49CC-946A-B20D1DB588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59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028B7-EC6F-414B-974C-B09EEC959D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2301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117232-C7B9-4D90-BE4D-0FEDB534AE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67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809A3-4A09-4CB2-A8F7-F6EA85D662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70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6DD1C-799E-437A-B960-5D0502E1F1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03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C7FEE-46D8-421B-89CB-05406D1E85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437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DE25F6-1D34-4952-8007-A06D04DCE5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00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75D3A-0E16-484E-89A8-420BE26E0C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901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D7ADD-0612-4BE9-AED9-5733E66294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438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C1C83B-4F43-4702-9C88-BF4A2B159F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551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5F515-9A77-4D8B-9741-D6EFC909AB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866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20051116191053522副本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B5477-99FB-4060-9CBA-BDDF20B6A1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162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47B70-509A-489B-9C96-23A0F6E7DF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5783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45190-9864-421D-8023-6768A181EE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5562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1980F-5614-423F-824C-37139C8AFA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2571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435CB-C879-4CCB-95D3-ABFD1B71AC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296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0692B-B6BD-4619-8EDA-80B5E883EF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8786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1165E-7DF4-4DEA-99A6-29AFA72F6A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35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5FADF-9D82-4563-A0D8-A88D64C192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6898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EBC27-39F8-4598-A9F0-0CADB5B14A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428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B4C9A-4C35-4C5F-9583-D53260BBDA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406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D3452-1124-4704-B248-A563FF597C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014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C1CEC-F3AD-4540-A6CC-D61E1FC582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82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2005111619091232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charset="-122"/>
              </a:defRPr>
            </a:lvl1pPr>
          </a:lstStyle>
          <a:p>
            <a:pPr>
              <a:defRPr/>
            </a:pPr>
            <a:fld id="{4CAE03AA-8208-417A-AFC9-28DECE6D4D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2005111619091232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ea typeface="宋体" charset="-122"/>
              </a:defRPr>
            </a:lvl1pPr>
          </a:lstStyle>
          <a:p>
            <a:pPr>
              <a:defRPr/>
            </a:pPr>
            <a:fld id="{662B8866-6F11-4CBE-8A37-87E315E6E2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69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3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12" Type="http://schemas.openxmlformats.org/officeDocument/2006/relationships/image" Target="../media/image10.emf"/><Relationship Id="rId17" Type="http://schemas.openxmlformats.org/officeDocument/2006/relationships/oleObject" Target="../embeddings/oleObject8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12.emf"/><Relationship Id="rId20" Type="http://schemas.openxmlformats.org/officeDocument/2006/relationships/image" Target="../media/image14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9.emf"/><Relationship Id="rId19" Type="http://schemas.openxmlformats.org/officeDocument/2006/relationships/oleObject" Target="../embeddings/oleObject9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26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5" Type="http://schemas.openxmlformats.org/officeDocument/2006/relationships/image" Target="../media/image25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2.emf"/><Relationship Id="rId14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3.emf"/><Relationship Id="rId18" Type="http://schemas.openxmlformats.org/officeDocument/2006/relationships/image" Target="../media/image35.wmf"/><Relationship Id="rId3" Type="http://schemas.openxmlformats.org/officeDocument/2006/relationships/image" Target="../media/image29.emf"/><Relationship Id="rId7" Type="http://schemas.openxmlformats.org/officeDocument/2006/relationships/image" Target="../media/image21.emf"/><Relationship Id="rId12" Type="http://schemas.openxmlformats.org/officeDocument/2006/relationships/oleObject" Target="../embeddings/oleObject28.bin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23.bin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2.emf"/><Relationship Id="rId5" Type="http://schemas.openxmlformats.org/officeDocument/2006/relationships/image" Target="../media/image30.emf"/><Relationship Id="rId15" Type="http://schemas.openxmlformats.org/officeDocument/2006/relationships/image" Target="../media/image34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1.emf"/><Relationship Id="rId1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emf"/><Relationship Id="rId18" Type="http://schemas.openxmlformats.org/officeDocument/2006/relationships/oleObject" Target="../embeddings/oleObject38.bin"/><Relationship Id="rId26" Type="http://schemas.openxmlformats.org/officeDocument/2006/relationships/oleObject" Target="../embeddings/oleObject42.bin"/><Relationship Id="rId21" Type="http://schemas.openxmlformats.org/officeDocument/2006/relationships/image" Target="../media/image45.emf"/><Relationship Id="rId34" Type="http://schemas.openxmlformats.org/officeDocument/2006/relationships/oleObject" Target="../embeddings/oleObject46.bin"/><Relationship Id="rId7" Type="http://schemas.openxmlformats.org/officeDocument/2006/relationships/image" Target="../media/image38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3.emf"/><Relationship Id="rId25" Type="http://schemas.openxmlformats.org/officeDocument/2006/relationships/image" Target="../media/image47.emf"/><Relationship Id="rId33" Type="http://schemas.openxmlformats.org/officeDocument/2006/relationships/image" Target="../media/image51.e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image" Target="../media/image49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0.emf"/><Relationship Id="rId24" Type="http://schemas.openxmlformats.org/officeDocument/2006/relationships/oleObject" Target="../embeddings/oleObject41.bin"/><Relationship Id="rId32" Type="http://schemas.openxmlformats.org/officeDocument/2006/relationships/oleObject" Target="../embeddings/oleObject45.bin"/><Relationship Id="rId37" Type="http://schemas.openxmlformats.org/officeDocument/2006/relationships/image" Target="../media/image53.emf"/><Relationship Id="rId5" Type="http://schemas.openxmlformats.org/officeDocument/2006/relationships/image" Target="../media/image37.emf"/><Relationship Id="rId15" Type="http://schemas.openxmlformats.org/officeDocument/2006/relationships/image" Target="../media/image42.emf"/><Relationship Id="rId23" Type="http://schemas.openxmlformats.org/officeDocument/2006/relationships/image" Target="../media/image46.emf"/><Relationship Id="rId28" Type="http://schemas.openxmlformats.org/officeDocument/2006/relationships/oleObject" Target="../embeddings/oleObject43.bin"/><Relationship Id="rId36" Type="http://schemas.openxmlformats.org/officeDocument/2006/relationships/oleObject" Target="../embeddings/oleObject47.bin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4.emf"/><Relationship Id="rId31" Type="http://schemas.openxmlformats.org/officeDocument/2006/relationships/image" Target="../media/image50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9.e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image" Target="../media/image48.emf"/><Relationship Id="rId30" Type="http://schemas.openxmlformats.org/officeDocument/2006/relationships/oleObject" Target="../embeddings/oleObject44.bin"/><Relationship Id="rId35" Type="http://schemas.openxmlformats.org/officeDocument/2006/relationships/image" Target="../media/image52.emf"/><Relationship Id="rId8" Type="http://schemas.openxmlformats.org/officeDocument/2006/relationships/oleObject" Target="../embeddings/oleObject33.bin"/><Relationship Id="rId3" Type="http://schemas.openxmlformats.org/officeDocument/2006/relationships/image" Target="../media/image3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7" Type="http://schemas.openxmlformats.org/officeDocument/2006/relationships/image" Target="../media/image56.e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55.emf"/><Relationship Id="rId4" Type="http://schemas.openxmlformats.org/officeDocument/2006/relationships/oleObject" Target="../embeddings/oleObject4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57.emf"/><Relationship Id="rId7" Type="http://schemas.openxmlformats.org/officeDocument/2006/relationships/image" Target="../media/image59.e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1.emf"/><Relationship Id="rId5" Type="http://schemas.openxmlformats.org/officeDocument/2006/relationships/image" Target="../media/image58.e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60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7.emf"/><Relationship Id="rId3" Type="http://schemas.openxmlformats.org/officeDocument/2006/relationships/image" Target="../media/image62.emf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9.emf"/><Relationship Id="rId2" Type="http://schemas.openxmlformats.org/officeDocument/2006/relationships/oleObject" Target="../embeddings/oleObject56.bin"/><Relationship Id="rId16" Type="http://schemas.openxmlformats.org/officeDocument/2006/relationships/oleObject" Target="../embeddings/oleObject6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6.emf"/><Relationship Id="rId5" Type="http://schemas.openxmlformats.org/officeDocument/2006/relationships/image" Target="../media/image63.wmf"/><Relationship Id="rId15" Type="http://schemas.openxmlformats.org/officeDocument/2006/relationships/image" Target="../media/image68.e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65.emf"/><Relationship Id="rId14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72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4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image" Target="../media/image80.emf"/><Relationship Id="rId18" Type="http://schemas.openxmlformats.org/officeDocument/2006/relationships/oleObject" Target="../embeddings/oleObject76.bin"/><Relationship Id="rId26" Type="http://schemas.openxmlformats.org/officeDocument/2006/relationships/oleObject" Target="../embeddings/oleObject80.bin"/><Relationship Id="rId3" Type="http://schemas.openxmlformats.org/officeDocument/2006/relationships/image" Target="../media/image75.emf"/><Relationship Id="rId21" Type="http://schemas.openxmlformats.org/officeDocument/2006/relationships/image" Target="../media/image84.w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82.emf"/><Relationship Id="rId25" Type="http://schemas.openxmlformats.org/officeDocument/2006/relationships/image" Target="../media/image86.emf"/><Relationship Id="rId2" Type="http://schemas.openxmlformats.org/officeDocument/2006/relationships/oleObject" Target="../embeddings/oleObject68.bin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88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9.emf"/><Relationship Id="rId24" Type="http://schemas.openxmlformats.org/officeDocument/2006/relationships/oleObject" Target="../embeddings/oleObject79.bin"/><Relationship Id="rId5" Type="http://schemas.openxmlformats.org/officeDocument/2006/relationships/image" Target="../media/image76.emf"/><Relationship Id="rId15" Type="http://schemas.openxmlformats.org/officeDocument/2006/relationships/image" Target="../media/image81.emf"/><Relationship Id="rId23" Type="http://schemas.openxmlformats.org/officeDocument/2006/relationships/image" Target="../media/image85.emf"/><Relationship Id="rId28" Type="http://schemas.openxmlformats.org/officeDocument/2006/relationships/oleObject" Target="../embeddings/oleObject81.bin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83.wmf"/><Relationship Id="rId4" Type="http://schemas.openxmlformats.org/officeDocument/2006/relationships/oleObject" Target="../embeddings/oleObject69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87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94.emf"/><Relationship Id="rId3" Type="http://schemas.openxmlformats.org/officeDocument/2006/relationships/image" Target="../media/image89.emf"/><Relationship Id="rId7" Type="http://schemas.openxmlformats.org/officeDocument/2006/relationships/image" Target="../media/image91.e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96.e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93.emf"/><Relationship Id="rId5" Type="http://schemas.openxmlformats.org/officeDocument/2006/relationships/image" Target="../media/image90.emf"/><Relationship Id="rId15" Type="http://schemas.openxmlformats.org/officeDocument/2006/relationships/image" Target="../media/image95.e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92.emf"/><Relationship Id="rId14" Type="http://schemas.openxmlformats.org/officeDocument/2006/relationships/oleObject" Target="../embeddings/oleObject88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91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emf"/><Relationship Id="rId18" Type="http://schemas.openxmlformats.org/officeDocument/2006/relationships/oleObject" Target="../embeddings/oleObject99.bin"/><Relationship Id="rId26" Type="http://schemas.openxmlformats.org/officeDocument/2006/relationships/oleObject" Target="../embeddings/oleObject91.bin"/><Relationship Id="rId39" Type="http://schemas.openxmlformats.org/officeDocument/2006/relationships/image" Target="../media/image115.emf"/><Relationship Id="rId21" Type="http://schemas.openxmlformats.org/officeDocument/2006/relationships/image" Target="../media/image107.emf"/><Relationship Id="rId34" Type="http://schemas.openxmlformats.org/officeDocument/2006/relationships/oleObject" Target="../embeddings/oleObject106.bin"/><Relationship Id="rId7" Type="http://schemas.openxmlformats.org/officeDocument/2006/relationships/image" Target="../media/image101.e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7.emf"/><Relationship Id="rId25" Type="http://schemas.openxmlformats.org/officeDocument/2006/relationships/image" Target="../media/image109.emf"/><Relationship Id="rId33" Type="http://schemas.openxmlformats.org/officeDocument/2006/relationships/image" Target="../media/image112.wmf"/><Relationship Id="rId38" Type="http://schemas.openxmlformats.org/officeDocument/2006/relationships/oleObject" Target="../embeddings/oleObject108.bin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0.bin"/><Relationship Id="rId20" Type="http://schemas.openxmlformats.org/officeDocument/2006/relationships/oleObject" Target="../embeddings/oleObject100.bin"/><Relationship Id="rId29" Type="http://schemas.openxmlformats.org/officeDocument/2006/relationships/image" Target="../media/image110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103.emf"/><Relationship Id="rId24" Type="http://schemas.openxmlformats.org/officeDocument/2006/relationships/oleObject" Target="../embeddings/oleObject102.bin"/><Relationship Id="rId32" Type="http://schemas.openxmlformats.org/officeDocument/2006/relationships/oleObject" Target="../embeddings/oleObject105.bin"/><Relationship Id="rId37" Type="http://schemas.openxmlformats.org/officeDocument/2006/relationships/image" Target="../media/image114.wmf"/><Relationship Id="rId5" Type="http://schemas.openxmlformats.org/officeDocument/2006/relationships/image" Target="../media/image100.emf"/><Relationship Id="rId15" Type="http://schemas.openxmlformats.org/officeDocument/2006/relationships/image" Target="../media/image105.emf"/><Relationship Id="rId23" Type="http://schemas.openxmlformats.org/officeDocument/2006/relationships/image" Target="../media/image108.emf"/><Relationship Id="rId28" Type="http://schemas.openxmlformats.org/officeDocument/2006/relationships/oleObject" Target="../embeddings/oleObject103.bin"/><Relationship Id="rId36" Type="http://schemas.openxmlformats.org/officeDocument/2006/relationships/oleObject" Target="../embeddings/oleObject107.bin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6.emf"/><Relationship Id="rId31" Type="http://schemas.openxmlformats.org/officeDocument/2006/relationships/image" Target="../media/image111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02.emf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1.bin"/><Relationship Id="rId27" Type="http://schemas.openxmlformats.org/officeDocument/2006/relationships/image" Target="../media/image98.wmf"/><Relationship Id="rId30" Type="http://schemas.openxmlformats.org/officeDocument/2006/relationships/oleObject" Target="../embeddings/oleObject104.bin"/><Relationship Id="rId35" Type="http://schemas.openxmlformats.org/officeDocument/2006/relationships/image" Target="../media/image113.wmf"/><Relationship Id="rId8" Type="http://schemas.openxmlformats.org/officeDocument/2006/relationships/oleObject" Target="../embeddings/oleObject95.bin"/><Relationship Id="rId3" Type="http://schemas.openxmlformats.org/officeDocument/2006/relationships/image" Target="../media/image99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16.emf"/><Relationship Id="rId21" Type="http://schemas.openxmlformats.org/officeDocument/2006/relationships/image" Target="../media/image124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23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20.emf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15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16.emf"/><Relationship Id="rId21" Type="http://schemas.openxmlformats.org/officeDocument/2006/relationships/image" Target="../media/image125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23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20.emf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1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21.e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16.emf"/><Relationship Id="rId21" Type="http://schemas.openxmlformats.org/officeDocument/2006/relationships/image" Target="../media/image126.emf"/><Relationship Id="rId7" Type="http://schemas.openxmlformats.org/officeDocument/2006/relationships/image" Target="../media/image118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23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20.emf"/><Relationship Id="rId5" Type="http://schemas.openxmlformats.org/officeDocument/2006/relationships/image" Target="../media/image117.emf"/><Relationship Id="rId15" Type="http://schemas.openxmlformats.org/officeDocument/2006/relationships/image" Target="../media/image122.e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9.emf"/><Relationship Id="rId14" Type="http://schemas.openxmlformats.org/officeDocument/2006/relationships/oleObject" Target="../embeddings/oleObject115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emf"/><Relationship Id="rId18" Type="http://schemas.openxmlformats.org/officeDocument/2006/relationships/oleObject" Target="../embeddings/oleObject129.bin"/><Relationship Id="rId26" Type="http://schemas.openxmlformats.org/officeDocument/2006/relationships/oleObject" Target="../embeddings/oleObject133.bin"/><Relationship Id="rId39" Type="http://schemas.openxmlformats.org/officeDocument/2006/relationships/image" Target="../media/image144.emf"/><Relationship Id="rId21" Type="http://schemas.openxmlformats.org/officeDocument/2006/relationships/image" Target="../media/image135.emf"/><Relationship Id="rId34" Type="http://schemas.openxmlformats.org/officeDocument/2006/relationships/oleObject" Target="../embeddings/oleObject137.bin"/><Relationship Id="rId42" Type="http://schemas.openxmlformats.org/officeDocument/2006/relationships/oleObject" Target="../embeddings/oleObject141.bin"/><Relationship Id="rId47" Type="http://schemas.openxmlformats.org/officeDocument/2006/relationships/image" Target="../media/image148.emf"/><Relationship Id="rId50" Type="http://schemas.openxmlformats.org/officeDocument/2006/relationships/oleObject" Target="../embeddings/oleObject145.bin"/><Relationship Id="rId55" Type="http://schemas.openxmlformats.org/officeDocument/2006/relationships/image" Target="../media/image152.emf"/><Relationship Id="rId7" Type="http://schemas.openxmlformats.org/officeDocument/2006/relationships/image" Target="../media/image128.emf"/><Relationship Id="rId2" Type="http://schemas.openxmlformats.org/officeDocument/2006/relationships/oleObject" Target="../embeddings/oleObject121.bin"/><Relationship Id="rId16" Type="http://schemas.openxmlformats.org/officeDocument/2006/relationships/oleObject" Target="../embeddings/oleObject128.bin"/><Relationship Id="rId29" Type="http://schemas.openxmlformats.org/officeDocument/2006/relationships/image" Target="../media/image139.emf"/><Relationship Id="rId11" Type="http://schemas.openxmlformats.org/officeDocument/2006/relationships/image" Target="../media/image130.emf"/><Relationship Id="rId24" Type="http://schemas.openxmlformats.org/officeDocument/2006/relationships/oleObject" Target="../embeddings/oleObject132.bin"/><Relationship Id="rId32" Type="http://schemas.openxmlformats.org/officeDocument/2006/relationships/oleObject" Target="../embeddings/oleObject136.bin"/><Relationship Id="rId37" Type="http://schemas.openxmlformats.org/officeDocument/2006/relationships/image" Target="../media/image143.emf"/><Relationship Id="rId40" Type="http://schemas.openxmlformats.org/officeDocument/2006/relationships/oleObject" Target="../embeddings/oleObject140.bin"/><Relationship Id="rId45" Type="http://schemas.openxmlformats.org/officeDocument/2006/relationships/image" Target="../media/image147.emf"/><Relationship Id="rId53" Type="http://schemas.openxmlformats.org/officeDocument/2006/relationships/image" Target="../media/image151.emf"/><Relationship Id="rId5" Type="http://schemas.openxmlformats.org/officeDocument/2006/relationships/image" Target="../media/image127.emf"/><Relationship Id="rId10" Type="http://schemas.openxmlformats.org/officeDocument/2006/relationships/oleObject" Target="../embeddings/oleObject125.bin"/><Relationship Id="rId19" Type="http://schemas.openxmlformats.org/officeDocument/2006/relationships/image" Target="../media/image134.emf"/><Relationship Id="rId31" Type="http://schemas.openxmlformats.org/officeDocument/2006/relationships/image" Target="../media/image140.emf"/><Relationship Id="rId44" Type="http://schemas.openxmlformats.org/officeDocument/2006/relationships/oleObject" Target="../embeddings/oleObject142.bin"/><Relationship Id="rId52" Type="http://schemas.openxmlformats.org/officeDocument/2006/relationships/oleObject" Target="../embeddings/oleObject146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29.emf"/><Relationship Id="rId14" Type="http://schemas.openxmlformats.org/officeDocument/2006/relationships/oleObject" Target="../embeddings/oleObject127.bin"/><Relationship Id="rId22" Type="http://schemas.openxmlformats.org/officeDocument/2006/relationships/oleObject" Target="../embeddings/oleObject131.bin"/><Relationship Id="rId27" Type="http://schemas.openxmlformats.org/officeDocument/2006/relationships/image" Target="../media/image138.emf"/><Relationship Id="rId30" Type="http://schemas.openxmlformats.org/officeDocument/2006/relationships/oleObject" Target="../embeddings/oleObject135.bin"/><Relationship Id="rId35" Type="http://schemas.openxmlformats.org/officeDocument/2006/relationships/image" Target="../media/image142.emf"/><Relationship Id="rId43" Type="http://schemas.openxmlformats.org/officeDocument/2006/relationships/image" Target="../media/image146.emf"/><Relationship Id="rId48" Type="http://schemas.openxmlformats.org/officeDocument/2006/relationships/oleObject" Target="../embeddings/oleObject144.bin"/><Relationship Id="rId8" Type="http://schemas.openxmlformats.org/officeDocument/2006/relationships/oleObject" Target="../embeddings/oleObject124.bin"/><Relationship Id="rId51" Type="http://schemas.openxmlformats.org/officeDocument/2006/relationships/image" Target="../media/image150.emf"/><Relationship Id="rId3" Type="http://schemas.openxmlformats.org/officeDocument/2006/relationships/image" Target="../media/image21.emf"/><Relationship Id="rId12" Type="http://schemas.openxmlformats.org/officeDocument/2006/relationships/oleObject" Target="../embeddings/oleObject126.bin"/><Relationship Id="rId17" Type="http://schemas.openxmlformats.org/officeDocument/2006/relationships/image" Target="../media/image133.emf"/><Relationship Id="rId25" Type="http://schemas.openxmlformats.org/officeDocument/2006/relationships/image" Target="../media/image137.emf"/><Relationship Id="rId33" Type="http://schemas.openxmlformats.org/officeDocument/2006/relationships/image" Target="../media/image141.emf"/><Relationship Id="rId38" Type="http://schemas.openxmlformats.org/officeDocument/2006/relationships/oleObject" Target="../embeddings/oleObject139.bin"/><Relationship Id="rId46" Type="http://schemas.openxmlformats.org/officeDocument/2006/relationships/oleObject" Target="../embeddings/oleObject143.bin"/><Relationship Id="rId20" Type="http://schemas.openxmlformats.org/officeDocument/2006/relationships/oleObject" Target="../embeddings/oleObject130.bin"/><Relationship Id="rId41" Type="http://schemas.openxmlformats.org/officeDocument/2006/relationships/image" Target="../media/image145.emf"/><Relationship Id="rId54" Type="http://schemas.openxmlformats.org/officeDocument/2006/relationships/oleObject" Target="../embeddings/oleObject14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3.bin"/><Relationship Id="rId15" Type="http://schemas.openxmlformats.org/officeDocument/2006/relationships/image" Target="../media/image132.emf"/><Relationship Id="rId23" Type="http://schemas.openxmlformats.org/officeDocument/2006/relationships/image" Target="../media/image136.emf"/><Relationship Id="rId28" Type="http://schemas.openxmlformats.org/officeDocument/2006/relationships/oleObject" Target="../embeddings/oleObject134.bin"/><Relationship Id="rId36" Type="http://schemas.openxmlformats.org/officeDocument/2006/relationships/oleObject" Target="../embeddings/oleObject138.bin"/><Relationship Id="rId49" Type="http://schemas.openxmlformats.org/officeDocument/2006/relationships/image" Target="../media/image149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oleObject" Target="../embeddings/oleObject149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8.emf"/><Relationship Id="rId4" Type="http://schemas.openxmlformats.org/officeDocument/2006/relationships/oleObject" Target="../embeddings/oleObject150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e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8.emf"/><Relationship Id="rId18" Type="http://schemas.openxmlformats.org/officeDocument/2006/relationships/oleObject" Target="../embeddings/oleObject161.bin"/><Relationship Id="rId26" Type="http://schemas.openxmlformats.org/officeDocument/2006/relationships/oleObject" Target="../embeddings/oleObject165.bin"/><Relationship Id="rId39" Type="http://schemas.openxmlformats.org/officeDocument/2006/relationships/image" Target="../media/image181.emf"/><Relationship Id="rId21" Type="http://schemas.openxmlformats.org/officeDocument/2006/relationships/image" Target="../media/image172.emf"/><Relationship Id="rId34" Type="http://schemas.openxmlformats.org/officeDocument/2006/relationships/oleObject" Target="../embeddings/oleObject169.bin"/><Relationship Id="rId7" Type="http://schemas.openxmlformats.org/officeDocument/2006/relationships/image" Target="../media/image165.emf"/><Relationship Id="rId12" Type="http://schemas.openxmlformats.org/officeDocument/2006/relationships/oleObject" Target="../embeddings/oleObject158.bin"/><Relationship Id="rId17" Type="http://schemas.openxmlformats.org/officeDocument/2006/relationships/image" Target="../media/image170.emf"/><Relationship Id="rId25" Type="http://schemas.openxmlformats.org/officeDocument/2006/relationships/image" Target="../media/image174.emf"/><Relationship Id="rId33" Type="http://schemas.openxmlformats.org/officeDocument/2006/relationships/image" Target="../media/image178.emf"/><Relationship Id="rId38" Type="http://schemas.openxmlformats.org/officeDocument/2006/relationships/oleObject" Target="../embeddings/oleObject171.bin"/><Relationship Id="rId2" Type="http://schemas.openxmlformats.org/officeDocument/2006/relationships/oleObject" Target="../embeddings/oleObject153.bin"/><Relationship Id="rId16" Type="http://schemas.openxmlformats.org/officeDocument/2006/relationships/oleObject" Target="../embeddings/oleObject160.bin"/><Relationship Id="rId20" Type="http://schemas.openxmlformats.org/officeDocument/2006/relationships/oleObject" Target="../embeddings/oleObject162.bin"/><Relationship Id="rId29" Type="http://schemas.openxmlformats.org/officeDocument/2006/relationships/image" Target="../media/image176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167.emf"/><Relationship Id="rId24" Type="http://schemas.openxmlformats.org/officeDocument/2006/relationships/oleObject" Target="../embeddings/oleObject164.bin"/><Relationship Id="rId32" Type="http://schemas.openxmlformats.org/officeDocument/2006/relationships/oleObject" Target="../embeddings/oleObject168.bin"/><Relationship Id="rId37" Type="http://schemas.openxmlformats.org/officeDocument/2006/relationships/image" Target="../media/image180.emf"/><Relationship Id="rId5" Type="http://schemas.openxmlformats.org/officeDocument/2006/relationships/image" Target="../media/image164.emf"/><Relationship Id="rId15" Type="http://schemas.openxmlformats.org/officeDocument/2006/relationships/image" Target="../media/image169.emf"/><Relationship Id="rId23" Type="http://schemas.openxmlformats.org/officeDocument/2006/relationships/image" Target="../media/image173.emf"/><Relationship Id="rId28" Type="http://schemas.openxmlformats.org/officeDocument/2006/relationships/oleObject" Target="../embeddings/oleObject166.bin"/><Relationship Id="rId36" Type="http://schemas.openxmlformats.org/officeDocument/2006/relationships/oleObject" Target="../embeddings/oleObject170.bin"/><Relationship Id="rId10" Type="http://schemas.openxmlformats.org/officeDocument/2006/relationships/oleObject" Target="../embeddings/oleObject157.bin"/><Relationship Id="rId19" Type="http://schemas.openxmlformats.org/officeDocument/2006/relationships/image" Target="../media/image171.emf"/><Relationship Id="rId31" Type="http://schemas.openxmlformats.org/officeDocument/2006/relationships/image" Target="../media/image177.e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66.emf"/><Relationship Id="rId14" Type="http://schemas.openxmlformats.org/officeDocument/2006/relationships/oleObject" Target="../embeddings/oleObject159.bin"/><Relationship Id="rId22" Type="http://schemas.openxmlformats.org/officeDocument/2006/relationships/oleObject" Target="../embeddings/oleObject163.bin"/><Relationship Id="rId27" Type="http://schemas.openxmlformats.org/officeDocument/2006/relationships/image" Target="../media/image175.emf"/><Relationship Id="rId30" Type="http://schemas.openxmlformats.org/officeDocument/2006/relationships/oleObject" Target="../embeddings/oleObject167.bin"/><Relationship Id="rId35" Type="http://schemas.openxmlformats.org/officeDocument/2006/relationships/image" Target="../media/image179.emf"/><Relationship Id="rId8" Type="http://schemas.openxmlformats.org/officeDocument/2006/relationships/oleObject" Target="../embeddings/oleObject156.bin"/><Relationship Id="rId3" Type="http://schemas.openxmlformats.org/officeDocument/2006/relationships/image" Target="../media/image163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7" Type="http://schemas.openxmlformats.org/officeDocument/2006/relationships/image" Target="../media/image184.wmf"/><Relationship Id="rId2" Type="http://schemas.openxmlformats.org/officeDocument/2006/relationships/oleObject" Target="../embeddings/oleObject17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4.bin"/><Relationship Id="rId5" Type="http://schemas.openxmlformats.org/officeDocument/2006/relationships/image" Target="../media/image183.wmf"/><Relationship Id="rId4" Type="http://schemas.openxmlformats.org/officeDocument/2006/relationships/oleObject" Target="../embeddings/oleObject173.bin"/></Relationships>
</file>

<file path=ppt/slides/_rels/slide7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0.emf"/><Relationship Id="rId18" Type="http://schemas.openxmlformats.org/officeDocument/2006/relationships/oleObject" Target="../embeddings/oleObject183.bin"/><Relationship Id="rId26" Type="http://schemas.openxmlformats.org/officeDocument/2006/relationships/oleObject" Target="../embeddings/oleObject187.bin"/><Relationship Id="rId39" Type="http://schemas.openxmlformats.org/officeDocument/2006/relationships/image" Target="../media/image203.emf"/><Relationship Id="rId21" Type="http://schemas.openxmlformats.org/officeDocument/2006/relationships/image" Target="../media/image194.emf"/><Relationship Id="rId34" Type="http://schemas.openxmlformats.org/officeDocument/2006/relationships/oleObject" Target="../embeddings/oleObject191.bin"/><Relationship Id="rId42" Type="http://schemas.openxmlformats.org/officeDocument/2006/relationships/oleObject" Target="../embeddings/oleObject195.bin"/><Relationship Id="rId7" Type="http://schemas.openxmlformats.org/officeDocument/2006/relationships/image" Target="../media/image187.emf"/><Relationship Id="rId2" Type="http://schemas.openxmlformats.org/officeDocument/2006/relationships/oleObject" Target="../embeddings/oleObject175.bin"/><Relationship Id="rId16" Type="http://schemas.openxmlformats.org/officeDocument/2006/relationships/oleObject" Target="../embeddings/oleObject182.bin"/><Relationship Id="rId29" Type="http://schemas.openxmlformats.org/officeDocument/2006/relationships/image" Target="../media/image198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89.emf"/><Relationship Id="rId24" Type="http://schemas.openxmlformats.org/officeDocument/2006/relationships/oleObject" Target="../embeddings/oleObject186.bin"/><Relationship Id="rId32" Type="http://schemas.openxmlformats.org/officeDocument/2006/relationships/oleObject" Target="../embeddings/oleObject190.bin"/><Relationship Id="rId37" Type="http://schemas.openxmlformats.org/officeDocument/2006/relationships/image" Target="../media/image202.emf"/><Relationship Id="rId40" Type="http://schemas.openxmlformats.org/officeDocument/2006/relationships/oleObject" Target="../embeddings/oleObject194.bin"/><Relationship Id="rId45" Type="http://schemas.openxmlformats.org/officeDocument/2006/relationships/image" Target="../media/image206.emf"/><Relationship Id="rId5" Type="http://schemas.openxmlformats.org/officeDocument/2006/relationships/image" Target="../media/image186.emf"/><Relationship Id="rId15" Type="http://schemas.openxmlformats.org/officeDocument/2006/relationships/image" Target="../media/image191.emf"/><Relationship Id="rId23" Type="http://schemas.openxmlformats.org/officeDocument/2006/relationships/image" Target="../media/image195.emf"/><Relationship Id="rId28" Type="http://schemas.openxmlformats.org/officeDocument/2006/relationships/oleObject" Target="../embeddings/oleObject188.bin"/><Relationship Id="rId36" Type="http://schemas.openxmlformats.org/officeDocument/2006/relationships/oleObject" Target="../embeddings/oleObject192.bin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93.emf"/><Relationship Id="rId31" Type="http://schemas.openxmlformats.org/officeDocument/2006/relationships/image" Target="../media/image199.emf"/><Relationship Id="rId44" Type="http://schemas.openxmlformats.org/officeDocument/2006/relationships/oleObject" Target="../embeddings/oleObject196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88.e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Relationship Id="rId27" Type="http://schemas.openxmlformats.org/officeDocument/2006/relationships/image" Target="../media/image197.emf"/><Relationship Id="rId30" Type="http://schemas.openxmlformats.org/officeDocument/2006/relationships/oleObject" Target="../embeddings/oleObject189.bin"/><Relationship Id="rId35" Type="http://schemas.openxmlformats.org/officeDocument/2006/relationships/image" Target="../media/image201.emf"/><Relationship Id="rId43" Type="http://schemas.openxmlformats.org/officeDocument/2006/relationships/image" Target="../media/image205.emf"/><Relationship Id="rId8" Type="http://schemas.openxmlformats.org/officeDocument/2006/relationships/oleObject" Target="../embeddings/oleObject178.bin"/><Relationship Id="rId3" Type="http://schemas.openxmlformats.org/officeDocument/2006/relationships/image" Target="../media/image185.e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92.emf"/><Relationship Id="rId25" Type="http://schemas.openxmlformats.org/officeDocument/2006/relationships/image" Target="../media/image196.emf"/><Relationship Id="rId33" Type="http://schemas.openxmlformats.org/officeDocument/2006/relationships/image" Target="../media/image200.emf"/><Relationship Id="rId38" Type="http://schemas.openxmlformats.org/officeDocument/2006/relationships/oleObject" Target="../embeddings/oleObject193.bin"/><Relationship Id="rId20" Type="http://schemas.openxmlformats.org/officeDocument/2006/relationships/oleObject" Target="../embeddings/oleObject184.bin"/><Relationship Id="rId41" Type="http://schemas.openxmlformats.org/officeDocument/2006/relationships/image" Target="../media/image204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oleObject" Target="../embeddings/oleObject197.bin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213.emf"/><Relationship Id="rId3" Type="http://schemas.openxmlformats.org/officeDocument/2006/relationships/image" Target="../media/image208.emf"/><Relationship Id="rId7" Type="http://schemas.openxmlformats.org/officeDocument/2006/relationships/image" Target="../media/image210.emf"/><Relationship Id="rId12" Type="http://schemas.openxmlformats.org/officeDocument/2006/relationships/oleObject" Target="../embeddings/oleObject203.bin"/><Relationship Id="rId17" Type="http://schemas.openxmlformats.org/officeDocument/2006/relationships/image" Target="../media/image215.emf"/><Relationship Id="rId2" Type="http://schemas.openxmlformats.org/officeDocument/2006/relationships/oleObject" Target="../embeddings/oleObject198.bin"/><Relationship Id="rId16" Type="http://schemas.openxmlformats.org/officeDocument/2006/relationships/oleObject" Target="../embeddings/oleObject20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212.emf"/><Relationship Id="rId5" Type="http://schemas.openxmlformats.org/officeDocument/2006/relationships/image" Target="../media/image209.emf"/><Relationship Id="rId15" Type="http://schemas.openxmlformats.org/officeDocument/2006/relationships/image" Target="../media/image214.emf"/><Relationship Id="rId10" Type="http://schemas.openxmlformats.org/officeDocument/2006/relationships/oleObject" Target="../embeddings/oleObject202.bin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11.emf"/><Relationship Id="rId14" Type="http://schemas.openxmlformats.org/officeDocument/2006/relationships/oleObject" Target="../embeddings/oleObject204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13" Type="http://schemas.openxmlformats.org/officeDocument/2006/relationships/oleObject" Target="../embeddings/oleObject201.bin"/><Relationship Id="rId18" Type="http://schemas.openxmlformats.org/officeDocument/2006/relationships/image" Target="../media/image213.emf"/><Relationship Id="rId3" Type="http://schemas.openxmlformats.org/officeDocument/2006/relationships/image" Target="../media/image216.emf"/><Relationship Id="rId21" Type="http://schemas.openxmlformats.org/officeDocument/2006/relationships/oleObject" Target="../embeddings/oleObject205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210.emf"/><Relationship Id="rId17" Type="http://schemas.openxmlformats.org/officeDocument/2006/relationships/oleObject" Target="../embeddings/oleObject203.bin"/><Relationship Id="rId2" Type="http://schemas.openxmlformats.org/officeDocument/2006/relationships/oleObject" Target="../embeddings/oleObject206.bin"/><Relationship Id="rId16" Type="http://schemas.openxmlformats.org/officeDocument/2006/relationships/image" Target="../media/image212.emf"/><Relationship Id="rId20" Type="http://schemas.openxmlformats.org/officeDocument/2006/relationships/image" Target="../media/image214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6.png"/><Relationship Id="rId11" Type="http://schemas.openxmlformats.org/officeDocument/2006/relationships/oleObject" Target="../embeddings/oleObject200.bin"/><Relationship Id="rId24" Type="http://schemas.openxmlformats.org/officeDocument/2006/relationships/image" Target="../media/image217.emf"/><Relationship Id="rId5" Type="http://schemas.openxmlformats.org/officeDocument/2006/relationships/image" Target="../media/image215.png"/><Relationship Id="rId15" Type="http://schemas.openxmlformats.org/officeDocument/2006/relationships/oleObject" Target="../embeddings/oleObject202.bin"/><Relationship Id="rId23" Type="http://schemas.openxmlformats.org/officeDocument/2006/relationships/oleObject" Target="../embeddings/oleObject207.bin"/><Relationship Id="rId10" Type="http://schemas.openxmlformats.org/officeDocument/2006/relationships/image" Target="../media/image209.emf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214.png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211.emf"/><Relationship Id="rId22" Type="http://schemas.openxmlformats.org/officeDocument/2006/relationships/image" Target="../media/image215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23.emf"/><Relationship Id="rId18" Type="http://schemas.openxmlformats.org/officeDocument/2006/relationships/oleObject" Target="../embeddings/oleObject216.bin"/><Relationship Id="rId3" Type="http://schemas.openxmlformats.org/officeDocument/2006/relationships/image" Target="../media/image218.emf"/><Relationship Id="rId7" Type="http://schemas.openxmlformats.org/officeDocument/2006/relationships/image" Target="../media/image220.e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225.emf"/><Relationship Id="rId2" Type="http://schemas.openxmlformats.org/officeDocument/2006/relationships/oleObject" Target="../embeddings/oleObject208.bin"/><Relationship Id="rId16" Type="http://schemas.openxmlformats.org/officeDocument/2006/relationships/oleObject" Target="../embeddings/oleObject21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0.bin"/><Relationship Id="rId11" Type="http://schemas.openxmlformats.org/officeDocument/2006/relationships/image" Target="../media/image222.emf"/><Relationship Id="rId5" Type="http://schemas.openxmlformats.org/officeDocument/2006/relationships/image" Target="../media/image219.emf"/><Relationship Id="rId15" Type="http://schemas.openxmlformats.org/officeDocument/2006/relationships/image" Target="../media/image224.emf"/><Relationship Id="rId10" Type="http://schemas.openxmlformats.org/officeDocument/2006/relationships/oleObject" Target="../embeddings/oleObject212.bin"/><Relationship Id="rId19" Type="http://schemas.openxmlformats.org/officeDocument/2006/relationships/image" Target="../media/image226.emf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214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emf"/><Relationship Id="rId2" Type="http://schemas.openxmlformats.org/officeDocument/2006/relationships/oleObject" Target="../embeddings/oleObject217.bin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235.emf"/><Relationship Id="rId18" Type="http://schemas.openxmlformats.org/officeDocument/2006/relationships/oleObject" Target="../embeddings/oleObject226.bin"/><Relationship Id="rId3" Type="http://schemas.openxmlformats.org/officeDocument/2006/relationships/image" Target="../media/image230.emf"/><Relationship Id="rId21" Type="http://schemas.openxmlformats.org/officeDocument/2006/relationships/image" Target="../media/image239.emf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37.e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34.emf"/><Relationship Id="rId5" Type="http://schemas.openxmlformats.org/officeDocument/2006/relationships/image" Target="../media/image231.emf"/><Relationship Id="rId15" Type="http://schemas.openxmlformats.org/officeDocument/2006/relationships/image" Target="../media/image236.emf"/><Relationship Id="rId23" Type="http://schemas.openxmlformats.org/officeDocument/2006/relationships/image" Target="../media/image240.w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38.e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33.e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28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235.emf"/><Relationship Id="rId18" Type="http://schemas.openxmlformats.org/officeDocument/2006/relationships/oleObject" Target="../embeddings/oleObject229.bin"/><Relationship Id="rId26" Type="http://schemas.openxmlformats.org/officeDocument/2006/relationships/oleObject" Target="../embeddings/oleObject232.bin"/><Relationship Id="rId3" Type="http://schemas.openxmlformats.org/officeDocument/2006/relationships/image" Target="../media/image230.emf"/><Relationship Id="rId21" Type="http://schemas.openxmlformats.org/officeDocument/2006/relationships/image" Target="../media/image238.emf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37.emf"/><Relationship Id="rId25" Type="http://schemas.openxmlformats.org/officeDocument/2006/relationships/image" Target="../media/image242.e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2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34.emf"/><Relationship Id="rId24" Type="http://schemas.openxmlformats.org/officeDocument/2006/relationships/oleObject" Target="../embeddings/oleObject231.bin"/><Relationship Id="rId5" Type="http://schemas.openxmlformats.org/officeDocument/2006/relationships/image" Target="../media/image231.emf"/><Relationship Id="rId15" Type="http://schemas.openxmlformats.org/officeDocument/2006/relationships/image" Target="../media/image236.emf"/><Relationship Id="rId23" Type="http://schemas.openxmlformats.org/officeDocument/2006/relationships/image" Target="../media/image239.e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41.e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33.e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30.bin"/><Relationship Id="rId27" Type="http://schemas.openxmlformats.org/officeDocument/2006/relationships/image" Target="../media/image243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emf"/><Relationship Id="rId2" Type="http://schemas.openxmlformats.org/officeDocument/2006/relationships/oleObject" Target="../embeddings/oleObject233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5.emf"/><Relationship Id="rId4" Type="http://schemas.openxmlformats.org/officeDocument/2006/relationships/oleObject" Target="../embeddings/oleObject234.bin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0.png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51.emf"/><Relationship Id="rId18" Type="http://schemas.openxmlformats.org/officeDocument/2006/relationships/oleObject" Target="../embeddings/oleObject243.bin"/><Relationship Id="rId3" Type="http://schemas.openxmlformats.org/officeDocument/2006/relationships/image" Target="../media/image246.emf"/><Relationship Id="rId21" Type="http://schemas.openxmlformats.org/officeDocument/2006/relationships/image" Target="../media/image254.emf"/><Relationship Id="rId7" Type="http://schemas.openxmlformats.org/officeDocument/2006/relationships/image" Target="../media/image248.e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53.emf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2.bin"/><Relationship Id="rId20" Type="http://schemas.openxmlformats.org/officeDocument/2006/relationships/oleObject" Target="../embeddings/oleObject24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50.emf"/><Relationship Id="rId5" Type="http://schemas.openxmlformats.org/officeDocument/2006/relationships/image" Target="../media/image247.emf"/><Relationship Id="rId15" Type="http://schemas.openxmlformats.org/officeDocument/2006/relationships/image" Target="../media/image252.emf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49.emf"/><Relationship Id="rId14" Type="http://schemas.openxmlformats.org/officeDocument/2006/relationships/oleObject" Target="../embeddings/oleObject241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5.emf"/><Relationship Id="rId18" Type="http://schemas.openxmlformats.org/officeDocument/2006/relationships/oleObject" Target="../embeddings/oleObject235.bin"/><Relationship Id="rId26" Type="http://schemas.openxmlformats.org/officeDocument/2006/relationships/oleObject" Target="../embeddings/oleObject239.bin"/><Relationship Id="rId21" Type="http://schemas.openxmlformats.org/officeDocument/2006/relationships/image" Target="../media/image247.emf"/><Relationship Id="rId34" Type="http://schemas.openxmlformats.org/officeDocument/2006/relationships/oleObject" Target="../embeddings/oleObject243.bin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237.emf"/><Relationship Id="rId25" Type="http://schemas.openxmlformats.org/officeDocument/2006/relationships/image" Target="../media/image249.emf"/><Relationship Id="rId33" Type="http://schemas.openxmlformats.org/officeDocument/2006/relationships/image" Target="../media/image253.e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20" Type="http://schemas.openxmlformats.org/officeDocument/2006/relationships/oleObject" Target="../embeddings/oleObject236.bin"/><Relationship Id="rId29" Type="http://schemas.openxmlformats.org/officeDocument/2006/relationships/image" Target="../media/image251.e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34.emf"/><Relationship Id="rId24" Type="http://schemas.openxmlformats.org/officeDocument/2006/relationships/oleObject" Target="../embeddings/oleObject238.bin"/><Relationship Id="rId32" Type="http://schemas.openxmlformats.org/officeDocument/2006/relationships/oleObject" Target="../embeddings/oleObject242.bin"/><Relationship Id="rId37" Type="http://schemas.openxmlformats.org/officeDocument/2006/relationships/image" Target="../media/image254.emf"/><Relationship Id="rId5" Type="http://schemas.openxmlformats.org/officeDocument/2006/relationships/image" Target="../media/image231.emf"/><Relationship Id="rId15" Type="http://schemas.openxmlformats.org/officeDocument/2006/relationships/image" Target="../media/image236.emf"/><Relationship Id="rId23" Type="http://schemas.openxmlformats.org/officeDocument/2006/relationships/image" Target="../media/image248.emf"/><Relationship Id="rId28" Type="http://schemas.openxmlformats.org/officeDocument/2006/relationships/oleObject" Target="../embeddings/oleObject240.bin"/><Relationship Id="rId36" Type="http://schemas.openxmlformats.org/officeDocument/2006/relationships/oleObject" Target="../embeddings/oleObject244.bin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246.emf"/><Relationship Id="rId31" Type="http://schemas.openxmlformats.org/officeDocument/2006/relationships/image" Target="../media/image252.e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33.emf"/><Relationship Id="rId14" Type="http://schemas.openxmlformats.org/officeDocument/2006/relationships/oleObject" Target="../embeddings/oleObject224.bin"/><Relationship Id="rId22" Type="http://schemas.openxmlformats.org/officeDocument/2006/relationships/oleObject" Target="../embeddings/oleObject237.bin"/><Relationship Id="rId27" Type="http://schemas.openxmlformats.org/officeDocument/2006/relationships/image" Target="../media/image250.emf"/><Relationship Id="rId30" Type="http://schemas.openxmlformats.org/officeDocument/2006/relationships/oleObject" Target="../embeddings/oleObject241.bin"/><Relationship Id="rId35" Type="http://schemas.openxmlformats.org/officeDocument/2006/relationships/image" Target="../media/image21.emf"/><Relationship Id="rId8" Type="http://schemas.openxmlformats.org/officeDocument/2006/relationships/oleObject" Target="../embeddings/oleObject221.bin"/><Relationship Id="rId3" Type="http://schemas.openxmlformats.org/officeDocument/2006/relationships/image" Target="../media/image230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557338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第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章  几类特殊的图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Chapter 7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几类特殊的图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图论是处理离散对象的一种重要的数学工具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本章讨论几类在理论研究和实际应用中都有着重要意义的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特殊的图示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Hamilton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特别是根树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平面图及其面着色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二部图等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557338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第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章  几类特殊的图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213100"/>
            <a:ext cx="6400800" cy="863600"/>
          </a:xfrm>
        </p:spPr>
        <p:txBody>
          <a:bodyPr/>
          <a:lstStyle/>
          <a:p>
            <a:pPr eaLnBrk="1" hangingPunct="1"/>
            <a:r>
              <a:rPr lang="en-US" altLang="zh-CN" sz="3600" b="1">
                <a:latin typeface="Times New Roman" pitchFamily="18" charset="0"/>
                <a:ea typeface="楷体_GB2312" pitchFamily="49" charset="-122"/>
              </a:rPr>
              <a:t>7.4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有向树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7.4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有向树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91140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91174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91178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79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16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9117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76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6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有向树的定义</a:t>
              </a:r>
            </a:p>
          </p:txBody>
        </p:sp>
        <p:sp>
          <p:nvSpPr>
            <p:cNvPr id="91177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91141" name="Group 12"/>
          <p:cNvGrpSpPr>
            <a:grpSpLocks/>
          </p:cNvGrpSpPr>
          <p:nvPr/>
        </p:nvGrpSpPr>
        <p:grpSpPr bwMode="auto">
          <a:xfrm>
            <a:off x="1042988" y="2349500"/>
            <a:ext cx="5410200" cy="712788"/>
            <a:chOff x="1152" y="1677"/>
            <a:chExt cx="3408" cy="449"/>
          </a:xfrm>
        </p:grpSpPr>
        <p:grpSp>
          <p:nvGrpSpPr>
            <p:cNvPr id="91167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91171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72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24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91168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9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根树</a:t>
              </a:r>
            </a:p>
          </p:txBody>
        </p:sp>
        <p:sp>
          <p:nvSpPr>
            <p:cNvPr id="91170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91142" name="Group 20"/>
          <p:cNvGrpSpPr>
            <a:grpSpLocks/>
          </p:cNvGrpSpPr>
          <p:nvPr/>
        </p:nvGrpSpPr>
        <p:grpSpPr bwMode="auto">
          <a:xfrm>
            <a:off x="1042988" y="3284538"/>
            <a:ext cx="5410200" cy="685800"/>
            <a:chOff x="1152" y="2256"/>
            <a:chExt cx="3408" cy="432"/>
          </a:xfrm>
        </p:grpSpPr>
        <p:grpSp>
          <p:nvGrpSpPr>
            <p:cNvPr id="91160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91164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65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32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91161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62" name="Text Box 26"/>
            <p:cNvSpPr txBox="1">
              <a:spLocks noChangeArrowheads="1"/>
            </p:cNvSpPr>
            <p:nvPr/>
          </p:nvSpPr>
          <p:spPr bwMode="auto">
            <a:xfrm>
              <a:off x="2112" y="2256"/>
              <a:ext cx="8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itchFamily="18" charset="0"/>
                  <a:ea typeface="楷体_GB2312" pitchFamily="49" charset="-122"/>
                </a:rPr>
                <a:t>m</a:t>
              </a:r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叉树</a:t>
              </a:r>
            </a:p>
          </p:txBody>
        </p:sp>
        <p:sp>
          <p:nvSpPr>
            <p:cNvPr id="91163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91143" name="Group 28"/>
          <p:cNvGrpSpPr>
            <a:grpSpLocks/>
          </p:cNvGrpSpPr>
          <p:nvPr/>
        </p:nvGrpSpPr>
        <p:grpSpPr bwMode="auto">
          <a:xfrm>
            <a:off x="1042988" y="4221163"/>
            <a:ext cx="5410200" cy="712787"/>
            <a:chOff x="1152" y="2815"/>
            <a:chExt cx="3408" cy="449"/>
          </a:xfrm>
        </p:grpSpPr>
        <p:grpSp>
          <p:nvGrpSpPr>
            <p:cNvPr id="91153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91157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8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0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91154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5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有序树</a:t>
              </a:r>
            </a:p>
          </p:txBody>
        </p:sp>
        <p:sp>
          <p:nvSpPr>
            <p:cNvPr id="91156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91144" name="Group 36"/>
          <p:cNvGrpSpPr>
            <a:grpSpLocks/>
          </p:cNvGrpSpPr>
          <p:nvPr/>
        </p:nvGrpSpPr>
        <p:grpSpPr bwMode="auto">
          <a:xfrm>
            <a:off x="1042988" y="5202238"/>
            <a:ext cx="5410200" cy="712787"/>
            <a:chOff x="1152" y="2239"/>
            <a:chExt cx="3408" cy="449"/>
          </a:xfrm>
        </p:grpSpPr>
        <p:grpSp>
          <p:nvGrpSpPr>
            <p:cNvPr id="91146" name="Group 37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91150" name="AutoShape 3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151" name="AutoShape 3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248" name="AutoShape 40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91147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48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定位二叉树</a:t>
              </a:r>
            </a:p>
          </p:txBody>
        </p:sp>
        <p:sp>
          <p:nvSpPr>
            <p:cNvPr id="91149" name="Text Box 43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sp>
        <p:nvSpPr>
          <p:cNvPr id="91145" name="Rectangle 44"/>
          <p:cNvSpPr>
            <a:spLocks noChangeArrowheads="1"/>
          </p:cNvSpPr>
          <p:nvPr/>
        </p:nvSpPr>
        <p:spPr bwMode="auto">
          <a:xfrm>
            <a:off x="971550" y="1268413"/>
            <a:ext cx="4679950" cy="1944687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7.4 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有向树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有向树 特别是根树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在计算机算法设计及程序设计研究中都起着重要作用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7.4.1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有向树的定义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一个有向图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在不考虑边的方向时是一棵无向树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则该有向图称为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有向树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(directed tree).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pic>
        <p:nvPicPr>
          <p:cNvPr id="93187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765175"/>
            <a:ext cx="67691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7.4.2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在有向树中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更常用的是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它能清楚地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表示层次结构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在编译程序中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用于表示源程序的语法结构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在数据库系统中用于表示信息的组织形式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7-7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一棵有向树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恰有一个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入度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而其余节点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入度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则该有向树称为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(rooted tree). 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pic>
        <p:nvPicPr>
          <p:cNvPr id="97283" name="Picture 3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125538"/>
            <a:ext cx="5256213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在根树中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入度为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(root),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(leaf),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出度不为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分枝节点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(internal vertex).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根树的一般画法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根画在上方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996952"/>
            <a:ext cx="2229161" cy="24577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99331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99332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99333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99336" name="Oval 8"/>
          <p:cNvSpPr>
            <a:spLocks noChangeArrowheads="1"/>
          </p:cNvSpPr>
          <p:nvPr/>
        </p:nvSpPr>
        <p:spPr bwMode="auto">
          <a:xfrm>
            <a:off x="2771775" y="27082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99337" name="Oval 9"/>
          <p:cNvSpPr>
            <a:spLocks noChangeArrowheads="1"/>
          </p:cNvSpPr>
          <p:nvPr/>
        </p:nvSpPr>
        <p:spPr bwMode="auto">
          <a:xfrm>
            <a:off x="39243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99338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99339" name="Oval 11"/>
          <p:cNvSpPr>
            <a:spLocks noChangeArrowheads="1"/>
          </p:cNvSpPr>
          <p:nvPr/>
        </p:nvSpPr>
        <p:spPr bwMode="auto">
          <a:xfrm>
            <a:off x="19796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99340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99341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99342" name="Oval 14"/>
          <p:cNvSpPr>
            <a:spLocks noChangeArrowheads="1"/>
          </p:cNvSpPr>
          <p:nvPr/>
        </p:nvSpPr>
        <p:spPr bwMode="auto">
          <a:xfrm>
            <a:off x="615632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99343" name="Oval 15"/>
          <p:cNvSpPr>
            <a:spLocks noChangeArrowheads="1"/>
          </p:cNvSpPr>
          <p:nvPr/>
        </p:nvSpPr>
        <p:spPr bwMode="auto">
          <a:xfrm>
            <a:off x="471646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99344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5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6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7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8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9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0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1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2" name="Line 24"/>
          <p:cNvSpPr>
            <a:spLocks noChangeShapeType="1"/>
          </p:cNvSpPr>
          <p:nvPr/>
        </p:nvSpPr>
        <p:spPr bwMode="auto">
          <a:xfrm>
            <a:off x="5651500" y="1916833"/>
            <a:ext cx="720725" cy="6485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3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4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5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00355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00356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00357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00359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00360" name="Oval 8"/>
          <p:cNvSpPr>
            <a:spLocks noChangeArrowheads="1"/>
          </p:cNvSpPr>
          <p:nvPr/>
        </p:nvSpPr>
        <p:spPr bwMode="auto">
          <a:xfrm>
            <a:off x="2771775" y="27082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00361" name="Oval 9"/>
          <p:cNvSpPr>
            <a:spLocks noChangeArrowheads="1"/>
          </p:cNvSpPr>
          <p:nvPr/>
        </p:nvSpPr>
        <p:spPr bwMode="auto">
          <a:xfrm>
            <a:off x="39243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00362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00363" name="Oval 11"/>
          <p:cNvSpPr>
            <a:spLocks noChangeArrowheads="1"/>
          </p:cNvSpPr>
          <p:nvPr/>
        </p:nvSpPr>
        <p:spPr bwMode="auto">
          <a:xfrm>
            <a:off x="19796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00364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00365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00366" name="Oval 14"/>
          <p:cNvSpPr>
            <a:spLocks noChangeArrowheads="1"/>
          </p:cNvSpPr>
          <p:nvPr/>
        </p:nvSpPr>
        <p:spPr bwMode="auto">
          <a:xfrm>
            <a:off x="615632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00367" name="Oval 15"/>
          <p:cNvSpPr>
            <a:spLocks noChangeArrowheads="1"/>
          </p:cNvSpPr>
          <p:nvPr/>
        </p:nvSpPr>
        <p:spPr bwMode="auto">
          <a:xfrm>
            <a:off x="471646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00368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69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0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1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2" name="Line 20"/>
          <p:cNvSpPr>
            <a:spLocks noChangeShapeType="1"/>
          </p:cNvSpPr>
          <p:nvPr/>
        </p:nvSpPr>
        <p:spPr bwMode="auto">
          <a:xfrm>
            <a:off x="2843213" y="1989138"/>
            <a:ext cx="144462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3" name="Line 21"/>
          <p:cNvSpPr>
            <a:spLocks noChangeShapeType="1"/>
          </p:cNvSpPr>
          <p:nvPr/>
        </p:nvSpPr>
        <p:spPr bwMode="auto">
          <a:xfrm>
            <a:off x="4140200" y="206057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4" name="Line 22"/>
          <p:cNvSpPr>
            <a:spLocks noChangeShapeType="1"/>
          </p:cNvSpPr>
          <p:nvPr/>
        </p:nvSpPr>
        <p:spPr bwMode="auto">
          <a:xfrm flipH="1">
            <a:off x="5003800" y="1989138"/>
            <a:ext cx="360363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5" name="Line 23"/>
          <p:cNvSpPr>
            <a:spLocks noChangeShapeType="1"/>
          </p:cNvSpPr>
          <p:nvPr/>
        </p:nvSpPr>
        <p:spPr bwMode="auto">
          <a:xfrm>
            <a:off x="5508625" y="1989138"/>
            <a:ext cx="14287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6" name="Line 24"/>
          <p:cNvSpPr>
            <a:spLocks noChangeShapeType="1"/>
          </p:cNvSpPr>
          <p:nvPr/>
        </p:nvSpPr>
        <p:spPr bwMode="auto">
          <a:xfrm>
            <a:off x="5580063" y="1916113"/>
            <a:ext cx="792162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7" name="Line 25"/>
          <p:cNvSpPr>
            <a:spLocks noChangeShapeType="1"/>
          </p:cNvSpPr>
          <p:nvPr/>
        </p:nvSpPr>
        <p:spPr bwMode="auto">
          <a:xfrm flipH="1">
            <a:off x="1187450" y="2997200"/>
            <a:ext cx="6477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8" name="Line 26"/>
          <p:cNvSpPr>
            <a:spLocks noChangeShapeType="1"/>
          </p:cNvSpPr>
          <p:nvPr/>
        </p:nvSpPr>
        <p:spPr bwMode="auto">
          <a:xfrm>
            <a:off x="1979613" y="3068638"/>
            <a:ext cx="21590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79" name="Line 27"/>
          <p:cNvSpPr>
            <a:spLocks noChangeShapeType="1"/>
          </p:cNvSpPr>
          <p:nvPr/>
        </p:nvSpPr>
        <p:spPr bwMode="auto">
          <a:xfrm>
            <a:off x="4932363" y="3068638"/>
            <a:ext cx="0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01379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01380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01381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01382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01383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01384" name="Oval 8"/>
          <p:cNvSpPr>
            <a:spLocks noChangeArrowheads="1"/>
          </p:cNvSpPr>
          <p:nvPr/>
        </p:nvSpPr>
        <p:spPr bwMode="auto">
          <a:xfrm>
            <a:off x="2771775" y="27082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01385" name="Oval 9"/>
          <p:cNvSpPr>
            <a:spLocks noChangeArrowheads="1"/>
          </p:cNvSpPr>
          <p:nvPr/>
        </p:nvSpPr>
        <p:spPr bwMode="auto">
          <a:xfrm>
            <a:off x="39243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01386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01387" name="Oval 11"/>
          <p:cNvSpPr>
            <a:spLocks noChangeArrowheads="1"/>
          </p:cNvSpPr>
          <p:nvPr/>
        </p:nvSpPr>
        <p:spPr bwMode="auto">
          <a:xfrm>
            <a:off x="19796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01388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01389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01390" name="Oval 14"/>
          <p:cNvSpPr>
            <a:spLocks noChangeArrowheads="1"/>
          </p:cNvSpPr>
          <p:nvPr/>
        </p:nvSpPr>
        <p:spPr bwMode="auto">
          <a:xfrm>
            <a:off x="615632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01391" name="Oval 15"/>
          <p:cNvSpPr>
            <a:spLocks noChangeArrowheads="1"/>
          </p:cNvSpPr>
          <p:nvPr/>
        </p:nvSpPr>
        <p:spPr bwMode="auto">
          <a:xfrm>
            <a:off x="471646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01392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3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5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6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7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8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399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00" name="Line 24"/>
          <p:cNvSpPr>
            <a:spLocks noChangeShapeType="1"/>
          </p:cNvSpPr>
          <p:nvPr/>
        </p:nvSpPr>
        <p:spPr bwMode="auto">
          <a:xfrm>
            <a:off x="5651500" y="206057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01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02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03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1404" name="Object 28"/>
          <p:cNvGraphicFramePr>
            <a:graphicFrameLocks noChangeAspect="1"/>
          </p:cNvGraphicFramePr>
          <p:nvPr/>
        </p:nvGraphicFramePr>
        <p:xfrm>
          <a:off x="3059113" y="619125"/>
          <a:ext cx="7366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532" imgH="85860" progId="Equation.3">
                  <p:embed/>
                </p:oleObj>
              </mc:Choice>
              <mc:Fallback>
                <p:oleObj name="Equation" r:id="rId2" imgW="228532" imgH="858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619125"/>
                        <a:ext cx="7366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5" name="Object 29"/>
          <p:cNvGraphicFramePr>
            <a:graphicFrameLocks noChangeAspect="1"/>
          </p:cNvGraphicFramePr>
          <p:nvPr/>
        </p:nvGraphicFramePr>
        <p:xfrm>
          <a:off x="107950" y="4076700"/>
          <a:ext cx="7048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078" imgH="104760" progId="Equation.3">
                  <p:embed/>
                </p:oleObj>
              </mc:Choice>
              <mc:Fallback>
                <p:oleObj name="Equation" r:id="rId4" imgW="219078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076700"/>
                        <a:ext cx="7048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6" name="Object 30"/>
          <p:cNvGraphicFramePr>
            <a:graphicFrameLocks noChangeAspect="1"/>
          </p:cNvGraphicFramePr>
          <p:nvPr/>
        </p:nvGraphicFramePr>
        <p:xfrm>
          <a:off x="7594600" y="677863"/>
          <a:ext cx="30638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543" imgH="104760" progId="Equation.3">
                  <p:embed/>
                </p:oleObj>
              </mc:Choice>
              <mc:Fallback>
                <p:oleObj name="Equation" r:id="rId6" imgW="47543" imgH="1047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677863"/>
                        <a:ext cx="30638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1407" name="Object 31"/>
              <p:cNvSpPr txBox="1"/>
              <p:nvPr/>
            </p:nvSpPr>
            <p:spPr bwMode="auto">
              <a:xfrm>
                <a:off x="7594283" y="1511300"/>
                <a:ext cx="214313" cy="400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140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94283" y="1511300"/>
                <a:ext cx="214313" cy="400050"/>
              </a:xfrm>
              <a:prstGeom prst="rect">
                <a:avLst/>
              </a:prstGeom>
              <a:blipFill>
                <a:blip r:embed="rId8"/>
                <a:stretch>
                  <a:fillRect l="-8571" r="-71429" b="-121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1408" name="Object 32"/>
          <p:cNvGraphicFramePr>
            <a:graphicFrameLocks noChangeAspect="1"/>
          </p:cNvGraphicFramePr>
          <p:nvPr/>
        </p:nvGraphicFramePr>
        <p:xfrm>
          <a:off x="7596188" y="2651125"/>
          <a:ext cx="3063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7543" imgH="85860" progId="Equation.3">
                  <p:embed/>
                </p:oleObj>
              </mc:Choice>
              <mc:Fallback>
                <p:oleObj name="Equation" r:id="rId9" imgW="47543" imgH="858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651125"/>
                        <a:ext cx="30638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9" name="Object 33"/>
          <p:cNvGraphicFramePr>
            <a:graphicFrameLocks noChangeAspect="1"/>
          </p:cNvGraphicFramePr>
          <p:nvPr/>
        </p:nvGraphicFramePr>
        <p:xfrm>
          <a:off x="7612063" y="3933825"/>
          <a:ext cx="2746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9" imgH="104760" progId="Equation.3">
                  <p:embed/>
                </p:oleObj>
              </mc:Choice>
              <mc:Fallback>
                <p:oleObj name="Equation" r:id="rId11" imgW="38089" imgH="1047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63" y="3933825"/>
                        <a:ext cx="2746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10" name="Object 34"/>
          <p:cNvGraphicFramePr>
            <a:graphicFrameLocks noChangeAspect="1"/>
          </p:cNvGraphicFramePr>
          <p:nvPr/>
        </p:nvGraphicFramePr>
        <p:xfrm>
          <a:off x="1476375" y="4868863"/>
          <a:ext cx="61706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76579" imgH="142830" progId="Equation.3">
                  <p:embed/>
                </p:oleObj>
              </mc:Choice>
              <mc:Fallback>
                <p:oleObj name="公式" r:id="rId13" imgW="2476579" imgH="14283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868863"/>
                        <a:ext cx="61706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11" name="Object 35"/>
          <p:cNvGraphicFramePr>
            <a:graphicFrameLocks noChangeAspect="1"/>
          </p:cNvGraphicFramePr>
          <p:nvPr/>
        </p:nvGraphicFramePr>
        <p:xfrm>
          <a:off x="539750" y="1484313"/>
          <a:ext cx="15652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601" imgH="123930" progId="Equation.3">
                  <p:embed/>
                </p:oleObj>
              </mc:Choice>
              <mc:Fallback>
                <p:oleObj name="Equation" r:id="rId15" imgW="571601" imgH="12393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84313"/>
                        <a:ext cx="15652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12" name="Object 36"/>
          <p:cNvGraphicFramePr>
            <a:graphicFrameLocks noChangeAspect="1"/>
          </p:cNvGraphicFramePr>
          <p:nvPr/>
        </p:nvGraphicFramePr>
        <p:xfrm>
          <a:off x="938213" y="2276475"/>
          <a:ext cx="76676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8257" imgH="123930" progId="Equation.3">
                  <p:embed/>
                </p:oleObj>
              </mc:Choice>
              <mc:Fallback>
                <p:oleObj name="Equation" r:id="rId17" imgW="238257" imgH="1239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2276475"/>
                        <a:ext cx="76676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13" name="Object 37"/>
          <p:cNvGraphicFramePr>
            <a:graphicFrameLocks noChangeAspect="1"/>
          </p:cNvGraphicFramePr>
          <p:nvPr/>
        </p:nvGraphicFramePr>
        <p:xfrm>
          <a:off x="4211638" y="5734050"/>
          <a:ext cx="35290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381190" imgH="123930" progId="Equation.3">
                  <p:embed/>
                </p:oleObj>
              </mc:Choice>
              <mc:Fallback>
                <p:oleObj name="公式" r:id="rId19" imgW="1381190" imgH="1239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734050"/>
                        <a:ext cx="352901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若有向边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双亲节点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父节点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(parent),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孩子节点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(child).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祖先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(ancestor)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是从根节点到该节点的路径上所经过的所有分枝节点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从一个节点可以到达的任意节点都称为该节点的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后代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(offspring, descendants,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从根节点到任意节点有且仅有一条路径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从根节点到某个节点的路径的长度称为该节点的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级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(level).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其父节点在同一层的节点互为堂兄弟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根树中节点的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最大层次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称为根树的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(height)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深度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(depth).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Remark 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关于根树中节点的层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(level)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的含义在有些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数据结构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中有所不同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它们将根节点称为第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层节点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其子节点称为第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层节点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依次类推</a:t>
            </a: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(d)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7-8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由节点</a:t>
            </a:r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及其所有后代导出的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根子树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(rooted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subtree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可以简称为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子树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b="1" dirty="0" err="1">
                <a:latin typeface="Times New Roman" pitchFamily="18" charset="0"/>
                <a:ea typeface="楷体_GB2312" pitchFamily="49" charset="-122"/>
              </a:rPr>
              <a:t>subtree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).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05475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05476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05477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05478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05479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05480" name="Oval 8"/>
          <p:cNvSpPr>
            <a:spLocks noChangeArrowheads="1"/>
          </p:cNvSpPr>
          <p:nvPr/>
        </p:nvSpPr>
        <p:spPr bwMode="auto">
          <a:xfrm>
            <a:off x="2771775" y="27082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05481" name="Oval 9"/>
          <p:cNvSpPr>
            <a:spLocks noChangeArrowheads="1"/>
          </p:cNvSpPr>
          <p:nvPr/>
        </p:nvSpPr>
        <p:spPr bwMode="auto">
          <a:xfrm>
            <a:off x="39243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05482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05483" name="Oval 11"/>
          <p:cNvSpPr>
            <a:spLocks noChangeArrowheads="1"/>
          </p:cNvSpPr>
          <p:nvPr/>
        </p:nvSpPr>
        <p:spPr bwMode="auto">
          <a:xfrm>
            <a:off x="19796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05484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05485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05486" name="Oval 14"/>
          <p:cNvSpPr>
            <a:spLocks noChangeArrowheads="1"/>
          </p:cNvSpPr>
          <p:nvPr/>
        </p:nvSpPr>
        <p:spPr bwMode="auto">
          <a:xfrm>
            <a:off x="615632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05487" name="Oval 15"/>
          <p:cNvSpPr>
            <a:spLocks noChangeArrowheads="1"/>
          </p:cNvSpPr>
          <p:nvPr/>
        </p:nvSpPr>
        <p:spPr bwMode="auto">
          <a:xfrm>
            <a:off x="471646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05488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89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0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1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2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3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4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5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6" name="Line 24"/>
          <p:cNvSpPr>
            <a:spLocks noChangeShapeType="1"/>
          </p:cNvSpPr>
          <p:nvPr/>
        </p:nvSpPr>
        <p:spPr bwMode="auto">
          <a:xfrm>
            <a:off x="5651500" y="206057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7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8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499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500" name="Freeform 28"/>
          <p:cNvSpPr>
            <a:spLocks/>
          </p:cNvSpPr>
          <p:nvPr/>
        </p:nvSpPr>
        <p:spPr bwMode="auto">
          <a:xfrm>
            <a:off x="390686" y="1358710"/>
            <a:ext cx="3132137" cy="4086514"/>
          </a:xfrm>
          <a:custGeom>
            <a:avLst/>
            <a:gdLst>
              <a:gd name="T0" fmla="*/ 2147483647 w 1973"/>
              <a:gd name="T1" fmla="*/ 2147483647 h 2819"/>
              <a:gd name="T2" fmla="*/ 2147483647 w 1973"/>
              <a:gd name="T3" fmla="*/ 2147483647 h 2819"/>
              <a:gd name="T4" fmla="*/ 2147483647 w 1973"/>
              <a:gd name="T5" fmla="*/ 2147483647 h 2819"/>
              <a:gd name="T6" fmla="*/ 2147483647 w 1973"/>
              <a:gd name="T7" fmla="*/ 2147483647 h 2819"/>
              <a:gd name="T8" fmla="*/ 2147483647 w 1973"/>
              <a:gd name="T9" fmla="*/ 2147483647 h 2819"/>
              <a:gd name="T10" fmla="*/ 2147483647 w 1973"/>
              <a:gd name="T11" fmla="*/ 2147483647 h 2819"/>
              <a:gd name="T12" fmla="*/ 2147483647 w 1973"/>
              <a:gd name="T13" fmla="*/ 2147483647 h 28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73"/>
              <a:gd name="T22" fmla="*/ 0 h 2819"/>
              <a:gd name="T23" fmla="*/ 1973 w 1973"/>
              <a:gd name="T24" fmla="*/ 2819 h 281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73" h="2819">
                <a:moveTo>
                  <a:pt x="53" y="2237"/>
                </a:moveTo>
                <a:cubicBezTo>
                  <a:pt x="26" y="1692"/>
                  <a:pt x="0" y="1148"/>
                  <a:pt x="234" y="785"/>
                </a:cubicBezTo>
                <a:cubicBezTo>
                  <a:pt x="468" y="422"/>
                  <a:pt x="1179" y="120"/>
                  <a:pt x="1459" y="60"/>
                </a:cubicBezTo>
                <a:cubicBezTo>
                  <a:pt x="1739" y="0"/>
                  <a:pt x="1853" y="142"/>
                  <a:pt x="1913" y="422"/>
                </a:cubicBezTo>
                <a:cubicBezTo>
                  <a:pt x="1973" y="702"/>
                  <a:pt x="1920" y="1352"/>
                  <a:pt x="1822" y="1738"/>
                </a:cubicBezTo>
                <a:cubicBezTo>
                  <a:pt x="1724" y="2124"/>
                  <a:pt x="1603" y="2653"/>
                  <a:pt x="1323" y="2736"/>
                </a:cubicBezTo>
                <a:cubicBezTo>
                  <a:pt x="1043" y="2819"/>
                  <a:pt x="593" y="2528"/>
                  <a:pt x="144" y="2237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AutoShape 2"/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>
                <a:ea typeface="楷体_GB2312" pitchFamily="49" charset="-122"/>
              </a:rPr>
              <a:t>小结与作业</a:t>
            </a:r>
          </a:p>
        </p:txBody>
      </p:sp>
      <p:grpSp>
        <p:nvGrpSpPr>
          <p:cNvPr id="106500" name="Group 4"/>
          <p:cNvGrpSpPr>
            <a:grpSpLocks/>
          </p:cNvGrpSpPr>
          <p:nvPr/>
        </p:nvGrpSpPr>
        <p:grpSpPr bwMode="auto">
          <a:xfrm>
            <a:off x="1547813" y="2060575"/>
            <a:ext cx="5181600" cy="508000"/>
            <a:chOff x="1419" y="1480"/>
            <a:chExt cx="3575" cy="363"/>
          </a:xfrm>
        </p:grpSpPr>
        <p:grpSp>
          <p:nvGrpSpPr>
            <p:cNvPr id="106517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8550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08551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有向树的定义</a:t>
                </a:r>
              </a:p>
            </p:txBody>
          </p:sp>
        </p:grpSp>
        <p:sp>
          <p:nvSpPr>
            <p:cNvPr id="108552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06519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6501" name="Group 10"/>
          <p:cNvGrpSpPr>
            <a:grpSpLocks/>
          </p:cNvGrpSpPr>
          <p:nvPr/>
        </p:nvGrpSpPr>
        <p:grpSpPr bwMode="auto">
          <a:xfrm>
            <a:off x="2195513" y="3789363"/>
            <a:ext cx="5181600" cy="508000"/>
            <a:chOff x="1419" y="1480"/>
            <a:chExt cx="3575" cy="363"/>
          </a:xfrm>
        </p:grpSpPr>
        <p:grpSp>
          <p:nvGrpSpPr>
            <p:cNvPr id="106512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8556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08557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根树</a:t>
                </a:r>
              </a:p>
            </p:txBody>
          </p:sp>
        </p:grpSp>
        <p:sp>
          <p:nvSpPr>
            <p:cNvPr id="108558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06514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502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/>
            <a:endParaRPr kumimoji="1" lang="zh-CN" altLang="zh-CN" sz="2400" b="1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06504" name="Group 18"/>
          <p:cNvGrpSpPr>
            <a:grpSpLocks/>
          </p:cNvGrpSpPr>
          <p:nvPr/>
        </p:nvGrpSpPr>
        <p:grpSpPr bwMode="auto">
          <a:xfrm>
            <a:off x="1331913" y="5321300"/>
            <a:ext cx="5380037" cy="665163"/>
            <a:chOff x="1152" y="2845"/>
            <a:chExt cx="3408" cy="419"/>
          </a:xfrm>
        </p:grpSpPr>
        <p:grpSp>
          <p:nvGrpSpPr>
            <p:cNvPr id="106505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06509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510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566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6506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08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7.4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有向树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07524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107558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07562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63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600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7559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60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6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有向树的定义</a:t>
              </a:r>
            </a:p>
          </p:txBody>
        </p:sp>
        <p:sp>
          <p:nvSpPr>
            <p:cNvPr id="107561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07525" name="Group 12"/>
          <p:cNvGrpSpPr>
            <a:grpSpLocks/>
          </p:cNvGrpSpPr>
          <p:nvPr/>
        </p:nvGrpSpPr>
        <p:grpSpPr bwMode="auto">
          <a:xfrm>
            <a:off x="1042988" y="2349500"/>
            <a:ext cx="5410200" cy="712788"/>
            <a:chOff x="1152" y="1677"/>
            <a:chExt cx="3408" cy="449"/>
          </a:xfrm>
        </p:grpSpPr>
        <p:grpSp>
          <p:nvGrpSpPr>
            <p:cNvPr id="107551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07555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56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608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7552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3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根树</a:t>
              </a:r>
            </a:p>
          </p:txBody>
        </p:sp>
        <p:sp>
          <p:nvSpPr>
            <p:cNvPr id="107554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07526" name="Group 20"/>
          <p:cNvGrpSpPr>
            <a:grpSpLocks/>
          </p:cNvGrpSpPr>
          <p:nvPr/>
        </p:nvGrpSpPr>
        <p:grpSpPr bwMode="auto">
          <a:xfrm>
            <a:off x="1042988" y="3284538"/>
            <a:ext cx="5410200" cy="685800"/>
            <a:chOff x="1152" y="2256"/>
            <a:chExt cx="3408" cy="432"/>
          </a:xfrm>
        </p:grpSpPr>
        <p:grpSp>
          <p:nvGrpSpPr>
            <p:cNvPr id="107544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07548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49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616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7545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6" name="Text Box 26"/>
            <p:cNvSpPr txBox="1">
              <a:spLocks noChangeArrowheads="1"/>
            </p:cNvSpPr>
            <p:nvPr/>
          </p:nvSpPr>
          <p:spPr bwMode="auto">
            <a:xfrm>
              <a:off x="2112" y="2256"/>
              <a:ext cx="8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latin typeface="Times New Roman" pitchFamily="18" charset="0"/>
                  <a:ea typeface="楷体_GB2312" pitchFamily="49" charset="-122"/>
                </a:rPr>
                <a:t>m</a:t>
              </a:r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叉树</a:t>
              </a:r>
            </a:p>
          </p:txBody>
        </p:sp>
        <p:sp>
          <p:nvSpPr>
            <p:cNvPr id="107547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107527" name="Group 28"/>
          <p:cNvGrpSpPr>
            <a:grpSpLocks/>
          </p:cNvGrpSpPr>
          <p:nvPr/>
        </p:nvGrpSpPr>
        <p:grpSpPr bwMode="auto">
          <a:xfrm>
            <a:off x="1042988" y="4221163"/>
            <a:ext cx="5410200" cy="712787"/>
            <a:chOff x="1152" y="2815"/>
            <a:chExt cx="3408" cy="449"/>
          </a:xfrm>
        </p:grpSpPr>
        <p:grpSp>
          <p:nvGrpSpPr>
            <p:cNvPr id="107537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07541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42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624" name="AutoShape 32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7538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9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有序树</a:t>
              </a:r>
            </a:p>
          </p:txBody>
        </p:sp>
        <p:sp>
          <p:nvSpPr>
            <p:cNvPr id="107540" name="Text Box 35"/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107528" name="Group 36"/>
          <p:cNvGrpSpPr>
            <a:grpSpLocks/>
          </p:cNvGrpSpPr>
          <p:nvPr/>
        </p:nvGrpSpPr>
        <p:grpSpPr bwMode="auto">
          <a:xfrm>
            <a:off x="1042988" y="5202238"/>
            <a:ext cx="5410200" cy="712787"/>
            <a:chOff x="1152" y="2239"/>
            <a:chExt cx="3408" cy="449"/>
          </a:xfrm>
        </p:grpSpPr>
        <p:grpSp>
          <p:nvGrpSpPr>
            <p:cNvPr id="107530" name="Group 37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07534" name="AutoShape 3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535" name="AutoShape 3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632" name="AutoShape 40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07531" name="Line 41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2" name="Text Box 42"/>
            <p:cNvSpPr txBox="1">
              <a:spLocks noChangeArrowheads="1"/>
            </p:cNvSpPr>
            <p:nvPr/>
          </p:nvSpPr>
          <p:spPr bwMode="auto">
            <a:xfrm>
              <a:off x="2112" y="2239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定位二叉树</a:t>
              </a:r>
            </a:p>
          </p:txBody>
        </p:sp>
        <p:sp>
          <p:nvSpPr>
            <p:cNvPr id="107533" name="Text Box 43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sp>
        <p:nvSpPr>
          <p:cNvPr id="107529" name="Rectangle 44"/>
          <p:cNvSpPr>
            <a:spLocks noChangeArrowheads="1"/>
          </p:cNvSpPr>
          <p:nvPr/>
        </p:nvSpPr>
        <p:spPr bwMode="auto">
          <a:xfrm>
            <a:off x="827088" y="3213100"/>
            <a:ext cx="4679950" cy="2690813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7.4.3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ary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tree)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在根树中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一个节点的出度可以称为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或更形象地称为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叉树的定义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Def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 "/>
                <a:ea typeface="楷体" panose="02010609060101010101" pitchFamily="49" charset="-122"/>
              </a:rPr>
              <a:t>=(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>
                <a:latin typeface="Time "/>
                <a:ea typeface="楷体" panose="02010609060101010101" pitchFamily="49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 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是一棵树，若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1)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根树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;   2)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085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28217"/>
              </p:ext>
            </p:extLst>
          </p:nvPr>
        </p:nvGraphicFramePr>
        <p:xfrm>
          <a:off x="2915816" y="4293096"/>
          <a:ext cx="26638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11" imgH="200070" progId="Equation.3">
                  <p:embed/>
                </p:oleObj>
              </mc:Choice>
              <mc:Fallback>
                <p:oleObj name="公式" r:id="rId2" imgW="876311" imgH="20007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293096"/>
                        <a:ext cx="26638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09571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09572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09573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09574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09575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09576" name="Oval 8"/>
          <p:cNvSpPr>
            <a:spLocks noChangeArrowheads="1"/>
          </p:cNvSpPr>
          <p:nvPr/>
        </p:nvSpPr>
        <p:spPr bwMode="auto">
          <a:xfrm>
            <a:off x="2771775" y="27082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09577" name="Oval 9"/>
          <p:cNvSpPr>
            <a:spLocks noChangeArrowheads="1"/>
          </p:cNvSpPr>
          <p:nvPr/>
        </p:nvSpPr>
        <p:spPr bwMode="auto">
          <a:xfrm>
            <a:off x="39243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09578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09579" name="Oval 11"/>
          <p:cNvSpPr>
            <a:spLocks noChangeArrowheads="1"/>
          </p:cNvSpPr>
          <p:nvPr/>
        </p:nvSpPr>
        <p:spPr bwMode="auto">
          <a:xfrm>
            <a:off x="197961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09580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09581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09582" name="Oval 14"/>
          <p:cNvSpPr>
            <a:spLocks noChangeArrowheads="1"/>
          </p:cNvSpPr>
          <p:nvPr/>
        </p:nvSpPr>
        <p:spPr bwMode="auto">
          <a:xfrm>
            <a:off x="615632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09583" name="Oval 15"/>
          <p:cNvSpPr>
            <a:spLocks noChangeArrowheads="1"/>
          </p:cNvSpPr>
          <p:nvPr/>
        </p:nvSpPr>
        <p:spPr bwMode="auto">
          <a:xfrm>
            <a:off x="4716463" y="4005263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8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89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0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1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2" name="Line 24"/>
          <p:cNvSpPr>
            <a:spLocks noChangeShapeType="1"/>
          </p:cNvSpPr>
          <p:nvPr/>
        </p:nvSpPr>
        <p:spPr bwMode="auto">
          <a:xfrm>
            <a:off x="5651500" y="206057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3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4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595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(regular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ary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tree)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(full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-</a:t>
            </a:r>
            <a:r>
              <a:rPr lang="en-US" altLang="zh-CN" b="1" dirty="0" err="1">
                <a:latin typeface="Times New Roman" pitchFamily="18" charset="0"/>
                <a:ea typeface="楷体_GB2312" pitchFamily="49" charset="-122"/>
              </a:rPr>
              <a:t>ary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tree)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思考  正则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叉树与满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叉树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?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604" y="2026322"/>
            <a:ext cx="4992791" cy="28053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完全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：</a:t>
            </a: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4691" name="Oval 3"/>
          <p:cNvSpPr>
            <a:spLocks noChangeArrowheads="1"/>
          </p:cNvSpPr>
          <p:nvPr/>
        </p:nvSpPr>
        <p:spPr bwMode="auto">
          <a:xfrm>
            <a:off x="2482577" y="2203549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2" name="Oval 4"/>
          <p:cNvSpPr>
            <a:spLocks noChangeArrowheads="1"/>
          </p:cNvSpPr>
          <p:nvPr/>
        </p:nvSpPr>
        <p:spPr bwMode="auto">
          <a:xfrm>
            <a:off x="1763440" y="306714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3" name="Oval 5"/>
          <p:cNvSpPr>
            <a:spLocks noChangeArrowheads="1"/>
          </p:cNvSpPr>
          <p:nvPr/>
        </p:nvSpPr>
        <p:spPr bwMode="auto">
          <a:xfrm>
            <a:off x="2482577" y="3067149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4" name="Oval 6"/>
          <p:cNvSpPr>
            <a:spLocks noChangeArrowheads="1"/>
          </p:cNvSpPr>
          <p:nvPr/>
        </p:nvSpPr>
        <p:spPr bwMode="auto">
          <a:xfrm>
            <a:off x="3058840" y="306714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5" name="Oval 7"/>
          <p:cNvSpPr>
            <a:spLocks noChangeArrowheads="1"/>
          </p:cNvSpPr>
          <p:nvPr/>
        </p:nvSpPr>
        <p:spPr bwMode="auto">
          <a:xfrm>
            <a:off x="1331640" y="3932337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6" name="Oval 8"/>
          <p:cNvSpPr>
            <a:spLocks noChangeArrowheads="1"/>
          </p:cNvSpPr>
          <p:nvPr/>
        </p:nvSpPr>
        <p:spPr bwMode="auto">
          <a:xfrm>
            <a:off x="1618977" y="393233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7" name="Oval 9"/>
          <p:cNvSpPr>
            <a:spLocks noChangeArrowheads="1"/>
          </p:cNvSpPr>
          <p:nvPr/>
        </p:nvSpPr>
        <p:spPr bwMode="auto">
          <a:xfrm>
            <a:off x="1907902" y="393233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8" name="Oval 10"/>
          <p:cNvSpPr>
            <a:spLocks noChangeArrowheads="1"/>
          </p:cNvSpPr>
          <p:nvPr/>
        </p:nvSpPr>
        <p:spPr bwMode="auto">
          <a:xfrm>
            <a:off x="2266677" y="393233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699" name="Oval 11"/>
          <p:cNvSpPr>
            <a:spLocks noChangeArrowheads="1"/>
          </p:cNvSpPr>
          <p:nvPr/>
        </p:nvSpPr>
        <p:spPr bwMode="auto">
          <a:xfrm>
            <a:off x="2482577" y="3932337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0" name="Line 16"/>
          <p:cNvSpPr>
            <a:spLocks noChangeShapeType="1"/>
          </p:cNvSpPr>
          <p:nvPr/>
        </p:nvSpPr>
        <p:spPr bwMode="auto">
          <a:xfrm flipH="1">
            <a:off x="1907902" y="2276574"/>
            <a:ext cx="647700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1" name="Line 17"/>
          <p:cNvSpPr>
            <a:spLocks noChangeShapeType="1"/>
          </p:cNvSpPr>
          <p:nvPr/>
        </p:nvSpPr>
        <p:spPr bwMode="auto">
          <a:xfrm>
            <a:off x="2555602" y="2276574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2" name="Line 18"/>
          <p:cNvSpPr>
            <a:spLocks noChangeShapeType="1"/>
          </p:cNvSpPr>
          <p:nvPr/>
        </p:nvSpPr>
        <p:spPr bwMode="auto">
          <a:xfrm>
            <a:off x="2555602" y="2276574"/>
            <a:ext cx="576263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3" name="Line 19"/>
          <p:cNvSpPr>
            <a:spLocks noChangeShapeType="1"/>
          </p:cNvSpPr>
          <p:nvPr/>
        </p:nvSpPr>
        <p:spPr bwMode="auto">
          <a:xfrm flipH="1">
            <a:off x="1403077" y="3140174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4" name="Line 20"/>
          <p:cNvSpPr>
            <a:spLocks noChangeShapeType="1"/>
          </p:cNvSpPr>
          <p:nvPr/>
        </p:nvSpPr>
        <p:spPr bwMode="auto">
          <a:xfrm flipH="1">
            <a:off x="1690415" y="3140174"/>
            <a:ext cx="14446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5" name="Line 21"/>
          <p:cNvSpPr>
            <a:spLocks noChangeShapeType="1"/>
          </p:cNvSpPr>
          <p:nvPr/>
        </p:nvSpPr>
        <p:spPr bwMode="auto">
          <a:xfrm>
            <a:off x="1834877" y="3140174"/>
            <a:ext cx="1444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6" name="Line 22"/>
          <p:cNvSpPr>
            <a:spLocks noChangeShapeType="1"/>
          </p:cNvSpPr>
          <p:nvPr/>
        </p:nvSpPr>
        <p:spPr bwMode="auto">
          <a:xfrm flipH="1">
            <a:off x="2339702" y="3140174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4707" name="Line 23"/>
          <p:cNvSpPr>
            <a:spLocks noChangeShapeType="1"/>
          </p:cNvSpPr>
          <p:nvPr/>
        </p:nvSpPr>
        <p:spPr bwMode="auto">
          <a:xfrm>
            <a:off x="2555602" y="3140174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AFCFC34-8C1C-BC4F-8AF2-2CFD650347A5}"/>
              </a:ext>
            </a:extLst>
          </p:cNvPr>
          <p:cNvGrpSpPr/>
          <p:nvPr/>
        </p:nvGrpSpPr>
        <p:grpSpPr>
          <a:xfrm>
            <a:off x="4211960" y="2275830"/>
            <a:ext cx="1871662" cy="1873250"/>
            <a:chOff x="4211960" y="2275830"/>
            <a:chExt cx="1871662" cy="1873250"/>
          </a:xfrm>
        </p:grpSpPr>
        <p:sp>
          <p:nvSpPr>
            <p:cNvPr id="20" name="Oval 3">
              <a:extLst>
                <a:ext uri="{FF2B5EF4-FFF2-40B4-BE49-F238E27FC236}">
                  <a16:creationId xmlns:a16="http://schemas.microsoft.com/office/drawing/2014/main" id="{229F60A6-3DDC-D64F-A791-C5B985D0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2897" y="227583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C252EBA9-8C12-0C4D-9512-5E0ADCCF3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760" y="313943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2" name="Oval 5">
              <a:extLst>
                <a:ext uri="{FF2B5EF4-FFF2-40B4-BE49-F238E27FC236}">
                  <a16:creationId xmlns:a16="http://schemas.microsoft.com/office/drawing/2014/main" id="{C372D112-CD98-E143-9BCE-0B13C98D2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2897" y="313943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3" name="Oval 6">
              <a:extLst>
                <a:ext uri="{FF2B5EF4-FFF2-40B4-BE49-F238E27FC236}">
                  <a16:creationId xmlns:a16="http://schemas.microsoft.com/office/drawing/2014/main" id="{9D4C4407-68D7-EC4F-BF58-13505EA08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9160" y="313943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BA6B3E7C-7405-C540-A34E-A4B2A2F60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960" y="4004618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5" name="Oval 8">
              <a:extLst>
                <a:ext uri="{FF2B5EF4-FFF2-40B4-BE49-F238E27FC236}">
                  <a16:creationId xmlns:a16="http://schemas.microsoft.com/office/drawing/2014/main" id="{EBCB0530-956D-7549-A6D8-8D1178F35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297" y="400461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6" name="Oval 9">
              <a:extLst>
                <a:ext uri="{FF2B5EF4-FFF2-40B4-BE49-F238E27FC236}">
                  <a16:creationId xmlns:a16="http://schemas.microsoft.com/office/drawing/2014/main" id="{9E898451-EF25-4046-9039-4146945E6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222" y="400461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50465DD5-CEC8-7846-99B6-B82C4D336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997" y="400461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CAFD2964-8C17-DA43-B1A4-94DD8B35D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222" y="2348855"/>
              <a:ext cx="647700" cy="790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E66F3FA6-CCF2-B743-9D4D-A684E1EC2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5922" y="2348855"/>
              <a:ext cx="0" cy="719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1" name="Line 18">
              <a:extLst>
                <a:ext uri="{FF2B5EF4-FFF2-40B4-BE49-F238E27FC236}">
                  <a16:creationId xmlns:a16="http://schemas.microsoft.com/office/drawing/2014/main" id="{6904CC18-7B2A-3A40-862A-D2A657A34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5922" y="2348855"/>
              <a:ext cx="576263" cy="7905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2" name="Line 19">
              <a:extLst>
                <a:ext uri="{FF2B5EF4-FFF2-40B4-BE49-F238E27FC236}">
                  <a16:creationId xmlns:a16="http://schemas.microsoft.com/office/drawing/2014/main" id="{3FAD966C-4B5F-8343-8FFB-1EE5308DA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3397" y="3212455"/>
              <a:ext cx="431800" cy="792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3" name="Line 20">
              <a:extLst>
                <a:ext uri="{FF2B5EF4-FFF2-40B4-BE49-F238E27FC236}">
                  <a16:creationId xmlns:a16="http://schemas.microsoft.com/office/drawing/2014/main" id="{9EA12DB2-FCE8-E546-8F79-1B2A71801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0735" y="3212455"/>
              <a:ext cx="144462" cy="719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4" name="Line 21">
              <a:extLst>
                <a:ext uri="{FF2B5EF4-FFF2-40B4-BE49-F238E27FC236}">
                  <a16:creationId xmlns:a16="http://schemas.microsoft.com/office/drawing/2014/main" id="{4193F36F-2CAF-DF46-9CC5-07EF1C1DD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5197" y="3212455"/>
              <a:ext cx="144463" cy="792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5" name="Line 22">
              <a:extLst>
                <a:ext uri="{FF2B5EF4-FFF2-40B4-BE49-F238E27FC236}">
                  <a16:creationId xmlns:a16="http://schemas.microsoft.com/office/drawing/2014/main" id="{BB96F3EE-1CF4-A14E-8DDA-11B0AB4DC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0022" y="3212455"/>
              <a:ext cx="215900" cy="792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9557347-E2A6-7E4F-A55E-41B6FD70DBD4}"/>
              </a:ext>
            </a:extLst>
          </p:cNvPr>
          <p:cNvSpPr txBox="1"/>
          <p:nvPr/>
        </p:nvSpPr>
        <p:spPr>
          <a:xfrm>
            <a:off x="6948264" y="299571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  <p:sp>
        <p:nvSpPr>
          <p:cNvPr id="40" name="Oval 3">
            <a:extLst>
              <a:ext uri="{FF2B5EF4-FFF2-40B4-BE49-F238E27FC236}">
                <a16:creationId xmlns:a16="http://schemas.microsoft.com/office/drawing/2014/main" id="{84505F2D-E124-9D43-8E19-C81A22ABB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643" y="116632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1" name="Oval 4">
            <a:extLst>
              <a:ext uri="{FF2B5EF4-FFF2-40B4-BE49-F238E27FC236}">
                <a16:creationId xmlns:a16="http://schemas.microsoft.com/office/drawing/2014/main" id="{30EBE753-65A5-904C-93CA-4BEC0782D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506" y="980232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2" name="Oval 5">
            <a:extLst>
              <a:ext uri="{FF2B5EF4-FFF2-40B4-BE49-F238E27FC236}">
                <a16:creationId xmlns:a16="http://schemas.microsoft.com/office/drawing/2014/main" id="{8A9BD345-B56E-0944-B50F-C6D6F7623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643" y="980232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3" name="Oval 6">
            <a:extLst>
              <a:ext uri="{FF2B5EF4-FFF2-40B4-BE49-F238E27FC236}">
                <a16:creationId xmlns:a16="http://schemas.microsoft.com/office/drawing/2014/main" id="{87A8BFCC-9D9E-5E42-8E07-1929625DA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906" y="980232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4" name="Oval 7">
            <a:extLst>
              <a:ext uri="{FF2B5EF4-FFF2-40B4-BE49-F238E27FC236}">
                <a16:creationId xmlns:a16="http://schemas.microsoft.com/office/drawing/2014/main" id="{B2EE3894-3F0F-FC4D-9838-9F1E99018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706" y="1845420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5" name="Oval 8">
            <a:extLst>
              <a:ext uri="{FF2B5EF4-FFF2-40B4-BE49-F238E27FC236}">
                <a16:creationId xmlns:a16="http://schemas.microsoft.com/office/drawing/2014/main" id="{5F7E1D63-C64B-484F-9AD2-63C971EE2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043" y="1845420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6" name="Oval 9">
            <a:extLst>
              <a:ext uri="{FF2B5EF4-FFF2-40B4-BE49-F238E27FC236}">
                <a16:creationId xmlns:a16="http://schemas.microsoft.com/office/drawing/2014/main" id="{A927B58B-119A-5E49-8C67-705CDA411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968" y="1845420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7" name="Oval 10">
            <a:extLst>
              <a:ext uri="{FF2B5EF4-FFF2-40B4-BE49-F238E27FC236}">
                <a16:creationId xmlns:a16="http://schemas.microsoft.com/office/drawing/2014/main" id="{2EFD0891-6D28-7246-B3D0-6732BF325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743" y="1845420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8" name="Oval 11">
            <a:extLst>
              <a:ext uri="{FF2B5EF4-FFF2-40B4-BE49-F238E27FC236}">
                <a16:creationId xmlns:a16="http://schemas.microsoft.com/office/drawing/2014/main" id="{D279E8B9-6490-8F4E-8AAF-8FA0E097A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3643" y="1845420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9" name="Line 16">
            <a:extLst>
              <a:ext uri="{FF2B5EF4-FFF2-40B4-BE49-F238E27FC236}">
                <a16:creationId xmlns:a16="http://schemas.microsoft.com/office/drawing/2014/main" id="{86328951-6830-A645-8077-D41568809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968" y="189657"/>
            <a:ext cx="647700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0" name="Line 17">
            <a:extLst>
              <a:ext uri="{FF2B5EF4-FFF2-40B4-BE49-F238E27FC236}">
                <a16:creationId xmlns:a16="http://schemas.microsoft.com/office/drawing/2014/main" id="{30D4D474-3ED7-4940-B316-66D619D8E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668" y="189657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1" name="Line 18">
            <a:extLst>
              <a:ext uri="{FF2B5EF4-FFF2-40B4-BE49-F238E27FC236}">
                <a16:creationId xmlns:a16="http://schemas.microsoft.com/office/drawing/2014/main" id="{45718365-6C1F-A841-9840-E3E7C81C2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668" y="189657"/>
            <a:ext cx="576263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E3A9538D-C4F8-F648-BD8E-6D7A363A9B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143" y="1053257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3" name="Line 20">
            <a:extLst>
              <a:ext uri="{FF2B5EF4-FFF2-40B4-BE49-F238E27FC236}">
                <a16:creationId xmlns:a16="http://schemas.microsoft.com/office/drawing/2014/main" id="{0DE4945A-1D49-FD47-967A-54B86EB879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1481" y="1053257"/>
            <a:ext cx="14446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4" name="Line 21">
            <a:extLst>
              <a:ext uri="{FF2B5EF4-FFF2-40B4-BE49-F238E27FC236}">
                <a16:creationId xmlns:a16="http://schemas.microsoft.com/office/drawing/2014/main" id="{D202B1D8-0E76-3242-A1B5-444F137DCF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943" y="1053257"/>
            <a:ext cx="1444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5" name="Line 22">
            <a:extLst>
              <a:ext uri="{FF2B5EF4-FFF2-40B4-BE49-F238E27FC236}">
                <a16:creationId xmlns:a16="http://schemas.microsoft.com/office/drawing/2014/main" id="{6C523829-1EEB-2C4D-A604-CC7CA36BE0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20768" y="1053257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6" name="Line 23">
            <a:extLst>
              <a:ext uri="{FF2B5EF4-FFF2-40B4-BE49-F238E27FC236}">
                <a16:creationId xmlns:a16="http://schemas.microsoft.com/office/drawing/2014/main" id="{66864A64-D3BC-514A-B5B1-42F6AA5F0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6668" y="1053257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7" name="Oval 9">
            <a:extLst>
              <a:ext uri="{FF2B5EF4-FFF2-40B4-BE49-F238E27FC236}">
                <a16:creationId xmlns:a16="http://schemas.microsoft.com/office/drawing/2014/main" id="{B69AF636-9684-A64B-BC1C-8D6561889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865" y="1844899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8" name="Line 21">
            <a:extLst>
              <a:ext uri="{FF2B5EF4-FFF2-40B4-BE49-F238E27FC236}">
                <a16:creationId xmlns:a16="http://schemas.microsoft.com/office/drawing/2014/main" id="{C3491407-5E71-8D49-A550-9C04EE49C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5082" y="1051670"/>
            <a:ext cx="216222" cy="7932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9" name="Oval 10">
            <a:extLst>
              <a:ext uri="{FF2B5EF4-FFF2-40B4-BE49-F238E27FC236}">
                <a16:creationId xmlns:a16="http://schemas.microsoft.com/office/drawing/2014/main" id="{46F26260-A194-C344-8020-CA18A93A8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815" y="1846486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0" name="Oval 11">
            <a:extLst>
              <a:ext uri="{FF2B5EF4-FFF2-40B4-BE49-F238E27FC236}">
                <a16:creationId xmlns:a16="http://schemas.microsoft.com/office/drawing/2014/main" id="{D5DA8B37-4D80-7A42-8CC6-7F6F8848D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1715" y="1846486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1" name="Line 22">
            <a:extLst>
              <a:ext uri="{FF2B5EF4-FFF2-40B4-BE49-F238E27FC236}">
                <a16:creationId xmlns:a16="http://schemas.microsoft.com/office/drawing/2014/main" id="{A96EFC77-A4BC-EF4E-ABDB-1B1F640F40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8840" y="1054323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2" name="Line 23">
            <a:extLst>
              <a:ext uri="{FF2B5EF4-FFF2-40B4-BE49-F238E27FC236}">
                <a16:creationId xmlns:a16="http://schemas.microsoft.com/office/drawing/2014/main" id="{773BAC06-DAC2-2744-AA8C-78DC651DC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4740" y="1054323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3" name="Oval 9">
            <a:extLst>
              <a:ext uri="{FF2B5EF4-FFF2-40B4-BE49-F238E27FC236}">
                <a16:creationId xmlns:a16="http://schemas.microsoft.com/office/drawing/2014/main" id="{69B41CFF-032B-8847-898B-C9C6487B1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37" y="1845965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4" name="Line 21">
            <a:extLst>
              <a:ext uri="{FF2B5EF4-FFF2-40B4-BE49-F238E27FC236}">
                <a16:creationId xmlns:a16="http://schemas.microsoft.com/office/drawing/2014/main" id="{8F227198-6FAC-1948-9E71-FAEAB8443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154" y="1052736"/>
            <a:ext cx="216222" cy="79323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5491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(2)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叉树的性质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(《Data Structure》)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Property 1 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叉树的第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层的节点至多为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i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≥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0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1619" name="Oval 3"/>
          <p:cNvSpPr>
            <a:spLocks noChangeArrowheads="1"/>
          </p:cNvSpPr>
          <p:nvPr/>
        </p:nvSpPr>
        <p:spPr bwMode="auto">
          <a:xfrm>
            <a:off x="3851275" y="20605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0" name="Oval 4"/>
          <p:cNvSpPr>
            <a:spLocks noChangeArrowheads="1"/>
          </p:cNvSpPr>
          <p:nvPr/>
        </p:nvSpPr>
        <p:spPr bwMode="auto">
          <a:xfrm>
            <a:off x="3132138" y="2924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1" name="Oval 5"/>
          <p:cNvSpPr>
            <a:spLocks noChangeArrowheads="1"/>
          </p:cNvSpPr>
          <p:nvPr/>
        </p:nvSpPr>
        <p:spPr bwMode="auto">
          <a:xfrm>
            <a:off x="3851275" y="2924175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2" name="Oval 6"/>
          <p:cNvSpPr>
            <a:spLocks noChangeArrowheads="1"/>
          </p:cNvSpPr>
          <p:nvPr/>
        </p:nvSpPr>
        <p:spPr bwMode="auto">
          <a:xfrm>
            <a:off x="4427538" y="2924175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3" name="Oval 7"/>
          <p:cNvSpPr>
            <a:spLocks noChangeArrowheads="1"/>
          </p:cNvSpPr>
          <p:nvPr/>
        </p:nvSpPr>
        <p:spPr bwMode="auto">
          <a:xfrm>
            <a:off x="2700338" y="37893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4" name="Oval 8"/>
          <p:cNvSpPr>
            <a:spLocks noChangeArrowheads="1"/>
          </p:cNvSpPr>
          <p:nvPr/>
        </p:nvSpPr>
        <p:spPr bwMode="auto">
          <a:xfrm>
            <a:off x="2987675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5" name="Oval 9"/>
          <p:cNvSpPr>
            <a:spLocks noChangeArrowheads="1"/>
          </p:cNvSpPr>
          <p:nvPr/>
        </p:nvSpPr>
        <p:spPr bwMode="auto">
          <a:xfrm>
            <a:off x="3276600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6" name="Oval 10"/>
          <p:cNvSpPr>
            <a:spLocks noChangeArrowheads="1"/>
          </p:cNvSpPr>
          <p:nvPr/>
        </p:nvSpPr>
        <p:spPr bwMode="auto">
          <a:xfrm>
            <a:off x="3635375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7" name="Oval 11"/>
          <p:cNvSpPr>
            <a:spLocks noChangeArrowheads="1"/>
          </p:cNvSpPr>
          <p:nvPr/>
        </p:nvSpPr>
        <p:spPr bwMode="auto">
          <a:xfrm>
            <a:off x="3851275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8" name="Oval 12"/>
          <p:cNvSpPr>
            <a:spLocks noChangeArrowheads="1"/>
          </p:cNvSpPr>
          <p:nvPr/>
        </p:nvSpPr>
        <p:spPr bwMode="auto">
          <a:xfrm>
            <a:off x="4067175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29" name="Oval 13"/>
          <p:cNvSpPr>
            <a:spLocks noChangeArrowheads="1"/>
          </p:cNvSpPr>
          <p:nvPr/>
        </p:nvSpPr>
        <p:spPr bwMode="auto">
          <a:xfrm>
            <a:off x="4356100" y="378936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0" name="Oval 14"/>
          <p:cNvSpPr>
            <a:spLocks noChangeArrowheads="1"/>
          </p:cNvSpPr>
          <p:nvPr/>
        </p:nvSpPr>
        <p:spPr bwMode="auto">
          <a:xfrm>
            <a:off x="4643438" y="37893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1" name="Oval 15"/>
          <p:cNvSpPr>
            <a:spLocks noChangeArrowheads="1"/>
          </p:cNvSpPr>
          <p:nvPr/>
        </p:nvSpPr>
        <p:spPr bwMode="auto">
          <a:xfrm>
            <a:off x="4932363" y="3789363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632" name="Line 16"/>
          <p:cNvSpPr>
            <a:spLocks noChangeShapeType="1"/>
          </p:cNvSpPr>
          <p:nvPr/>
        </p:nvSpPr>
        <p:spPr bwMode="auto">
          <a:xfrm flipH="1">
            <a:off x="3276600" y="2133600"/>
            <a:ext cx="647700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3" name="Line 17"/>
          <p:cNvSpPr>
            <a:spLocks noChangeShapeType="1"/>
          </p:cNvSpPr>
          <p:nvPr/>
        </p:nvSpPr>
        <p:spPr bwMode="auto">
          <a:xfrm>
            <a:off x="3924300" y="2133600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>
            <a:off x="3924300" y="2133600"/>
            <a:ext cx="576263" cy="790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5" name="Line 19"/>
          <p:cNvSpPr>
            <a:spLocks noChangeShapeType="1"/>
          </p:cNvSpPr>
          <p:nvPr/>
        </p:nvSpPr>
        <p:spPr bwMode="auto">
          <a:xfrm flipH="1">
            <a:off x="2771775" y="2997200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6" name="Line 20"/>
          <p:cNvSpPr>
            <a:spLocks noChangeShapeType="1"/>
          </p:cNvSpPr>
          <p:nvPr/>
        </p:nvSpPr>
        <p:spPr bwMode="auto">
          <a:xfrm flipH="1">
            <a:off x="3059113" y="2997200"/>
            <a:ext cx="14446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7" name="Line 21"/>
          <p:cNvSpPr>
            <a:spLocks noChangeShapeType="1"/>
          </p:cNvSpPr>
          <p:nvPr/>
        </p:nvSpPr>
        <p:spPr bwMode="auto">
          <a:xfrm>
            <a:off x="3203575" y="2997200"/>
            <a:ext cx="1444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8" name="Line 22"/>
          <p:cNvSpPr>
            <a:spLocks noChangeShapeType="1"/>
          </p:cNvSpPr>
          <p:nvPr/>
        </p:nvSpPr>
        <p:spPr bwMode="auto">
          <a:xfrm flipH="1">
            <a:off x="3708400" y="2997200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9" name="Line 23"/>
          <p:cNvSpPr>
            <a:spLocks noChangeShapeType="1"/>
          </p:cNvSpPr>
          <p:nvPr/>
        </p:nvSpPr>
        <p:spPr bwMode="auto">
          <a:xfrm>
            <a:off x="3924300" y="2997200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0" name="Line 24"/>
          <p:cNvSpPr>
            <a:spLocks noChangeShapeType="1"/>
          </p:cNvSpPr>
          <p:nvPr/>
        </p:nvSpPr>
        <p:spPr bwMode="auto">
          <a:xfrm>
            <a:off x="3924300" y="2997200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1" name="Line 25"/>
          <p:cNvSpPr>
            <a:spLocks noChangeShapeType="1"/>
          </p:cNvSpPr>
          <p:nvPr/>
        </p:nvSpPr>
        <p:spPr bwMode="auto">
          <a:xfrm flipH="1">
            <a:off x="4427538" y="2997200"/>
            <a:ext cx="730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2" name="Line 26"/>
          <p:cNvSpPr>
            <a:spLocks noChangeShapeType="1"/>
          </p:cNvSpPr>
          <p:nvPr/>
        </p:nvSpPr>
        <p:spPr bwMode="auto">
          <a:xfrm>
            <a:off x="4500563" y="2997200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3" name="Line 27"/>
          <p:cNvSpPr>
            <a:spLocks noChangeShapeType="1"/>
          </p:cNvSpPr>
          <p:nvPr/>
        </p:nvSpPr>
        <p:spPr bwMode="auto">
          <a:xfrm>
            <a:off x="4572000" y="2997200"/>
            <a:ext cx="4318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642" name="Rectangle 2"/>
              <p:cNvSpPr>
                <a:spLocks noGrp="1" noChangeArrowheads="1"/>
              </p:cNvSpPr>
              <p:nvPr>
                <p:ph/>
              </p:nvPr>
            </p:nvSpPr>
            <p:spPr>
              <a:xfrm>
                <a:off x="457200" y="274638"/>
                <a:ext cx="8229600" cy="6826770"/>
              </a:xfrm>
            </p:spPr>
            <p:txBody>
              <a:bodyPr/>
              <a:lstStyle/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itchFamily="18" charset="0"/>
                    <a:ea typeface="楷体_GB2312" pitchFamily="49" charset="-122"/>
                  </a:rPr>
                  <a:t>Property 2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高度为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h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 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叉树至多有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楷体_GB2312" pitchFamily="49" charset="-122"/>
                              </a:rPr>
                              <m:t>𝒎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  <a:ea typeface="楷体_GB2312" pitchFamily="49" charset="-122"/>
                              </a:rPr>
                              <m:t>𝒉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楷体_GB2312" pitchFamily="49" charset="-122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楷体_GB2312" pitchFamily="49" charset="-122"/>
                              </a:rPr>
                              <m:t>𝟏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𝒎</m:t>
                        </m:r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楷体_GB2312" pitchFamily="49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个节点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120000"/>
                  </a:lnSpc>
                  <a:buNone/>
                </a:pP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Property 3 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一棵有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片树叶的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叉树的高度至少为</a:t>
                </a:r>
                <a:r>
                  <a:rPr lang="en-US" altLang="zh-CN" b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log</a:t>
                </a:r>
                <a:r>
                  <a:rPr lang="en-US" altLang="zh-CN" b="1" i="1" baseline="-25000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lnSpc>
                    <a:spcPct val="120000"/>
                  </a:lnSpc>
                </a:pPr>
                <a:endParaRPr lang="en-US" altLang="zh-CN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Property 4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一棵正则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叉树有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l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片树叶、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个分支节点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m-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1)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l -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126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274638"/>
                <a:ext cx="8229600" cy="6826770"/>
              </a:xfrm>
              <a:blipFill>
                <a:blip r:embed="rId2"/>
                <a:stretch>
                  <a:fillRect l="-1630" t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3563888" y="4077072"/>
          <a:ext cx="34798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71567" imgH="162000" progId="Equation.3">
                  <p:embed/>
                </p:oleObj>
              </mc:Choice>
              <mc:Fallback>
                <p:oleObj name="公式" r:id="rId3" imgW="1171567" imgH="162000" progId="Equation.3">
                  <p:embed/>
                  <p:pic>
                    <p:nvPicPr>
                      <p:cNvPr id="1126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077072"/>
                        <a:ext cx="347980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1187450" y="1700213"/>
          <a:ext cx="716915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86033" imgH="342900" progId="Equation.3">
                  <p:embed/>
                </p:oleObj>
              </mc:Choice>
              <mc:Fallback>
                <p:oleObj name="公式" r:id="rId5" imgW="2486033" imgH="342900" progId="Equation.3">
                  <p:embed/>
                  <p:pic>
                    <p:nvPicPr>
                      <p:cNvPr id="1126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00213"/>
                        <a:ext cx="7169150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5148263" y="1484313"/>
            <a:ext cx="1439862" cy="15843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叶赋权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下面讨论叶赋权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Definition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每一片树叶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上都赋予一个非负实数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叶赋权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可以将树叶理解为苹果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树叶上所赋的权理解为苹果的重量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(see below).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17763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17764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17765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17766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17767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17768" name="Oval 8"/>
          <p:cNvSpPr>
            <a:spLocks noChangeArrowheads="1"/>
          </p:cNvSpPr>
          <p:nvPr/>
        </p:nvSpPr>
        <p:spPr bwMode="auto">
          <a:xfrm>
            <a:off x="2843213" y="2565400"/>
            <a:ext cx="287337" cy="2873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17769" name="Oval 9"/>
          <p:cNvSpPr>
            <a:spLocks noChangeArrowheads="1"/>
          </p:cNvSpPr>
          <p:nvPr/>
        </p:nvSpPr>
        <p:spPr bwMode="auto">
          <a:xfrm>
            <a:off x="3924300" y="2636838"/>
            <a:ext cx="576263" cy="5762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17770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17771" name="Oval 11"/>
          <p:cNvSpPr>
            <a:spLocks noChangeArrowheads="1"/>
          </p:cNvSpPr>
          <p:nvPr/>
        </p:nvSpPr>
        <p:spPr bwMode="auto">
          <a:xfrm>
            <a:off x="1835150" y="4005263"/>
            <a:ext cx="649288" cy="6477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17772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17773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17774" name="Oval 14"/>
          <p:cNvSpPr>
            <a:spLocks noChangeArrowheads="1"/>
          </p:cNvSpPr>
          <p:nvPr/>
        </p:nvSpPr>
        <p:spPr bwMode="auto">
          <a:xfrm>
            <a:off x="6156325" y="2636838"/>
            <a:ext cx="360363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17775" name="Oval 15"/>
          <p:cNvSpPr>
            <a:spLocks noChangeArrowheads="1"/>
          </p:cNvSpPr>
          <p:nvPr/>
        </p:nvSpPr>
        <p:spPr bwMode="auto">
          <a:xfrm>
            <a:off x="4716463" y="4005263"/>
            <a:ext cx="360362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17776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7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8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9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0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1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2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3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4" name="Line 24"/>
          <p:cNvSpPr>
            <a:spLocks noChangeShapeType="1"/>
          </p:cNvSpPr>
          <p:nvPr/>
        </p:nvSpPr>
        <p:spPr bwMode="auto">
          <a:xfrm>
            <a:off x="5651500" y="206057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5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6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7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7788" name="Object 28"/>
          <p:cNvGraphicFramePr>
            <a:graphicFrameLocks noChangeAspect="1"/>
          </p:cNvGraphicFramePr>
          <p:nvPr/>
        </p:nvGraphicFramePr>
        <p:xfrm>
          <a:off x="900113" y="4652963"/>
          <a:ext cx="319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9" imgH="104760" progId="Equation.3">
                  <p:embed/>
                </p:oleObj>
              </mc:Choice>
              <mc:Fallback>
                <p:oleObj name="公式" r:id="rId2" imgW="38089" imgH="104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52963"/>
                        <a:ext cx="3190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9" name="Object 29"/>
          <p:cNvGraphicFramePr>
            <a:graphicFrameLocks noChangeAspect="1"/>
          </p:cNvGraphicFramePr>
          <p:nvPr/>
        </p:nvGraphicFramePr>
        <p:xfrm>
          <a:off x="2051050" y="4652963"/>
          <a:ext cx="3190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104760" progId="Equation.3">
                  <p:embed/>
                </p:oleObj>
              </mc:Choice>
              <mc:Fallback>
                <p:oleObj name="公式" r:id="rId4" imgW="38089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652963"/>
                        <a:ext cx="3190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0" name="Object 30"/>
          <p:cNvGraphicFramePr>
            <a:graphicFrameLocks noChangeAspect="1"/>
          </p:cNvGraphicFramePr>
          <p:nvPr/>
        </p:nvGraphicFramePr>
        <p:xfrm>
          <a:off x="2878138" y="3230563"/>
          <a:ext cx="2476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455" imgH="85860" progId="Equation.3">
                  <p:embed/>
                </p:oleObj>
              </mc:Choice>
              <mc:Fallback>
                <p:oleObj name="公式" r:id="rId6" imgW="9455" imgH="858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3230563"/>
                        <a:ext cx="2476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1" name="Object 31"/>
          <p:cNvGraphicFramePr>
            <a:graphicFrameLocks noChangeAspect="1"/>
          </p:cNvGraphicFramePr>
          <p:nvPr/>
        </p:nvGraphicFramePr>
        <p:xfrm>
          <a:off x="3978275" y="3159125"/>
          <a:ext cx="354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543" imgH="85860" progId="Equation.3">
                  <p:embed/>
                </p:oleObj>
              </mc:Choice>
              <mc:Fallback>
                <p:oleObj name="公式" r:id="rId8" imgW="47543" imgH="858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3159125"/>
                        <a:ext cx="354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2" name="Object 32"/>
          <p:cNvGraphicFramePr>
            <a:graphicFrameLocks noChangeAspect="1"/>
          </p:cNvGraphicFramePr>
          <p:nvPr/>
        </p:nvGraphicFramePr>
        <p:xfrm>
          <a:off x="4716463" y="4292600"/>
          <a:ext cx="3540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543" imgH="85860" progId="Equation.3">
                  <p:embed/>
                </p:oleObj>
              </mc:Choice>
              <mc:Fallback>
                <p:oleObj name="公式" r:id="rId10" imgW="47543" imgH="858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292600"/>
                        <a:ext cx="3540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3" name="Object 33"/>
          <p:cNvGraphicFramePr>
            <a:graphicFrameLocks noChangeAspect="1"/>
          </p:cNvGraphicFramePr>
          <p:nvPr/>
        </p:nvGraphicFramePr>
        <p:xfrm>
          <a:off x="5580063" y="3141663"/>
          <a:ext cx="319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89" imgH="104760" progId="Equation.3">
                  <p:embed/>
                </p:oleObj>
              </mc:Choice>
              <mc:Fallback>
                <p:oleObj name="公式" r:id="rId12" imgW="38089" imgH="1047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141663"/>
                        <a:ext cx="3190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94" name="Object 34"/>
          <p:cNvGraphicFramePr>
            <a:graphicFrameLocks noChangeAspect="1"/>
          </p:cNvGraphicFramePr>
          <p:nvPr/>
        </p:nvGraphicFramePr>
        <p:xfrm>
          <a:off x="6227763" y="2924175"/>
          <a:ext cx="3540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7543" imgH="85860" progId="Equation.3">
                  <p:embed/>
                </p:oleObj>
              </mc:Choice>
              <mc:Fallback>
                <p:oleObj name="公式" r:id="rId14" imgW="47543" imgH="858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924175"/>
                        <a:ext cx="3540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305074"/>
              </p:ext>
            </p:extLst>
          </p:nvPr>
        </p:nvGraphicFramePr>
        <p:xfrm>
          <a:off x="2865988" y="2929628"/>
          <a:ext cx="340518" cy="413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8560" imgH="164880" progId="Equation.3">
                  <p:embed/>
                </p:oleObj>
              </mc:Choice>
              <mc:Fallback>
                <p:oleObj name="公式" r:id="rId16" imgW="88560" imgH="1648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988" y="2929628"/>
                        <a:ext cx="340518" cy="413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7-11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是一棵叶赋权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片树叶上的权分别为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记根节点到权为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的树叶节点的路径长度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即距离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zh-CN" sz="3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                    为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叉树的权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可理解为该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叉树所承受的“力”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也可以参见后面的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87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40752"/>
              </p:ext>
            </p:extLst>
          </p:nvPr>
        </p:nvGraphicFramePr>
        <p:xfrm>
          <a:off x="2585021" y="1916832"/>
          <a:ext cx="2058987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7233" imgH="352350" progId="Equation.3">
                  <p:embed/>
                </p:oleObj>
              </mc:Choice>
              <mc:Fallback>
                <p:oleObj name="Equation" r:id="rId2" imgW="657233" imgH="3523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021" y="1916832"/>
                        <a:ext cx="2058987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2916238" y="3284538"/>
          <a:ext cx="3549650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0746" imgH="352350" progId="Equation.3">
                  <p:embed/>
                </p:oleObj>
              </mc:Choice>
              <mc:Fallback>
                <p:oleObj name="Equation" r:id="rId4" imgW="1190746" imgH="3523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284538"/>
                        <a:ext cx="3549650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19811" name="Oval 3"/>
          <p:cNvSpPr>
            <a:spLocks noChangeArrowheads="1"/>
          </p:cNvSpPr>
          <p:nvPr/>
        </p:nvSpPr>
        <p:spPr bwMode="auto">
          <a:xfrm>
            <a:off x="3924300" y="692150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19812" name="Oval 4"/>
          <p:cNvSpPr>
            <a:spLocks noChangeArrowheads="1"/>
          </p:cNvSpPr>
          <p:nvPr/>
        </p:nvSpPr>
        <p:spPr bwMode="auto">
          <a:xfrm>
            <a:off x="2484438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19813" name="Oval 5"/>
          <p:cNvSpPr>
            <a:spLocks noChangeArrowheads="1"/>
          </p:cNvSpPr>
          <p:nvPr/>
        </p:nvSpPr>
        <p:spPr bwMode="auto">
          <a:xfrm>
            <a:off x="3924300" y="1628775"/>
            <a:ext cx="503238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19814" name="Oval 6"/>
          <p:cNvSpPr>
            <a:spLocks noChangeArrowheads="1"/>
          </p:cNvSpPr>
          <p:nvPr/>
        </p:nvSpPr>
        <p:spPr bwMode="auto">
          <a:xfrm>
            <a:off x="5148263" y="15573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D</a:t>
            </a:r>
          </a:p>
        </p:txBody>
      </p:sp>
      <p:sp>
        <p:nvSpPr>
          <p:cNvPr id="119815" name="Oval 7"/>
          <p:cNvSpPr>
            <a:spLocks noChangeArrowheads="1"/>
          </p:cNvSpPr>
          <p:nvPr/>
        </p:nvSpPr>
        <p:spPr bwMode="auto">
          <a:xfrm>
            <a:off x="1692275" y="2636838"/>
            <a:ext cx="503238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E</a:t>
            </a:r>
          </a:p>
        </p:txBody>
      </p:sp>
      <p:sp>
        <p:nvSpPr>
          <p:cNvPr id="119816" name="Oval 8"/>
          <p:cNvSpPr>
            <a:spLocks noChangeArrowheads="1"/>
          </p:cNvSpPr>
          <p:nvPr/>
        </p:nvSpPr>
        <p:spPr bwMode="auto">
          <a:xfrm>
            <a:off x="2843213" y="2565400"/>
            <a:ext cx="287337" cy="2873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F</a:t>
            </a:r>
          </a:p>
        </p:txBody>
      </p:sp>
      <p:sp>
        <p:nvSpPr>
          <p:cNvPr id="119817" name="Oval 9"/>
          <p:cNvSpPr>
            <a:spLocks noChangeArrowheads="1"/>
          </p:cNvSpPr>
          <p:nvPr/>
        </p:nvSpPr>
        <p:spPr bwMode="auto">
          <a:xfrm>
            <a:off x="3924300" y="2636838"/>
            <a:ext cx="576263" cy="5762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G</a:t>
            </a:r>
          </a:p>
        </p:txBody>
      </p:sp>
      <p:sp>
        <p:nvSpPr>
          <p:cNvPr id="119818" name="Oval 10"/>
          <p:cNvSpPr>
            <a:spLocks noChangeArrowheads="1"/>
          </p:cNvSpPr>
          <p:nvPr/>
        </p:nvSpPr>
        <p:spPr bwMode="auto">
          <a:xfrm>
            <a:off x="900113" y="4005263"/>
            <a:ext cx="503237" cy="4333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K</a:t>
            </a:r>
          </a:p>
        </p:txBody>
      </p:sp>
      <p:sp>
        <p:nvSpPr>
          <p:cNvPr id="119819" name="Oval 11"/>
          <p:cNvSpPr>
            <a:spLocks noChangeArrowheads="1"/>
          </p:cNvSpPr>
          <p:nvPr/>
        </p:nvSpPr>
        <p:spPr bwMode="auto">
          <a:xfrm>
            <a:off x="1835150" y="4005263"/>
            <a:ext cx="649288" cy="6477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L</a:t>
            </a:r>
          </a:p>
        </p:txBody>
      </p:sp>
      <p:sp>
        <p:nvSpPr>
          <p:cNvPr id="119820" name="Oval 12"/>
          <p:cNvSpPr>
            <a:spLocks noChangeArrowheads="1"/>
          </p:cNvSpPr>
          <p:nvPr/>
        </p:nvSpPr>
        <p:spPr bwMode="auto">
          <a:xfrm>
            <a:off x="4716463" y="2636838"/>
            <a:ext cx="503237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H</a:t>
            </a:r>
          </a:p>
        </p:txBody>
      </p:sp>
      <p:sp>
        <p:nvSpPr>
          <p:cNvPr id="119821" name="Oval 13"/>
          <p:cNvSpPr>
            <a:spLocks noChangeArrowheads="1"/>
          </p:cNvSpPr>
          <p:nvPr/>
        </p:nvSpPr>
        <p:spPr bwMode="auto">
          <a:xfrm>
            <a:off x="5435600" y="2636838"/>
            <a:ext cx="503238" cy="4333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I</a:t>
            </a:r>
          </a:p>
        </p:txBody>
      </p:sp>
      <p:sp>
        <p:nvSpPr>
          <p:cNvPr id="119822" name="Oval 14"/>
          <p:cNvSpPr>
            <a:spLocks noChangeArrowheads="1"/>
          </p:cNvSpPr>
          <p:nvPr/>
        </p:nvSpPr>
        <p:spPr bwMode="auto">
          <a:xfrm>
            <a:off x="6156325" y="2636838"/>
            <a:ext cx="360363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J</a:t>
            </a:r>
          </a:p>
        </p:txBody>
      </p:sp>
      <p:sp>
        <p:nvSpPr>
          <p:cNvPr id="119823" name="Oval 15"/>
          <p:cNvSpPr>
            <a:spLocks noChangeArrowheads="1"/>
          </p:cNvSpPr>
          <p:nvPr/>
        </p:nvSpPr>
        <p:spPr bwMode="auto">
          <a:xfrm>
            <a:off x="4716463" y="4005263"/>
            <a:ext cx="360362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M</a:t>
            </a:r>
          </a:p>
        </p:txBody>
      </p:sp>
      <p:sp>
        <p:nvSpPr>
          <p:cNvPr id="119824" name="Line 16"/>
          <p:cNvSpPr>
            <a:spLocks noChangeShapeType="1"/>
          </p:cNvSpPr>
          <p:nvPr/>
        </p:nvSpPr>
        <p:spPr bwMode="auto">
          <a:xfrm flipH="1">
            <a:off x="2916238" y="1052513"/>
            <a:ext cx="10080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5" name="Line 17"/>
          <p:cNvSpPr>
            <a:spLocks noChangeShapeType="1"/>
          </p:cNvSpPr>
          <p:nvPr/>
        </p:nvSpPr>
        <p:spPr bwMode="auto">
          <a:xfrm>
            <a:off x="4140200" y="11969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6" name="Line 18"/>
          <p:cNvSpPr>
            <a:spLocks noChangeShapeType="1"/>
          </p:cNvSpPr>
          <p:nvPr/>
        </p:nvSpPr>
        <p:spPr bwMode="auto">
          <a:xfrm>
            <a:off x="4356100" y="10525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7" name="Line 19"/>
          <p:cNvSpPr>
            <a:spLocks noChangeShapeType="1"/>
          </p:cNvSpPr>
          <p:nvPr/>
        </p:nvSpPr>
        <p:spPr bwMode="auto">
          <a:xfrm flipH="1">
            <a:off x="2124075" y="1989138"/>
            <a:ext cx="4318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8" name="Line 20"/>
          <p:cNvSpPr>
            <a:spLocks noChangeShapeType="1"/>
          </p:cNvSpPr>
          <p:nvPr/>
        </p:nvSpPr>
        <p:spPr bwMode="auto">
          <a:xfrm>
            <a:off x="2843213" y="2060575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29" name="Line 21"/>
          <p:cNvSpPr>
            <a:spLocks noChangeShapeType="1"/>
          </p:cNvSpPr>
          <p:nvPr/>
        </p:nvSpPr>
        <p:spPr bwMode="auto">
          <a:xfrm>
            <a:off x="4140200" y="21336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0" name="Line 22"/>
          <p:cNvSpPr>
            <a:spLocks noChangeShapeType="1"/>
          </p:cNvSpPr>
          <p:nvPr/>
        </p:nvSpPr>
        <p:spPr bwMode="auto">
          <a:xfrm flipH="1">
            <a:off x="5003800" y="2060575"/>
            <a:ext cx="2889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1" name="Line 23"/>
          <p:cNvSpPr>
            <a:spLocks noChangeShapeType="1"/>
          </p:cNvSpPr>
          <p:nvPr/>
        </p:nvSpPr>
        <p:spPr bwMode="auto">
          <a:xfrm>
            <a:off x="5508625" y="2060575"/>
            <a:ext cx="14287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2" name="Line 24"/>
          <p:cNvSpPr>
            <a:spLocks noChangeShapeType="1"/>
          </p:cNvSpPr>
          <p:nvPr/>
        </p:nvSpPr>
        <p:spPr bwMode="auto">
          <a:xfrm>
            <a:off x="5651500" y="206057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3" name="Line 25"/>
          <p:cNvSpPr>
            <a:spLocks noChangeShapeType="1"/>
          </p:cNvSpPr>
          <p:nvPr/>
        </p:nvSpPr>
        <p:spPr bwMode="auto">
          <a:xfrm flipH="1">
            <a:off x="1258888" y="3141663"/>
            <a:ext cx="5762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1979613" y="3213100"/>
            <a:ext cx="2159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35" name="Line 27"/>
          <p:cNvSpPr>
            <a:spLocks noChangeShapeType="1"/>
          </p:cNvSpPr>
          <p:nvPr/>
        </p:nvSpPr>
        <p:spPr bwMode="auto">
          <a:xfrm>
            <a:off x="4932363" y="3213100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98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957415"/>
              </p:ext>
            </p:extLst>
          </p:nvPr>
        </p:nvGraphicFramePr>
        <p:xfrm>
          <a:off x="911134" y="4467053"/>
          <a:ext cx="319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9" imgH="104760" progId="Equation.3">
                  <p:embed/>
                </p:oleObj>
              </mc:Choice>
              <mc:Fallback>
                <p:oleObj name="公式" r:id="rId2" imgW="38089" imgH="104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134" y="4467053"/>
                        <a:ext cx="3190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37" name="Object 29"/>
          <p:cNvGraphicFramePr>
            <a:graphicFrameLocks noChangeAspect="1"/>
          </p:cNvGraphicFramePr>
          <p:nvPr/>
        </p:nvGraphicFramePr>
        <p:xfrm>
          <a:off x="2051050" y="4652963"/>
          <a:ext cx="3190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89" imgH="104760" progId="Equation.3">
                  <p:embed/>
                </p:oleObj>
              </mc:Choice>
              <mc:Fallback>
                <p:oleObj name="公式" r:id="rId4" imgW="38089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652963"/>
                        <a:ext cx="3190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38" name="Object 30"/>
          <p:cNvGraphicFramePr>
            <a:graphicFrameLocks noChangeAspect="1"/>
          </p:cNvGraphicFramePr>
          <p:nvPr/>
        </p:nvGraphicFramePr>
        <p:xfrm>
          <a:off x="2878138" y="3230563"/>
          <a:ext cx="2476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455" imgH="85860" progId="Equation.3">
                  <p:embed/>
                </p:oleObj>
              </mc:Choice>
              <mc:Fallback>
                <p:oleObj name="公式" r:id="rId6" imgW="9455" imgH="858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3230563"/>
                        <a:ext cx="2476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39" name="Object 31"/>
          <p:cNvGraphicFramePr>
            <a:graphicFrameLocks noChangeAspect="1"/>
          </p:cNvGraphicFramePr>
          <p:nvPr/>
        </p:nvGraphicFramePr>
        <p:xfrm>
          <a:off x="3978275" y="3159125"/>
          <a:ext cx="354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543" imgH="85860" progId="Equation.3">
                  <p:embed/>
                </p:oleObj>
              </mc:Choice>
              <mc:Fallback>
                <p:oleObj name="公式" r:id="rId8" imgW="47543" imgH="858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3159125"/>
                        <a:ext cx="354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0" name="Object 32"/>
          <p:cNvGraphicFramePr>
            <a:graphicFrameLocks noChangeAspect="1"/>
          </p:cNvGraphicFramePr>
          <p:nvPr/>
        </p:nvGraphicFramePr>
        <p:xfrm>
          <a:off x="4716463" y="4292600"/>
          <a:ext cx="3540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7543" imgH="85860" progId="Equation.3">
                  <p:embed/>
                </p:oleObj>
              </mc:Choice>
              <mc:Fallback>
                <p:oleObj name="公式" r:id="rId10" imgW="47543" imgH="858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292600"/>
                        <a:ext cx="3540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1" name="Object 33"/>
          <p:cNvGraphicFramePr>
            <a:graphicFrameLocks noChangeAspect="1"/>
          </p:cNvGraphicFramePr>
          <p:nvPr/>
        </p:nvGraphicFramePr>
        <p:xfrm>
          <a:off x="5580063" y="3141663"/>
          <a:ext cx="3190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89" imgH="104760" progId="Equation.3">
                  <p:embed/>
                </p:oleObj>
              </mc:Choice>
              <mc:Fallback>
                <p:oleObj name="公式" r:id="rId12" imgW="38089" imgH="1047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141663"/>
                        <a:ext cx="3190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2" name="Object 34"/>
          <p:cNvGraphicFramePr>
            <a:graphicFrameLocks noChangeAspect="1"/>
          </p:cNvGraphicFramePr>
          <p:nvPr/>
        </p:nvGraphicFramePr>
        <p:xfrm>
          <a:off x="6227763" y="2924175"/>
          <a:ext cx="3540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7543" imgH="85860" progId="Equation.3">
                  <p:embed/>
                </p:oleObj>
              </mc:Choice>
              <mc:Fallback>
                <p:oleObj name="公式" r:id="rId14" imgW="47543" imgH="858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924175"/>
                        <a:ext cx="3540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9843" name="Object 35"/>
              <p:cNvSpPr txBox="1"/>
              <p:nvPr/>
            </p:nvSpPr>
            <p:spPr bwMode="auto">
              <a:xfrm>
                <a:off x="303213" y="5275550"/>
                <a:ext cx="9180512" cy="721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3×3+5×3+1×2+4×2+2×3+3×2+2×2=50.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984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13" y="5275550"/>
                <a:ext cx="9180512" cy="721592"/>
              </a:xfrm>
              <a:prstGeom prst="rect">
                <a:avLst/>
              </a:prstGeom>
              <a:blipFill>
                <a:blip r:embed="rId16"/>
                <a:stretch>
                  <a:fillRect b="-697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305074"/>
              </p:ext>
            </p:extLst>
          </p:nvPr>
        </p:nvGraphicFramePr>
        <p:xfrm>
          <a:off x="2865438" y="2928938"/>
          <a:ext cx="341312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88560" imgH="164880" progId="Equation.3">
                  <p:embed/>
                </p:oleObj>
              </mc:Choice>
              <mc:Fallback>
                <p:oleObj name="公式" r:id="rId17" imgW="88560" imgH="16488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2928938"/>
                        <a:ext cx="341312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E51C0B22-DA0A-C847-9B55-80CBA8B89062}"/>
              </a:ext>
            </a:extLst>
          </p:cNvPr>
          <p:cNvCxnSpPr/>
          <p:nvPr/>
        </p:nvCxnSpPr>
        <p:spPr>
          <a:xfrm>
            <a:off x="179512" y="836712"/>
            <a:ext cx="3754760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55CCC185-BDF9-304C-A9EA-212116F8CF66}"/>
              </a:ext>
            </a:extLst>
          </p:cNvPr>
          <p:cNvCxnSpPr>
            <a:cxnSpLocks/>
          </p:cNvCxnSpPr>
          <p:nvPr/>
        </p:nvCxnSpPr>
        <p:spPr>
          <a:xfrm>
            <a:off x="179512" y="1700808"/>
            <a:ext cx="2046610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165EA11E-DEC2-1448-B7D9-F897D3267EBA}"/>
              </a:ext>
            </a:extLst>
          </p:cNvPr>
          <p:cNvCxnSpPr>
            <a:cxnSpLocks/>
          </p:cNvCxnSpPr>
          <p:nvPr/>
        </p:nvCxnSpPr>
        <p:spPr>
          <a:xfrm>
            <a:off x="107504" y="2780928"/>
            <a:ext cx="1512168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连接符 43">
            <a:extLst>
              <a:ext uri="{FF2B5EF4-FFF2-40B4-BE49-F238E27FC236}">
                <a16:creationId xmlns:a16="http://schemas.microsoft.com/office/drawing/2014/main" id="{FC77B095-6B49-5146-AC2C-02831C3A71E4}"/>
              </a:ext>
            </a:extLst>
          </p:cNvPr>
          <p:cNvCxnSpPr>
            <a:cxnSpLocks/>
          </p:cNvCxnSpPr>
          <p:nvPr/>
        </p:nvCxnSpPr>
        <p:spPr>
          <a:xfrm>
            <a:off x="35496" y="4293096"/>
            <a:ext cx="1512168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下面仅讨论最优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叉树问题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它在计算机解决某些判定问题时可以得到最佳判定算法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所得结论可以推广到一般的最优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数据结构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7-12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是一棵叶赋权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片树叶上的权分别为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,…, 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在所有树叶数相同以及相应树叶上的权也相同的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权最小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的那棵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最优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/>
          </p:nvPr>
        </p:nvSpPr>
        <p:spPr>
          <a:xfrm>
            <a:off x="385192" y="710902"/>
            <a:ext cx="8229600" cy="5851525"/>
          </a:xfrm>
        </p:spPr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21859" name="Oval 3"/>
          <p:cNvSpPr>
            <a:spLocks noChangeArrowheads="1"/>
          </p:cNvSpPr>
          <p:nvPr/>
        </p:nvSpPr>
        <p:spPr bwMode="auto">
          <a:xfrm>
            <a:off x="1499290" y="1273142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0" name="Oval 4"/>
          <p:cNvSpPr>
            <a:spLocks noChangeArrowheads="1"/>
          </p:cNvSpPr>
          <p:nvPr/>
        </p:nvSpPr>
        <p:spPr bwMode="auto">
          <a:xfrm>
            <a:off x="851590" y="2425667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1" name="Oval 5"/>
          <p:cNvSpPr>
            <a:spLocks noChangeArrowheads="1"/>
          </p:cNvSpPr>
          <p:nvPr/>
        </p:nvSpPr>
        <p:spPr bwMode="auto">
          <a:xfrm>
            <a:off x="1859652" y="2425667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2" name="Oval 6"/>
          <p:cNvSpPr>
            <a:spLocks noChangeArrowheads="1"/>
          </p:cNvSpPr>
          <p:nvPr/>
        </p:nvSpPr>
        <p:spPr bwMode="auto">
          <a:xfrm>
            <a:off x="346765" y="3360704"/>
            <a:ext cx="358775" cy="3603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3" name="Oval 7"/>
          <p:cNvSpPr>
            <a:spLocks noChangeArrowheads="1"/>
          </p:cNvSpPr>
          <p:nvPr/>
        </p:nvSpPr>
        <p:spPr bwMode="auto">
          <a:xfrm>
            <a:off x="4630857" y="122838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4" name="Oval 8"/>
          <p:cNvSpPr>
            <a:spLocks noChangeArrowheads="1"/>
          </p:cNvSpPr>
          <p:nvPr/>
        </p:nvSpPr>
        <p:spPr bwMode="auto">
          <a:xfrm>
            <a:off x="4055166" y="238081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Oval 9"/>
          <p:cNvSpPr>
            <a:spLocks noChangeArrowheads="1"/>
          </p:cNvSpPr>
          <p:nvPr/>
        </p:nvSpPr>
        <p:spPr bwMode="auto">
          <a:xfrm>
            <a:off x="4342503" y="3388877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6" name="Oval 10"/>
          <p:cNvSpPr>
            <a:spLocks noChangeArrowheads="1"/>
          </p:cNvSpPr>
          <p:nvPr/>
        </p:nvSpPr>
        <p:spPr bwMode="auto">
          <a:xfrm>
            <a:off x="7212911" y="133256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7" name="Oval 11"/>
          <p:cNvSpPr>
            <a:spLocks noChangeArrowheads="1"/>
          </p:cNvSpPr>
          <p:nvPr/>
        </p:nvSpPr>
        <p:spPr bwMode="auto">
          <a:xfrm>
            <a:off x="7601024" y="241206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8" name="Oval 12"/>
          <p:cNvSpPr>
            <a:spLocks noChangeArrowheads="1"/>
          </p:cNvSpPr>
          <p:nvPr/>
        </p:nvSpPr>
        <p:spPr bwMode="auto">
          <a:xfrm>
            <a:off x="7816924" y="349156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9" name="Line 13"/>
          <p:cNvSpPr>
            <a:spLocks noChangeShapeType="1"/>
          </p:cNvSpPr>
          <p:nvPr/>
        </p:nvSpPr>
        <p:spPr bwMode="auto">
          <a:xfrm flipH="1">
            <a:off x="994465" y="1417604"/>
            <a:ext cx="504825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0" name="Line 14"/>
          <p:cNvSpPr>
            <a:spLocks noChangeShapeType="1"/>
          </p:cNvSpPr>
          <p:nvPr/>
        </p:nvSpPr>
        <p:spPr bwMode="auto">
          <a:xfrm>
            <a:off x="1642165" y="1489042"/>
            <a:ext cx="2889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1" name="Line 15"/>
          <p:cNvSpPr>
            <a:spLocks noChangeShapeType="1"/>
          </p:cNvSpPr>
          <p:nvPr/>
        </p:nvSpPr>
        <p:spPr bwMode="auto">
          <a:xfrm flipH="1">
            <a:off x="562665" y="2641567"/>
            <a:ext cx="288925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>
            <a:off x="923027" y="2641567"/>
            <a:ext cx="144463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3" name="Line 17"/>
          <p:cNvSpPr>
            <a:spLocks noChangeShapeType="1"/>
          </p:cNvSpPr>
          <p:nvPr/>
        </p:nvSpPr>
        <p:spPr bwMode="auto">
          <a:xfrm flipH="1">
            <a:off x="1715190" y="2641567"/>
            <a:ext cx="2159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>
            <a:off x="2004115" y="2641567"/>
            <a:ext cx="142875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5" name="Line 19"/>
          <p:cNvSpPr>
            <a:spLocks noChangeShapeType="1"/>
          </p:cNvSpPr>
          <p:nvPr/>
        </p:nvSpPr>
        <p:spPr bwMode="auto">
          <a:xfrm flipH="1">
            <a:off x="4126603" y="1444190"/>
            <a:ext cx="5048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6" name="Line 20"/>
          <p:cNvSpPr>
            <a:spLocks noChangeShapeType="1"/>
          </p:cNvSpPr>
          <p:nvPr/>
        </p:nvSpPr>
        <p:spPr bwMode="auto">
          <a:xfrm>
            <a:off x="4702866" y="1444190"/>
            <a:ext cx="2889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7" name="Line 21"/>
          <p:cNvSpPr>
            <a:spLocks noChangeShapeType="1"/>
          </p:cNvSpPr>
          <p:nvPr/>
        </p:nvSpPr>
        <p:spPr bwMode="auto">
          <a:xfrm flipH="1">
            <a:off x="3767828" y="2596715"/>
            <a:ext cx="28733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8" name="Line 22"/>
          <p:cNvSpPr>
            <a:spLocks noChangeShapeType="1"/>
          </p:cNvSpPr>
          <p:nvPr/>
        </p:nvSpPr>
        <p:spPr bwMode="auto">
          <a:xfrm>
            <a:off x="4199628" y="2596715"/>
            <a:ext cx="14287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9" name="Line 23"/>
          <p:cNvSpPr>
            <a:spLocks noChangeShapeType="1"/>
          </p:cNvSpPr>
          <p:nvPr/>
        </p:nvSpPr>
        <p:spPr bwMode="auto">
          <a:xfrm flipH="1">
            <a:off x="4126603" y="3604777"/>
            <a:ext cx="2159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0" name="Line 24"/>
          <p:cNvSpPr>
            <a:spLocks noChangeShapeType="1"/>
          </p:cNvSpPr>
          <p:nvPr/>
        </p:nvSpPr>
        <p:spPr bwMode="auto">
          <a:xfrm>
            <a:off x="4486966" y="3677802"/>
            <a:ext cx="21590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1" name="Line 25"/>
          <p:cNvSpPr>
            <a:spLocks noChangeShapeType="1"/>
          </p:cNvSpPr>
          <p:nvPr/>
        </p:nvSpPr>
        <p:spPr bwMode="auto">
          <a:xfrm flipH="1">
            <a:off x="6852548" y="1548468"/>
            <a:ext cx="3603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2" name="Line 26"/>
          <p:cNvSpPr>
            <a:spLocks noChangeShapeType="1"/>
          </p:cNvSpPr>
          <p:nvPr/>
        </p:nvSpPr>
        <p:spPr bwMode="auto">
          <a:xfrm>
            <a:off x="7355786" y="1548468"/>
            <a:ext cx="288925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3" name="Line 27"/>
          <p:cNvSpPr>
            <a:spLocks noChangeShapeType="1"/>
          </p:cNvSpPr>
          <p:nvPr/>
        </p:nvSpPr>
        <p:spPr bwMode="auto">
          <a:xfrm flipH="1">
            <a:off x="7239074" y="2556531"/>
            <a:ext cx="43338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4" name="Line 28"/>
          <p:cNvSpPr>
            <a:spLocks noChangeShapeType="1"/>
          </p:cNvSpPr>
          <p:nvPr/>
        </p:nvSpPr>
        <p:spPr bwMode="auto">
          <a:xfrm>
            <a:off x="7672462" y="2627968"/>
            <a:ext cx="21590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5" name="Line 29"/>
          <p:cNvSpPr>
            <a:spLocks noChangeShapeType="1"/>
          </p:cNvSpPr>
          <p:nvPr/>
        </p:nvSpPr>
        <p:spPr bwMode="auto">
          <a:xfrm flipH="1">
            <a:off x="7601024" y="3709056"/>
            <a:ext cx="21590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86" name="Line 30"/>
          <p:cNvSpPr>
            <a:spLocks noChangeShapeType="1"/>
          </p:cNvSpPr>
          <p:nvPr/>
        </p:nvSpPr>
        <p:spPr bwMode="auto">
          <a:xfrm>
            <a:off x="7959799" y="3709056"/>
            <a:ext cx="21590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188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439841"/>
              </p:ext>
            </p:extLst>
          </p:nvPr>
        </p:nvGraphicFramePr>
        <p:xfrm>
          <a:off x="275327" y="3721067"/>
          <a:ext cx="355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104760" progId="Equation.3">
                  <p:embed/>
                </p:oleObj>
              </mc:Choice>
              <mc:Fallback>
                <p:oleObj name="Equation" r:id="rId2" imgW="47543" imgH="1047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327" y="3721067"/>
                        <a:ext cx="355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469454"/>
              </p:ext>
            </p:extLst>
          </p:nvPr>
        </p:nvGraphicFramePr>
        <p:xfrm>
          <a:off x="869052" y="3721067"/>
          <a:ext cx="3190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9" imgH="104760" progId="Equation.3">
                  <p:embed/>
                </p:oleObj>
              </mc:Choice>
              <mc:Fallback>
                <p:oleObj name="Equation" r:id="rId4" imgW="38089" imgH="1047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052" y="3721067"/>
                        <a:ext cx="3190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4592"/>
              </p:ext>
            </p:extLst>
          </p:nvPr>
        </p:nvGraphicFramePr>
        <p:xfrm>
          <a:off x="1427852" y="3738529"/>
          <a:ext cx="355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543" imgH="85860" progId="Equation.3">
                  <p:embed/>
                </p:oleObj>
              </mc:Choice>
              <mc:Fallback>
                <p:oleObj name="Equation" r:id="rId6" imgW="47543" imgH="858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852" y="3738529"/>
                        <a:ext cx="355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955768"/>
              </p:ext>
            </p:extLst>
          </p:nvPr>
        </p:nvGraphicFramePr>
        <p:xfrm>
          <a:off x="2004115" y="3721067"/>
          <a:ext cx="355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543" imgH="85860" progId="Equation.3">
                  <p:embed/>
                </p:oleObj>
              </mc:Choice>
              <mc:Fallback>
                <p:oleObj name="Equation" r:id="rId8" imgW="47543" imgH="858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115" y="3721067"/>
                        <a:ext cx="355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128480"/>
              </p:ext>
            </p:extLst>
          </p:nvPr>
        </p:nvGraphicFramePr>
        <p:xfrm>
          <a:off x="3478903" y="3604777"/>
          <a:ext cx="355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543" imgH="85860" progId="Equation.3">
                  <p:embed/>
                </p:oleObj>
              </mc:Choice>
              <mc:Fallback>
                <p:oleObj name="Equation" r:id="rId10" imgW="47543" imgH="858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903" y="3604777"/>
                        <a:ext cx="355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319232"/>
              </p:ext>
            </p:extLst>
          </p:nvPr>
        </p:nvGraphicFramePr>
        <p:xfrm>
          <a:off x="8032824" y="4644093"/>
          <a:ext cx="355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543" imgH="85860" progId="Equation.3">
                  <p:embed/>
                </p:oleObj>
              </mc:Choice>
              <mc:Fallback>
                <p:oleObj name="Equation" r:id="rId12" imgW="47543" imgH="858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824" y="4644093"/>
                        <a:ext cx="355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855816"/>
              </p:ext>
            </p:extLst>
          </p:nvPr>
        </p:nvGraphicFramePr>
        <p:xfrm>
          <a:off x="7383537" y="4644093"/>
          <a:ext cx="355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543" imgH="85860" progId="Equation.3">
                  <p:embed/>
                </p:oleObj>
              </mc:Choice>
              <mc:Fallback>
                <p:oleObj name="Equation" r:id="rId14" imgW="47543" imgH="8586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537" y="4644093"/>
                        <a:ext cx="355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787314"/>
              </p:ext>
            </p:extLst>
          </p:nvPr>
        </p:nvGraphicFramePr>
        <p:xfrm>
          <a:off x="4918766" y="2668152"/>
          <a:ext cx="355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543" imgH="85860" progId="Equation.3">
                  <p:embed/>
                </p:oleObj>
              </mc:Choice>
              <mc:Fallback>
                <p:oleObj name="Equation" r:id="rId16" imgW="47543" imgH="8586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766" y="2668152"/>
                        <a:ext cx="355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480950"/>
              </p:ext>
            </p:extLst>
          </p:nvPr>
        </p:nvGraphicFramePr>
        <p:xfrm>
          <a:off x="4486966" y="4468377"/>
          <a:ext cx="3190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9" imgH="104760" progId="Equation.3">
                  <p:embed/>
                </p:oleObj>
              </mc:Choice>
              <mc:Fallback>
                <p:oleObj name="Equation" r:id="rId18" imgW="38089" imgH="1047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966" y="4468377"/>
                        <a:ext cx="3190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949105"/>
              </p:ext>
            </p:extLst>
          </p:nvPr>
        </p:nvGraphicFramePr>
        <p:xfrm>
          <a:off x="6880299" y="3636031"/>
          <a:ext cx="3190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8089" imgH="104760" progId="Equation.3">
                  <p:embed/>
                </p:oleObj>
              </mc:Choice>
              <mc:Fallback>
                <p:oleObj name="Equation" r:id="rId20" imgW="38089" imgH="10476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0299" y="3636031"/>
                        <a:ext cx="3190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297393"/>
              </p:ext>
            </p:extLst>
          </p:nvPr>
        </p:nvGraphicFramePr>
        <p:xfrm>
          <a:off x="3910703" y="4468377"/>
          <a:ext cx="3556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7543" imgH="104760" progId="Equation.3">
                  <p:embed/>
                </p:oleObj>
              </mc:Choice>
              <mc:Fallback>
                <p:oleObj name="Equation" r:id="rId22" imgW="47543" imgH="10476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703" y="4468377"/>
                        <a:ext cx="3556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198906"/>
              </p:ext>
            </p:extLst>
          </p:nvPr>
        </p:nvGraphicFramePr>
        <p:xfrm>
          <a:off x="6492186" y="2700993"/>
          <a:ext cx="3556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7543" imgH="104760" progId="Equation.3">
                  <p:embed/>
                </p:oleObj>
              </mc:Choice>
              <mc:Fallback>
                <p:oleObj name="Equation" r:id="rId24" imgW="47543" imgH="10476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186" y="2700993"/>
                        <a:ext cx="3556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509840"/>
              </p:ext>
            </p:extLst>
          </p:nvPr>
        </p:nvGraphicFramePr>
        <p:xfrm>
          <a:off x="-71015" y="4371314"/>
          <a:ext cx="364543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52623" imgH="104760" progId="Equation.3">
                  <p:embed/>
                </p:oleObj>
              </mc:Choice>
              <mc:Fallback>
                <p:oleObj name="公式" r:id="rId26" imgW="1752623" imgH="10476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1015" y="4371314"/>
                        <a:ext cx="364543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0" name="Oval 44"/>
          <p:cNvSpPr>
            <a:spLocks noChangeArrowheads="1"/>
          </p:cNvSpPr>
          <p:nvPr/>
        </p:nvSpPr>
        <p:spPr bwMode="auto">
          <a:xfrm>
            <a:off x="3910703" y="4181040"/>
            <a:ext cx="358775" cy="3603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1" name="Oval 45"/>
          <p:cNvSpPr>
            <a:spLocks noChangeArrowheads="1"/>
          </p:cNvSpPr>
          <p:nvPr/>
        </p:nvSpPr>
        <p:spPr bwMode="auto">
          <a:xfrm>
            <a:off x="6638236" y="2412068"/>
            <a:ext cx="358775" cy="3603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2" name="Oval 46"/>
          <p:cNvSpPr>
            <a:spLocks noChangeArrowheads="1"/>
          </p:cNvSpPr>
          <p:nvPr/>
        </p:nvSpPr>
        <p:spPr bwMode="auto">
          <a:xfrm>
            <a:off x="4860156" y="2307790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3" name="Oval 47"/>
          <p:cNvSpPr>
            <a:spLocks noChangeArrowheads="1"/>
          </p:cNvSpPr>
          <p:nvPr/>
        </p:nvSpPr>
        <p:spPr bwMode="auto">
          <a:xfrm>
            <a:off x="1570727" y="3360704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4" name="Oval 48"/>
          <p:cNvSpPr>
            <a:spLocks noChangeArrowheads="1"/>
          </p:cNvSpPr>
          <p:nvPr/>
        </p:nvSpPr>
        <p:spPr bwMode="auto">
          <a:xfrm>
            <a:off x="7527999" y="4283731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5" name="Oval 49"/>
          <p:cNvSpPr>
            <a:spLocks noChangeArrowheads="1"/>
          </p:cNvSpPr>
          <p:nvPr/>
        </p:nvSpPr>
        <p:spPr bwMode="auto">
          <a:xfrm>
            <a:off x="4559991" y="4181040"/>
            <a:ext cx="288925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6" name="Oval 50"/>
          <p:cNvSpPr>
            <a:spLocks noChangeArrowheads="1"/>
          </p:cNvSpPr>
          <p:nvPr/>
        </p:nvSpPr>
        <p:spPr bwMode="auto">
          <a:xfrm>
            <a:off x="923027" y="3360704"/>
            <a:ext cx="288925" cy="2873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7" name="Oval 51"/>
          <p:cNvSpPr>
            <a:spLocks noChangeArrowheads="1"/>
          </p:cNvSpPr>
          <p:nvPr/>
        </p:nvSpPr>
        <p:spPr bwMode="auto">
          <a:xfrm>
            <a:off x="7024762" y="3420131"/>
            <a:ext cx="288925" cy="2873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8" name="Oval 52"/>
          <p:cNvSpPr>
            <a:spLocks noChangeArrowheads="1"/>
          </p:cNvSpPr>
          <p:nvPr/>
        </p:nvSpPr>
        <p:spPr bwMode="auto">
          <a:xfrm>
            <a:off x="2051720" y="3360704"/>
            <a:ext cx="250943" cy="27106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09" name="Oval 53"/>
          <p:cNvSpPr>
            <a:spLocks noChangeArrowheads="1"/>
          </p:cNvSpPr>
          <p:nvPr/>
        </p:nvSpPr>
        <p:spPr bwMode="auto">
          <a:xfrm>
            <a:off x="3588322" y="3315853"/>
            <a:ext cx="250944" cy="26075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910" name="Oval 54"/>
          <p:cNvSpPr>
            <a:spLocks noChangeArrowheads="1"/>
          </p:cNvSpPr>
          <p:nvPr/>
        </p:nvSpPr>
        <p:spPr bwMode="auto">
          <a:xfrm>
            <a:off x="8058417" y="4283731"/>
            <a:ext cx="285750" cy="271069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1911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98376"/>
              </p:ext>
            </p:extLst>
          </p:nvPr>
        </p:nvGraphicFramePr>
        <p:xfrm>
          <a:off x="1259632" y="416688"/>
          <a:ext cx="6397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2355" imgH="123930" progId="Equation.3">
                  <p:embed/>
                </p:oleObj>
              </mc:Choice>
              <mc:Fallback>
                <p:oleObj name="公式" r:id="rId28" imgW="152355" imgH="12393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16688"/>
                        <a:ext cx="6397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12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726945"/>
              </p:ext>
            </p:extLst>
          </p:nvPr>
        </p:nvGraphicFramePr>
        <p:xfrm>
          <a:off x="4283968" y="439833"/>
          <a:ext cx="6397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52355" imgH="123930" progId="Equation.3">
                  <p:embed/>
                </p:oleObj>
              </mc:Choice>
              <mc:Fallback>
                <p:oleObj name="公式" r:id="rId30" imgW="152355" imgH="12393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39833"/>
                        <a:ext cx="6397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13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085554"/>
              </p:ext>
            </p:extLst>
          </p:nvPr>
        </p:nvGraphicFramePr>
        <p:xfrm>
          <a:off x="6948264" y="416688"/>
          <a:ext cx="604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42900" imgH="123930" progId="Equation.3">
                  <p:embed/>
                </p:oleObj>
              </mc:Choice>
              <mc:Fallback>
                <p:oleObj name="公式" r:id="rId32" imgW="142900" imgH="12393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416688"/>
                        <a:ext cx="604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14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132173"/>
              </p:ext>
            </p:extLst>
          </p:nvPr>
        </p:nvGraphicFramePr>
        <p:xfrm>
          <a:off x="2445082" y="4934094"/>
          <a:ext cx="4160710" cy="37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714534" imgH="104760" progId="Equation.3">
                  <p:embed/>
                </p:oleObj>
              </mc:Choice>
              <mc:Fallback>
                <p:oleObj name="公式" r:id="rId34" imgW="1714534" imgH="10476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5082" y="4934094"/>
                        <a:ext cx="4160710" cy="371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15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446890"/>
              </p:ext>
            </p:extLst>
          </p:nvPr>
        </p:nvGraphicFramePr>
        <p:xfrm>
          <a:off x="4630857" y="5363695"/>
          <a:ext cx="4556796" cy="407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705079" imgH="104760" progId="Equation.3">
                  <p:embed/>
                </p:oleObj>
              </mc:Choice>
              <mc:Fallback>
                <p:oleObj name="公式" r:id="rId36" imgW="1705079" imgH="10476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857" y="5363695"/>
                        <a:ext cx="4556796" cy="407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哈夫曼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(Huffman)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1952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年首先给出一个求最优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叉树的有效算法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其基本思想是“将较轻的苹果挂远一点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而不是相反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否则可能折断树枝”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片树叶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分别赋权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1, 2, 3, 4, 5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122883" name="Object 3"/>
          <p:cNvGraphicFramePr>
            <a:graphicFrameLocks noChangeAspect="1"/>
          </p:cNvGraphicFramePr>
          <p:nvPr/>
        </p:nvGraphicFramePr>
        <p:xfrm>
          <a:off x="4140200" y="2636838"/>
          <a:ext cx="28749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489" imgH="152280" progId="Equation.3">
                  <p:embed/>
                </p:oleObj>
              </mc:Choice>
              <mc:Fallback>
                <p:oleObj name="Equation" r:id="rId2" imgW="952489" imgH="152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636838"/>
                        <a:ext cx="28749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3348038" y="3500438"/>
          <a:ext cx="29114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1943" imgH="152280" progId="Equation.3">
                  <p:embed/>
                </p:oleObj>
              </mc:Choice>
              <mc:Fallback>
                <p:oleObj name="Equation" r:id="rId4" imgW="961943" imgH="152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500438"/>
                        <a:ext cx="29114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1476375" y="2708275"/>
          <a:ext cx="2625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6857" imgH="152280" progId="Equation.3">
                  <p:embed/>
                </p:oleObj>
              </mc:Choice>
              <mc:Fallback>
                <p:oleObj name="Equation" r:id="rId6" imgW="866857" imgH="152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708275"/>
                        <a:ext cx="2625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6" name="Line 6"/>
          <p:cNvSpPr>
            <a:spLocks noChangeShapeType="1"/>
          </p:cNvSpPr>
          <p:nvPr/>
        </p:nvSpPr>
        <p:spPr bwMode="auto">
          <a:xfrm>
            <a:off x="2339975" y="386080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23907" name="Oval 3"/>
          <p:cNvSpPr>
            <a:spLocks noChangeArrowheads="1"/>
          </p:cNvSpPr>
          <p:nvPr/>
        </p:nvSpPr>
        <p:spPr bwMode="auto">
          <a:xfrm>
            <a:off x="4067175" y="978073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15</a:t>
            </a:r>
          </a:p>
        </p:txBody>
      </p:sp>
      <p:sp>
        <p:nvSpPr>
          <p:cNvPr id="123908" name="Oval 4"/>
          <p:cNvSpPr>
            <a:spLocks noChangeArrowheads="1"/>
          </p:cNvSpPr>
          <p:nvPr/>
        </p:nvSpPr>
        <p:spPr bwMode="auto">
          <a:xfrm>
            <a:off x="3348038" y="1843261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6</a:t>
            </a:r>
          </a:p>
        </p:txBody>
      </p:sp>
      <p:sp>
        <p:nvSpPr>
          <p:cNvPr id="123909" name="Oval 5"/>
          <p:cNvSpPr>
            <a:spLocks noChangeArrowheads="1"/>
          </p:cNvSpPr>
          <p:nvPr/>
        </p:nvSpPr>
        <p:spPr bwMode="auto">
          <a:xfrm>
            <a:off x="4643438" y="191469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9</a:t>
            </a:r>
          </a:p>
        </p:txBody>
      </p:sp>
      <p:sp>
        <p:nvSpPr>
          <p:cNvPr id="123910" name="Oval 6"/>
          <p:cNvSpPr>
            <a:spLocks noChangeArrowheads="1"/>
          </p:cNvSpPr>
          <p:nvPr/>
        </p:nvSpPr>
        <p:spPr bwMode="auto">
          <a:xfrm>
            <a:off x="2555875" y="2922761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3</a:t>
            </a:r>
          </a:p>
        </p:txBody>
      </p:sp>
      <p:sp>
        <p:nvSpPr>
          <p:cNvPr id="123911" name="Oval 7"/>
          <p:cNvSpPr>
            <a:spLocks noChangeArrowheads="1"/>
          </p:cNvSpPr>
          <p:nvPr/>
        </p:nvSpPr>
        <p:spPr bwMode="auto">
          <a:xfrm>
            <a:off x="3635375" y="299419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3</a:t>
            </a:r>
          </a:p>
        </p:txBody>
      </p:sp>
      <p:sp>
        <p:nvSpPr>
          <p:cNvPr id="123912" name="Oval 8"/>
          <p:cNvSpPr>
            <a:spLocks noChangeArrowheads="1"/>
          </p:cNvSpPr>
          <p:nvPr/>
        </p:nvSpPr>
        <p:spPr bwMode="auto">
          <a:xfrm>
            <a:off x="4427538" y="299419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4</a:t>
            </a:r>
          </a:p>
        </p:txBody>
      </p:sp>
      <p:sp>
        <p:nvSpPr>
          <p:cNvPr id="123913" name="Oval 9"/>
          <p:cNvSpPr>
            <a:spLocks noChangeArrowheads="1"/>
          </p:cNvSpPr>
          <p:nvPr/>
        </p:nvSpPr>
        <p:spPr bwMode="auto">
          <a:xfrm>
            <a:off x="5076825" y="299419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5</a:t>
            </a:r>
          </a:p>
        </p:txBody>
      </p:sp>
      <p:sp>
        <p:nvSpPr>
          <p:cNvPr id="123914" name="Oval 10"/>
          <p:cNvSpPr>
            <a:spLocks noChangeArrowheads="1"/>
          </p:cNvSpPr>
          <p:nvPr/>
        </p:nvSpPr>
        <p:spPr bwMode="auto">
          <a:xfrm>
            <a:off x="1835150" y="421974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1</a:t>
            </a:r>
          </a:p>
        </p:txBody>
      </p:sp>
      <p:sp>
        <p:nvSpPr>
          <p:cNvPr id="123915" name="Oval 11"/>
          <p:cNvSpPr>
            <a:spLocks noChangeArrowheads="1"/>
          </p:cNvSpPr>
          <p:nvPr/>
        </p:nvSpPr>
        <p:spPr bwMode="auto">
          <a:xfrm>
            <a:off x="2700338" y="4219748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2</a:t>
            </a:r>
          </a:p>
        </p:txBody>
      </p:sp>
      <p:sp>
        <p:nvSpPr>
          <p:cNvPr id="123916" name="Line 12"/>
          <p:cNvSpPr>
            <a:spLocks noChangeShapeType="1"/>
          </p:cNvSpPr>
          <p:nvPr/>
        </p:nvSpPr>
        <p:spPr bwMode="auto">
          <a:xfrm flipH="1">
            <a:off x="3779838" y="1411461"/>
            <a:ext cx="3603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7" name="Line 13"/>
          <p:cNvSpPr>
            <a:spLocks noChangeShapeType="1"/>
          </p:cNvSpPr>
          <p:nvPr/>
        </p:nvSpPr>
        <p:spPr bwMode="auto">
          <a:xfrm>
            <a:off x="4500563" y="1411461"/>
            <a:ext cx="2873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8" name="Line 14"/>
          <p:cNvSpPr>
            <a:spLocks noChangeShapeType="1"/>
          </p:cNvSpPr>
          <p:nvPr/>
        </p:nvSpPr>
        <p:spPr bwMode="auto">
          <a:xfrm flipH="1">
            <a:off x="2916238" y="2275061"/>
            <a:ext cx="5032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19" name="Line 15"/>
          <p:cNvSpPr>
            <a:spLocks noChangeShapeType="1"/>
          </p:cNvSpPr>
          <p:nvPr/>
        </p:nvSpPr>
        <p:spPr bwMode="auto">
          <a:xfrm>
            <a:off x="3635375" y="2346498"/>
            <a:ext cx="1444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0" name="Line 16"/>
          <p:cNvSpPr>
            <a:spLocks noChangeShapeType="1"/>
          </p:cNvSpPr>
          <p:nvPr/>
        </p:nvSpPr>
        <p:spPr bwMode="auto">
          <a:xfrm flipH="1">
            <a:off x="4716463" y="2419523"/>
            <a:ext cx="14287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1" name="Line 17"/>
          <p:cNvSpPr>
            <a:spLocks noChangeShapeType="1"/>
          </p:cNvSpPr>
          <p:nvPr/>
        </p:nvSpPr>
        <p:spPr bwMode="auto">
          <a:xfrm>
            <a:off x="5003800" y="2419523"/>
            <a:ext cx="360363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2" name="Line 18"/>
          <p:cNvSpPr>
            <a:spLocks noChangeShapeType="1"/>
          </p:cNvSpPr>
          <p:nvPr/>
        </p:nvSpPr>
        <p:spPr bwMode="auto">
          <a:xfrm flipH="1">
            <a:off x="2124075" y="3354561"/>
            <a:ext cx="503238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923" name="Line 19"/>
          <p:cNvSpPr>
            <a:spLocks noChangeShapeType="1"/>
          </p:cNvSpPr>
          <p:nvPr/>
        </p:nvSpPr>
        <p:spPr bwMode="auto">
          <a:xfrm>
            <a:off x="2843213" y="3427586"/>
            <a:ext cx="144462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39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12759"/>
              </p:ext>
            </p:extLst>
          </p:nvPr>
        </p:nvGraphicFramePr>
        <p:xfrm>
          <a:off x="6227763" y="978073"/>
          <a:ext cx="1527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6790" imgH="142830" progId="Equation.3">
                  <p:embed/>
                </p:oleObj>
              </mc:Choice>
              <mc:Fallback>
                <p:oleObj name="Equation" r:id="rId2" imgW="466790" imgH="1428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978073"/>
                        <a:ext cx="15271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541325"/>
              </p:ext>
            </p:extLst>
          </p:nvPr>
        </p:nvGraphicFramePr>
        <p:xfrm>
          <a:off x="6516688" y="1627361"/>
          <a:ext cx="127635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87" imgH="142830" progId="Equation.3">
                  <p:embed/>
                </p:oleObj>
              </mc:Choice>
              <mc:Fallback>
                <p:oleObj name="Equation" r:id="rId4" imgW="380887" imgH="1428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627361"/>
                        <a:ext cx="127635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202015"/>
              </p:ext>
            </p:extLst>
          </p:nvPr>
        </p:nvGraphicFramePr>
        <p:xfrm>
          <a:off x="6804025" y="2275061"/>
          <a:ext cx="10636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710" imgH="142830" progId="Equation.3">
                  <p:embed/>
                </p:oleObj>
              </mc:Choice>
              <mc:Fallback>
                <p:oleObj name="Equation" r:id="rId6" imgW="304710" imgH="1428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2275061"/>
                        <a:ext cx="10636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447089"/>
              </p:ext>
            </p:extLst>
          </p:nvPr>
        </p:nvGraphicFramePr>
        <p:xfrm>
          <a:off x="6877050" y="2851323"/>
          <a:ext cx="9223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7167" imgH="142830" progId="Equation.3">
                  <p:embed/>
                </p:oleObj>
              </mc:Choice>
              <mc:Fallback>
                <p:oleObj name="公式" r:id="rId8" imgW="257167" imgH="1428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851323"/>
                        <a:ext cx="92233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633949"/>
              </p:ext>
            </p:extLst>
          </p:nvPr>
        </p:nvGraphicFramePr>
        <p:xfrm>
          <a:off x="7380288" y="3570461"/>
          <a:ext cx="4953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812" imgH="104760" progId="Equation.3">
                  <p:embed/>
                </p:oleObj>
              </mc:Choice>
              <mc:Fallback>
                <p:oleObj name="Equation" r:id="rId10" imgW="104812" imgH="10476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570461"/>
                        <a:ext cx="4953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1D44ED-8EC3-8ECD-8D39-2D8B4DF56E0C}"/>
              </a:ext>
            </a:extLst>
          </p:cNvPr>
          <p:cNvSpPr txBox="1"/>
          <p:nvPr/>
        </p:nvSpPr>
        <p:spPr>
          <a:xfrm>
            <a:off x="512837" y="5966282"/>
            <a:ext cx="81183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课堂练习：</a:t>
            </a:r>
            <a:r>
              <a:rPr lang="en-US" altLang="zh-CN" sz="2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A: 0.2, B:0.19, C:0.18, D:0.17, E:0.15, F: 0.1, G:0.01</a:t>
            </a:r>
            <a:endParaRPr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A18D00-75F6-1CBD-BDFB-0821C45AA30E}"/>
              </a:ext>
            </a:extLst>
          </p:cNvPr>
          <p:cNvSpPr txBox="1"/>
          <p:nvPr/>
        </p:nvSpPr>
        <p:spPr>
          <a:xfrm>
            <a:off x="223273" y="187084"/>
            <a:ext cx="783385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7-11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计算有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片树叶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分别赋权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1, 2, 3, 4, 5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7.4.4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有序树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在根树中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对同一个节点的所有儿子节点是没有先后顺序的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在有些应用问题中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需要对同一个节点的所有儿子节点规定一个先后顺序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通常是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从左至右顺序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这就是有序树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7-13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是一棵根树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若对同一个节点的所有儿子节点规定一个先后顺序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有序树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(ordered tree).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" name="Oval 3">
            <a:extLst>
              <a:ext uri="{FF2B5EF4-FFF2-40B4-BE49-F238E27FC236}">
                <a16:creationId xmlns:a16="http://schemas.microsoft.com/office/drawing/2014/main" id="{F72AC315-2438-5943-9FCD-9B2CAEEB9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225" y="294458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3D0D67E9-D366-D34F-B7C5-CFF3653032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92500" y="3087464"/>
            <a:ext cx="720725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BC27A3A3-81DC-E74D-9CAB-D9B57089C3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7325" y="3087464"/>
            <a:ext cx="287338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F0B122F5-A1FC-5749-92CB-BB0C3958B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2126" y="3084289"/>
            <a:ext cx="198438" cy="1011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27C4A369-3E52-9640-BE22-395158CA6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7688" y="3087464"/>
            <a:ext cx="64770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DB9628F8-2144-E842-BB2D-85C45C9A7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8763" y="4313014"/>
            <a:ext cx="43180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CE09DBB1-05ED-4D4B-9138-BE29CAA821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313014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24E57434-923E-DB45-9FAE-FB8EF87F38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313014"/>
            <a:ext cx="504825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2B090953-A7ED-744D-BA27-24FDCA204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066389"/>
              </p:ext>
            </p:extLst>
          </p:nvPr>
        </p:nvGraphicFramePr>
        <p:xfrm>
          <a:off x="3205163" y="4295551"/>
          <a:ext cx="3190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089" imgH="66690" progId="Equation.3">
                  <p:embed/>
                </p:oleObj>
              </mc:Choice>
              <mc:Fallback>
                <p:oleObj name="公式" r:id="rId2" imgW="38089" imgH="66690" progId="Equation.3">
                  <p:embed/>
                  <p:pic>
                    <p:nvPicPr>
                      <p:cNvPr id="10" name="Object 11">
                        <a:extLst>
                          <a:ext uri="{FF2B5EF4-FFF2-40B4-BE49-F238E27FC236}">
                            <a16:creationId xmlns:a16="http://schemas.microsoft.com/office/drawing/2014/main" id="{7D6E94B2-3ECC-C947-B57D-D026C4346C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4295551"/>
                        <a:ext cx="3190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09EC76ED-F1DA-9640-BE73-DF0705928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339006"/>
              </p:ext>
            </p:extLst>
          </p:nvPr>
        </p:nvGraphicFramePr>
        <p:xfrm>
          <a:off x="3758970" y="4305310"/>
          <a:ext cx="475122" cy="39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8560" imgH="152280" progId="Equation.3">
                  <p:embed/>
                </p:oleObj>
              </mc:Choice>
              <mc:Fallback>
                <p:oleObj name="公式" r:id="rId4" imgW="88560" imgH="152280" progId="Equation.3">
                  <p:embed/>
                  <p:pic>
                    <p:nvPicPr>
                      <p:cNvPr id="11" name="Object 12">
                        <a:extLst>
                          <a:ext uri="{FF2B5EF4-FFF2-40B4-BE49-F238E27FC236}">
                            <a16:creationId xmlns:a16="http://schemas.microsoft.com/office/drawing/2014/main" id="{2686E8EC-D12E-9641-A016-43ADE8384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8970" y="4305310"/>
                        <a:ext cx="475122" cy="391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46B68982-A158-7E43-BABD-8C3FE9FBA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432339"/>
              </p:ext>
            </p:extLst>
          </p:nvPr>
        </p:nvGraphicFramePr>
        <p:xfrm>
          <a:off x="4500563" y="4095526"/>
          <a:ext cx="3540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7543" imgH="66690" progId="Equation.3">
                  <p:embed/>
                </p:oleObj>
              </mc:Choice>
              <mc:Fallback>
                <p:oleObj name="公式" r:id="rId6" imgW="47543" imgH="66690" progId="Equation.3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1E4E38FE-0055-354B-8265-D817760420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095526"/>
                        <a:ext cx="3540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A077A023-E1B1-0642-9D87-D46519C247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9683701"/>
              </p:ext>
            </p:extLst>
          </p:nvPr>
        </p:nvGraphicFramePr>
        <p:xfrm>
          <a:off x="5094288" y="4095526"/>
          <a:ext cx="3190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089" imgH="66690" progId="Equation.3">
                  <p:embed/>
                </p:oleObj>
              </mc:Choice>
              <mc:Fallback>
                <p:oleObj name="公式" r:id="rId8" imgW="38089" imgH="66690" progId="Equation.3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4F085333-6DD2-A845-8F63-1F5F528A2B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4095526"/>
                        <a:ext cx="3190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A92215F9-8CAA-6F49-9326-97750C4FD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782575"/>
              </p:ext>
            </p:extLst>
          </p:nvPr>
        </p:nvGraphicFramePr>
        <p:xfrm>
          <a:off x="3638550" y="5140101"/>
          <a:ext cx="4968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4812" imgH="142830" progId="Equation.3">
                  <p:embed/>
                </p:oleObj>
              </mc:Choice>
              <mc:Fallback>
                <p:oleObj name="公式" r:id="rId10" imgW="104812" imgH="142830" progId="Equation.3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80073ED0-9C2D-A944-8699-4E603E688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5140101"/>
                        <a:ext cx="4968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4E03FE7F-4934-2D4F-B329-7C476D06F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598432"/>
              </p:ext>
            </p:extLst>
          </p:nvPr>
        </p:nvGraphicFramePr>
        <p:xfrm>
          <a:off x="4267200" y="5176614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4266" imgH="142830" progId="Equation.3">
                  <p:embed/>
                </p:oleObj>
              </mc:Choice>
              <mc:Fallback>
                <p:oleObj name="公式" r:id="rId12" imgW="114266" imgH="142830" progId="Equation.3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07DA45E4-F1A3-1343-9CD8-2CBBAA760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176614"/>
                        <a:ext cx="5318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8AFDA591-E16B-0043-B7B4-2E5FC5FF5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018029"/>
              </p:ext>
            </p:extLst>
          </p:nvPr>
        </p:nvGraphicFramePr>
        <p:xfrm>
          <a:off x="4843463" y="5159151"/>
          <a:ext cx="5334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4266" imgH="152280" progId="Equation.3">
                  <p:embed/>
                </p:oleObj>
              </mc:Choice>
              <mc:Fallback>
                <p:oleObj name="公式" r:id="rId14" imgW="114266" imgH="152280" progId="Equation.3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1B40601F-D2DA-F145-B692-393C21281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463" y="5159151"/>
                        <a:ext cx="5334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Oval 18">
            <a:extLst>
              <a:ext uri="{FF2B5EF4-FFF2-40B4-BE49-F238E27FC236}">
                <a16:creationId xmlns:a16="http://schemas.microsoft.com/office/drawing/2014/main" id="{6162434E-A244-C547-A9E7-E388FC8B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166964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706C62CA-F24E-C248-8131-A0C20EA9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09552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F00D56F3-7B58-C846-8CA8-09807112B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15022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Oval 21">
            <a:extLst>
              <a:ext uri="{FF2B5EF4-FFF2-40B4-BE49-F238E27FC236}">
                <a16:creationId xmlns:a16="http://schemas.microsoft.com/office/drawing/2014/main" id="{9886F80E-B190-074E-95B2-DC9A9CFD3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407878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Oval 22">
            <a:extLst>
              <a:ext uri="{FF2B5EF4-FFF2-40B4-BE49-F238E27FC236}">
                <a16:creationId xmlns:a16="http://schemas.microsoft.com/office/drawing/2014/main" id="{BDAEBCED-7079-C541-8E54-EE853889E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032151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B19FA6BD-1418-0546-BFC0-166191100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03215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Oval 24">
            <a:extLst>
              <a:ext uri="{FF2B5EF4-FFF2-40B4-BE49-F238E27FC236}">
                <a16:creationId xmlns:a16="http://schemas.microsoft.com/office/drawing/2014/main" id="{5092BE32-8E20-E842-BB89-C5758017B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03215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" name="Object 25">
            <a:extLst>
              <a:ext uri="{FF2B5EF4-FFF2-40B4-BE49-F238E27FC236}">
                <a16:creationId xmlns:a16="http://schemas.microsoft.com/office/drawing/2014/main" id="{A9402C53-0790-BC44-B512-FA19AC525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32851"/>
              </p:ext>
            </p:extLst>
          </p:nvPr>
        </p:nvGraphicFramePr>
        <p:xfrm>
          <a:off x="4500563" y="2727101"/>
          <a:ext cx="319087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089" imgH="47520" progId="Equation.3">
                  <p:embed/>
                </p:oleObj>
              </mc:Choice>
              <mc:Fallback>
                <p:oleObj name="公式" r:id="rId16" imgW="38089" imgH="47520" progId="Equation.3">
                  <p:embed/>
                  <p:pic>
                    <p:nvPicPr>
                      <p:cNvPr id="24" name="Object 25">
                        <a:extLst>
                          <a:ext uri="{FF2B5EF4-FFF2-40B4-BE49-F238E27FC236}">
                            <a16:creationId xmlns:a16="http://schemas.microsoft.com/office/drawing/2014/main" id="{52C73431-8792-2841-BA03-1C79FF063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727101"/>
                        <a:ext cx="319087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用有序树表示一个代数表达式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关键是注意先后位置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5651500" y="2708275"/>
          <a:ext cx="1981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8054" imgH="123930" progId="Equation.3">
                  <p:embed/>
                </p:oleObj>
              </mc:Choice>
              <mc:Fallback>
                <p:oleObj name="Equation" r:id="rId2" imgW="638054" imgH="123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08275"/>
                        <a:ext cx="1981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8" name="AutoShape 4"/>
          <p:cNvSpPr>
            <a:spLocks noChangeArrowheads="1"/>
          </p:cNvSpPr>
          <p:nvPr/>
        </p:nvSpPr>
        <p:spPr bwMode="auto">
          <a:xfrm>
            <a:off x="6227763" y="908050"/>
            <a:ext cx="485775" cy="1728788"/>
          </a:xfrm>
          <a:prstGeom prst="downArrow">
            <a:avLst>
              <a:gd name="adj1" fmla="val 50000"/>
              <a:gd name="adj2" fmla="val 889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1763713" y="2133600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-</a:t>
            </a:r>
          </a:p>
        </p:txBody>
      </p:sp>
      <p:sp>
        <p:nvSpPr>
          <p:cNvPr id="130052" name="Oval 4"/>
          <p:cNvSpPr>
            <a:spLocks noChangeArrowheads="1"/>
          </p:cNvSpPr>
          <p:nvPr/>
        </p:nvSpPr>
        <p:spPr bwMode="auto">
          <a:xfrm>
            <a:off x="2700338" y="908050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/</a:t>
            </a:r>
          </a:p>
        </p:txBody>
      </p:sp>
      <p:sp>
        <p:nvSpPr>
          <p:cNvPr id="130053" name="Oval 5"/>
          <p:cNvSpPr>
            <a:spLocks noChangeArrowheads="1"/>
          </p:cNvSpPr>
          <p:nvPr/>
        </p:nvSpPr>
        <p:spPr bwMode="auto">
          <a:xfrm>
            <a:off x="3419475" y="2060575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||</a:t>
            </a:r>
          </a:p>
        </p:txBody>
      </p:sp>
      <p:sp>
        <p:nvSpPr>
          <p:cNvPr id="130054" name="Oval 6"/>
          <p:cNvSpPr>
            <a:spLocks noChangeArrowheads="1"/>
          </p:cNvSpPr>
          <p:nvPr/>
        </p:nvSpPr>
        <p:spPr bwMode="auto">
          <a:xfrm>
            <a:off x="3492500" y="3573463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2124075" y="3644900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1042988" y="3573463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5940425" y="836613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/</a:t>
            </a:r>
          </a:p>
        </p:txBody>
      </p:sp>
      <p:sp>
        <p:nvSpPr>
          <p:cNvPr id="130058" name="Oval 10"/>
          <p:cNvSpPr>
            <a:spLocks noChangeArrowheads="1"/>
          </p:cNvSpPr>
          <p:nvPr/>
        </p:nvSpPr>
        <p:spPr bwMode="auto">
          <a:xfrm>
            <a:off x="5219700" y="3573463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c</a:t>
            </a:r>
          </a:p>
        </p:txBody>
      </p:sp>
      <p:sp>
        <p:nvSpPr>
          <p:cNvPr id="130059" name="Oval 11"/>
          <p:cNvSpPr>
            <a:spLocks noChangeArrowheads="1"/>
          </p:cNvSpPr>
          <p:nvPr/>
        </p:nvSpPr>
        <p:spPr bwMode="auto">
          <a:xfrm>
            <a:off x="6659563" y="2060575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-</a:t>
            </a:r>
          </a:p>
        </p:txBody>
      </p:sp>
      <p:sp>
        <p:nvSpPr>
          <p:cNvPr id="130060" name="Oval 12"/>
          <p:cNvSpPr>
            <a:spLocks noChangeArrowheads="1"/>
          </p:cNvSpPr>
          <p:nvPr/>
        </p:nvSpPr>
        <p:spPr bwMode="auto">
          <a:xfrm>
            <a:off x="7235825" y="3500438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b</a:t>
            </a:r>
          </a:p>
        </p:txBody>
      </p:sp>
      <p:sp>
        <p:nvSpPr>
          <p:cNvPr id="130061" name="Oval 13"/>
          <p:cNvSpPr>
            <a:spLocks noChangeArrowheads="1"/>
          </p:cNvSpPr>
          <p:nvPr/>
        </p:nvSpPr>
        <p:spPr bwMode="auto">
          <a:xfrm>
            <a:off x="6227763" y="3573463"/>
            <a:ext cx="504825" cy="4333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i="1">
                <a:latin typeface="Verdana" pitchFamily="34" charset="0"/>
              </a:rPr>
              <a:t>a</a:t>
            </a:r>
          </a:p>
        </p:txBody>
      </p:sp>
      <p:sp>
        <p:nvSpPr>
          <p:cNvPr id="130062" name="Oval 14"/>
          <p:cNvSpPr>
            <a:spLocks noChangeArrowheads="1"/>
          </p:cNvSpPr>
          <p:nvPr/>
        </p:nvSpPr>
        <p:spPr bwMode="auto">
          <a:xfrm>
            <a:off x="5292725" y="2060575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||</a:t>
            </a:r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 flipH="1">
            <a:off x="2124075" y="1341438"/>
            <a:ext cx="71913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>
            <a:off x="3059113" y="1341438"/>
            <a:ext cx="504825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 flipH="1">
            <a:off x="1403350" y="2492375"/>
            <a:ext cx="43180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2124075" y="2565400"/>
            <a:ext cx="360363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3708400" y="2492375"/>
            <a:ext cx="0" cy="10810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8" name="Line 20"/>
          <p:cNvSpPr>
            <a:spLocks noChangeShapeType="1"/>
          </p:cNvSpPr>
          <p:nvPr/>
        </p:nvSpPr>
        <p:spPr bwMode="auto">
          <a:xfrm flipH="1">
            <a:off x="5652120" y="1268413"/>
            <a:ext cx="4318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9" name="Line 21"/>
          <p:cNvSpPr>
            <a:spLocks noChangeShapeType="1"/>
          </p:cNvSpPr>
          <p:nvPr/>
        </p:nvSpPr>
        <p:spPr bwMode="auto">
          <a:xfrm>
            <a:off x="6300788" y="1268413"/>
            <a:ext cx="503237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0" name="Line 22"/>
          <p:cNvSpPr>
            <a:spLocks noChangeShapeType="1"/>
          </p:cNvSpPr>
          <p:nvPr/>
        </p:nvSpPr>
        <p:spPr bwMode="auto">
          <a:xfrm>
            <a:off x="5508625" y="24923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1" name="Line 23"/>
          <p:cNvSpPr>
            <a:spLocks noChangeShapeType="1"/>
          </p:cNvSpPr>
          <p:nvPr/>
        </p:nvSpPr>
        <p:spPr bwMode="auto">
          <a:xfrm flipH="1">
            <a:off x="6516688" y="2492375"/>
            <a:ext cx="287337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72" name="Line 24"/>
          <p:cNvSpPr>
            <a:spLocks noChangeShapeType="1"/>
          </p:cNvSpPr>
          <p:nvPr/>
        </p:nvSpPr>
        <p:spPr bwMode="auto">
          <a:xfrm>
            <a:off x="7019925" y="2492375"/>
            <a:ext cx="4318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0073" name="Object 25"/>
          <p:cNvGraphicFramePr>
            <a:graphicFrameLocks noChangeAspect="1"/>
          </p:cNvGraphicFramePr>
          <p:nvPr/>
        </p:nvGraphicFramePr>
        <p:xfrm>
          <a:off x="2195513" y="260350"/>
          <a:ext cx="1981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8054" imgH="123930" progId="Equation.3">
                  <p:embed/>
                </p:oleObj>
              </mc:Choice>
              <mc:Fallback>
                <p:oleObj name="Equation" r:id="rId2" imgW="638054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60350"/>
                        <a:ext cx="1981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4" name="Object 26"/>
          <p:cNvGraphicFramePr>
            <a:graphicFrameLocks noChangeAspect="1"/>
          </p:cNvGraphicFramePr>
          <p:nvPr/>
        </p:nvGraphicFramePr>
        <p:xfrm>
          <a:off x="5435600" y="188913"/>
          <a:ext cx="19097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690" imgH="123930" progId="Equation.3">
                  <p:embed/>
                </p:oleObj>
              </mc:Choice>
              <mc:Fallback>
                <p:oleObj name="Equation" r:id="rId4" imgW="609690" imgH="12393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88913"/>
                        <a:ext cx="19097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5" name="Object 27"/>
          <p:cNvGraphicFramePr>
            <a:graphicFrameLocks noChangeAspect="1"/>
          </p:cNvGraphicFramePr>
          <p:nvPr/>
        </p:nvGraphicFramePr>
        <p:xfrm>
          <a:off x="2339975" y="4292600"/>
          <a:ext cx="6365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2355" imgH="123930" progId="Equation.3">
                  <p:embed/>
                </p:oleObj>
              </mc:Choice>
              <mc:Fallback>
                <p:oleObj name="公式" r:id="rId6" imgW="152355" imgH="12393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292600"/>
                        <a:ext cx="6365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6" name="Object 28"/>
          <p:cNvGraphicFramePr>
            <a:graphicFrameLocks noChangeAspect="1"/>
          </p:cNvGraphicFramePr>
          <p:nvPr/>
        </p:nvGraphicFramePr>
        <p:xfrm>
          <a:off x="6372225" y="4221163"/>
          <a:ext cx="6365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2355" imgH="123930" progId="Equation.3">
                  <p:embed/>
                </p:oleObj>
              </mc:Choice>
              <mc:Fallback>
                <p:oleObj name="公式" r:id="rId8" imgW="152355" imgH="1239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221163"/>
                        <a:ext cx="6365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7.4.5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 7-14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是一棵有序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若对同一个节点的所有子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节点确定一个左右位置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定位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(positional binary tree).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>
              <a:latin typeface="Times New Roman" pitchFamily="18" charset="0"/>
            </a:endParaRPr>
          </a:p>
        </p:txBody>
      </p:sp>
      <p:sp>
        <p:nvSpPr>
          <p:cNvPr id="134147" name="Oval 3"/>
          <p:cNvSpPr>
            <a:spLocks noChangeArrowheads="1"/>
          </p:cNvSpPr>
          <p:nvPr/>
        </p:nvSpPr>
        <p:spPr bwMode="auto">
          <a:xfrm>
            <a:off x="2339975" y="69215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8" name="Oval 4"/>
          <p:cNvSpPr>
            <a:spLocks noChangeArrowheads="1"/>
          </p:cNvSpPr>
          <p:nvPr/>
        </p:nvSpPr>
        <p:spPr bwMode="auto">
          <a:xfrm>
            <a:off x="1763713" y="18446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49" name="Oval 5"/>
          <p:cNvSpPr>
            <a:spLocks noChangeArrowheads="1"/>
          </p:cNvSpPr>
          <p:nvPr/>
        </p:nvSpPr>
        <p:spPr bwMode="auto">
          <a:xfrm>
            <a:off x="2771775" y="18446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0" name="Oval 6"/>
          <p:cNvSpPr>
            <a:spLocks noChangeArrowheads="1"/>
          </p:cNvSpPr>
          <p:nvPr/>
        </p:nvSpPr>
        <p:spPr bwMode="auto">
          <a:xfrm>
            <a:off x="1258888" y="29972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1" name="Oval 7"/>
          <p:cNvSpPr>
            <a:spLocks noChangeArrowheads="1"/>
          </p:cNvSpPr>
          <p:nvPr/>
        </p:nvSpPr>
        <p:spPr bwMode="auto">
          <a:xfrm>
            <a:off x="2051050" y="29972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2" name="Oval 8"/>
          <p:cNvSpPr>
            <a:spLocks noChangeArrowheads="1"/>
          </p:cNvSpPr>
          <p:nvPr/>
        </p:nvSpPr>
        <p:spPr bwMode="auto">
          <a:xfrm>
            <a:off x="2411413" y="299878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3" name="Oval 9"/>
          <p:cNvSpPr>
            <a:spLocks noChangeArrowheads="1"/>
          </p:cNvSpPr>
          <p:nvPr/>
        </p:nvSpPr>
        <p:spPr bwMode="auto">
          <a:xfrm>
            <a:off x="5435600" y="69215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4" name="Oval 10"/>
          <p:cNvSpPr>
            <a:spLocks noChangeArrowheads="1"/>
          </p:cNvSpPr>
          <p:nvPr/>
        </p:nvSpPr>
        <p:spPr bwMode="auto">
          <a:xfrm>
            <a:off x="4932363" y="18446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5" name="Oval 11"/>
          <p:cNvSpPr>
            <a:spLocks noChangeArrowheads="1"/>
          </p:cNvSpPr>
          <p:nvPr/>
        </p:nvSpPr>
        <p:spPr bwMode="auto">
          <a:xfrm>
            <a:off x="5795963" y="18446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6" name="Oval 12"/>
          <p:cNvSpPr>
            <a:spLocks noChangeArrowheads="1"/>
          </p:cNvSpPr>
          <p:nvPr/>
        </p:nvSpPr>
        <p:spPr bwMode="auto">
          <a:xfrm>
            <a:off x="4572000" y="29972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7" name="Oval 13"/>
          <p:cNvSpPr>
            <a:spLocks noChangeArrowheads="1"/>
          </p:cNvSpPr>
          <p:nvPr/>
        </p:nvSpPr>
        <p:spPr bwMode="auto">
          <a:xfrm>
            <a:off x="5219700" y="299878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8" name="Oval 14"/>
          <p:cNvSpPr>
            <a:spLocks noChangeArrowheads="1"/>
          </p:cNvSpPr>
          <p:nvPr/>
        </p:nvSpPr>
        <p:spPr bwMode="auto">
          <a:xfrm>
            <a:off x="6227763" y="29972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59" name="Line 15"/>
          <p:cNvSpPr>
            <a:spLocks noChangeShapeType="1"/>
          </p:cNvSpPr>
          <p:nvPr/>
        </p:nvSpPr>
        <p:spPr bwMode="auto">
          <a:xfrm flipH="1">
            <a:off x="1908175" y="908050"/>
            <a:ext cx="4318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0" name="Line 16"/>
          <p:cNvSpPr>
            <a:spLocks noChangeShapeType="1"/>
          </p:cNvSpPr>
          <p:nvPr/>
        </p:nvSpPr>
        <p:spPr bwMode="auto">
          <a:xfrm>
            <a:off x="2484438" y="908050"/>
            <a:ext cx="287337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1" name="Line 17"/>
          <p:cNvSpPr>
            <a:spLocks noChangeShapeType="1"/>
          </p:cNvSpPr>
          <p:nvPr/>
        </p:nvSpPr>
        <p:spPr bwMode="auto">
          <a:xfrm flipH="1">
            <a:off x="2484438" y="2133600"/>
            <a:ext cx="287337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>
            <a:off x="1906588" y="2060575"/>
            <a:ext cx="2889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3" name="Line 19"/>
          <p:cNvSpPr>
            <a:spLocks noChangeShapeType="1"/>
          </p:cNvSpPr>
          <p:nvPr/>
        </p:nvSpPr>
        <p:spPr bwMode="auto">
          <a:xfrm flipH="1">
            <a:off x="1403350" y="2060575"/>
            <a:ext cx="360363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4" name="Line 20"/>
          <p:cNvSpPr>
            <a:spLocks noChangeShapeType="1"/>
          </p:cNvSpPr>
          <p:nvPr/>
        </p:nvSpPr>
        <p:spPr bwMode="auto">
          <a:xfrm flipH="1">
            <a:off x="5076825" y="908050"/>
            <a:ext cx="360363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5" name="Line 21"/>
          <p:cNvSpPr>
            <a:spLocks noChangeShapeType="1"/>
          </p:cNvSpPr>
          <p:nvPr/>
        </p:nvSpPr>
        <p:spPr bwMode="auto">
          <a:xfrm>
            <a:off x="5580063" y="908050"/>
            <a:ext cx="287337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6" name="Line 22"/>
          <p:cNvSpPr>
            <a:spLocks noChangeShapeType="1"/>
          </p:cNvSpPr>
          <p:nvPr/>
        </p:nvSpPr>
        <p:spPr bwMode="auto">
          <a:xfrm>
            <a:off x="5940425" y="1989138"/>
            <a:ext cx="360363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7" name="Line 23"/>
          <p:cNvSpPr>
            <a:spLocks noChangeShapeType="1"/>
          </p:cNvSpPr>
          <p:nvPr/>
        </p:nvSpPr>
        <p:spPr bwMode="auto">
          <a:xfrm flipH="1">
            <a:off x="4714875" y="1989138"/>
            <a:ext cx="2889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8" name="Line 24"/>
          <p:cNvSpPr>
            <a:spLocks noChangeShapeType="1"/>
          </p:cNvSpPr>
          <p:nvPr/>
        </p:nvSpPr>
        <p:spPr bwMode="auto">
          <a:xfrm>
            <a:off x="5003800" y="1989138"/>
            <a:ext cx="288925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9" name="Oval 25"/>
          <p:cNvSpPr>
            <a:spLocks noChangeArrowheads="1"/>
          </p:cNvSpPr>
          <p:nvPr/>
        </p:nvSpPr>
        <p:spPr bwMode="auto">
          <a:xfrm>
            <a:off x="3275013" y="2924944"/>
            <a:ext cx="144462" cy="1428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70" name="Line 26"/>
          <p:cNvSpPr>
            <a:spLocks noChangeShapeType="1"/>
          </p:cNvSpPr>
          <p:nvPr/>
        </p:nvSpPr>
        <p:spPr bwMode="auto">
          <a:xfrm>
            <a:off x="2916238" y="2060575"/>
            <a:ext cx="431800" cy="79216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71" name="Oval 27"/>
          <p:cNvSpPr>
            <a:spLocks noChangeArrowheads="1"/>
          </p:cNvSpPr>
          <p:nvPr/>
        </p:nvSpPr>
        <p:spPr bwMode="auto">
          <a:xfrm>
            <a:off x="5580063" y="2997200"/>
            <a:ext cx="144462" cy="14287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72" name="Line 28"/>
          <p:cNvSpPr>
            <a:spLocks noChangeShapeType="1"/>
          </p:cNvSpPr>
          <p:nvPr/>
        </p:nvSpPr>
        <p:spPr bwMode="auto">
          <a:xfrm flipH="1">
            <a:off x="5651500" y="2062163"/>
            <a:ext cx="144463" cy="935037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4173" name="Object 29"/>
          <p:cNvGraphicFramePr>
            <a:graphicFrameLocks noChangeAspect="1"/>
          </p:cNvGraphicFramePr>
          <p:nvPr/>
        </p:nvGraphicFramePr>
        <p:xfrm>
          <a:off x="2987675" y="1628775"/>
          <a:ext cx="3524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66690" progId="Equation.3">
                  <p:embed/>
                </p:oleObj>
              </mc:Choice>
              <mc:Fallback>
                <p:oleObj name="公式" r:id="rId2" imgW="47543" imgH="6669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628775"/>
                        <a:ext cx="3524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4" name="Object 30"/>
          <p:cNvGraphicFramePr>
            <a:graphicFrameLocks noChangeAspect="1"/>
          </p:cNvGraphicFramePr>
          <p:nvPr/>
        </p:nvGraphicFramePr>
        <p:xfrm>
          <a:off x="6011863" y="1557338"/>
          <a:ext cx="3524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543" imgH="66690" progId="Equation.3">
                  <p:embed/>
                </p:oleObj>
              </mc:Choice>
              <mc:Fallback>
                <p:oleObj name="公式" r:id="rId4" imgW="47543" imgH="6669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1557338"/>
                        <a:ext cx="3524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5" name="Object 31"/>
          <p:cNvGraphicFramePr>
            <a:graphicFrameLocks noChangeAspect="1"/>
          </p:cNvGraphicFramePr>
          <p:nvPr/>
        </p:nvGraphicFramePr>
        <p:xfrm>
          <a:off x="2339975" y="3141663"/>
          <a:ext cx="317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089" imgH="66690" progId="Equation.3">
                  <p:embed/>
                </p:oleObj>
              </mc:Choice>
              <mc:Fallback>
                <p:oleObj name="公式" r:id="rId6" imgW="38089" imgH="6669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141663"/>
                        <a:ext cx="317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6" name="Object 32"/>
          <p:cNvGraphicFramePr>
            <a:graphicFrameLocks noChangeAspect="1"/>
          </p:cNvGraphicFramePr>
          <p:nvPr/>
        </p:nvGraphicFramePr>
        <p:xfrm>
          <a:off x="6227763" y="3141663"/>
          <a:ext cx="317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089" imgH="66690" progId="Equation.3">
                  <p:embed/>
                </p:oleObj>
              </mc:Choice>
              <mc:Fallback>
                <p:oleObj name="公式" r:id="rId8" imgW="38089" imgH="6669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141663"/>
                        <a:ext cx="317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7" name="Object 33"/>
          <p:cNvGraphicFramePr>
            <a:graphicFrameLocks noChangeAspect="1"/>
          </p:cNvGraphicFramePr>
          <p:nvPr/>
        </p:nvGraphicFramePr>
        <p:xfrm>
          <a:off x="2286000" y="206375"/>
          <a:ext cx="317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089" imgH="47520" progId="Equation.3">
                  <p:embed/>
                </p:oleObj>
              </mc:Choice>
              <mc:Fallback>
                <p:oleObj name="公式" r:id="rId10" imgW="38089" imgH="4752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6375"/>
                        <a:ext cx="3175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8" name="Object 34"/>
          <p:cNvGraphicFramePr>
            <a:graphicFrameLocks noChangeAspect="1"/>
          </p:cNvGraphicFramePr>
          <p:nvPr/>
        </p:nvGraphicFramePr>
        <p:xfrm>
          <a:off x="5364163" y="260350"/>
          <a:ext cx="317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089" imgH="47520" progId="Equation.3">
                  <p:embed/>
                </p:oleObj>
              </mc:Choice>
              <mc:Fallback>
                <p:oleObj name="公式" r:id="rId12" imgW="38089" imgH="4752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60350"/>
                        <a:ext cx="3175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79" name="Object 35"/>
          <p:cNvGraphicFramePr>
            <a:graphicFrameLocks noChangeAspect="1"/>
          </p:cNvGraphicFramePr>
          <p:nvPr/>
        </p:nvGraphicFramePr>
        <p:xfrm>
          <a:off x="1331913" y="1611313"/>
          <a:ext cx="317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089" imgH="66690" progId="Equation.3">
                  <p:embed/>
                </p:oleObj>
              </mc:Choice>
              <mc:Fallback>
                <p:oleObj name="公式" r:id="rId14" imgW="38089" imgH="6669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11313"/>
                        <a:ext cx="317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0" name="Object 36"/>
          <p:cNvGraphicFramePr>
            <a:graphicFrameLocks noChangeAspect="1"/>
          </p:cNvGraphicFramePr>
          <p:nvPr/>
        </p:nvGraphicFramePr>
        <p:xfrm>
          <a:off x="4572000" y="1628775"/>
          <a:ext cx="317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089" imgH="66690" progId="Equation.3">
                  <p:embed/>
                </p:oleObj>
              </mc:Choice>
              <mc:Fallback>
                <p:oleObj name="公式" r:id="rId16" imgW="38089" imgH="6669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28775"/>
                        <a:ext cx="317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406838"/>
              </p:ext>
            </p:extLst>
          </p:nvPr>
        </p:nvGraphicFramePr>
        <p:xfrm>
          <a:off x="971600" y="3108896"/>
          <a:ext cx="10572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560" imgH="152280" progId="Equation.DSMT4">
                  <p:embed/>
                </p:oleObj>
              </mc:Choice>
              <mc:Fallback>
                <p:oleObj name="Equation" r:id="rId18" imgW="88560" imgH="1522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108896"/>
                        <a:ext cx="105725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826028"/>
              </p:ext>
            </p:extLst>
          </p:nvPr>
        </p:nvGraphicFramePr>
        <p:xfrm>
          <a:off x="4205287" y="3089224"/>
          <a:ext cx="1152872" cy="427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8560" imgH="152280" progId="Equation.DSMT4">
                  <p:embed/>
                </p:oleObj>
              </mc:Choice>
              <mc:Fallback>
                <p:oleObj name="Equation" r:id="rId20" imgW="88560" imgH="15228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5287" y="3089224"/>
                        <a:ext cx="1152872" cy="427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3" name="Object 39"/>
          <p:cNvGraphicFramePr>
            <a:graphicFrameLocks noChangeAspect="1"/>
          </p:cNvGraphicFramePr>
          <p:nvPr/>
        </p:nvGraphicFramePr>
        <p:xfrm>
          <a:off x="1908175" y="3141663"/>
          <a:ext cx="4238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6177" imgH="66690" progId="Equation.3">
                  <p:embed/>
                </p:oleObj>
              </mc:Choice>
              <mc:Fallback>
                <p:oleObj name="公式" r:id="rId22" imgW="76177" imgH="6669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41663"/>
                        <a:ext cx="4238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4" name="Object 40"/>
          <p:cNvGraphicFramePr>
            <a:graphicFrameLocks noChangeAspect="1"/>
          </p:cNvGraphicFramePr>
          <p:nvPr/>
        </p:nvGraphicFramePr>
        <p:xfrm>
          <a:off x="5076825" y="3141663"/>
          <a:ext cx="4238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76177" imgH="66690" progId="Equation.3">
                  <p:embed/>
                </p:oleObj>
              </mc:Choice>
              <mc:Fallback>
                <p:oleObj name="公式" r:id="rId24" imgW="76177" imgH="6669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141663"/>
                        <a:ext cx="42386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85" name="Freeform 41"/>
          <p:cNvSpPr>
            <a:spLocks/>
          </p:cNvSpPr>
          <p:nvPr/>
        </p:nvSpPr>
        <p:spPr bwMode="auto">
          <a:xfrm>
            <a:off x="708025" y="1365250"/>
            <a:ext cx="1655763" cy="2374900"/>
          </a:xfrm>
          <a:custGeom>
            <a:avLst/>
            <a:gdLst>
              <a:gd name="T0" fmla="*/ 2147483647 w 1043"/>
              <a:gd name="T1" fmla="*/ 2147483647 h 1496"/>
              <a:gd name="T2" fmla="*/ 2147483647 w 1043"/>
              <a:gd name="T3" fmla="*/ 2147483647 h 1496"/>
              <a:gd name="T4" fmla="*/ 2147483647 w 1043"/>
              <a:gd name="T5" fmla="*/ 2147483647 h 1496"/>
              <a:gd name="T6" fmla="*/ 2147483647 w 1043"/>
              <a:gd name="T7" fmla="*/ 2147483647 h 1496"/>
              <a:gd name="T8" fmla="*/ 2147483647 w 1043"/>
              <a:gd name="T9" fmla="*/ 2147483647 h 1496"/>
              <a:gd name="T10" fmla="*/ 2147483647 w 1043"/>
              <a:gd name="T11" fmla="*/ 2147483647 h 1496"/>
              <a:gd name="T12" fmla="*/ 2147483647 w 1043"/>
              <a:gd name="T13" fmla="*/ 2147483647 h 1496"/>
              <a:gd name="T14" fmla="*/ 2147483647 w 1043"/>
              <a:gd name="T15" fmla="*/ 2147483647 h 1496"/>
              <a:gd name="T16" fmla="*/ 2147483647 w 1043"/>
              <a:gd name="T17" fmla="*/ 2147483647 h 1496"/>
              <a:gd name="T18" fmla="*/ 2147483647 w 1043"/>
              <a:gd name="T19" fmla="*/ 2147483647 h 1496"/>
              <a:gd name="T20" fmla="*/ 2147483647 w 1043"/>
              <a:gd name="T21" fmla="*/ 2147483647 h 1496"/>
              <a:gd name="T22" fmla="*/ 2147483647 w 1043"/>
              <a:gd name="T23" fmla="*/ 2147483647 h 1496"/>
              <a:gd name="T24" fmla="*/ 2147483647 w 1043"/>
              <a:gd name="T25" fmla="*/ 2147483647 h 1496"/>
              <a:gd name="T26" fmla="*/ 2147483647 w 1043"/>
              <a:gd name="T27" fmla="*/ 2147483647 h 1496"/>
              <a:gd name="T28" fmla="*/ 2147483647 w 1043"/>
              <a:gd name="T29" fmla="*/ 2147483647 h 1496"/>
              <a:gd name="T30" fmla="*/ 2147483647 w 1043"/>
              <a:gd name="T31" fmla="*/ 2147483647 h 1496"/>
              <a:gd name="T32" fmla="*/ 2147483647 w 1043"/>
              <a:gd name="T33" fmla="*/ 2147483647 h 1496"/>
              <a:gd name="T34" fmla="*/ 2147483647 w 1043"/>
              <a:gd name="T35" fmla="*/ 2147483647 h 1496"/>
              <a:gd name="T36" fmla="*/ 2147483647 w 1043"/>
              <a:gd name="T37" fmla="*/ 2147483647 h 14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43"/>
              <a:gd name="T58" fmla="*/ 0 h 1496"/>
              <a:gd name="T59" fmla="*/ 1043 w 1043"/>
              <a:gd name="T60" fmla="*/ 1496 h 14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43" h="1496">
                <a:moveTo>
                  <a:pt x="846" y="75"/>
                </a:moveTo>
                <a:cubicBezTo>
                  <a:pt x="740" y="37"/>
                  <a:pt x="635" y="0"/>
                  <a:pt x="529" y="30"/>
                </a:cubicBezTo>
                <a:cubicBezTo>
                  <a:pt x="423" y="60"/>
                  <a:pt x="294" y="151"/>
                  <a:pt x="211" y="257"/>
                </a:cubicBezTo>
                <a:cubicBezTo>
                  <a:pt x="128" y="363"/>
                  <a:pt x="60" y="522"/>
                  <a:pt x="30" y="665"/>
                </a:cubicBezTo>
                <a:cubicBezTo>
                  <a:pt x="0" y="808"/>
                  <a:pt x="15" y="998"/>
                  <a:pt x="30" y="1119"/>
                </a:cubicBezTo>
                <a:cubicBezTo>
                  <a:pt x="45" y="1240"/>
                  <a:pt x="68" y="1331"/>
                  <a:pt x="121" y="1391"/>
                </a:cubicBezTo>
                <a:cubicBezTo>
                  <a:pt x="174" y="1451"/>
                  <a:pt x="241" y="1466"/>
                  <a:pt x="347" y="1481"/>
                </a:cubicBezTo>
                <a:cubicBezTo>
                  <a:pt x="453" y="1496"/>
                  <a:pt x="658" y="1496"/>
                  <a:pt x="756" y="1481"/>
                </a:cubicBezTo>
                <a:cubicBezTo>
                  <a:pt x="854" y="1466"/>
                  <a:pt x="892" y="1414"/>
                  <a:pt x="937" y="1391"/>
                </a:cubicBezTo>
                <a:cubicBezTo>
                  <a:pt x="982" y="1368"/>
                  <a:pt x="1013" y="1390"/>
                  <a:pt x="1028" y="1345"/>
                </a:cubicBezTo>
                <a:cubicBezTo>
                  <a:pt x="1043" y="1300"/>
                  <a:pt x="1028" y="1187"/>
                  <a:pt x="1028" y="1119"/>
                </a:cubicBezTo>
                <a:cubicBezTo>
                  <a:pt x="1028" y="1051"/>
                  <a:pt x="1028" y="990"/>
                  <a:pt x="1028" y="937"/>
                </a:cubicBezTo>
                <a:cubicBezTo>
                  <a:pt x="1028" y="884"/>
                  <a:pt x="1028" y="854"/>
                  <a:pt x="1028" y="801"/>
                </a:cubicBezTo>
                <a:cubicBezTo>
                  <a:pt x="1028" y="748"/>
                  <a:pt x="1028" y="673"/>
                  <a:pt x="1028" y="620"/>
                </a:cubicBezTo>
                <a:cubicBezTo>
                  <a:pt x="1028" y="567"/>
                  <a:pt x="1035" y="529"/>
                  <a:pt x="1028" y="484"/>
                </a:cubicBezTo>
                <a:cubicBezTo>
                  <a:pt x="1021" y="439"/>
                  <a:pt x="998" y="377"/>
                  <a:pt x="983" y="347"/>
                </a:cubicBezTo>
                <a:cubicBezTo>
                  <a:pt x="968" y="317"/>
                  <a:pt x="945" y="325"/>
                  <a:pt x="937" y="302"/>
                </a:cubicBezTo>
                <a:cubicBezTo>
                  <a:pt x="929" y="279"/>
                  <a:pt x="944" y="241"/>
                  <a:pt x="937" y="211"/>
                </a:cubicBezTo>
                <a:cubicBezTo>
                  <a:pt x="930" y="181"/>
                  <a:pt x="899" y="136"/>
                  <a:pt x="892" y="121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86" name="Freeform 42"/>
          <p:cNvSpPr>
            <a:spLocks/>
          </p:cNvSpPr>
          <p:nvPr/>
        </p:nvSpPr>
        <p:spPr bwMode="auto">
          <a:xfrm>
            <a:off x="2339975" y="1471613"/>
            <a:ext cx="1189038" cy="2052637"/>
          </a:xfrm>
          <a:custGeom>
            <a:avLst/>
            <a:gdLst>
              <a:gd name="T0" fmla="*/ 2147483647 w 749"/>
              <a:gd name="T1" fmla="*/ 2147483647 h 1293"/>
              <a:gd name="T2" fmla="*/ 2147483647 w 749"/>
              <a:gd name="T3" fmla="*/ 2147483647 h 1293"/>
              <a:gd name="T4" fmla="*/ 2147483647 w 749"/>
              <a:gd name="T5" fmla="*/ 2147483647 h 1293"/>
              <a:gd name="T6" fmla="*/ 2147483647 w 749"/>
              <a:gd name="T7" fmla="*/ 2147483647 h 1293"/>
              <a:gd name="T8" fmla="*/ 2147483647 w 749"/>
              <a:gd name="T9" fmla="*/ 2147483647 h 1293"/>
              <a:gd name="T10" fmla="*/ 2147483647 w 749"/>
              <a:gd name="T11" fmla="*/ 2147483647 h 1293"/>
              <a:gd name="T12" fmla="*/ 2147483647 w 749"/>
              <a:gd name="T13" fmla="*/ 2147483647 h 1293"/>
              <a:gd name="T14" fmla="*/ 2147483647 w 749"/>
              <a:gd name="T15" fmla="*/ 2147483647 h 1293"/>
              <a:gd name="T16" fmla="*/ 0 w 749"/>
              <a:gd name="T17" fmla="*/ 2147483647 h 1293"/>
              <a:gd name="T18" fmla="*/ 2147483647 w 749"/>
              <a:gd name="T19" fmla="*/ 2147483647 h 1293"/>
              <a:gd name="T20" fmla="*/ 2147483647 w 749"/>
              <a:gd name="T21" fmla="*/ 2147483647 h 1293"/>
              <a:gd name="T22" fmla="*/ 2147483647 w 749"/>
              <a:gd name="T23" fmla="*/ 2147483647 h 1293"/>
              <a:gd name="T24" fmla="*/ 2147483647 w 749"/>
              <a:gd name="T25" fmla="*/ 2147483647 h 1293"/>
              <a:gd name="T26" fmla="*/ 2147483647 w 749"/>
              <a:gd name="T27" fmla="*/ 2147483647 h 1293"/>
              <a:gd name="T28" fmla="*/ 2147483647 w 749"/>
              <a:gd name="T29" fmla="*/ 2147483647 h 1293"/>
              <a:gd name="T30" fmla="*/ 2147483647 w 749"/>
              <a:gd name="T31" fmla="*/ 2147483647 h 1293"/>
              <a:gd name="T32" fmla="*/ 2147483647 w 749"/>
              <a:gd name="T33" fmla="*/ 2147483647 h 1293"/>
              <a:gd name="T34" fmla="*/ 2147483647 w 749"/>
              <a:gd name="T35" fmla="*/ 2147483647 h 1293"/>
              <a:gd name="T36" fmla="*/ 2147483647 w 749"/>
              <a:gd name="T37" fmla="*/ 2147483647 h 1293"/>
              <a:gd name="T38" fmla="*/ 2147483647 w 749"/>
              <a:gd name="T39" fmla="*/ 2147483647 h 1293"/>
              <a:gd name="T40" fmla="*/ 2147483647 w 749"/>
              <a:gd name="T41" fmla="*/ 2147483647 h 1293"/>
              <a:gd name="T42" fmla="*/ 2147483647 w 749"/>
              <a:gd name="T43" fmla="*/ 2147483647 h 1293"/>
              <a:gd name="T44" fmla="*/ 2147483647 w 749"/>
              <a:gd name="T45" fmla="*/ 2147483647 h 129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749"/>
              <a:gd name="T70" fmla="*/ 0 h 1293"/>
              <a:gd name="T71" fmla="*/ 749 w 749"/>
              <a:gd name="T72" fmla="*/ 1293 h 1293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749" h="1293">
                <a:moveTo>
                  <a:pt x="363" y="8"/>
                </a:moveTo>
                <a:cubicBezTo>
                  <a:pt x="294" y="31"/>
                  <a:pt x="226" y="54"/>
                  <a:pt x="181" y="99"/>
                </a:cubicBezTo>
                <a:cubicBezTo>
                  <a:pt x="136" y="144"/>
                  <a:pt x="114" y="212"/>
                  <a:pt x="91" y="280"/>
                </a:cubicBezTo>
                <a:cubicBezTo>
                  <a:pt x="68" y="348"/>
                  <a:pt x="53" y="447"/>
                  <a:pt x="45" y="507"/>
                </a:cubicBezTo>
                <a:cubicBezTo>
                  <a:pt x="37" y="567"/>
                  <a:pt x="45" y="605"/>
                  <a:pt x="45" y="643"/>
                </a:cubicBezTo>
                <a:cubicBezTo>
                  <a:pt x="45" y="681"/>
                  <a:pt x="45" y="696"/>
                  <a:pt x="45" y="734"/>
                </a:cubicBezTo>
                <a:cubicBezTo>
                  <a:pt x="45" y="772"/>
                  <a:pt x="45" y="840"/>
                  <a:pt x="45" y="870"/>
                </a:cubicBezTo>
                <a:cubicBezTo>
                  <a:pt x="45" y="900"/>
                  <a:pt x="52" y="885"/>
                  <a:pt x="45" y="915"/>
                </a:cubicBezTo>
                <a:cubicBezTo>
                  <a:pt x="38" y="945"/>
                  <a:pt x="0" y="1007"/>
                  <a:pt x="0" y="1052"/>
                </a:cubicBezTo>
                <a:cubicBezTo>
                  <a:pt x="0" y="1097"/>
                  <a:pt x="38" y="1150"/>
                  <a:pt x="45" y="1188"/>
                </a:cubicBezTo>
                <a:cubicBezTo>
                  <a:pt x="52" y="1226"/>
                  <a:pt x="30" y="1263"/>
                  <a:pt x="45" y="1278"/>
                </a:cubicBezTo>
                <a:cubicBezTo>
                  <a:pt x="60" y="1293"/>
                  <a:pt x="113" y="1285"/>
                  <a:pt x="136" y="1278"/>
                </a:cubicBezTo>
                <a:cubicBezTo>
                  <a:pt x="159" y="1271"/>
                  <a:pt x="143" y="1286"/>
                  <a:pt x="181" y="1233"/>
                </a:cubicBezTo>
                <a:cubicBezTo>
                  <a:pt x="219" y="1180"/>
                  <a:pt x="318" y="1029"/>
                  <a:pt x="363" y="961"/>
                </a:cubicBezTo>
                <a:cubicBezTo>
                  <a:pt x="408" y="893"/>
                  <a:pt x="415" y="878"/>
                  <a:pt x="453" y="825"/>
                </a:cubicBezTo>
                <a:cubicBezTo>
                  <a:pt x="491" y="772"/>
                  <a:pt x="545" y="711"/>
                  <a:pt x="590" y="643"/>
                </a:cubicBezTo>
                <a:cubicBezTo>
                  <a:pt x="635" y="575"/>
                  <a:pt x="703" y="477"/>
                  <a:pt x="726" y="417"/>
                </a:cubicBezTo>
                <a:cubicBezTo>
                  <a:pt x="749" y="357"/>
                  <a:pt x="726" y="318"/>
                  <a:pt x="726" y="280"/>
                </a:cubicBezTo>
                <a:cubicBezTo>
                  <a:pt x="726" y="242"/>
                  <a:pt x="734" y="220"/>
                  <a:pt x="726" y="190"/>
                </a:cubicBezTo>
                <a:cubicBezTo>
                  <a:pt x="718" y="160"/>
                  <a:pt x="695" y="122"/>
                  <a:pt x="680" y="99"/>
                </a:cubicBezTo>
                <a:cubicBezTo>
                  <a:pt x="665" y="76"/>
                  <a:pt x="658" y="69"/>
                  <a:pt x="635" y="54"/>
                </a:cubicBezTo>
                <a:cubicBezTo>
                  <a:pt x="612" y="39"/>
                  <a:pt x="574" y="16"/>
                  <a:pt x="544" y="8"/>
                </a:cubicBezTo>
                <a:cubicBezTo>
                  <a:pt x="514" y="0"/>
                  <a:pt x="483" y="4"/>
                  <a:pt x="453" y="8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4187" name="Object 43"/>
          <p:cNvGraphicFramePr>
            <a:graphicFrameLocks noChangeAspect="1"/>
          </p:cNvGraphicFramePr>
          <p:nvPr/>
        </p:nvGraphicFramePr>
        <p:xfrm>
          <a:off x="2051050" y="3716338"/>
          <a:ext cx="6365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52355" imgH="123930" progId="Equation.3">
                  <p:embed/>
                </p:oleObj>
              </mc:Choice>
              <mc:Fallback>
                <p:oleObj name="公式" r:id="rId26" imgW="152355" imgH="12393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16338"/>
                        <a:ext cx="6365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88" name="Object 44"/>
          <p:cNvGraphicFramePr>
            <a:graphicFrameLocks noChangeAspect="1"/>
          </p:cNvGraphicFramePr>
          <p:nvPr/>
        </p:nvGraphicFramePr>
        <p:xfrm>
          <a:off x="5364163" y="3644900"/>
          <a:ext cx="6365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52355" imgH="123930" progId="Equation.3">
                  <p:embed/>
                </p:oleObj>
              </mc:Choice>
              <mc:Fallback>
                <p:oleObj name="公式" r:id="rId28" imgW="152355" imgH="12393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644900"/>
                        <a:ext cx="6365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树密切相关的是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是数据文件压缩的一个十分有效的编码方法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其压缩率在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20%~90%.</a:t>
            </a:r>
          </a:p>
          <a:p>
            <a:pPr eaLnBrk="1" hangingPunct="1">
              <a:lnSpc>
                <a:spcPct val="120000"/>
              </a:lnSpc>
            </a:pP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引例：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e: 0     a:1      t:01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01011?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e: 0     a:10      t:11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现给出前缀及前缀码的定义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6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6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6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/>
          </p:nvPr>
        </p:nvSpPr>
        <p:spPr>
          <a:xfrm>
            <a:off x="251520" y="274638"/>
            <a:ext cx="8280920" cy="58515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7-15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                      是长度为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的符号串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则称子串                                   分别为    的长度为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…,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前缀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                                 是符号串组成的集合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若对于任意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j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均有  与    互不为前缀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前缀码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(prefix code).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                           中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只出现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两个符号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二元前缀码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(binary prefix code).</a:t>
            </a:r>
          </a:p>
        </p:txBody>
      </p:sp>
      <p:graphicFrame>
        <p:nvGraphicFramePr>
          <p:cNvPr id="1372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809677"/>
              </p:ext>
            </p:extLst>
          </p:nvPr>
        </p:nvGraphicFramePr>
        <p:xfrm>
          <a:off x="7884368" y="2060575"/>
          <a:ext cx="4968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812" imgH="152280" progId="Equation.3">
                  <p:embed/>
                </p:oleObj>
              </mc:Choice>
              <mc:Fallback>
                <p:oleObj name="Equation" r:id="rId2" imgW="104812" imgH="152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2060575"/>
                        <a:ext cx="4968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240493"/>
              </p:ext>
            </p:extLst>
          </p:nvPr>
        </p:nvGraphicFramePr>
        <p:xfrm>
          <a:off x="1015852" y="2682305"/>
          <a:ext cx="5318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266" imgH="162000" progId="Equation.3">
                  <p:embed/>
                </p:oleObj>
              </mc:Choice>
              <mc:Fallback>
                <p:oleObj name="Equation" r:id="rId4" imgW="114266" imgH="1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852" y="2682305"/>
                        <a:ext cx="5318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324695"/>
              </p:ext>
            </p:extLst>
          </p:nvPr>
        </p:nvGraphicFramePr>
        <p:xfrm>
          <a:off x="2555776" y="260648"/>
          <a:ext cx="23431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2045" imgH="152280" progId="Equation.3">
                  <p:embed/>
                </p:oleObj>
              </mc:Choice>
              <mc:Fallback>
                <p:oleObj name="Equation" r:id="rId6" imgW="762045" imgH="152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60648"/>
                        <a:ext cx="23431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909569"/>
              </p:ext>
            </p:extLst>
          </p:nvPr>
        </p:nvGraphicFramePr>
        <p:xfrm>
          <a:off x="2247057" y="836712"/>
          <a:ext cx="36210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19110" imgH="152280" progId="Equation.3">
                  <p:embed/>
                </p:oleObj>
              </mc:Choice>
              <mc:Fallback>
                <p:oleObj name="Equation" r:id="rId8" imgW="1219110" imgH="1522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057" y="836712"/>
                        <a:ext cx="36210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626774"/>
              </p:ext>
            </p:extLst>
          </p:nvPr>
        </p:nvGraphicFramePr>
        <p:xfrm>
          <a:off x="7080775" y="980728"/>
          <a:ext cx="371545" cy="496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7" imgH="123930" progId="Equation.3">
                  <p:embed/>
                </p:oleObj>
              </mc:Choice>
              <mc:Fallback>
                <p:oleObj name="Equation" r:id="rId10" imgW="76177" imgH="1239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775" y="980728"/>
                        <a:ext cx="371545" cy="496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424896"/>
              </p:ext>
            </p:extLst>
          </p:nvPr>
        </p:nvGraphicFramePr>
        <p:xfrm>
          <a:off x="5508104" y="1484313"/>
          <a:ext cx="32305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6210" imgH="152280" progId="Equation.3">
                  <p:embed/>
                </p:oleObj>
              </mc:Choice>
              <mc:Fallback>
                <p:oleObj name="Equation" r:id="rId12" imgW="1076210" imgH="152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484313"/>
                        <a:ext cx="32305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413767"/>
              </p:ext>
            </p:extLst>
          </p:nvPr>
        </p:nvGraphicFramePr>
        <p:xfrm>
          <a:off x="2267744" y="3212976"/>
          <a:ext cx="2732087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04945" imgH="152280" progId="Equation.3">
                  <p:embed/>
                </p:oleObj>
              </mc:Choice>
              <mc:Fallback>
                <p:oleObj name="Equation" r:id="rId14" imgW="904945" imgH="1522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212976"/>
                        <a:ext cx="2732087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32599"/>
              </p:ext>
            </p:extLst>
          </p:nvPr>
        </p:nvGraphicFramePr>
        <p:xfrm>
          <a:off x="2987824" y="4848970"/>
          <a:ext cx="30178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00032" imgH="228690" progId="Equation.3">
                  <p:embed/>
                </p:oleObj>
              </mc:Choice>
              <mc:Fallback>
                <p:oleObj name="公式" r:id="rId16" imgW="1000032" imgH="2286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4848970"/>
                        <a:ext cx="3017838" cy="854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用二进制对计算机及通讯中使用的符号进行编码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itchFamily="2" charset="2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保证编码没有歧义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不会将字母传错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二要保证码长要尽可能地短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电文总长最短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为了使电文总长尽可能地短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编码即可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编码是使得电文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(EFGGHHADEC BBB)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总长最短的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进制前缀编码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其叶上的权为传输各符号的频率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所得到的</a:t>
            </a:r>
            <a:r>
              <a:rPr lang="en-US" altLang="zh-CN" sz="36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 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树的权为传输一个符号需要使用的二进制数字的个数</a:t>
            </a:r>
            <a:endParaRPr lang="en-US" altLang="zh-CN" sz="3600" b="1" dirty="0">
              <a:solidFill>
                <a:schemeClr val="folHlin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F2AE8242-E791-69B3-A141-BB7AB6507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660" y="5058867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dirty="0">
              <a:latin typeface="Verdana" pitchFamily="34" charset="0"/>
            </a:endParaRPr>
          </a:p>
          <a:p>
            <a:pPr algn="ctr"/>
            <a:r>
              <a:rPr lang="en-US" altLang="zh-CN" dirty="0">
                <a:latin typeface="Verdana" pitchFamily="34" charset="0"/>
              </a:rPr>
              <a:t>C</a:t>
            </a:r>
          </a:p>
          <a:p>
            <a:pPr algn="ctr"/>
            <a:r>
              <a:rPr lang="en-US" altLang="zh-CN" dirty="0">
                <a:latin typeface="Verdana" pitchFamily="34" charset="0"/>
              </a:rPr>
              <a:t>0.2</a:t>
            </a: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2816479-3969-C1FC-329A-71F875333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493" y="4964846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dirty="0">
              <a:latin typeface="Verdana" pitchFamily="34" charset="0"/>
            </a:endParaRPr>
          </a:p>
          <a:p>
            <a:pPr algn="ctr"/>
            <a:r>
              <a:rPr lang="en-US" altLang="zh-CN" dirty="0">
                <a:latin typeface="Verdana" pitchFamily="34" charset="0"/>
              </a:rPr>
              <a:t>D</a:t>
            </a:r>
          </a:p>
          <a:p>
            <a:pPr algn="ctr"/>
            <a:r>
              <a:rPr lang="en-US" altLang="zh-CN" dirty="0">
                <a:latin typeface="Verdana" pitchFamily="34" charset="0"/>
              </a:rPr>
              <a:t>0.27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1946F9E-96CD-4444-3502-F186917FC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4780" y="4964846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dirty="0">
              <a:latin typeface="Verdana" pitchFamily="34" charset="0"/>
            </a:endParaRPr>
          </a:p>
          <a:p>
            <a:pPr algn="ctr"/>
            <a:r>
              <a:rPr lang="en-US" altLang="zh-CN" dirty="0">
                <a:latin typeface="Verdana" pitchFamily="34" charset="0"/>
              </a:rPr>
              <a:t>E</a:t>
            </a:r>
          </a:p>
          <a:p>
            <a:pPr algn="ctr"/>
            <a:r>
              <a:rPr lang="en-US" altLang="zh-CN" dirty="0">
                <a:latin typeface="Verdana" pitchFamily="34" charset="0"/>
              </a:rPr>
              <a:t>0.33</a:t>
            </a: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F901E7E8-8556-4DBA-594A-E1112437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080" y="6039780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dirty="0">
              <a:latin typeface="Verdana" pitchFamily="34" charset="0"/>
            </a:endParaRPr>
          </a:p>
          <a:p>
            <a:pPr algn="ctr"/>
            <a:r>
              <a:rPr lang="en-US" altLang="zh-CN" dirty="0">
                <a:latin typeface="Verdana" pitchFamily="34" charset="0"/>
              </a:rPr>
              <a:t>A</a:t>
            </a:r>
          </a:p>
          <a:p>
            <a:pPr algn="ctr"/>
            <a:r>
              <a:rPr lang="en-US" altLang="zh-CN" dirty="0">
                <a:latin typeface="Verdana" pitchFamily="34" charset="0"/>
              </a:rPr>
              <a:t>0.07</a:t>
            </a: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B45E3C6D-64EB-F17E-2FE7-CC54509D6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268" y="6039780"/>
            <a:ext cx="504825" cy="433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dirty="0">
              <a:latin typeface="Verdana" pitchFamily="34" charset="0"/>
            </a:endParaRPr>
          </a:p>
          <a:p>
            <a:pPr algn="ctr"/>
            <a:r>
              <a:rPr lang="en-US" altLang="zh-CN" dirty="0">
                <a:latin typeface="Verdana" pitchFamily="34" charset="0"/>
              </a:rPr>
              <a:t>B</a:t>
            </a:r>
          </a:p>
          <a:p>
            <a:pPr algn="ctr"/>
            <a:r>
              <a:rPr lang="en-US" altLang="zh-CN" dirty="0">
                <a:latin typeface="Verdana" pitchFamily="34" charset="0"/>
              </a:rPr>
              <a:t>0.13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F286E716-A815-8157-CC50-A744BC19CF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0945" y="3660397"/>
            <a:ext cx="3603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41EEA68D-1EAE-1079-3E48-3D49BFD1C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476" y="3688585"/>
            <a:ext cx="28733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78A87569-42E6-0EF9-6521-0A4EC52608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6874" y="4322944"/>
            <a:ext cx="502235" cy="692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FF09A7E3-AB77-7772-53B0-0AA50C565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875" y="4379534"/>
            <a:ext cx="1444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C2CFFCA3-6E83-B5B7-2C52-7BB7AC89BB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57905" y="4330620"/>
            <a:ext cx="15671" cy="6342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0151B64F-748A-EDFA-1365-5FF720C41C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6604" y="4317044"/>
            <a:ext cx="486564" cy="6478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0950C521-5666-F0DB-7CD3-E66CFA8294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7483" y="5139788"/>
            <a:ext cx="503238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E01628CA-6215-6C37-D097-06A18B421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451" y="5181540"/>
            <a:ext cx="170681" cy="8234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Oval 4">
            <a:extLst>
              <a:ext uri="{FF2B5EF4-FFF2-40B4-BE49-F238E27FC236}">
                <a16:creationId xmlns:a16="http://schemas.microsoft.com/office/drawing/2014/main" id="{371C4F13-90E9-9035-80FF-7324643D7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1158" y="355084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Oval 4">
            <a:extLst>
              <a:ext uri="{FF2B5EF4-FFF2-40B4-BE49-F238E27FC236}">
                <a16:creationId xmlns:a16="http://schemas.microsoft.com/office/drawing/2014/main" id="{6F8FE131-D174-4EC9-B045-C529CD889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9110" y="418006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D1D630A6-13C2-C666-FA60-161B9B320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141" y="414996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Oval 4">
            <a:extLst>
              <a:ext uri="{FF2B5EF4-FFF2-40B4-BE49-F238E27FC236}">
                <a16:creationId xmlns:a16="http://schemas.microsoft.com/office/drawing/2014/main" id="{96201D4F-540C-E84E-645C-99AE1977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741" y="49969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" name="Object 35">
            <a:extLst>
              <a:ext uri="{FF2B5EF4-FFF2-40B4-BE49-F238E27FC236}">
                <a16:creationId xmlns:a16="http://schemas.microsoft.com/office/drawing/2014/main" id="{CFFED364-853E-A0B7-A0B0-99268E19D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479916"/>
              </p:ext>
            </p:extLst>
          </p:nvPr>
        </p:nvGraphicFramePr>
        <p:xfrm>
          <a:off x="2120302" y="3613487"/>
          <a:ext cx="270023" cy="3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04760" progId="Equation.3">
                  <p:embed/>
                </p:oleObj>
              </mc:Choice>
              <mc:Fallback>
                <p:oleObj name="公式" r:id="rId2" imgW="47543" imgH="104760" progId="Equation.3">
                  <p:embed/>
                  <p:pic>
                    <p:nvPicPr>
                      <p:cNvPr id="1403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302" y="3613487"/>
                        <a:ext cx="270023" cy="3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>
            <a:extLst>
              <a:ext uri="{FF2B5EF4-FFF2-40B4-BE49-F238E27FC236}">
                <a16:creationId xmlns:a16="http://schemas.microsoft.com/office/drawing/2014/main" id="{7C49EA08-976F-F08D-1DFD-0D951E56B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994877"/>
              </p:ext>
            </p:extLst>
          </p:nvPr>
        </p:nvGraphicFramePr>
        <p:xfrm>
          <a:off x="2664463" y="3601292"/>
          <a:ext cx="978349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64880" progId="Equation.DSMT4">
                  <p:embed/>
                </p:oleObj>
              </mc:Choice>
              <mc:Fallback>
                <p:oleObj name="Equation" r:id="rId4" imgW="88560" imgH="164880" progId="Equation.DSMT4">
                  <p:embed/>
                  <p:pic>
                    <p:nvPicPr>
                      <p:cNvPr id="1403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4463" y="3601292"/>
                        <a:ext cx="978349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5">
            <a:extLst>
              <a:ext uri="{FF2B5EF4-FFF2-40B4-BE49-F238E27FC236}">
                <a16:creationId xmlns:a16="http://schemas.microsoft.com/office/drawing/2014/main" id="{E4887598-D41E-F7F0-6129-CFE155C19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907413"/>
              </p:ext>
            </p:extLst>
          </p:nvPr>
        </p:nvGraphicFramePr>
        <p:xfrm>
          <a:off x="1608120" y="4329140"/>
          <a:ext cx="270023" cy="3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04760" progId="Equation.3">
                  <p:embed/>
                </p:oleObj>
              </mc:Choice>
              <mc:Fallback>
                <p:oleObj name="公式" r:id="rId2" imgW="47543" imgH="104760" progId="Equation.3">
                  <p:embed/>
                  <p:pic>
                    <p:nvPicPr>
                      <p:cNvPr id="1403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20" y="4329140"/>
                        <a:ext cx="270023" cy="3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0">
            <a:extLst>
              <a:ext uri="{FF2B5EF4-FFF2-40B4-BE49-F238E27FC236}">
                <a16:creationId xmlns:a16="http://schemas.microsoft.com/office/drawing/2014/main" id="{119820D3-2898-9B6F-169B-7E6CE527C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179218"/>
              </p:ext>
            </p:extLst>
          </p:nvPr>
        </p:nvGraphicFramePr>
        <p:xfrm>
          <a:off x="2145301" y="4458262"/>
          <a:ext cx="978349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64880" progId="Equation.DSMT4">
                  <p:embed/>
                </p:oleObj>
              </mc:Choice>
              <mc:Fallback>
                <p:oleObj name="Equation" r:id="rId4" imgW="88560" imgH="164880" progId="Equation.DSMT4">
                  <p:embed/>
                  <p:pic>
                    <p:nvPicPr>
                      <p:cNvPr id="1403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301" y="4458262"/>
                        <a:ext cx="978349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5">
            <a:extLst>
              <a:ext uri="{FF2B5EF4-FFF2-40B4-BE49-F238E27FC236}">
                <a16:creationId xmlns:a16="http://schemas.microsoft.com/office/drawing/2014/main" id="{4743FA84-BB48-2954-4186-5E393AFB0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976792"/>
              </p:ext>
            </p:extLst>
          </p:nvPr>
        </p:nvGraphicFramePr>
        <p:xfrm>
          <a:off x="2715465" y="4399402"/>
          <a:ext cx="270023" cy="3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04760" progId="Equation.3">
                  <p:embed/>
                </p:oleObj>
              </mc:Choice>
              <mc:Fallback>
                <p:oleObj name="公式" r:id="rId2" imgW="47543" imgH="104760" progId="Equation.3">
                  <p:embed/>
                  <p:pic>
                    <p:nvPicPr>
                      <p:cNvPr id="1403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5465" y="4399402"/>
                        <a:ext cx="270023" cy="3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40">
            <a:extLst>
              <a:ext uri="{FF2B5EF4-FFF2-40B4-BE49-F238E27FC236}">
                <a16:creationId xmlns:a16="http://schemas.microsoft.com/office/drawing/2014/main" id="{454D9DEB-F0BE-5329-7128-6324D0010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146800"/>
              </p:ext>
            </p:extLst>
          </p:nvPr>
        </p:nvGraphicFramePr>
        <p:xfrm>
          <a:off x="3194395" y="4366225"/>
          <a:ext cx="978349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64880" progId="Equation.DSMT4">
                  <p:embed/>
                </p:oleObj>
              </mc:Choice>
              <mc:Fallback>
                <p:oleObj name="Equation" r:id="rId4" imgW="88560" imgH="164880" progId="Equation.DSMT4">
                  <p:embed/>
                  <p:pic>
                    <p:nvPicPr>
                      <p:cNvPr id="1403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395" y="4366225"/>
                        <a:ext cx="978349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5">
            <a:extLst>
              <a:ext uri="{FF2B5EF4-FFF2-40B4-BE49-F238E27FC236}">
                <a16:creationId xmlns:a16="http://schemas.microsoft.com/office/drawing/2014/main" id="{696DDBD3-46D4-BCCD-C060-CEE5C28D6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753299"/>
              </p:ext>
            </p:extLst>
          </p:nvPr>
        </p:nvGraphicFramePr>
        <p:xfrm>
          <a:off x="1042703" y="5268293"/>
          <a:ext cx="270023" cy="3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104760" progId="Equation.3">
                  <p:embed/>
                </p:oleObj>
              </mc:Choice>
              <mc:Fallback>
                <p:oleObj name="公式" r:id="rId2" imgW="47543" imgH="104760" progId="Equation.3">
                  <p:embed/>
                  <p:pic>
                    <p:nvPicPr>
                      <p:cNvPr id="140323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703" y="5268293"/>
                        <a:ext cx="270023" cy="3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0">
            <a:extLst>
              <a:ext uri="{FF2B5EF4-FFF2-40B4-BE49-F238E27FC236}">
                <a16:creationId xmlns:a16="http://schemas.microsoft.com/office/drawing/2014/main" id="{DB9AB6D4-3948-66F9-8CD3-74B23C292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029349"/>
              </p:ext>
            </p:extLst>
          </p:nvPr>
        </p:nvGraphicFramePr>
        <p:xfrm>
          <a:off x="1558601" y="5363991"/>
          <a:ext cx="978349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64880" progId="Equation.DSMT4">
                  <p:embed/>
                </p:oleObj>
              </mc:Choice>
              <mc:Fallback>
                <p:oleObj name="Equation" r:id="rId4" imgW="88560" imgH="164880" progId="Equation.DSMT4">
                  <p:embed/>
                  <p:pic>
                    <p:nvPicPr>
                      <p:cNvPr id="140328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601" y="5363991"/>
                        <a:ext cx="978349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3929A27D-7E24-E5ED-28C3-B842A686C096}"/>
              </a:ext>
            </a:extLst>
          </p:cNvPr>
          <p:cNvSpPr txBox="1"/>
          <p:nvPr/>
        </p:nvSpPr>
        <p:spPr>
          <a:xfrm>
            <a:off x="3512952" y="6126163"/>
            <a:ext cx="581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Weight:  </a:t>
            </a:r>
            <a:r>
              <a:rPr lang="en-US" altLang="zh-CN" dirty="0"/>
              <a:t>0.07x3+0.13x3+0.2x2+0.27x2+0.33x2 = </a:t>
            </a:r>
            <a:r>
              <a:rPr lang="en-US" altLang="zh-CN" dirty="0">
                <a:solidFill>
                  <a:srgbClr val="C00000"/>
                </a:solidFill>
              </a:rPr>
              <a:t>2.2   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AFDB-9D4C-2101-95D5-48232A64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E78C03E9-0336-DB0A-2556-BABB7B032715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编码是使得电文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(EFGGHHADEC BBB)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总长最短的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进制前缀编码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其叶上的权为传输各符号的频率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sz="3600" b="1" dirty="0">
              <a:solidFill>
                <a:schemeClr val="folHlin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个符号按其出现的频率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A: 0.2, B:0.19, C:0.18, D:0.17, E:0.15, F: 0.1, G:0.01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构造出其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Huffman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821214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40291" name="Oval 3"/>
          <p:cNvSpPr>
            <a:spLocks noChangeArrowheads="1"/>
          </p:cNvSpPr>
          <p:nvPr/>
        </p:nvSpPr>
        <p:spPr bwMode="auto">
          <a:xfrm>
            <a:off x="4356100" y="5667970"/>
            <a:ext cx="503238" cy="3603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G</a:t>
            </a:r>
          </a:p>
        </p:txBody>
      </p:sp>
      <p:sp>
        <p:nvSpPr>
          <p:cNvPr id="140292" name="Oval 4"/>
          <p:cNvSpPr>
            <a:spLocks noChangeArrowheads="1"/>
          </p:cNvSpPr>
          <p:nvPr/>
        </p:nvSpPr>
        <p:spPr bwMode="auto">
          <a:xfrm>
            <a:off x="3707904" y="1916832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3" name="Oval 5"/>
          <p:cNvSpPr>
            <a:spLocks noChangeArrowheads="1"/>
          </p:cNvSpPr>
          <p:nvPr/>
        </p:nvSpPr>
        <p:spPr bwMode="auto">
          <a:xfrm>
            <a:off x="5003800" y="199608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4" name="Oval 6"/>
          <p:cNvSpPr>
            <a:spLocks noChangeArrowheads="1"/>
          </p:cNvSpPr>
          <p:nvPr/>
        </p:nvSpPr>
        <p:spPr bwMode="auto">
          <a:xfrm>
            <a:off x="3059113" y="3291483"/>
            <a:ext cx="288925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A</a:t>
            </a:r>
          </a:p>
        </p:txBody>
      </p:sp>
      <p:sp>
        <p:nvSpPr>
          <p:cNvPr id="140295" name="Oval 7"/>
          <p:cNvSpPr>
            <a:spLocks noChangeArrowheads="1"/>
          </p:cNvSpPr>
          <p:nvPr/>
        </p:nvSpPr>
        <p:spPr bwMode="auto">
          <a:xfrm>
            <a:off x="3779838" y="3291483"/>
            <a:ext cx="431800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B</a:t>
            </a:r>
          </a:p>
        </p:txBody>
      </p:sp>
      <p:sp>
        <p:nvSpPr>
          <p:cNvPr id="140296" name="Oval 8"/>
          <p:cNvSpPr>
            <a:spLocks noChangeArrowheads="1"/>
          </p:cNvSpPr>
          <p:nvPr/>
        </p:nvSpPr>
        <p:spPr bwMode="auto">
          <a:xfrm>
            <a:off x="4643438" y="336292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7" name="Oval 9"/>
          <p:cNvSpPr>
            <a:spLocks noChangeArrowheads="1"/>
          </p:cNvSpPr>
          <p:nvPr/>
        </p:nvSpPr>
        <p:spPr bwMode="auto">
          <a:xfrm>
            <a:off x="5580063" y="336292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298" name="Oval 10"/>
          <p:cNvSpPr>
            <a:spLocks noChangeArrowheads="1"/>
          </p:cNvSpPr>
          <p:nvPr/>
        </p:nvSpPr>
        <p:spPr bwMode="auto">
          <a:xfrm>
            <a:off x="4787900" y="4515445"/>
            <a:ext cx="360363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E</a:t>
            </a:r>
          </a:p>
        </p:txBody>
      </p:sp>
      <p:sp>
        <p:nvSpPr>
          <p:cNvPr id="140299" name="Oval 11"/>
          <p:cNvSpPr>
            <a:spLocks noChangeArrowheads="1"/>
          </p:cNvSpPr>
          <p:nvPr/>
        </p:nvSpPr>
        <p:spPr bwMode="auto">
          <a:xfrm>
            <a:off x="5795963" y="4515445"/>
            <a:ext cx="360362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C</a:t>
            </a:r>
          </a:p>
        </p:txBody>
      </p:sp>
      <p:sp>
        <p:nvSpPr>
          <p:cNvPr id="140300" name="Oval 12"/>
          <p:cNvSpPr>
            <a:spLocks noChangeArrowheads="1"/>
          </p:cNvSpPr>
          <p:nvPr/>
        </p:nvSpPr>
        <p:spPr bwMode="auto">
          <a:xfrm>
            <a:off x="5219700" y="4515445"/>
            <a:ext cx="360363" cy="288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Verdana" pitchFamily="34" charset="0"/>
              </a:rPr>
              <a:t>D</a:t>
            </a:r>
          </a:p>
        </p:txBody>
      </p:sp>
      <p:sp>
        <p:nvSpPr>
          <p:cNvPr id="140301" name="Oval 13"/>
          <p:cNvSpPr>
            <a:spLocks noChangeArrowheads="1"/>
          </p:cNvSpPr>
          <p:nvPr/>
        </p:nvSpPr>
        <p:spPr bwMode="auto">
          <a:xfrm>
            <a:off x="4211638" y="458847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02" name="Oval 14"/>
          <p:cNvSpPr>
            <a:spLocks noChangeArrowheads="1"/>
          </p:cNvSpPr>
          <p:nvPr/>
        </p:nvSpPr>
        <p:spPr bwMode="auto">
          <a:xfrm>
            <a:off x="4284663" y="91499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03" name="Oval 15"/>
          <p:cNvSpPr>
            <a:spLocks noChangeArrowheads="1"/>
          </p:cNvSpPr>
          <p:nvPr/>
        </p:nvSpPr>
        <p:spPr bwMode="auto">
          <a:xfrm>
            <a:off x="3563938" y="5667970"/>
            <a:ext cx="431800" cy="2873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Verdana" pitchFamily="34" charset="0"/>
              </a:rPr>
              <a:t>F</a:t>
            </a:r>
          </a:p>
        </p:txBody>
      </p:sp>
      <p:sp>
        <p:nvSpPr>
          <p:cNvPr id="140304" name="Line 16"/>
          <p:cNvSpPr>
            <a:spLocks noChangeShapeType="1"/>
          </p:cNvSpPr>
          <p:nvPr/>
        </p:nvSpPr>
        <p:spPr bwMode="auto">
          <a:xfrm flipH="1">
            <a:off x="3851275" y="1059458"/>
            <a:ext cx="5048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5" name="Line 17"/>
          <p:cNvSpPr>
            <a:spLocks noChangeShapeType="1"/>
          </p:cNvSpPr>
          <p:nvPr/>
        </p:nvSpPr>
        <p:spPr bwMode="auto">
          <a:xfrm>
            <a:off x="4356100" y="1059458"/>
            <a:ext cx="6477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6" name="Line 18"/>
          <p:cNvSpPr>
            <a:spLocks noChangeShapeType="1"/>
          </p:cNvSpPr>
          <p:nvPr/>
        </p:nvSpPr>
        <p:spPr bwMode="auto">
          <a:xfrm flipH="1">
            <a:off x="3276600" y="2067520"/>
            <a:ext cx="503238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7" name="Line 19"/>
          <p:cNvSpPr>
            <a:spLocks noChangeShapeType="1"/>
          </p:cNvSpPr>
          <p:nvPr/>
        </p:nvSpPr>
        <p:spPr bwMode="auto">
          <a:xfrm>
            <a:off x="3779838" y="2067520"/>
            <a:ext cx="21590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8" name="Line 20"/>
          <p:cNvSpPr>
            <a:spLocks noChangeShapeType="1"/>
          </p:cNvSpPr>
          <p:nvPr/>
        </p:nvSpPr>
        <p:spPr bwMode="auto">
          <a:xfrm flipH="1">
            <a:off x="4716463" y="2138958"/>
            <a:ext cx="360362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9" name="Line 21"/>
          <p:cNvSpPr>
            <a:spLocks noChangeShapeType="1"/>
          </p:cNvSpPr>
          <p:nvPr/>
        </p:nvSpPr>
        <p:spPr bwMode="auto">
          <a:xfrm>
            <a:off x="5076825" y="2138958"/>
            <a:ext cx="57467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0" name="Line 22"/>
          <p:cNvSpPr>
            <a:spLocks noChangeShapeType="1"/>
          </p:cNvSpPr>
          <p:nvPr/>
        </p:nvSpPr>
        <p:spPr bwMode="auto">
          <a:xfrm flipH="1">
            <a:off x="4356100" y="3507383"/>
            <a:ext cx="287338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1" name="Line 23"/>
          <p:cNvSpPr>
            <a:spLocks noChangeShapeType="1"/>
          </p:cNvSpPr>
          <p:nvPr/>
        </p:nvSpPr>
        <p:spPr bwMode="auto">
          <a:xfrm>
            <a:off x="4716463" y="3507383"/>
            <a:ext cx="287337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2" name="Line 24"/>
          <p:cNvSpPr>
            <a:spLocks noChangeShapeType="1"/>
          </p:cNvSpPr>
          <p:nvPr/>
        </p:nvSpPr>
        <p:spPr bwMode="auto">
          <a:xfrm flipH="1">
            <a:off x="5435600" y="3507383"/>
            <a:ext cx="21590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3" name="Line 25"/>
          <p:cNvSpPr>
            <a:spLocks noChangeShapeType="1"/>
          </p:cNvSpPr>
          <p:nvPr/>
        </p:nvSpPr>
        <p:spPr bwMode="auto">
          <a:xfrm>
            <a:off x="5651500" y="3507383"/>
            <a:ext cx="28892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4" name="Line 26"/>
          <p:cNvSpPr>
            <a:spLocks noChangeShapeType="1"/>
          </p:cNvSpPr>
          <p:nvPr/>
        </p:nvSpPr>
        <p:spPr bwMode="auto">
          <a:xfrm flipH="1">
            <a:off x="3851275" y="4731345"/>
            <a:ext cx="433388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5" name="Line 27"/>
          <p:cNvSpPr>
            <a:spLocks noChangeShapeType="1"/>
          </p:cNvSpPr>
          <p:nvPr/>
        </p:nvSpPr>
        <p:spPr bwMode="auto">
          <a:xfrm>
            <a:off x="4284663" y="4731345"/>
            <a:ext cx="287337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031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777867"/>
              </p:ext>
            </p:extLst>
          </p:nvPr>
        </p:nvGraphicFramePr>
        <p:xfrm>
          <a:off x="2987675" y="3580408"/>
          <a:ext cx="4508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810" imgH="104760" progId="Equation.3">
                  <p:embed/>
                </p:oleObj>
              </mc:Choice>
              <mc:Fallback>
                <p:oleObj name="Equation" r:id="rId2" imgW="161810" imgH="1047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580408"/>
                        <a:ext cx="4508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92839"/>
              </p:ext>
            </p:extLst>
          </p:nvPr>
        </p:nvGraphicFramePr>
        <p:xfrm>
          <a:off x="3708400" y="3507383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257" imgH="104760" progId="Equation.3">
                  <p:embed/>
                </p:oleObj>
              </mc:Choice>
              <mc:Fallback>
                <p:oleObj name="Equation" r:id="rId4" imgW="238257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507383"/>
                        <a:ext cx="60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44219"/>
              </p:ext>
            </p:extLst>
          </p:nvPr>
        </p:nvGraphicFramePr>
        <p:xfrm>
          <a:off x="3563938" y="6028333"/>
          <a:ext cx="360362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55" imgH="104760" progId="Equation.3">
                  <p:embed/>
                </p:oleObj>
              </mc:Choice>
              <mc:Fallback>
                <p:oleObj name="Equation" r:id="rId6" imgW="152355" imgH="1047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028333"/>
                        <a:ext cx="360362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1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427691"/>
              </p:ext>
            </p:extLst>
          </p:nvPr>
        </p:nvGraphicFramePr>
        <p:xfrm>
          <a:off x="4427538" y="6028333"/>
          <a:ext cx="431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532" imgH="104760" progId="Equation.3">
                  <p:embed/>
                </p:oleObj>
              </mc:Choice>
              <mc:Fallback>
                <p:oleObj name="Equation" r:id="rId8" imgW="228532" imgH="1047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028333"/>
                        <a:ext cx="431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0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504590"/>
              </p:ext>
            </p:extLst>
          </p:nvPr>
        </p:nvGraphicFramePr>
        <p:xfrm>
          <a:off x="4716463" y="4804370"/>
          <a:ext cx="431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532" imgH="104760" progId="Equation.3">
                  <p:embed/>
                </p:oleObj>
              </mc:Choice>
              <mc:Fallback>
                <p:oleObj name="Equation" r:id="rId10" imgW="228532" imgH="10476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804370"/>
                        <a:ext cx="431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64473"/>
              </p:ext>
            </p:extLst>
          </p:nvPr>
        </p:nvGraphicFramePr>
        <p:xfrm>
          <a:off x="5292725" y="4804370"/>
          <a:ext cx="43338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8257" imgH="104760" progId="Equation.3">
                  <p:embed/>
                </p:oleObj>
              </mc:Choice>
              <mc:Fallback>
                <p:oleObj name="Equation" r:id="rId12" imgW="238257" imgH="1047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804370"/>
                        <a:ext cx="43338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73711"/>
              </p:ext>
            </p:extLst>
          </p:nvPr>
        </p:nvGraphicFramePr>
        <p:xfrm>
          <a:off x="5867400" y="4804370"/>
          <a:ext cx="431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8532" imgH="104760" progId="Equation.3">
                  <p:embed/>
                </p:oleObj>
              </mc:Choice>
              <mc:Fallback>
                <p:oleObj name="Equation" r:id="rId14" imgW="228532" imgH="1047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804370"/>
                        <a:ext cx="431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763598"/>
              </p:ext>
            </p:extLst>
          </p:nvPr>
        </p:nvGraphicFramePr>
        <p:xfrm>
          <a:off x="3867600" y="1224747"/>
          <a:ext cx="270023" cy="377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7543" imgH="104760" progId="Equation.3">
                  <p:embed/>
                </p:oleObj>
              </mc:Choice>
              <mc:Fallback>
                <p:oleObj name="公式" r:id="rId16" imgW="47543" imgH="1047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600" y="1224747"/>
                        <a:ext cx="270023" cy="377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492890"/>
              </p:ext>
            </p:extLst>
          </p:nvPr>
        </p:nvGraphicFramePr>
        <p:xfrm>
          <a:off x="3242899" y="2464815"/>
          <a:ext cx="293699" cy="41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7543" imgH="104760" progId="Equation.3">
                  <p:embed/>
                </p:oleObj>
              </mc:Choice>
              <mc:Fallback>
                <p:oleObj name="公式" r:id="rId18" imgW="47543" imgH="1047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899" y="2464815"/>
                        <a:ext cx="293699" cy="410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64126"/>
              </p:ext>
            </p:extLst>
          </p:nvPr>
        </p:nvGraphicFramePr>
        <p:xfrm>
          <a:off x="4643438" y="2527705"/>
          <a:ext cx="284162" cy="397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7543" imgH="104760" progId="Equation.3">
                  <p:embed/>
                </p:oleObj>
              </mc:Choice>
              <mc:Fallback>
                <p:oleObj name="公式" r:id="rId20" imgW="47543" imgH="10476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527705"/>
                        <a:ext cx="284162" cy="397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728683"/>
              </p:ext>
            </p:extLst>
          </p:nvPr>
        </p:nvGraphicFramePr>
        <p:xfrm>
          <a:off x="4247207" y="3710286"/>
          <a:ext cx="291268" cy="406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7543" imgH="104760" progId="Equation.3">
                  <p:embed/>
                </p:oleObj>
              </mc:Choice>
              <mc:Fallback>
                <p:oleObj name="公式" r:id="rId22" imgW="47543" imgH="10476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7207" y="3710286"/>
                        <a:ext cx="291268" cy="406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048069"/>
              </p:ext>
            </p:extLst>
          </p:nvPr>
        </p:nvGraphicFramePr>
        <p:xfrm>
          <a:off x="3824647" y="4896470"/>
          <a:ext cx="304440" cy="42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7543" imgH="104760" progId="Equation.3">
                  <p:embed/>
                </p:oleObj>
              </mc:Choice>
              <mc:Fallback>
                <p:oleObj name="公式" r:id="rId24" imgW="47543" imgH="10476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647" y="4896470"/>
                        <a:ext cx="304440" cy="42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142308"/>
              </p:ext>
            </p:extLst>
          </p:nvPr>
        </p:nvGraphicFramePr>
        <p:xfrm>
          <a:off x="4640860" y="1255341"/>
          <a:ext cx="978349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860" y="1255341"/>
                        <a:ext cx="978349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96506"/>
              </p:ext>
            </p:extLst>
          </p:nvPr>
        </p:nvGraphicFramePr>
        <p:xfrm>
          <a:off x="5307661" y="2491161"/>
          <a:ext cx="976604" cy="3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8560" imgH="164880" progId="Equation.DSMT4">
                  <p:embed/>
                </p:oleObj>
              </mc:Choice>
              <mc:Fallback>
                <p:oleObj name="Equation" r:id="rId28" imgW="88560" imgH="16488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661" y="2491161"/>
                        <a:ext cx="976604" cy="3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417135"/>
              </p:ext>
            </p:extLst>
          </p:nvPr>
        </p:nvGraphicFramePr>
        <p:xfrm>
          <a:off x="3853444" y="2441289"/>
          <a:ext cx="535994" cy="41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8560" imgH="164880" progId="Equation.DSMT4">
                  <p:embed/>
                </p:oleObj>
              </mc:Choice>
              <mc:Fallback>
                <p:oleObj name="Equation" r:id="rId30" imgW="88560" imgH="1648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3444" y="2441289"/>
                        <a:ext cx="535994" cy="41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715579"/>
              </p:ext>
            </p:extLst>
          </p:nvPr>
        </p:nvGraphicFramePr>
        <p:xfrm>
          <a:off x="5757863" y="3751066"/>
          <a:ext cx="958552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8560" imgH="164880" progId="Equation.DSMT4">
                  <p:embed/>
                </p:oleObj>
              </mc:Choice>
              <mc:Fallback>
                <p:oleObj name="Equation" r:id="rId32" imgW="88560" imgH="16488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3" y="3751066"/>
                        <a:ext cx="958552" cy="369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699651"/>
              </p:ext>
            </p:extLst>
          </p:nvPr>
        </p:nvGraphicFramePr>
        <p:xfrm>
          <a:off x="4759946" y="3674466"/>
          <a:ext cx="1187997" cy="44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8560" imgH="164880" progId="Equation.DSMT4">
                  <p:embed/>
                </p:oleObj>
              </mc:Choice>
              <mc:Fallback>
                <p:oleObj name="Equation" r:id="rId34" imgW="88560" imgH="1648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946" y="3674466"/>
                        <a:ext cx="1187997" cy="44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239651"/>
              </p:ext>
            </p:extLst>
          </p:nvPr>
        </p:nvGraphicFramePr>
        <p:xfrm>
          <a:off x="4366260" y="5013127"/>
          <a:ext cx="112268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8560" imgH="164880" progId="Equation.DSMT4">
                  <p:embed/>
                </p:oleObj>
              </mc:Choice>
              <mc:Fallback>
                <p:oleObj name="Equation" r:id="rId36" imgW="88560" imgH="16488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260" y="5013127"/>
                        <a:ext cx="112268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3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628939"/>
              </p:ext>
            </p:extLst>
          </p:nvPr>
        </p:nvGraphicFramePr>
        <p:xfrm>
          <a:off x="5282677" y="3736196"/>
          <a:ext cx="296322" cy="414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47543" imgH="104760" progId="Equation.3">
                  <p:embed/>
                </p:oleObj>
              </mc:Choice>
              <mc:Fallback>
                <p:oleObj name="公式" r:id="rId38" imgW="47543" imgH="10476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677" y="3736196"/>
                        <a:ext cx="296322" cy="414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AE97B1A-514F-8D7D-F930-324D3B25459C}"/>
              </a:ext>
            </a:extLst>
          </p:cNvPr>
          <p:cNvSpPr txBox="1"/>
          <p:nvPr/>
        </p:nvSpPr>
        <p:spPr>
          <a:xfrm>
            <a:off x="575767" y="369967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A: 0.2, B:0.19, C:0.18, D:0.17, E:0.15, F: 0.1, G:0.01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遍历方式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遍历定位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(traversing binary tree)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种方式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前序遍历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中序遍历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后序遍历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(see below)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(a)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前序遍历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42339" name="Oval 3"/>
          <p:cNvSpPr>
            <a:spLocks noChangeArrowheads="1"/>
          </p:cNvSpPr>
          <p:nvPr/>
        </p:nvSpPr>
        <p:spPr bwMode="auto">
          <a:xfrm>
            <a:off x="4230018" y="213330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0" name="Oval 4"/>
          <p:cNvSpPr>
            <a:spLocks noChangeArrowheads="1"/>
          </p:cNvSpPr>
          <p:nvPr/>
        </p:nvSpPr>
        <p:spPr bwMode="auto">
          <a:xfrm>
            <a:off x="3653756" y="328582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1" name="Oval 5"/>
          <p:cNvSpPr>
            <a:spLocks noChangeArrowheads="1"/>
          </p:cNvSpPr>
          <p:nvPr/>
        </p:nvSpPr>
        <p:spPr bwMode="auto">
          <a:xfrm>
            <a:off x="5022181" y="335726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2" name="Oval 6"/>
          <p:cNvSpPr>
            <a:spLocks noChangeArrowheads="1"/>
          </p:cNvSpPr>
          <p:nvPr/>
        </p:nvSpPr>
        <p:spPr bwMode="auto">
          <a:xfrm>
            <a:off x="5525418" y="472569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3" name="Oval 7"/>
          <p:cNvSpPr>
            <a:spLocks noChangeArrowheads="1"/>
          </p:cNvSpPr>
          <p:nvPr/>
        </p:nvSpPr>
        <p:spPr bwMode="auto">
          <a:xfrm>
            <a:off x="4733256" y="465425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4" name="Oval 8"/>
          <p:cNvSpPr>
            <a:spLocks noChangeArrowheads="1"/>
          </p:cNvSpPr>
          <p:nvPr/>
        </p:nvSpPr>
        <p:spPr bwMode="auto">
          <a:xfrm>
            <a:off x="3437856" y="594965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5" name="Oval 9"/>
          <p:cNvSpPr>
            <a:spLocks noChangeArrowheads="1"/>
          </p:cNvSpPr>
          <p:nvPr/>
        </p:nvSpPr>
        <p:spPr bwMode="auto">
          <a:xfrm>
            <a:off x="3077493" y="465425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6" name="Oval 10"/>
          <p:cNvSpPr>
            <a:spLocks noChangeArrowheads="1"/>
          </p:cNvSpPr>
          <p:nvPr/>
        </p:nvSpPr>
        <p:spPr bwMode="auto">
          <a:xfrm>
            <a:off x="3869656" y="465425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7" name="Oval 11"/>
          <p:cNvSpPr>
            <a:spLocks noChangeArrowheads="1"/>
          </p:cNvSpPr>
          <p:nvPr/>
        </p:nvSpPr>
        <p:spPr bwMode="auto">
          <a:xfrm>
            <a:off x="4301456" y="587821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8" name="Line 12"/>
          <p:cNvSpPr>
            <a:spLocks noChangeShapeType="1"/>
          </p:cNvSpPr>
          <p:nvPr/>
        </p:nvSpPr>
        <p:spPr bwMode="auto">
          <a:xfrm flipH="1">
            <a:off x="3725193" y="2204740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4301456" y="2277765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 flipH="1">
            <a:off x="3150518" y="3357265"/>
            <a:ext cx="57467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1" name="Line 15"/>
          <p:cNvSpPr>
            <a:spLocks noChangeShapeType="1"/>
          </p:cNvSpPr>
          <p:nvPr/>
        </p:nvSpPr>
        <p:spPr bwMode="auto">
          <a:xfrm>
            <a:off x="3725193" y="3357265"/>
            <a:ext cx="2159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2" name="Line 16"/>
          <p:cNvSpPr>
            <a:spLocks noChangeShapeType="1"/>
          </p:cNvSpPr>
          <p:nvPr/>
        </p:nvSpPr>
        <p:spPr bwMode="auto">
          <a:xfrm flipH="1">
            <a:off x="4806281" y="3428703"/>
            <a:ext cx="287337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3" name="Line 17"/>
          <p:cNvSpPr>
            <a:spLocks noChangeShapeType="1"/>
          </p:cNvSpPr>
          <p:nvPr/>
        </p:nvSpPr>
        <p:spPr bwMode="auto">
          <a:xfrm>
            <a:off x="5093618" y="3428703"/>
            <a:ext cx="5048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4" name="Line 18"/>
          <p:cNvSpPr>
            <a:spLocks noChangeShapeType="1"/>
          </p:cNvSpPr>
          <p:nvPr/>
        </p:nvSpPr>
        <p:spPr bwMode="auto">
          <a:xfrm flipH="1">
            <a:off x="3509293" y="4725690"/>
            <a:ext cx="431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5" name="Line 19"/>
          <p:cNvSpPr>
            <a:spLocks noChangeShapeType="1"/>
          </p:cNvSpPr>
          <p:nvPr/>
        </p:nvSpPr>
        <p:spPr bwMode="auto">
          <a:xfrm>
            <a:off x="3941093" y="4725690"/>
            <a:ext cx="433388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23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766615"/>
              </p:ext>
            </p:extLst>
          </p:nvPr>
        </p:nvGraphicFramePr>
        <p:xfrm>
          <a:off x="4590381" y="1988840"/>
          <a:ext cx="35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66690" progId="Equation.3">
                  <p:embed/>
                </p:oleObj>
              </mc:Choice>
              <mc:Fallback>
                <p:oleObj name="Equation" r:id="rId2" imgW="47543" imgH="6669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381" y="1988840"/>
                        <a:ext cx="3556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201659"/>
              </p:ext>
            </p:extLst>
          </p:nvPr>
        </p:nvGraphicFramePr>
        <p:xfrm>
          <a:off x="3077493" y="2944515"/>
          <a:ext cx="3556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104760" progId="Equation.3">
                  <p:embed/>
                </p:oleObj>
              </mc:Choice>
              <mc:Fallback>
                <p:oleObj name="Equation" r:id="rId4" imgW="47543" imgH="1047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493" y="2944515"/>
                        <a:ext cx="3556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219812"/>
              </p:ext>
            </p:extLst>
          </p:nvPr>
        </p:nvGraphicFramePr>
        <p:xfrm>
          <a:off x="5326981" y="3141365"/>
          <a:ext cx="3190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9" imgH="66690" progId="Equation.3">
                  <p:embed/>
                </p:oleObj>
              </mc:Choice>
              <mc:Fallback>
                <p:oleObj name="Equation" r:id="rId6" imgW="38089" imgH="666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981" y="3141365"/>
                        <a:ext cx="31908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826759"/>
              </p:ext>
            </p:extLst>
          </p:nvPr>
        </p:nvGraphicFramePr>
        <p:xfrm>
          <a:off x="2483768" y="4384378"/>
          <a:ext cx="3905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04760" progId="Equation.3">
                  <p:embed/>
                </p:oleObj>
              </mc:Choice>
              <mc:Fallback>
                <p:oleObj name="Equation" r:id="rId8" imgW="66723" imgH="1047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384378"/>
                        <a:ext cx="3905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267440"/>
              </p:ext>
            </p:extLst>
          </p:nvPr>
        </p:nvGraphicFramePr>
        <p:xfrm>
          <a:off x="3526756" y="4509790"/>
          <a:ext cx="320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9" imgH="66690" progId="Equation.3">
                  <p:embed/>
                </p:oleObj>
              </mc:Choice>
              <mc:Fallback>
                <p:oleObj name="Equation" r:id="rId10" imgW="38089" imgH="6669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756" y="4509790"/>
                        <a:ext cx="3206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061094"/>
              </p:ext>
            </p:extLst>
          </p:nvPr>
        </p:nvGraphicFramePr>
        <p:xfrm>
          <a:off x="4339556" y="4347865"/>
          <a:ext cx="4270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77" imgH="123930" progId="Equation.3">
                  <p:embed/>
                </p:oleObj>
              </mc:Choice>
              <mc:Fallback>
                <p:oleObj name="Equation" r:id="rId12" imgW="76177" imgH="123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556" y="4347865"/>
                        <a:ext cx="4270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52125"/>
              </p:ext>
            </p:extLst>
          </p:nvPr>
        </p:nvGraphicFramePr>
        <p:xfrm>
          <a:off x="5723856" y="4401840"/>
          <a:ext cx="3905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85860" progId="Equation.3">
                  <p:embed/>
                </p:oleObj>
              </mc:Choice>
              <mc:Fallback>
                <p:oleObj name="Equation" r:id="rId14" imgW="66723" imgH="8586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3856" y="4401840"/>
                        <a:ext cx="3905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985468"/>
              </p:ext>
            </p:extLst>
          </p:nvPr>
        </p:nvGraphicFramePr>
        <p:xfrm>
          <a:off x="2861593" y="5679778"/>
          <a:ext cx="355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543" imgH="104760" progId="Equation.3">
                  <p:embed/>
                </p:oleObj>
              </mc:Choice>
              <mc:Fallback>
                <p:oleObj name="Equation" r:id="rId16" imgW="47543" imgH="1047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593" y="5679778"/>
                        <a:ext cx="355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770381"/>
              </p:ext>
            </p:extLst>
          </p:nvPr>
        </p:nvGraphicFramePr>
        <p:xfrm>
          <a:off x="4590381" y="5733753"/>
          <a:ext cx="2492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455" imgH="85860" progId="Equation.3">
                  <p:embed/>
                </p:oleObj>
              </mc:Choice>
              <mc:Fallback>
                <p:oleObj name="Equation" r:id="rId18" imgW="9455" imgH="858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381" y="5733753"/>
                        <a:ext cx="2492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541250"/>
              </p:ext>
            </p:extLst>
          </p:nvPr>
        </p:nvGraphicFramePr>
        <p:xfrm>
          <a:off x="3563938" y="332656"/>
          <a:ext cx="19192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09690" imgH="123930" progId="Equation.3">
                  <p:embed/>
                </p:oleObj>
              </mc:Choice>
              <mc:Fallback>
                <p:oleObj name="Equation" r:id="rId20" imgW="609690" imgH="1239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32656"/>
                        <a:ext cx="191928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4223237-426A-3F4C-BDDC-AB200810BFE9}"/>
              </a:ext>
            </a:extLst>
          </p:cNvPr>
          <p:cNvSpPr txBox="1"/>
          <p:nvPr/>
        </p:nvSpPr>
        <p:spPr>
          <a:xfrm>
            <a:off x="1419994" y="1052736"/>
            <a:ext cx="423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endParaRPr kumimoji="1" lang="zh-CN" altLang="en-US" sz="2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45A2D4-4CF6-6940-8125-8138C0D950A3}"/>
              </a:ext>
            </a:extLst>
          </p:cNvPr>
          <p:cNvSpPr txBox="1"/>
          <p:nvPr/>
        </p:nvSpPr>
        <p:spPr>
          <a:xfrm>
            <a:off x="4499992" y="5786100"/>
            <a:ext cx="881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i="1" dirty="0" err="1">
                <a:latin typeface="Times" pitchFamily="2" charset="0"/>
              </a:rPr>
              <a:t>i</a:t>
            </a:r>
            <a:endParaRPr kumimoji="1" lang="zh-CN" altLang="en-US" sz="2800" b="1" i="1" dirty="0">
              <a:latin typeface="Times" pitchFamily="2" charset="0"/>
            </a:endParaRPr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8D0AB641-9934-A042-ACAB-2D0815F258A9}"/>
              </a:ext>
            </a:extLst>
          </p:cNvPr>
          <p:cNvSpPr/>
          <p:nvPr/>
        </p:nvSpPr>
        <p:spPr>
          <a:xfrm>
            <a:off x="3869656" y="1786759"/>
            <a:ext cx="965103" cy="778375"/>
          </a:xfrm>
          <a:custGeom>
            <a:avLst/>
            <a:gdLst>
              <a:gd name="connsiteX0" fmla="*/ 893379 w 1114097"/>
              <a:gd name="connsiteY0" fmla="*/ 756744 h 778375"/>
              <a:gd name="connsiteX1" fmla="*/ 220717 w 1114097"/>
              <a:gd name="connsiteY1" fmla="*/ 756744 h 778375"/>
              <a:gd name="connsiteX2" fmla="*/ 126124 w 1114097"/>
              <a:gd name="connsiteY2" fmla="*/ 735724 h 778375"/>
              <a:gd name="connsiteX3" fmla="*/ 73572 w 1114097"/>
              <a:gd name="connsiteY3" fmla="*/ 672662 h 778375"/>
              <a:gd name="connsiteX4" fmla="*/ 42041 w 1114097"/>
              <a:gd name="connsiteY4" fmla="*/ 641131 h 778375"/>
              <a:gd name="connsiteX5" fmla="*/ 31531 w 1114097"/>
              <a:gd name="connsiteY5" fmla="*/ 609600 h 778375"/>
              <a:gd name="connsiteX6" fmla="*/ 10510 w 1114097"/>
              <a:gd name="connsiteY6" fmla="*/ 567558 h 778375"/>
              <a:gd name="connsiteX7" fmla="*/ 0 w 1114097"/>
              <a:gd name="connsiteY7" fmla="*/ 483475 h 778375"/>
              <a:gd name="connsiteX8" fmla="*/ 10510 w 1114097"/>
              <a:gd name="connsiteY8" fmla="*/ 325820 h 778375"/>
              <a:gd name="connsiteX9" fmla="*/ 31531 w 1114097"/>
              <a:gd name="connsiteY9" fmla="*/ 262758 h 778375"/>
              <a:gd name="connsiteX10" fmla="*/ 94593 w 1114097"/>
              <a:gd name="connsiteY10" fmla="*/ 210207 h 778375"/>
              <a:gd name="connsiteX11" fmla="*/ 147145 w 1114097"/>
              <a:gd name="connsiteY11" fmla="*/ 147144 h 778375"/>
              <a:gd name="connsiteX12" fmla="*/ 178676 w 1114097"/>
              <a:gd name="connsiteY12" fmla="*/ 136634 h 778375"/>
              <a:gd name="connsiteX13" fmla="*/ 262759 w 1114097"/>
              <a:gd name="connsiteY13" fmla="*/ 84082 h 778375"/>
              <a:gd name="connsiteX14" fmla="*/ 336331 w 1114097"/>
              <a:gd name="connsiteY14" fmla="*/ 52551 h 778375"/>
              <a:gd name="connsiteX15" fmla="*/ 367862 w 1114097"/>
              <a:gd name="connsiteY15" fmla="*/ 31531 h 778375"/>
              <a:gd name="connsiteX16" fmla="*/ 441435 w 1114097"/>
              <a:gd name="connsiteY16" fmla="*/ 10510 h 778375"/>
              <a:gd name="connsiteX17" fmla="*/ 557048 w 1114097"/>
              <a:gd name="connsiteY17" fmla="*/ 0 h 778375"/>
              <a:gd name="connsiteX18" fmla="*/ 777766 w 1114097"/>
              <a:gd name="connsiteY18" fmla="*/ 10510 h 778375"/>
              <a:gd name="connsiteX19" fmla="*/ 882869 w 1114097"/>
              <a:gd name="connsiteY19" fmla="*/ 52551 h 778375"/>
              <a:gd name="connsiteX20" fmla="*/ 914400 w 1114097"/>
              <a:gd name="connsiteY20" fmla="*/ 63062 h 778375"/>
              <a:gd name="connsiteX21" fmla="*/ 977462 w 1114097"/>
              <a:gd name="connsiteY21" fmla="*/ 94593 h 778375"/>
              <a:gd name="connsiteX22" fmla="*/ 1008993 w 1114097"/>
              <a:gd name="connsiteY22" fmla="*/ 126124 h 778375"/>
              <a:gd name="connsiteX23" fmla="*/ 1040524 w 1114097"/>
              <a:gd name="connsiteY23" fmla="*/ 147144 h 778375"/>
              <a:gd name="connsiteX24" fmla="*/ 1082566 w 1114097"/>
              <a:gd name="connsiteY24" fmla="*/ 210207 h 778375"/>
              <a:gd name="connsiteX25" fmla="*/ 1103586 w 1114097"/>
              <a:gd name="connsiteY25" fmla="*/ 241738 h 778375"/>
              <a:gd name="connsiteX26" fmla="*/ 1114097 w 1114097"/>
              <a:gd name="connsiteY26" fmla="*/ 283779 h 778375"/>
              <a:gd name="connsiteX27" fmla="*/ 1103586 w 1114097"/>
              <a:gd name="connsiteY27" fmla="*/ 536027 h 778375"/>
              <a:gd name="connsiteX28" fmla="*/ 1082566 w 1114097"/>
              <a:gd name="connsiteY28" fmla="*/ 599089 h 778375"/>
              <a:gd name="connsiteX29" fmla="*/ 1019504 w 1114097"/>
              <a:gd name="connsiteY29" fmla="*/ 662151 h 778375"/>
              <a:gd name="connsiteX30" fmla="*/ 987972 w 1114097"/>
              <a:gd name="connsiteY30" fmla="*/ 672662 h 778375"/>
              <a:gd name="connsiteX31" fmla="*/ 893379 w 1114097"/>
              <a:gd name="connsiteY31" fmla="*/ 725213 h 778375"/>
              <a:gd name="connsiteX32" fmla="*/ 819807 w 1114097"/>
              <a:gd name="connsiteY32" fmla="*/ 767255 h 77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114097" h="778375">
                <a:moveTo>
                  <a:pt x="893379" y="756744"/>
                </a:moveTo>
                <a:cubicBezTo>
                  <a:pt x="628381" y="794603"/>
                  <a:pt x="793837" y="774939"/>
                  <a:pt x="220717" y="756744"/>
                </a:cubicBezTo>
                <a:cubicBezTo>
                  <a:pt x="179828" y="755446"/>
                  <a:pt x="160664" y="747237"/>
                  <a:pt x="126124" y="735724"/>
                </a:cubicBezTo>
                <a:cubicBezTo>
                  <a:pt x="34006" y="643606"/>
                  <a:pt x="146736" y="760459"/>
                  <a:pt x="73572" y="672662"/>
                </a:cubicBezTo>
                <a:cubicBezTo>
                  <a:pt x="64056" y="661243"/>
                  <a:pt x="52551" y="651641"/>
                  <a:pt x="42041" y="641131"/>
                </a:cubicBezTo>
                <a:cubicBezTo>
                  <a:pt x="38538" y="630621"/>
                  <a:pt x="35895" y="619783"/>
                  <a:pt x="31531" y="609600"/>
                </a:cubicBezTo>
                <a:cubicBezTo>
                  <a:pt x="25359" y="595199"/>
                  <a:pt x="14310" y="582758"/>
                  <a:pt x="10510" y="567558"/>
                </a:cubicBezTo>
                <a:cubicBezTo>
                  <a:pt x="3659" y="540156"/>
                  <a:pt x="3503" y="511503"/>
                  <a:pt x="0" y="483475"/>
                </a:cubicBezTo>
                <a:cubicBezTo>
                  <a:pt x="3503" y="430923"/>
                  <a:pt x="3062" y="377959"/>
                  <a:pt x="10510" y="325820"/>
                </a:cubicBezTo>
                <a:cubicBezTo>
                  <a:pt x="13644" y="303885"/>
                  <a:pt x="15863" y="278426"/>
                  <a:pt x="31531" y="262758"/>
                </a:cubicBezTo>
                <a:cubicBezTo>
                  <a:pt x="71994" y="222295"/>
                  <a:pt x="50694" y="239472"/>
                  <a:pt x="94593" y="210207"/>
                </a:cubicBezTo>
                <a:cubicBezTo>
                  <a:pt x="110104" y="186940"/>
                  <a:pt x="122867" y="163329"/>
                  <a:pt x="147145" y="147144"/>
                </a:cubicBezTo>
                <a:cubicBezTo>
                  <a:pt x="156363" y="140999"/>
                  <a:pt x="168166" y="140137"/>
                  <a:pt x="178676" y="136634"/>
                </a:cubicBezTo>
                <a:cubicBezTo>
                  <a:pt x="218913" y="106456"/>
                  <a:pt x="217874" y="103318"/>
                  <a:pt x="262759" y="84082"/>
                </a:cubicBezTo>
                <a:cubicBezTo>
                  <a:pt x="321722" y="58812"/>
                  <a:pt x="266607" y="92393"/>
                  <a:pt x="336331" y="52551"/>
                </a:cubicBezTo>
                <a:cubicBezTo>
                  <a:pt x="347298" y="46284"/>
                  <a:pt x="356564" y="37180"/>
                  <a:pt x="367862" y="31531"/>
                </a:cubicBezTo>
                <a:cubicBezTo>
                  <a:pt x="379657" y="25634"/>
                  <a:pt x="432246" y="11735"/>
                  <a:pt x="441435" y="10510"/>
                </a:cubicBezTo>
                <a:cubicBezTo>
                  <a:pt x="479792" y="5396"/>
                  <a:pt x="518510" y="3503"/>
                  <a:pt x="557048" y="0"/>
                </a:cubicBezTo>
                <a:cubicBezTo>
                  <a:pt x="630621" y="3503"/>
                  <a:pt x="704560" y="2376"/>
                  <a:pt x="777766" y="10510"/>
                </a:cubicBezTo>
                <a:cubicBezTo>
                  <a:pt x="820823" y="15294"/>
                  <a:pt x="845665" y="36606"/>
                  <a:pt x="882869" y="52551"/>
                </a:cubicBezTo>
                <a:cubicBezTo>
                  <a:pt x="893052" y="56915"/>
                  <a:pt x="904491" y="58107"/>
                  <a:pt x="914400" y="63062"/>
                </a:cubicBezTo>
                <a:cubicBezTo>
                  <a:pt x="995899" y="103811"/>
                  <a:pt x="898207" y="68173"/>
                  <a:pt x="977462" y="94593"/>
                </a:cubicBezTo>
                <a:cubicBezTo>
                  <a:pt x="987972" y="105103"/>
                  <a:pt x="997574" y="116608"/>
                  <a:pt x="1008993" y="126124"/>
                </a:cubicBezTo>
                <a:cubicBezTo>
                  <a:pt x="1018697" y="134211"/>
                  <a:pt x="1032206" y="137638"/>
                  <a:pt x="1040524" y="147144"/>
                </a:cubicBezTo>
                <a:cubicBezTo>
                  <a:pt x="1057161" y="166157"/>
                  <a:pt x="1068552" y="189186"/>
                  <a:pt x="1082566" y="210207"/>
                </a:cubicBezTo>
                <a:lnTo>
                  <a:pt x="1103586" y="241738"/>
                </a:lnTo>
                <a:cubicBezTo>
                  <a:pt x="1107090" y="255752"/>
                  <a:pt x="1114097" y="269334"/>
                  <a:pt x="1114097" y="283779"/>
                </a:cubicBezTo>
                <a:cubicBezTo>
                  <a:pt x="1114097" y="367935"/>
                  <a:pt x="1111960" y="452289"/>
                  <a:pt x="1103586" y="536027"/>
                </a:cubicBezTo>
                <a:cubicBezTo>
                  <a:pt x="1101381" y="558075"/>
                  <a:pt x="1098234" y="583421"/>
                  <a:pt x="1082566" y="599089"/>
                </a:cubicBezTo>
                <a:cubicBezTo>
                  <a:pt x="1061545" y="620110"/>
                  <a:pt x="1047706" y="652750"/>
                  <a:pt x="1019504" y="662151"/>
                </a:cubicBezTo>
                <a:cubicBezTo>
                  <a:pt x="1008993" y="665655"/>
                  <a:pt x="997657" y="667281"/>
                  <a:pt x="987972" y="672662"/>
                </a:cubicBezTo>
                <a:cubicBezTo>
                  <a:pt x="879554" y="732894"/>
                  <a:pt x="964725" y="701432"/>
                  <a:pt x="893379" y="725213"/>
                </a:cubicBezTo>
                <a:cubicBezTo>
                  <a:pt x="827402" y="769198"/>
                  <a:pt x="855581" y="767255"/>
                  <a:pt x="819807" y="767255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77BFA28D-6D78-A94F-80C1-A108A945E7D6}"/>
              </a:ext>
            </a:extLst>
          </p:cNvPr>
          <p:cNvSpPr/>
          <p:nvPr/>
        </p:nvSpPr>
        <p:spPr>
          <a:xfrm>
            <a:off x="2449762" y="2854059"/>
            <a:ext cx="2447006" cy="3756948"/>
          </a:xfrm>
          <a:custGeom>
            <a:avLst/>
            <a:gdLst>
              <a:gd name="connsiteX0" fmla="*/ 1377002 w 2806414"/>
              <a:gd name="connsiteY0" fmla="*/ 0 h 3846786"/>
              <a:gd name="connsiteX1" fmla="*/ 1377002 w 2806414"/>
              <a:gd name="connsiteY1" fmla="*/ 0 h 3846786"/>
              <a:gd name="connsiteX2" fmla="*/ 830464 w 2806414"/>
              <a:gd name="connsiteY2" fmla="*/ 21020 h 3846786"/>
              <a:gd name="connsiteX3" fmla="*/ 777913 w 2806414"/>
              <a:gd name="connsiteY3" fmla="*/ 31531 h 3846786"/>
              <a:gd name="connsiteX4" fmla="*/ 630768 w 2806414"/>
              <a:gd name="connsiteY4" fmla="*/ 52551 h 3846786"/>
              <a:gd name="connsiteX5" fmla="*/ 620257 w 2806414"/>
              <a:gd name="connsiteY5" fmla="*/ 52551 h 3846786"/>
              <a:gd name="connsiteX6" fmla="*/ 630768 w 2806414"/>
              <a:gd name="connsiteY6" fmla="*/ 52551 h 3846786"/>
              <a:gd name="connsiteX7" fmla="*/ 588726 w 2806414"/>
              <a:gd name="connsiteY7" fmla="*/ 536027 h 3846786"/>
              <a:gd name="connsiteX8" fmla="*/ 578216 w 2806414"/>
              <a:gd name="connsiteY8" fmla="*/ 620110 h 3846786"/>
              <a:gd name="connsiteX9" fmla="*/ 536175 w 2806414"/>
              <a:gd name="connsiteY9" fmla="*/ 725213 h 3846786"/>
              <a:gd name="connsiteX10" fmla="*/ 483623 w 2806414"/>
              <a:gd name="connsiteY10" fmla="*/ 914400 h 3846786"/>
              <a:gd name="connsiteX11" fmla="*/ 368009 w 2806414"/>
              <a:gd name="connsiteY11" fmla="*/ 1271751 h 3846786"/>
              <a:gd name="connsiteX12" fmla="*/ 325968 w 2806414"/>
              <a:gd name="connsiteY12" fmla="*/ 1418896 h 3846786"/>
              <a:gd name="connsiteX13" fmla="*/ 294437 w 2806414"/>
              <a:gd name="connsiteY13" fmla="*/ 1502979 h 3846786"/>
              <a:gd name="connsiteX14" fmla="*/ 241885 w 2806414"/>
              <a:gd name="connsiteY14" fmla="*/ 1681655 h 3846786"/>
              <a:gd name="connsiteX15" fmla="*/ 220864 w 2806414"/>
              <a:gd name="connsiteY15" fmla="*/ 1755227 h 3846786"/>
              <a:gd name="connsiteX16" fmla="*/ 178823 w 2806414"/>
              <a:gd name="connsiteY16" fmla="*/ 1881351 h 3846786"/>
              <a:gd name="connsiteX17" fmla="*/ 157802 w 2806414"/>
              <a:gd name="connsiteY17" fmla="*/ 1944413 h 3846786"/>
              <a:gd name="connsiteX18" fmla="*/ 136782 w 2806414"/>
              <a:gd name="connsiteY18" fmla="*/ 1996965 h 3846786"/>
              <a:gd name="connsiteX19" fmla="*/ 115761 w 2806414"/>
              <a:gd name="connsiteY19" fmla="*/ 2039007 h 3846786"/>
              <a:gd name="connsiteX20" fmla="*/ 94740 w 2806414"/>
              <a:gd name="connsiteY20" fmla="*/ 2102069 h 3846786"/>
              <a:gd name="connsiteX21" fmla="*/ 73720 w 2806414"/>
              <a:gd name="connsiteY21" fmla="*/ 2144110 h 3846786"/>
              <a:gd name="connsiteX22" fmla="*/ 31678 w 2806414"/>
              <a:gd name="connsiteY22" fmla="*/ 2238703 h 3846786"/>
              <a:gd name="connsiteX23" fmla="*/ 10657 w 2806414"/>
              <a:gd name="connsiteY23" fmla="*/ 2301765 h 3846786"/>
              <a:gd name="connsiteX24" fmla="*/ 147 w 2806414"/>
              <a:gd name="connsiteY24" fmla="*/ 2249213 h 3846786"/>
              <a:gd name="connsiteX25" fmla="*/ 147 w 2806414"/>
              <a:gd name="connsiteY25" fmla="*/ 2238703 h 3846786"/>
              <a:gd name="connsiteX26" fmla="*/ 21168 w 2806414"/>
              <a:gd name="connsiteY26" fmla="*/ 2501462 h 3846786"/>
              <a:gd name="connsiteX27" fmla="*/ 31678 w 2806414"/>
              <a:gd name="connsiteY27" fmla="*/ 2606565 h 3846786"/>
              <a:gd name="connsiteX28" fmla="*/ 73720 w 2806414"/>
              <a:gd name="connsiteY28" fmla="*/ 2722179 h 3846786"/>
              <a:gd name="connsiteX29" fmla="*/ 147292 w 2806414"/>
              <a:gd name="connsiteY29" fmla="*/ 2963917 h 3846786"/>
              <a:gd name="connsiteX30" fmla="*/ 231375 w 2806414"/>
              <a:gd name="connsiteY30" fmla="*/ 3142593 h 3846786"/>
              <a:gd name="connsiteX31" fmla="*/ 273416 w 2806414"/>
              <a:gd name="connsiteY31" fmla="*/ 3226676 h 3846786"/>
              <a:gd name="connsiteX32" fmla="*/ 304947 w 2806414"/>
              <a:gd name="connsiteY32" fmla="*/ 3310758 h 3846786"/>
              <a:gd name="connsiteX33" fmla="*/ 315457 w 2806414"/>
              <a:gd name="connsiteY33" fmla="*/ 3342289 h 3846786"/>
              <a:gd name="connsiteX34" fmla="*/ 346988 w 2806414"/>
              <a:gd name="connsiteY34" fmla="*/ 3373820 h 3846786"/>
              <a:gd name="connsiteX35" fmla="*/ 420561 w 2806414"/>
              <a:gd name="connsiteY35" fmla="*/ 3447393 h 3846786"/>
              <a:gd name="connsiteX36" fmla="*/ 441582 w 2806414"/>
              <a:gd name="connsiteY36" fmla="*/ 3478924 h 3846786"/>
              <a:gd name="connsiteX37" fmla="*/ 504644 w 2806414"/>
              <a:gd name="connsiteY37" fmla="*/ 3541986 h 3846786"/>
              <a:gd name="connsiteX38" fmla="*/ 578216 w 2806414"/>
              <a:gd name="connsiteY38" fmla="*/ 3636579 h 3846786"/>
              <a:gd name="connsiteX39" fmla="*/ 609747 w 2806414"/>
              <a:gd name="connsiteY39" fmla="*/ 3668110 h 3846786"/>
              <a:gd name="connsiteX40" fmla="*/ 651788 w 2806414"/>
              <a:gd name="connsiteY40" fmla="*/ 3720662 h 3846786"/>
              <a:gd name="connsiteX41" fmla="*/ 683320 w 2806414"/>
              <a:gd name="connsiteY41" fmla="*/ 3741682 h 3846786"/>
              <a:gd name="connsiteX42" fmla="*/ 725361 w 2806414"/>
              <a:gd name="connsiteY42" fmla="*/ 3783724 h 3846786"/>
              <a:gd name="connsiteX43" fmla="*/ 767402 w 2806414"/>
              <a:gd name="connsiteY43" fmla="*/ 3815255 h 3846786"/>
              <a:gd name="connsiteX44" fmla="*/ 819954 w 2806414"/>
              <a:gd name="connsiteY44" fmla="*/ 3846786 h 3846786"/>
              <a:gd name="connsiteX45" fmla="*/ 819954 w 2806414"/>
              <a:gd name="connsiteY45" fmla="*/ 3846786 h 3846786"/>
              <a:gd name="connsiteX46" fmla="*/ 1692313 w 2806414"/>
              <a:gd name="connsiteY46" fmla="*/ 3836276 h 3846786"/>
              <a:gd name="connsiteX47" fmla="*/ 2007623 w 2806414"/>
              <a:gd name="connsiteY47" fmla="*/ 3825765 h 3846786"/>
              <a:gd name="connsiteX48" fmla="*/ 2144257 w 2806414"/>
              <a:gd name="connsiteY48" fmla="*/ 3804745 h 3846786"/>
              <a:gd name="connsiteX49" fmla="*/ 2207320 w 2806414"/>
              <a:gd name="connsiteY49" fmla="*/ 3783724 h 3846786"/>
              <a:gd name="connsiteX50" fmla="*/ 2291402 w 2806414"/>
              <a:gd name="connsiteY50" fmla="*/ 3741682 h 3846786"/>
              <a:gd name="connsiteX51" fmla="*/ 2333444 w 2806414"/>
              <a:gd name="connsiteY51" fmla="*/ 3720662 h 3846786"/>
              <a:gd name="connsiteX52" fmla="*/ 2375485 w 2806414"/>
              <a:gd name="connsiteY52" fmla="*/ 3710151 h 3846786"/>
              <a:gd name="connsiteX53" fmla="*/ 2438547 w 2806414"/>
              <a:gd name="connsiteY53" fmla="*/ 3689131 h 3846786"/>
              <a:gd name="connsiteX54" fmla="*/ 2512120 w 2806414"/>
              <a:gd name="connsiteY54" fmla="*/ 3668110 h 3846786"/>
              <a:gd name="connsiteX55" fmla="*/ 2585692 w 2806414"/>
              <a:gd name="connsiteY55" fmla="*/ 3615558 h 3846786"/>
              <a:gd name="connsiteX56" fmla="*/ 2617223 w 2806414"/>
              <a:gd name="connsiteY56" fmla="*/ 3605048 h 3846786"/>
              <a:gd name="connsiteX57" fmla="*/ 2680285 w 2806414"/>
              <a:gd name="connsiteY57" fmla="*/ 3552496 h 3846786"/>
              <a:gd name="connsiteX58" fmla="*/ 2732837 w 2806414"/>
              <a:gd name="connsiteY58" fmla="*/ 3520965 h 3846786"/>
              <a:gd name="connsiteX59" fmla="*/ 2743347 w 2806414"/>
              <a:gd name="connsiteY59" fmla="*/ 3489434 h 3846786"/>
              <a:gd name="connsiteX60" fmla="*/ 2774878 w 2806414"/>
              <a:gd name="connsiteY60" fmla="*/ 3447393 h 3846786"/>
              <a:gd name="connsiteX61" fmla="*/ 2795899 w 2806414"/>
              <a:gd name="connsiteY61" fmla="*/ 3405351 h 3846786"/>
              <a:gd name="connsiteX62" fmla="*/ 2795899 w 2806414"/>
              <a:gd name="connsiteY62" fmla="*/ 3331779 h 3846786"/>
              <a:gd name="connsiteX63" fmla="*/ 2753857 w 2806414"/>
              <a:gd name="connsiteY63" fmla="*/ 3268717 h 3846786"/>
              <a:gd name="connsiteX64" fmla="*/ 2722326 w 2806414"/>
              <a:gd name="connsiteY64" fmla="*/ 3132082 h 3846786"/>
              <a:gd name="connsiteX65" fmla="*/ 2711816 w 2806414"/>
              <a:gd name="connsiteY65" fmla="*/ 3090041 h 3846786"/>
              <a:gd name="connsiteX66" fmla="*/ 2701306 w 2806414"/>
              <a:gd name="connsiteY66" fmla="*/ 3048000 h 3846786"/>
              <a:gd name="connsiteX67" fmla="*/ 2680285 w 2806414"/>
              <a:gd name="connsiteY67" fmla="*/ 3005958 h 3846786"/>
              <a:gd name="connsiteX68" fmla="*/ 2638244 w 2806414"/>
              <a:gd name="connsiteY68" fmla="*/ 2890345 h 3846786"/>
              <a:gd name="connsiteX69" fmla="*/ 2606713 w 2806414"/>
              <a:gd name="connsiteY69" fmla="*/ 2774731 h 3846786"/>
              <a:gd name="connsiteX70" fmla="*/ 2606713 w 2806414"/>
              <a:gd name="connsiteY70" fmla="*/ 2774731 h 3846786"/>
              <a:gd name="connsiteX71" fmla="*/ 2596202 w 2806414"/>
              <a:gd name="connsiteY71" fmla="*/ 2732689 h 3846786"/>
              <a:gd name="connsiteX72" fmla="*/ 2564671 w 2806414"/>
              <a:gd name="connsiteY72" fmla="*/ 2722179 h 3846786"/>
              <a:gd name="connsiteX73" fmla="*/ 2470078 w 2806414"/>
              <a:gd name="connsiteY73" fmla="*/ 2638096 h 3846786"/>
              <a:gd name="connsiteX74" fmla="*/ 2449057 w 2806414"/>
              <a:gd name="connsiteY74" fmla="*/ 2606565 h 3846786"/>
              <a:gd name="connsiteX75" fmla="*/ 2407016 w 2806414"/>
              <a:gd name="connsiteY75" fmla="*/ 2575034 h 3846786"/>
              <a:gd name="connsiteX76" fmla="*/ 2364975 w 2806414"/>
              <a:gd name="connsiteY76" fmla="*/ 2511972 h 3846786"/>
              <a:gd name="connsiteX77" fmla="*/ 2312423 w 2806414"/>
              <a:gd name="connsiteY77" fmla="*/ 2438400 h 3846786"/>
              <a:gd name="connsiteX78" fmla="*/ 2249361 w 2806414"/>
              <a:gd name="connsiteY78" fmla="*/ 2343807 h 3846786"/>
              <a:gd name="connsiteX79" fmla="*/ 2207320 w 2806414"/>
              <a:gd name="connsiteY79" fmla="*/ 2280745 h 3846786"/>
              <a:gd name="connsiteX80" fmla="*/ 2186299 w 2806414"/>
              <a:gd name="connsiteY80" fmla="*/ 2249213 h 3846786"/>
              <a:gd name="connsiteX81" fmla="*/ 2154768 w 2806414"/>
              <a:gd name="connsiteY81" fmla="*/ 2207172 h 3846786"/>
              <a:gd name="connsiteX82" fmla="*/ 2123237 w 2806414"/>
              <a:gd name="connsiteY82" fmla="*/ 2112579 h 3846786"/>
              <a:gd name="connsiteX83" fmla="*/ 2102216 w 2806414"/>
              <a:gd name="connsiteY83" fmla="*/ 2049517 h 3846786"/>
              <a:gd name="connsiteX84" fmla="*/ 2081195 w 2806414"/>
              <a:gd name="connsiteY84" fmla="*/ 1912882 h 3846786"/>
              <a:gd name="connsiteX85" fmla="*/ 2060175 w 2806414"/>
              <a:gd name="connsiteY85" fmla="*/ 1734207 h 3846786"/>
              <a:gd name="connsiteX86" fmla="*/ 2070685 w 2806414"/>
              <a:gd name="connsiteY86" fmla="*/ 893379 h 3846786"/>
              <a:gd name="connsiteX87" fmla="*/ 2060175 w 2806414"/>
              <a:gd name="connsiteY87" fmla="*/ 504496 h 3846786"/>
              <a:gd name="connsiteX88" fmla="*/ 2049664 w 2806414"/>
              <a:gd name="connsiteY88" fmla="*/ 472965 h 3846786"/>
              <a:gd name="connsiteX89" fmla="*/ 2028644 w 2806414"/>
              <a:gd name="connsiteY89" fmla="*/ 399393 h 3846786"/>
              <a:gd name="connsiteX90" fmla="*/ 1986602 w 2806414"/>
              <a:gd name="connsiteY90" fmla="*/ 336331 h 3846786"/>
              <a:gd name="connsiteX91" fmla="*/ 1965582 w 2806414"/>
              <a:gd name="connsiteY91" fmla="*/ 304800 h 3846786"/>
              <a:gd name="connsiteX92" fmla="*/ 1934051 w 2806414"/>
              <a:gd name="connsiteY92" fmla="*/ 273269 h 3846786"/>
              <a:gd name="connsiteX93" fmla="*/ 1913030 w 2806414"/>
              <a:gd name="connsiteY93" fmla="*/ 241738 h 3846786"/>
              <a:gd name="connsiteX94" fmla="*/ 1881499 w 2806414"/>
              <a:gd name="connsiteY94" fmla="*/ 210207 h 3846786"/>
              <a:gd name="connsiteX95" fmla="*/ 1860478 w 2806414"/>
              <a:gd name="connsiteY95" fmla="*/ 178676 h 3846786"/>
              <a:gd name="connsiteX96" fmla="*/ 1828947 w 2806414"/>
              <a:gd name="connsiteY96" fmla="*/ 157655 h 3846786"/>
              <a:gd name="connsiteX97" fmla="*/ 1776395 w 2806414"/>
              <a:gd name="connsiteY97" fmla="*/ 94593 h 3846786"/>
              <a:gd name="connsiteX98" fmla="*/ 1713333 w 2806414"/>
              <a:gd name="connsiteY98" fmla="*/ 52551 h 3846786"/>
              <a:gd name="connsiteX99" fmla="*/ 1618740 w 2806414"/>
              <a:gd name="connsiteY99" fmla="*/ 10510 h 3846786"/>
              <a:gd name="connsiteX100" fmla="*/ 1377002 w 2806414"/>
              <a:gd name="connsiteY100" fmla="*/ 0 h 384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2806414" h="3846786">
                <a:moveTo>
                  <a:pt x="1377002" y="0"/>
                </a:moveTo>
                <a:lnTo>
                  <a:pt x="1377002" y="0"/>
                </a:lnTo>
                <a:cubicBezTo>
                  <a:pt x="1088236" y="28876"/>
                  <a:pt x="1462635" y="-5881"/>
                  <a:pt x="830464" y="21020"/>
                </a:cubicBezTo>
                <a:cubicBezTo>
                  <a:pt x="812616" y="21779"/>
                  <a:pt x="795569" y="28815"/>
                  <a:pt x="777913" y="31531"/>
                </a:cubicBezTo>
                <a:cubicBezTo>
                  <a:pt x="435709" y="84179"/>
                  <a:pt x="900482" y="7600"/>
                  <a:pt x="630768" y="52551"/>
                </a:cubicBezTo>
                <a:cubicBezTo>
                  <a:pt x="591805" y="65539"/>
                  <a:pt x="589328" y="68017"/>
                  <a:pt x="620257" y="52551"/>
                </a:cubicBezTo>
                <a:lnTo>
                  <a:pt x="630768" y="52551"/>
                </a:lnTo>
                <a:cubicBezTo>
                  <a:pt x="615346" y="530600"/>
                  <a:pt x="643137" y="223158"/>
                  <a:pt x="588726" y="536027"/>
                </a:cubicBezTo>
                <a:cubicBezTo>
                  <a:pt x="583886" y="563855"/>
                  <a:pt x="585776" y="592895"/>
                  <a:pt x="578216" y="620110"/>
                </a:cubicBezTo>
                <a:cubicBezTo>
                  <a:pt x="568117" y="656467"/>
                  <a:pt x="547722" y="689290"/>
                  <a:pt x="536175" y="725213"/>
                </a:cubicBezTo>
                <a:cubicBezTo>
                  <a:pt x="516147" y="787523"/>
                  <a:pt x="502871" y="851844"/>
                  <a:pt x="483623" y="914400"/>
                </a:cubicBezTo>
                <a:cubicBezTo>
                  <a:pt x="446805" y="1034060"/>
                  <a:pt x="402403" y="1151372"/>
                  <a:pt x="368009" y="1271751"/>
                </a:cubicBezTo>
                <a:cubicBezTo>
                  <a:pt x="353995" y="1320799"/>
                  <a:pt x="341435" y="1370286"/>
                  <a:pt x="325968" y="1418896"/>
                </a:cubicBezTo>
                <a:cubicBezTo>
                  <a:pt x="316892" y="1447420"/>
                  <a:pt x="303560" y="1474470"/>
                  <a:pt x="294437" y="1502979"/>
                </a:cubicBezTo>
                <a:cubicBezTo>
                  <a:pt x="275516" y="1562107"/>
                  <a:pt x="259268" y="1622057"/>
                  <a:pt x="241885" y="1681655"/>
                </a:cubicBezTo>
                <a:cubicBezTo>
                  <a:pt x="234743" y="1706140"/>
                  <a:pt x="228929" y="1731030"/>
                  <a:pt x="220864" y="1755227"/>
                </a:cubicBezTo>
                <a:lnTo>
                  <a:pt x="178823" y="1881351"/>
                </a:lnTo>
                <a:cubicBezTo>
                  <a:pt x="171816" y="1902372"/>
                  <a:pt x="166031" y="1923840"/>
                  <a:pt x="157802" y="1944413"/>
                </a:cubicBezTo>
                <a:cubicBezTo>
                  <a:pt x="150795" y="1961930"/>
                  <a:pt x="144444" y="1979724"/>
                  <a:pt x="136782" y="1996965"/>
                </a:cubicBezTo>
                <a:cubicBezTo>
                  <a:pt x="130419" y="2011283"/>
                  <a:pt x="121580" y="2024460"/>
                  <a:pt x="115761" y="2039007"/>
                </a:cubicBezTo>
                <a:cubicBezTo>
                  <a:pt x="107532" y="2059580"/>
                  <a:pt x="102969" y="2081496"/>
                  <a:pt x="94740" y="2102069"/>
                </a:cubicBezTo>
                <a:cubicBezTo>
                  <a:pt x="88921" y="2116616"/>
                  <a:pt x="79539" y="2129563"/>
                  <a:pt x="73720" y="2144110"/>
                </a:cubicBezTo>
                <a:cubicBezTo>
                  <a:pt x="36199" y="2237914"/>
                  <a:pt x="72120" y="2178042"/>
                  <a:pt x="31678" y="2238703"/>
                </a:cubicBezTo>
                <a:cubicBezTo>
                  <a:pt x="24671" y="2259724"/>
                  <a:pt x="17664" y="2322786"/>
                  <a:pt x="10657" y="2301765"/>
                </a:cubicBezTo>
                <a:cubicBezTo>
                  <a:pt x="-2069" y="2263587"/>
                  <a:pt x="147" y="2281313"/>
                  <a:pt x="147" y="2249213"/>
                </a:cubicBezTo>
                <a:lnTo>
                  <a:pt x="147" y="2238703"/>
                </a:lnTo>
                <a:cubicBezTo>
                  <a:pt x="7154" y="2326289"/>
                  <a:pt x="13664" y="2413917"/>
                  <a:pt x="21168" y="2501462"/>
                </a:cubicBezTo>
                <a:cubicBezTo>
                  <a:pt x="24175" y="2536542"/>
                  <a:pt x="23523" y="2572313"/>
                  <a:pt x="31678" y="2606565"/>
                </a:cubicBezTo>
                <a:cubicBezTo>
                  <a:pt x="41176" y="2646457"/>
                  <a:pt x="61780" y="2682949"/>
                  <a:pt x="73720" y="2722179"/>
                </a:cubicBezTo>
                <a:cubicBezTo>
                  <a:pt x="120020" y="2874305"/>
                  <a:pt x="85878" y="2820617"/>
                  <a:pt x="147292" y="2963917"/>
                </a:cubicBezTo>
                <a:cubicBezTo>
                  <a:pt x="173221" y="3024419"/>
                  <a:pt x="202891" y="3083251"/>
                  <a:pt x="231375" y="3142593"/>
                </a:cubicBezTo>
                <a:cubicBezTo>
                  <a:pt x="244935" y="3170843"/>
                  <a:pt x="273416" y="3226676"/>
                  <a:pt x="273416" y="3226676"/>
                </a:cubicBezTo>
                <a:cubicBezTo>
                  <a:pt x="292793" y="3304187"/>
                  <a:pt x="271969" y="3233811"/>
                  <a:pt x="304947" y="3310758"/>
                </a:cubicBezTo>
                <a:cubicBezTo>
                  <a:pt x="309311" y="3320941"/>
                  <a:pt x="309312" y="3333071"/>
                  <a:pt x="315457" y="3342289"/>
                </a:cubicBezTo>
                <a:cubicBezTo>
                  <a:pt x="323702" y="3354657"/>
                  <a:pt x="337200" y="3362634"/>
                  <a:pt x="346988" y="3373820"/>
                </a:cubicBezTo>
                <a:cubicBezTo>
                  <a:pt x="408156" y="3443726"/>
                  <a:pt x="364038" y="3409711"/>
                  <a:pt x="420561" y="3447393"/>
                </a:cubicBezTo>
                <a:cubicBezTo>
                  <a:pt x="427568" y="3457903"/>
                  <a:pt x="433190" y="3469483"/>
                  <a:pt x="441582" y="3478924"/>
                </a:cubicBezTo>
                <a:cubicBezTo>
                  <a:pt x="461332" y="3501143"/>
                  <a:pt x="486393" y="3518520"/>
                  <a:pt x="504644" y="3541986"/>
                </a:cubicBezTo>
                <a:cubicBezTo>
                  <a:pt x="529168" y="3573517"/>
                  <a:pt x="549970" y="3608333"/>
                  <a:pt x="578216" y="3636579"/>
                </a:cubicBezTo>
                <a:cubicBezTo>
                  <a:pt x="588726" y="3647089"/>
                  <a:pt x="599959" y="3656924"/>
                  <a:pt x="609747" y="3668110"/>
                </a:cubicBezTo>
                <a:cubicBezTo>
                  <a:pt x="624519" y="3684993"/>
                  <a:pt x="635925" y="3704800"/>
                  <a:pt x="651788" y="3720662"/>
                </a:cubicBezTo>
                <a:cubicBezTo>
                  <a:pt x="660720" y="3729594"/>
                  <a:pt x="673729" y="3733461"/>
                  <a:pt x="683320" y="3741682"/>
                </a:cubicBezTo>
                <a:cubicBezTo>
                  <a:pt x="698367" y="3754580"/>
                  <a:pt x="710446" y="3770673"/>
                  <a:pt x="725361" y="3783724"/>
                </a:cubicBezTo>
                <a:cubicBezTo>
                  <a:pt x="738544" y="3795259"/>
                  <a:pt x="753148" y="3805073"/>
                  <a:pt x="767402" y="3815255"/>
                </a:cubicBezTo>
                <a:cubicBezTo>
                  <a:pt x="796998" y="3836395"/>
                  <a:pt x="792877" y="3833248"/>
                  <a:pt x="819954" y="3846786"/>
                </a:cubicBezTo>
                <a:lnTo>
                  <a:pt x="819954" y="3846786"/>
                </a:lnTo>
                <a:lnTo>
                  <a:pt x="1692313" y="3836276"/>
                </a:lnTo>
                <a:cubicBezTo>
                  <a:pt x="1797458" y="3834415"/>
                  <a:pt x="1902615" y="3831441"/>
                  <a:pt x="2007623" y="3825765"/>
                </a:cubicBezTo>
                <a:cubicBezTo>
                  <a:pt x="2027639" y="3824683"/>
                  <a:pt x="2120978" y="3808625"/>
                  <a:pt x="2144257" y="3804745"/>
                </a:cubicBezTo>
                <a:cubicBezTo>
                  <a:pt x="2165278" y="3797738"/>
                  <a:pt x="2188320" y="3795124"/>
                  <a:pt x="2207320" y="3783724"/>
                </a:cubicBezTo>
                <a:cubicBezTo>
                  <a:pt x="2321506" y="3715212"/>
                  <a:pt x="2212217" y="3775618"/>
                  <a:pt x="2291402" y="3741682"/>
                </a:cubicBezTo>
                <a:cubicBezTo>
                  <a:pt x="2305803" y="3735510"/>
                  <a:pt x="2318774" y="3726163"/>
                  <a:pt x="2333444" y="3720662"/>
                </a:cubicBezTo>
                <a:cubicBezTo>
                  <a:pt x="2346969" y="3715590"/>
                  <a:pt x="2361649" y="3714302"/>
                  <a:pt x="2375485" y="3710151"/>
                </a:cubicBezTo>
                <a:cubicBezTo>
                  <a:pt x="2396708" y="3703784"/>
                  <a:pt x="2417051" y="3694505"/>
                  <a:pt x="2438547" y="3689131"/>
                </a:cubicBezTo>
                <a:cubicBezTo>
                  <a:pt x="2459872" y="3683799"/>
                  <a:pt x="2491017" y="3677154"/>
                  <a:pt x="2512120" y="3668110"/>
                </a:cubicBezTo>
                <a:cubicBezTo>
                  <a:pt x="2613733" y="3624562"/>
                  <a:pt x="2499180" y="3673233"/>
                  <a:pt x="2585692" y="3615558"/>
                </a:cubicBezTo>
                <a:cubicBezTo>
                  <a:pt x="2594910" y="3609413"/>
                  <a:pt x="2606713" y="3608551"/>
                  <a:pt x="2617223" y="3605048"/>
                </a:cubicBezTo>
                <a:cubicBezTo>
                  <a:pt x="2638244" y="3587531"/>
                  <a:pt x="2658156" y="3568590"/>
                  <a:pt x="2680285" y="3552496"/>
                </a:cubicBezTo>
                <a:cubicBezTo>
                  <a:pt x="2696806" y="3540481"/>
                  <a:pt x="2718392" y="3535410"/>
                  <a:pt x="2732837" y="3520965"/>
                </a:cubicBezTo>
                <a:cubicBezTo>
                  <a:pt x="2740671" y="3513131"/>
                  <a:pt x="2737850" y="3499053"/>
                  <a:pt x="2743347" y="3489434"/>
                </a:cubicBezTo>
                <a:cubicBezTo>
                  <a:pt x="2752038" y="3474225"/>
                  <a:pt x="2765594" y="3462247"/>
                  <a:pt x="2774878" y="3447393"/>
                </a:cubicBezTo>
                <a:cubicBezTo>
                  <a:pt x="2783182" y="3434106"/>
                  <a:pt x="2788892" y="3419365"/>
                  <a:pt x="2795899" y="3405351"/>
                </a:cubicBezTo>
                <a:cubicBezTo>
                  <a:pt x="2805028" y="3368833"/>
                  <a:pt x="2814097" y="3364534"/>
                  <a:pt x="2795899" y="3331779"/>
                </a:cubicBezTo>
                <a:cubicBezTo>
                  <a:pt x="2783630" y="3309694"/>
                  <a:pt x="2753857" y="3268717"/>
                  <a:pt x="2753857" y="3268717"/>
                </a:cubicBezTo>
                <a:cubicBezTo>
                  <a:pt x="2737681" y="3187832"/>
                  <a:pt x="2747681" y="3233502"/>
                  <a:pt x="2722326" y="3132082"/>
                </a:cubicBezTo>
                <a:lnTo>
                  <a:pt x="2711816" y="3090041"/>
                </a:lnTo>
                <a:cubicBezTo>
                  <a:pt x="2708313" y="3076027"/>
                  <a:pt x="2707766" y="3060920"/>
                  <a:pt x="2701306" y="3048000"/>
                </a:cubicBezTo>
                <a:lnTo>
                  <a:pt x="2680285" y="3005958"/>
                </a:lnTo>
                <a:cubicBezTo>
                  <a:pt x="2656200" y="2909621"/>
                  <a:pt x="2675289" y="2945914"/>
                  <a:pt x="2638244" y="2890345"/>
                </a:cubicBezTo>
                <a:cubicBezTo>
                  <a:pt x="2623387" y="2816066"/>
                  <a:pt x="2633382" y="2854741"/>
                  <a:pt x="2606713" y="2774731"/>
                </a:cubicBezTo>
                <a:lnTo>
                  <a:pt x="2606713" y="2774731"/>
                </a:lnTo>
                <a:cubicBezTo>
                  <a:pt x="2603209" y="2760717"/>
                  <a:pt x="2605226" y="2743969"/>
                  <a:pt x="2596202" y="2732689"/>
                </a:cubicBezTo>
                <a:cubicBezTo>
                  <a:pt x="2589281" y="2724038"/>
                  <a:pt x="2575181" y="2725682"/>
                  <a:pt x="2564671" y="2722179"/>
                </a:cubicBezTo>
                <a:cubicBezTo>
                  <a:pt x="2526760" y="2696905"/>
                  <a:pt x="2498876" y="2681292"/>
                  <a:pt x="2470078" y="2638096"/>
                </a:cubicBezTo>
                <a:cubicBezTo>
                  <a:pt x="2463071" y="2627586"/>
                  <a:pt x="2457989" y="2615497"/>
                  <a:pt x="2449057" y="2606565"/>
                </a:cubicBezTo>
                <a:cubicBezTo>
                  <a:pt x="2436671" y="2594179"/>
                  <a:pt x="2418654" y="2588127"/>
                  <a:pt x="2407016" y="2575034"/>
                </a:cubicBezTo>
                <a:cubicBezTo>
                  <a:pt x="2390232" y="2556152"/>
                  <a:pt x="2382839" y="2529836"/>
                  <a:pt x="2364975" y="2511972"/>
                </a:cubicBezTo>
                <a:cubicBezTo>
                  <a:pt x="2309242" y="2456239"/>
                  <a:pt x="2353924" y="2507568"/>
                  <a:pt x="2312423" y="2438400"/>
                </a:cubicBezTo>
                <a:cubicBezTo>
                  <a:pt x="2312413" y="2438383"/>
                  <a:pt x="2259877" y="2359581"/>
                  <a:pt x="2249361" y="2343807"/>
                </a:cubicBezTo>
                <a:lnTo>
                  <a:pt x="2207320" y="2280745"/>
                </a:lnTo>
                <a:cubicBezTo>
                  <a:pt x="2200313" y="2270234"/>
                  <a:pt x="2193878" y="2259319"/>
                  <a:pt x="2186299" y="2249213"/>
                </a:cubicBezTo>
                <a:lnTo>
                  <a:pt x="2154768" y="2207172"/>
                </a:lnTo>
                <a:lnTo>
                  <a:pt x="2123237" y="2112579"/>
                </a:lnTo>
                <a:lnTo>
                  <a:pt x="2102216" y="2049517"/>
                </a:lnTo>
                <a:cubicBezTo>
                  <a:pt x="2084558" y="1961223"/>
                  <a:pt x="2096466" y="2027411"/>
                  <a:pt x="2081195" y="1912882"/>
                </a:cubicBezTo>
                <a:cubicBezTo>
                  <a:pt x="2062610" y="1773500"/>
                  <a:pt x="2077549" y="1907956"/>
                  <a:pt x="2060175" y="1734207"/>
                </a:cubicBezTo>
                <a:cubicBezTo>
                  <a:pt x="2063678" y="1453931"/>
                  <a:pt x="2070685" y="1173677"/>
                  <a:pt x="2070685" y="893379"/>
                </a:cubicBezTo>
                <a:cubicBezTo>
                  <a:pt x="2070685" y="763704"/>
                  <a:pt x="2066651" y="634009"/>
                  <a:pt x="2060175" y="504496"/>
                </a:cubicBezTo>
                <a:cubicBezTo>
                  <a:pt x="2059622" y="493431"/>
                  <a:pt x="2052708" y="483618"/>
                  <a:pt x="2049664" y="472965"/>
                </a:cubicBezTo>
                <a:cubicBezTo>
                  <a:pt x="2046463" y="461761"/>
                  <a:pt x="2036055" y="412733"/>
                  <a:pt x="2028644" y="399393"/>
                </a:cubicBezTo>
                <a:cubicBezTo>
                  <a:pt x="2016375" y="377308"/>
                  <a:pt x="2000616" y="357352"/>
                  <a:pt x="1986602" y="336331"/>
                </a:cubicBezTo>
                <a:cubicBezTo>
                  <a:pt x="1979595" y="325821"/>
                  <a:pt x="1974514" y="313732"/>
                  <a:pt x="1965582" y="304800"/>
                </a:cubicBezTo>
                <a:cubicBezTo>
                  <a:pt x="1955072" y="294290"/>
                  <a:pt x="1943567" y="284688"/>
                  <a:pt x="1934051" y="273269"/>
                </a:cubicBezTo>
                <a:cubicBezTo>
                  <a:pt x="1925964" y="263565"/>
                  <a:pt x="1921117" y="251442"/>
                  <a:pt x="1913030" y="241738"/>
                </a:cubicBezTo>
                <a:cubicBezTo>
                  <a:pt x="1903514" y="230319"/>
                  <a:pt x="1891015" y="221626"/>
                  <a:pt x="1881499" y="210207"/>
                </a:cubicBezTo>
                <a:cubicBezTo>
                  <a:pt x="1873412" y="200503"/>
                  <a:pt x="1869410" y="187608"/>
                  <a:pt x="1860478" y="178676"/>
                </a:cubicBezTo>
                <a:cubicBezTo>
                  <a:pt x="1851546" y="169744"/>
                  <a:pt x="1839457" y="164662"/>
                  <a:pt x="1828947" y="157655"/>
                </a:cubicBezTo>
                <a:cubicBezTo>
                  <a:pt x="1810262" y="129628"/>
                  <a:pt x="1804408" y="116381"/>
                  <a:pt x="1776395" y="94593"/>
                </a:cubicBezTo>
                <a:cubicBezTo>
                  <a:pt x="1756453" y="79082"/>
                  <a:pt x="1734354" y="66565"/>
                  <a:pt x="1713333" y="52551"/>
                </a:cubicBezTo>
                <a:cubicBezTo>
                  <a:pt x="1684758" y="33501"/>
                  <a:pt x="1656259" y="10510"/>
                  <a:pt x="1618740" y="10510"/>
                </a:cubicBezTo>
                <a:lnTo>
                  <a:pt x="1377002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B16FD03C-65EB-4740-BE94-56C6C9696854}"/>
              </a:ext>
            </a:extLst>
          </p:cNvPr>
          <p:cNvSpPr/>
          <p:nvPr/>
        </p:nvSpPr>
        <p:spPr>
          <a:xfrm>
            <a:off x="4466897" y="2879834"/>
            <a:ext cx="1744717" cy="2399987"/>
          </a:xfrm>
          <a:custGeom>
            <a:avLst/>
            <a:gdLst>
              <a:gd name="connsiteX0" fmla="*/ 662151 w 1744717"/>
              <a:gd name="connsiteY0" fmla="*/ 21021 h 2399987"/>
              <a:gd name="connsiteX1" fmla="*/ 662151 w 1744717"/>
              <a:gd name="connsiteY1" fmla="*/ 21021 h 2399987"/>
              <a:gd name="connsiteX2" fmla="*/ 557048 w 1744717"/>
              <a:gd name="connsiteY2" fmla="*/ 94594 h 2399987"/>
              <a:gd name="connsiteX3" fmla="*/ 525517 w 1744717"/>
              <a:gd name="connsiteY3" fmla="*/ 115614 h 2399987"/>
              <a:gd name="connsiteX4" fmla="*/ 462455 w 1744717"/>
              <a:gd name="connsiteY4" fmla="*/ 157656 h 2399987"/>
              <a:gd name="connsiteX5" fmla="*/ 399393 w 1744717"/>
              <a:gd name="connsiteY5" fmla="*/ 189187 h 2399987"/>
              <a:gd name="connsiteX6" fmla="*/ 336331 w 1744717"/>
              <a:gd name="connsiteY6" fmla="*/ 231228 h 2399987"/>
              <a:gd name="connsiteX7" fmla="*/ 315310 w 1744717"/>
              <a:gd name="connsiteY7" fmla="*/ 262759 h 2399987"/>
              <a:gd name="connsiteX8" fmla="*/ 294289 w 1744717"/>
              <a:gd name="connsiteY8" fmla="*/ 388883 h 2399987"/>
              <a:gd name="connsiteX9" fmla="*/ 262758 w 1744717"/>
              <a:gd name="connsiteY9" fmla="*/ 525518 h 2399987"/>
              <a:gd name="connsiteX10" fmla="*/ 252248 w 1744717"/>
              <a:gd name="connsiteY10" fmla="*/ 599090 h 2399987"/>
              <a:gd name="connsiteX11" fmla="*/ 241737 w 1744717"/>
              <a:gd name="connsiteY11" fmla="*/ 641132 h 2399987"/>
              <a:gd name="connsiteX12" fmla="*/ 231227 w 1744717"/>
              <a:gd name="connsiteY12" fmla="*/ 714704 h 2399987"/>
              <a:gd name="connsiteX13" fmla="*/ 220717 w 1744717"/>
              <a:gd name="connsiteY13" fmla="*/ 756745 h 2399987"/>
              <a:gd name="connsiteX14" fmla="*/ 210206 w 1744717"/>
              <a:gd name="connsiteY14" fmla="*/ 830318 h 2399987"/>
              <a:gd name="connsiteX15" fmla="*/ 199696 w 1744717"/>
              <a:gd name="connsiteY15" fmla="*/ 861849 h 2399987"/>
              <a:gd name="connsiteX16" fmla="*/ 189186 w 1744717"/>
              <a:gd name="connsiteY16" fmla="*/ 903890 h 2399987"/>
              <a:gd name="connsiteX17" fmla="*/ 178675 w 1744717"/>
              <a:gd name="connsiteY17" fmla="*/ 956442 h 2399987"/>
              <a:gd name="connsiteX18" fmla="*/ 168165 w 1744717"/>
              <a:gd name="connsiteY18" fmla="*/ 998483 h 2399987"/>
              <a:gd name="connsiteX19" fmla="*/ 147144 w 1744717"/>
              <a:gd name="connsiteY19" fmla="*/ 1082566 h 2399987"/>
              <a:gd name="connsiteX20" fmla="*/ 126124 w 1744717"/>
              <a:gd name="connsiteY20" fmla="*/ 1198180 h 2399987"/>
              <a:gd name="connsiteX21" fmla="*/ 115613 w 1744717"/>
              <a:gd name="connsiteY21" fmla="*/ 1229711 h 2399987"/>
              <a:gd name="connsiteX22" fmla="*/ 105103 w 1744717"/>
              <a:gd name="connsiteY22" fmla="*/ 1271752 h 2399987"/>
              <a:gd name="connsiteX23" fmla="*/ 84082 w 1744717"/>
              <a:gd name="connsiteY23" fmla="*/ 1387366 h 2399987"/>
              <a:gd name="connsiteX24" fmla="*/ 73572 w 1744717"/>
              <a:gd name="connsiteY24" fmla="*/ 1460938 h 2399987"/>
              <a:gd name="connsiteX25" fmla="*/ 63062 w 1744717"/>
              <a:gd name="connsiteY25" fmla="*/ 1502980 h 2399987"/>
              <a:gd name="connsiteX26" fmla="*/ 52551 w 1744717"/>
              <a:gd name="connsiteY26" fmla="*/ 1555532 h 2399987"/>
              <a:gd name="connsiteX27" fmla="*/ 42041 w 1744717"/>
              <a:gd name="connsiteY27" fmla="*/ 1597573 h 2399987"/>
              <a:gd name="connsiteX28" fmla="*/ 31531 w 1744717"/>
              <a:gd name="connsiteY28" fmla="*/ 1660635 h 2399987"/>
              <a:gd name="connsiteX29" fmla="*/ 21020 w 1744717"/>
              <a:gd name="connsiteY29" fmla="*/ 1702676 h 2399987"/>
              <a:gd name="connsiteX30" fmla="*/ 0 w 1744717"/>
              <a:gd name="connsiteY30" fmla="*/ 1818290 h 2399987"/>
              <a:gd name="connsiteX31" fmla="*/ 10510 w 1744717"/>
              <a:gd name="connsiteY31" fmla="*/ 2081049 h 2399987"/>
              <a:gd name="connsiteX32" fmla="*/ 42041 w 1744717"/>
              <a:gd name="connsiteY32" fmla="*/ 2091559 h 2399987"/>
              <a:gd name="connsiteX33" fmla="*/ 105103 w 1744717"/>
              <a:gd name="connsiteY33" fmla="*/ 2133600 h 2399987"/>
              <a:gd name="connsiteX34" fmla="*/ 136634 w 1744717"/>
              <a:gd name="connsiteY34" fmla="*/ 2154621 h 2399987"/>
              <a:gd name="connsiteX35" fmla="*/ 157655 w 1744717"/>
              <a:gd name="connsiteY35" fmla="*/ 2186152 h 2399987"/>
              <a:gd name="connsiteX36" fmla="*/ 262758 w 1744717"/>
              <a:gd name="connsiteY36" fmla="*/ 2249214 h 2399987"/>
              <a:gd name="connsiteX37" fmla="*/ 294289 w 1744717"/>
              <a:gd name="connsiteY37" fmla="*/ 2270235 h 2399987"/>
              <a:gd name="connsiteX38" fmla="*/ 357351 w 1744717"/>
              <a:gd name="connsiteY38" fmla="*/ 2291256 h 2399987"/>
              <a:gd name="connsiteX39" fmla="*/ 1397875 w 1744717"/>
              <a:gd name="connsiteY39" fmla="*/ 2249214 h 2399987"/>
              <a:gd name="connsiteX40" fmla="*/ 1418896 w 1744717"/>
              <a:gd name="connsiteY40" fmla="*/ 2207173 h 2399987"/>
              <a:gd name="connsiteX41" fmla="*/ 1439917 w 1744717"/>
              <a:gd name="connsiteY41" fmla="*/ 2175642 h 2399987"/>
              <a:gd name="connsiteX42" fmla="*/ 1471448 w 1744717"/>
              <a:gd name="connsiteY42" fmla="*/ 2102069 h 2399987"/>
              <a:gd name="connsiteX43" fmla="*/ 1502979 w 1744717"/>
              <a:gd name="connsiteY43" fmla="*/ 2028497 h 2399987"/>
              <a:gd name="connsiteX44" fmla="*/ 1524000 w 1744717"/>
              <a:gd name="connsiteY44" fmla="*/ 1965435 h 2399987"/>
              <a:gd name="connsiteX45" fmla="*/ 1566041 w 1744717"/>
              <a:gd name="connsiteY45" fmla="*/ 1902373 h 2399987"/>
              <a:gd name="connsiteX46" fmla="*/ 1576551 w 1744717"/>
              <a:gd name="connsiteY46" fmla="*/ 1870842 h 2399987"/>
              <a:gd name="connsiteX47" fmla="*/ 1618593 w 1744717"/>
              <a:gd name="connsiteY47" fmla="*/ 1807780 h 2399987"/>
              <a:gd name="connsiteX48" fmla="*/ 1639613 w 1744717"/>
              <a:gd name="connsiteY48" fmla="*/ 1776249 h 2399987"/>
              <a:gd name="connsiteX49" fmla="*/ 1660634 w 1744717"/>
              <a:gd name="connsiteY49" fmla="*/ 1744718 h 2399987"/>
              <a:gd name="connsiteX50" fmla="*/ 1681655 w 1744717"/>
              <a:gd name="connsiteY50" fmla="*/ 1713187 h 2399987"/>
              <a:gd name="connsiteX51" fmla="*/ 1713186 w 1744717"/>
              <a:gd name="connsiteY51" fmla="*/ 1618594 h 2399987"/>
              <a:gd name="connsiteX52" fmla="*/ 1723696 w 1744717"/>
              <a:gd name="connsiteY52" fmla="*/ 1587063 h 2399987"/>
              <a:gd name="connsiteX53" fmla="*/ 1744717 w 1744717"/>
              <a:gd name="connsiteY53" fmla="*/ 1513490 h 2399987"/>
              <a:gd name="connsiteX54" fmla="*/ 1734206 w 1744717"/>
              <a:gd name="connsiteY54" fmla="*/ 1439918 h 2399987"/>
              <a:gd name="connsiteX55" fmla="*/ 1681655 w 1744717"/>
              <a:gd name="connsiteY55" fmla="*/ 1376856 h 2399987"/>
              <a:gd name="connsiteX56" fmla="*/ 1660634 w 1744717"/>
              <a:gd name="connsiteY56" fmla="*/ 1345325 h 2399987"/>
              <a:gd name="connsiteX57" fmla="*/ 1650124 w 1744717"/>
              <a:gd name="connsiteY57" fmla="*/ 1313794 h 2399987"/>
              <a:gd name="connsiteX58" fmla="*/ 1587062 w 1744717"/>
              <a:gd name="connsiteY58" fmla="*/ 1250732 h 2399987"/>
              <a:gd name="connsiteX59" fmla="*/ 1545020 w 1744717"/>
              <a:gd name="connsiteY59" fmla="*/ 1187669 h 2399987"/>
              <a:gd name="connsiteX60" fmla="*/ 1524000 w 1744717"/>
              <a:gd name="connsiteY60" fmla="*/ 1156138 h 2399987"/>
              <a:gd name="connsiteX61" fmla="*/ 1429406 w 1744717"/>
              <a:gd name="connsiteY61" fmla="*/ 1072056 h 2399987"/>
              <a:gd name="connsiteX62" fmla="*/ 1366344 w 1744717"/>
              <a:gd name="connsiteY62" fmla="*/ 1019504 h 2399987"/>
              <a:gd name="connsiteX63" fmla="*/ 1345324 w 1744717"/>
              <a:gd name="connsiteY63" fmla="*/ 987973 h 2399987"/>
              <a:gd name="connsiteX64" fmla="*/ 1313793 w 1744717"/>
              <a:gd name="connsiteY64" fmla="*/ 956442 h 2399987"/>
              <a:gd name="connsiteX65" fmla="*/ 1303282 w 1744717"/>
              <a:gd name="connsiteY65" fmla="*/ 924911 h 2399987"/>
              <a:gd name="connsiteX66" fmla="*/ 1261241 w 1744717"/>
              <a:gd name="connsiteY66" fmla="*/ 861849 h 2399987"/>
              <a:gd name="connsiteX67" fmla="*/ 1208689 w 1744717"/>
              <a:gd name="connsiteY67" fmla="*/ 704194 h 2399987"/>
              <a:gd name="connsiteX68" fmla="*/ 1187669 w 1744717"/>
              <a:gd name="connsiteY68" fmla="*/ 641132 h 2399987"/>
              <a:gd name="connsiteX69" fmla="*/ 1177158 w 1744717"/>
              <a:gd name="connsiteY69" fmla="*/ 609600 h 2399987"/>
              <a:gd name="connsiteX70" fmla="*/ 1156137 w 1744717"/>
              <a:gd name="connsiteY70" fmla="*/ 578069 h 2399987"/>
              <a:gd name="connsiteX71" fmla="*/ 1135117 w 1744717"/>
              <a:gd name="connsiteY71" fmla="*/ 515007 h 2399987"/>
              <a:gd name="connsiteX72" fmla="*/ 1124606 w 1744717"/>
              <a:gd name="connsiteY72" fmla="*/ 483476 h 2399987"/>
              <a:gd name="connsiteX73" fmla="*/ 1103586 w 1744717"/>
              <a:gd name="connsiteY73" fmla="*/ 451945 h 2399987"/>
              <a:gd name="connsiteX74" fmla="*/ 1061544 w 1744717"/>
              <a:gd name="connsiteY74" fmla="*/ 378373 h 2399987"/>
              <a:gd name="connsiteX75" fmla="*/ 1030013 w 1744717"/>
              <a:gd name="connsiteY75" fmla="*/ 346842 h 2399987"/>
              <a:gd name="connsiteX76" fmla="*/ 956441 w 1744717"/>
              <a:gd name="connsiteY76" fmla="*/ 262759 h 2399987"/>
              <a:gd name="connsiteX77" fmla="*/ 914400 w 1744717"/>
              <a:gd name="connsiteY77" fmla="*/ 199697 h 2399987"/>
              <a:gd name="connsiteX78" fmla="*/ 819806 w 1744717"/>
              <a:gd name="connsiteY78" fmla="*/ 147145 h 2399987"/>
              <a:gd name="connsiteX79" fmla="*/ 777765 w 1744717"/>
              <a:gd name="connsiteY79" fmla="*/ 115614 h 2399987"/>
              <a:gd name="connsiteX80" fmla="*/ 746234 w 1744717"/>
              <a:gd name="connsiteY80" fmla="*/ 105104 h 2399987"/>
              <a:gd name="connsiteX81" fmla="*/ 651641 w 1744717"/>
              <a:gd name="connsiteY81" fmla="*/ 42042 h 2399987"/>
              <a:gd name="connsiteX82" fmla="*/ 620110 w 1744717"/>
              <a:gd name="connsiteY82" fmla="*/ 21021 h 2399987"/>
              <a:gd name="connsiteX83" fmla="*/ 588579 w 1744717"/>
              <a:gd name="connsiteY83" fmla="*/ 0 h 2399987"/>
              <a:gd name="connsiteX84" fmla="*/ 662151 w 1744717"/>
              <a:gd name="connsiteY84" fmla="*/ 21021 h 239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744717" h="2399987">
                <a:moveTo>
                  <a:pt x="662151" y="21021"/>
                </a:moveTo>
                <a:lnTo>
                  <a:pt x="662151" y="21021"/>
                </a:lnTo>
                <a:lnTo>
                  <a:pt x="557048" y="94594"/>
                </a:lnTo>
                <a:cubicBezTo>
                  <a:pt x="546662" y="101784"/>
                  <a:pt x="536027" y="108607"/>
                  <a:pt x="525517" y="115614"/>
                </a:cubicBezTo>
                <a:lnTo>
                  <a:pt x="462455" y="157656"/>
                </a:lnTo>
                <a:cubicBezTo>
                  <a:pt x="322485" y="250969"/>
                  <a:pt x="529931" y="116665"/>
                  <a:pt x="399393" y="189187"/>
                </a:cubicBezTo>
                <a:cubicBezTo>
                  <a:pt x="377309" y="201456"/>
                  <a:pt x="336331" y="231228"/>
                  <a:pt x="336331" y="231228"/>
                </a:cubicBezTo>
                <a:cubicBezTo>
                  <a:pt x="329324" y="241738"/>
                  <a:pt x="318565" y="250554"/>
                  <a:pt x="315310" y="262759"/>
                </a:cubicBezTo>
                <a:cubicBezTo>
                  <a:pt x="304328" y="303941"/>
                  <a:pt x="307767" y="348449"/>
                  <a:pt x="294289" y="388883"/>
                </a:cubicBezTo>
                <a:cubicBezTo>
                  <a:pt x="276077" y="443520"/>
                  <a:pt x="274354" y="444345"/>
                  <a:pt x="262758" y="525518"/>
                </a:cubicBezTo>
                <a:cubicBezTo>
                  <a:pt x="259255" y="550042"/>
                  <a:pt x="256680" y="574717"/>
                  <a:pt x="252248" y="599090"/>
                </a:cubicBezTo>
                <a:cubicBezTo>
                  <a:pt x="249664" y="613302"/>
                  <a:pt x="244321" y="626920"/>
                  <a:pt x="241737" y="641132"/>
                </a:cubicBezTo>
                <a:cubicBezTo>
                  <a:pt x="237305" y="665505"/>
                  <a:pt x="235658" y="690331"/>
                  <a:pt x="231227" y="714704"/>
                </a:cubicBezTo>
                <a:cubicBezTo>
                  <a:pt x="228643" y="728916"/>
                  <a:pt x="223301" y="742533"/>
                  <a:pt x="220717" y="756745"/>
                </a:cubicBezTo>
                <a:cubicBezTo>
                  <a:pt x="216285" y="781119"/>
                  <a:pt x="215064" y="806026"/>
                  <a:pt x="210206" y="830318"/>
                </a:cubicBezTo>
                <a:cubicBezTo>
                  <a:pt x="208033" y="841182"/>
                  <a:pt x="202740" y="851196"/>
                  <a:pt x="199696" y="861849"/>
                </a:cubicBezTo>
                <a:cubicBezTo>
                  <a:pt x="195728" y="875738"/>
                  <a:pt x="192320" y="889789"/>
                  <a:pt x="189186" y="903890"/>
                </a:cubicBezTo>
                <a:cubicBezTo>
                  <a:pt x="185311" y="921329"/>
                  <a:pt x="182550" y="939003"/>
                  <a:pt x="178675" y="956442"/>
                </a:cubicBezTo>
                <a:cubicBezTo>
                  <a:pt x="175541" y="970543"/>
                  <a:pt x="171298" y="984382"/>
                  <a:pt x="168165" y="998483"/>
                </a:cubicBezTo>
                <a:cubicBezTo>
                  <a:pt x="151255" y="1074579"/>
                  <a:pt x="165926" y="1026224"/>
                  <a:pt x="147144" y="1082566"/>
                </a:cubicBezTo>
                <a:cubicBezTo>
                  <a:pt x="142460" y="1110672"/>
                  <a:pt x="133468" y="1168805"/>
                  <a:pt x="126124" y="1198180"/>
                </a:cubicBezTo>
                <a:cubicBezTo>
                  <a:pt x="123437" y="1208928"/>
                  <a:pt x="118657" y="1219058"/>
                  <a:pt x="115613" y="1229711"/>
                </a:cubicBezTo>
                <a:cubicBezTo>
                  <a:pt x="111645" y="1243600"/>
                  <a:pt x="108236" y="1257651"/>
                  <a:pt x="105103" y="1271752"/>
                </a:cubicBezTo>
                <a:cubicBezTo>
                  <a:pt x="96907" y="1308635"/>
                  <a:pt x="89784" y="1350303"/>
                  <a:pt x="84082" y="1387366"/>
                </a:cubicBezTo>
                <a:cubicBezTo>
                  <a:pt x="80315" y="1411851"/>
                  <a:pt x="78003" y="1436565"/>
                  <a:pt x="73572" y="1460938"/>
                </a:cubicBezTo>
                <a:cubicBezTo>
                  <a:pt x="70988" y="1475150"/>
                  <a:pt x="66196" y="1488879"/>
                  <a:pt x="63062" y="1502980"/>
                </a:cubicBezTo>
                <a:cubicBezTo>
                  <a:pt x="59187" y="1520419"/>
                  <a:pt x="56426" y="1538093"/>
                  <a:pt x="52551" y="1555532"/>
                </a:cubicBezTo>
                <a:cubicBezTo>
                  <a:pt x="49417" y="1569633"/>
                  <a:pt x="44874" y="1583409"/>
                  <a:pt x="42041" y="1597573"/>
                </a:cubicBezTo>
                <a:cubicBezTo>
                  <a:pt x="37862" y="1618470"/>
                  <a:pt x="35710" y="1639738"/>
                  <a:pt x="31531" y="1660635"/>
                </a:cubicBezTo>
                <a:cubicBezTo>
                  <a:pt x="28698" y="1674799"/>
                  <a:pt x="24154" y="1688575"/>
                  <a:pt x="21020" y="1702676"/>
                </a:cubicBezTo>
                <a:cubicBezTo>
                  <a:pt x="11229" y="1746735"/>
                  <a:pt x="7604" y="1772666"/>
                  <a:pt x="0" y="1818290"/>
                </a:cubicBezTo>
                <a:cubicBezTo>
                  <a:pt x="3503" y="1905876"/>
                  <a:pt x="-2819" y="1994412"/>
                  <a:pt x="10510" y="2081049"/>
                </a:cubicBezTo>
                <a:cubicBezTo>
                  <a:pt x="12195" y="2091999"/>
                  <a:pt x="32356" y="2086179"/>
                  <a:pt x="42041" y="2091559"/>
                </a:cubicBezTo>
                <a:cubicBezTo>
                  <a:pt x="64125" y="2103828"/>
                  <a:pt x="84082" y="2119586"/>
                  <a:pt x="105103" y="2133600"/>
                </a:cubicBezTo>
                <a:lnTo>
                  <a:pt x="136634" y="2154621"/>
                </a:lnTo>
                <a:cubicBezTo>
                  <a:pt x="143641" y="2165131"/>
                  <a:pt x="148149" y="2177834"/>
                  <a:pt x="157655" y="2186152"/>
                </a:cubicBezTo>
                <a:cubicBezTo>
                  <a:pt x="206059" y="2228505"/>
                  <a:pt x="215295" y="2222093"/>
                  <a:pt x="262758" y="2249214"/>
                </a:cubicBezTo>
                <a:cubicBezTo>
                  <a:pt x="273726" y="2255481"/>
                  <a:pt x="282746" y="2265105"/>
                  <a:pt x="294289" y="2270235"/>
                </a:cubicBezTo>
                <a:cubicBezTo>
                  <a:pt x="314537" y="2279234"/>
                  <a:pt x="357351" y="2291256"/>
                  <a:pt x="357351" y="2291256"/>
                </a:cubicBezTo>
                <a:cubicBezTo>
                  <a:pt x="579508" y="2288966"/>
                  <a:pt x="1218448" y="2563212"/>
                  <a:pt x="1397875" y="2249214"/>
                </a:cubicBezTo>
                <a:cubicBezTo>
                  <a:pt x="1405648" y="2235611"/>
                  <a:pt x="1411122" y="2220776"/>
                  <a:pt x="1418896" y="2207173"/>
                </a:cubicBezTo>
                <a:cubicBezTo>
                  <a:pt x="1425163" y="2196205"/>
                  <a:pt x="1432910" y="2186152"/>
                  <a:pt x="1439917" y="2175642"/>
                </a:cubicBezTo>
                <a:cubicBezTo>
                  <a:pt x="1470090" y="2054945"/>
                  <a:pt x="1427899" y="2203684"/>
                  <a:pt x="1471448" y="2102069"/>
                </a:cubicBezTo>
                <a:cubicBezTo>
                  <a:pt x="1512170" y="2007051"/>
                  <a:pt x="1450204" y="2107658"/>
                  <a:pt x="1502979" y="2028497"/>
                </a:cubicBezTo>
                <a:cubicBezTo>
                  <a:pt x="1509986" y="2007476"/>
                  <a:pt x="1511709" y="1983871"/>
                  <a:pt x="1524000" y="1965435"/>
                </a:cubicBezTo>
                <a:lnTo>
                  <a:pt x="1566041" y="1902373"/>
                </a:lnTo>
                <a:cubicBezTo>
                  <a:pt x="1569544" y="1891863"/>
                  <a:pt x="1571171" y="1880527"/>
                  <a:pt x="1576551" y="1870842"/>
                </a:cubicBezTo>
                <a:cubicBezTo>
                  <a:pt x="1588820" y="1848757"/>
                  <a:pt x="1604579" y="1828801"/>
                  <a:pt x="1618593" y="1807780"/>
                </a:cubicBezTo>
                <a:lnTo>
                  <a:pt x="1639613" y="1776249"/>
                </a:lnTo>
                <a:lnTo>
                  <a:pt x="1660634" y="1744718"/>
                </a:lnTo>
                <a:lnTo>
                  <a:pt x="1681655" y="1713187"/>
                </a:lnTo>
                <a:lnTo>
                  <a:pt x="1713186" y="1618594"/>
                </a:lnTo>
                <a:cubicBezTo>
                  <a:pt x="1716689" y="1608084"/>
                  <a:pt x="1721009" y="1597811"/>
                  <a:pt x="1723696" y="1587063"/>
                </a:cubicBezTo>
                <a:cubicBezTo>
                  <a:pt x="1736893" y="1534273"/>
                  <a:pt x="1729638" y="1558725"/>
                  <a:pt x="1744717" y="1513490"/>
                </a:cubicBezTo>
                <a:cubicBezTo>
                  <a:pt x="1741213" y="1488966"/>
                  <a:pt x="1741324" y="1463646"/>
                  <a:pt x="1734206" y="1439918"/>
                </a:cubicBezTo>
                <a:cubicBezTo>
                  <a:pt x="1726866" y="1415452"/>
                  <a:pt x="1696319" y="1394452"/>
                  <a:pt x="1681655" y="1376856"/>
                </a:cubicBezTo>
                <a:cubicBezTo>
                  <a:pt x="1673568" y="1367152"/>
                  <a:pt x="1667641" y="1355835"/>
                  <a:pt x="1660634" y="1345325"/>
                </a:cubicBezTo>
                <a:cubicBezTo>
                  <a:pt x="1657131" y="1334815"/>
                  <a:pt x="1656926" y="1322539"/>
                  <a:pt x="1650124" y="1313794"/>
                </a:cubicBezTo>
                <a:cubicBezTo>
                  <a:pt x="1631873" y="1290328"/>
                  <a:pt x="1587062" y="1250732"/>
                  <a:pt x="1587062" y="1250732"/>
                </a:cubicBezTo>
                <a:cubicBezTo>
                  <a:pt x="1568590" y="1195317"/>
                  <a:pt x="1588760" y="1240157"/>
                  <a:pt x="1545020" y="1187669"/>
                </a:cubicBezTo>
                <a:cubicBezTo>
                  <a:pt x="1536933" y="1177965"/>
                  <a:pt x="1532392" y="1165579"/>
                  <a:pt x="1524000" y="1156138"/>
                </a:cubicBezTo>
                <a:cubicBezTo>
                  <a:pt x="1407191" y="1024728"/>
                  <a:pt x="1504714" y="1134812"/>
                  <a:pt x="1429406" y="1072056"/>
                </a:cubicBezTo>
                <a:cubicBezTo>
                  <a:pt x="1348472" y="1004612"/>
                  <a:pt x="1444636" y="1071700"/>
                  <a:pt x="1366344" y="1019504"/>
                </a:cubicBezTo>
                <a:cubicBezTo>
                  <a:pt x="1359337" y="1008994"/>
                  <a:pt x="1353411" y="997677"/>
                  <a:pt x="1345324" y="987973"/>
                </a:cubicBezTo>
                <a:cubicBezTo>
                  <a:pt x="1335808" y="976554"/>
                  <a:pt x="1322038" y="968809"/>
                  <a:pt x="1313793" y="956442"/>
                </a:cubicBezTo>
                <a:cubicBezTo>
                  <a:pt x="1307647" y="947224"/>
                  <a:pt x="1308662" y="934596"/>
                  <a:pt x="1303282" y="924911"/>
                </a:cubicBezTo>
                <a:cubicBezTo>
                  <a:pt x="1291013" y="902827"/>
                  <a:pt x="1261241" y="861849"/>
                  <a:pt x="1261241" y="861849"/>
                </a:cubicBezTo>
                <a:lnTo>
                  <a:pt x="1208689" y="704194"/>
                </a:lnTo>
                <a:lnTo>
                  <a:pt x="1187669" y="641132"/>
                </a:lnTo>
                <a:cubicBezTo>
                  <a:pt x="1184165" y="630621"/>
                  <a:pt x="1183304" y="618818"/>
                  <a:pt x="1177158" y="609600"/>
                </a:cubicBezTo>
                <a:lnTo>
                  <a:pt x="1156137" y="578069"/>
                </a:lnTo>
                <a:lnTo>
                  <a:pt x="1135117" y="515007"/>
                </a:lnTo>
                <a:cubicBezTo>
                  <a:pt x="1131614" y="504497"/>
                  <a:pt x="1130751" y="492694"/>
                  <a:pt x="1124606" y="483476"/>
                </a:cubicBezTo>
                <a:cubicBezTo>
                  <a:pt x="1117599" y="472966"/>
                  <a:pt x="1109853" y="462912"/>
                  <a:pt x="1103586" y="451945"/>
                </a:cubicBezTo>
                <a:cubicBezTo>
                  <a:pt x="1084896" y="419237"/>
                  <a:pt x="1084822" y="406307"/>
                  <a:pt x="1061544" y="378373"/>
                </a:cubicBezTo>
                <a:cubicBezTo>
                  <a:pt x="1052028" y="366954"/>
                  <a:pt x="1039138" y="358575"/>
                  <a:pt x="1030013" y="346842"/>
                </a:cubicBezTo>
                <a:cubicBezTo>
                  <a:pt x="963986" y="261950"/>
                  <a:pt x="1017482" y="303454"/>
                  <a:pt x="956441" y="262759"/>
                </a:cubicBezTo>
                <a:cubicBezTo>
                  <a:pt x="942427" y="241738"/>
                  <a:pt x="935421" y="213711"/>
                  <a:pt x="914400" y="199697"/>
                </a:cubicBezTo>
                <a:cubicBezTo>
                  <a:pt x="842119" y="151511"/>
                  <a:pt x="875304" y="165646"/>
                  <a:pt x="819806" y="147145"/>
                </a:cubicBezTo>
                <a:cubicBezTo>
                  <a:pt x="805792" y="136635"/>
                  <a:pt x="792974" y="124305"/>
                  <a:pt x="777765" y="115614"/>
                </a:cubicBezTo>
                <a:cubicBezTo>
                  <a:pt x="768146" y="110117"/>
                  <a:pt x="755919" y="110484"/>
                  <a:pt x="746234" y="105104"/>
                </a:cubicBezTo>
                <a:cubicBezTo>
                  <a:pt x="746224" y="105098"/>
                  <a:pt x="667411" y="52556"/>
                  <a:pt x="651641" y="42042"/>
                </a:cubicBezTo>
                <a:lnTo>
                  <a:pt x="620110" y="21021"/>
                </a:lnTo>
                <a:lnTo>
                  <a:pt x="588579" y="0"/>
                </a:lnTo>
                <a:lnTo>
                  <a:pt x="662151" y="2102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02E3071A-BA38-8748-BED7-EA515C370EDF}"/>
              </a:ext>
            </a:extLst>
          </p:cNvPr>
          <p:cNvSpPr/>
          <p:nvPr/>
        </p:nvSpPr>
        <p:spPr>
          <a:xfrm>
            <a:off x="3489434" y="3194819"/>
            <a:ext cx="476218" cy="452271"/>
          </a:xfrm>
          <a:custGeom>
            <a:avLst/>
            <a:gdLst>
              <a:gd name="connsiteX0" fmla="*/ 409904 w 476218"/>
              <a:gd name="connsiteY0" fmla="*/ 10836 h 452271"/>
              <a:gd name="connsiteX1" fmla="*/ 409904 w 476218"/>
              <a:gd name="connsiteY1" fmla="*/ 10836 h 452271"/>
              <a:gd name="connsiteX2" fmla="*/ 136635 w 476218"/>
              <a:gd name="connsiteY2" fmla="*/ 10836 h 452271"/>
              <a:gd name="connsiteX3" fmla="*/ 105104 w 476218"/>
              <a:gd name="connsiteY3" fmla="*/ 21347 h 452271"/>
              <a:gd name="connsiteX4" fmla="*/ 73573 w 476218"/>
              <a:gd name="connsiteY4" fmla="*/ 84409 h 452271"/>
              <a:gd name="connsiteX5" fmla="*/ 52552 w 476218"/>
              <a:gd name="connsiteY5" fmla="*/ 115940 h 452271"/>
              <a:gd name="connsiteX6" fmla="*/ 21021 w 476218"/>
              <a:gd name="connsiteY6" fmla="*/ 210533 h 452271"/>
              <a:gd name="connsiteX7" fmla="*/ 10511 w 476218"/>
              <a:gd name="connsiteY7" fmla="*/ 242064 h 452271"/>
              <a:gd name="connsiteX8" fmla="*/ 0 w 476218"/>
              <a:gd name="connsiteY8" fmla="*/ 273595 h 452271"/>
              <a:gd name="connsiteX9" fmla="*/ 10511 w 476218"/>
              <a:gd name="connsiteY9" fmla="*/ 357678 h 452271"/>
              <a:gd name="connsiteX10" fmla="*/ 73573 w 476218"/>
              <a:gd name="connsiteY10" fmla="*/ 399719 h 452271"/>
              <a:gd name="connsiteX11" fmla="*/ 168166 w 476218"/>
              <a:gd name="connsiteY11" fmla="*/ 431250 h 452271"/>
              <a:gd name="connsiteX12" fmla="*/ 199697 w 476218"/>
              <a:gd name="connsiteY12" fmla="*/ 441760 h 452271"/>
              <a:gd name="connsiteX13" fmla="*/ 241738 w 476218"/>
              <a:gd name="connsiteY13" fmla="*/ 452271 h 452271"/>
              <a:gd name="connsiteX14" fmla="*/ 357352 w 476218"/>
              <a:gd name="connsiteY14" fmla="*/ 431250 h 452271"/>
              <a:gd name="connsiteX15" fmla="*/ 388883 w 476218"/>
              <a:gd name="connsiteY15" fmla="*/ 399719 h 452271"/>
              <a:gd name="connsiteX16" fmla="*/ 451945 w 476218"/>
              <a:gd name="connsiteY16" fmla="*/ 368188 h 452271"/>
              <a:gd name="connsiteX17" fmla="*/ 462456 w 476218"/>
              <a:gd name="connsiteY17" fmla="*/ 168491 h 452271"/>
              <a:gd name="connsiteX18" fmla="*/ 451945 w 476218"/>
              <a:gd name="connsiteY18" fmla="*/ 136960 h 452271"/>
              <a:gd name="connsiteX19" fmla="*/ 409904 w 476218"/>
              <a:gd name="connsiteY19" fmla="*/ 73898 h 452271"/>
              <a:gd name="connsiteX20" fmla="*/ 388883 w 476218"/>
              <a:gd name="connsiteY20" fmla="*/ 42367 h 452271"/>
              <a:gd name="connsiteX21" fmla="*/ 409904 w 476218"/>
              <a:gd name="connsiteY21" fmla="*/ 10836 h 452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76218" h="452271">
                <a:moveTo>
                  <a:pt x="409904" y="10836"/>
                </a:moveTo>
                <a:lnTo>
                  <a:pt x="409904" y="10836"/>
                </a:lnTo>
                <a:cubicBezTo>
                  <a:pt x="272113" y="-646"/>
                  <a:pt x="282341" y="-6306"/>
                  <a:pt x="136635" y="10836"/>
                </a:cubicBezTo>
                <a:cubicBezTo>
                  <a:pt x="125632" y="12130"/>
                  <a:pt x="115614" y="17843"/>
                  <a:pt x="105104" y="21347"/>
                </a:cubicBezTo>
                <a:cubicBezTo>
                  <a:pt x="44860" y="111711"/>
                  <a:pt x="117088" y="-2620"/>
                  <a:pt x="73573" y="84409"/>
                </a:cubicBezTo>
                <a:cubicBezTo>
                  <a:pt x="67924" y="95707"/>
                  <a:pt x="59559" y="105430"/>
                  <a:pt x="52552" y="115940"/>
                </a:cubicBezTo>
                <a:lnTo>
                  <a:pt x="21021" y="210533"/>
                </a:lnTo>
                <a:lnTo>
                  <a:pt x="10511" y="242064"/>
                </a:lnTo>
                <a:lnTo>
                  <a:pt x="0" y="273595"/>
                </a:lnTo>
                <a:cubicBezTo>
                  <a:pt x="3504" y="301623"/>
                  <a:pt x="-3721" y="333280"/>
                  <a:pt x="10511" y="357678"/>
                </a:cubicBezTo>
                <a:cubicBezTo>
                  <a:pt x="23241" y="379500"/>
                  <a:pt x="49606" y="391730"/>
                  <a:pt x="73573" y="399719"/>
                </a:cubicBezTo>
                <a:lnTo>
                  <a:pt x="168166" y="431250"/>
                </a:lnTo>
                <a:cubicBezTo>
                  <a:pt x="178676" y="434753"/>
                  <a:pt x="188949" y="439073"/>
                  <a:pt x="199697" y="441760"/>
                </a:cubicBezTo>
                <a:lnTo>
                  <a:pt x="241738" y="452271"/>
                </a:lnTo>
                <a:cubicBezTo>
                  <a:pt x="245298" y="451826"/>
                  <a:pt x="334920" y="446205"/>
                  <a:pt x="357352" y="431250"/>
                </a:cubicBezTo>
                <a:cubicBezTo>
                  <a:pt x="369720" y="423005"/>
                  <a:pt x="377464" y="409235"/>
                  <a:pt x="388883" y="399719"/>
                </a:cubicBezTo>
                <a:cubicBezTo>
                  <a:pt x="416050" y="377080"/>
                  <a:pt x="420343" y="378722"/>
                  <a:pt x="451945" y="368188"/>
                </a:cubicBezTo>
                <a:cubicBezTo>
                  <a:pt x="484719" y="269868"/>
                  <a:pt x="480216" y="310568"/>
                  <a:pt x="462456" y="168491"/>
                </a:cubicBezTo>
                <a:cubicBezTo>
                  <a:pt x="461082" y="157498"/>
                  <a:pt x="457325" y="146645"/>
                  <a:pt x="451945" y="136960"/>
                </a:cubicBezTo>
                <a:cubicBezTo>
                  <a:pt x="439676" y="114876"/>
                  <a:pt x="423918" y="94919"/>
                  <a:pt x="409904" y="73898"/>
                </a:cubicBezTo>
                <a:lnTo>
                  <a:pt x="388883" y="42367"/>
                </a:lnTo>
                <a:cubicBezTo>
                  <a:pt x="376806" y="6136"/>
                  <a:pt x="406401" y="16091"/>
                  <a:pt x="409904" y="10836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B5F9AECF-1E49-8B41-B968-04248E2B4480}"/>
              </a:ext>
            </a:extLst>
          </p:cNvPr>
          <p:cNvSpPr/>
          <p:nvPr/>
        </p:nvSpPr>
        <p:spPr>
          <a:xfrm>
            <a:off x="2842233" y="4361793"/>
            <a:ext cx="563119" cy="620110"/>
          </a:xfrm>
          <a:custGeom>
            <a:avLst/>
            <a:gdLst>
              <a:gd name="connsiteX0" fmla="*/ 394953 w 563119"/>
              <a:gd name="connsiteY0" fmla="*/ 0 h 620110"/>
              <a:gd name="connsiteX1" fmla="*/ 394953 w 563119"/>
              <a:gd name="connsiteY1" fmla="*/ 0 h 620110"/>
              <a:gd name="connsiteX2" fmla="*/ 216277 w 563119"/>
              <a:gd name="connsiteY2" fmla="*/ 31531 h 620110"/>
              <a:gd name="connsiteX3" fmla="*/ 121684 w 563119"/>
              <a:gd name="connsiteY3" fmla="*/ 73573 h 620110"/>
              <a:gd name="connsiteX4" fmla="*/ 48112 w 563119"/>
              <a:gd name="connsiteY4" fmla="*/ 168166 h 620110"/>
              <a:gd name="connsiteX5" fmla="*/ 27091 w 563119"/>
              <a:gd name="connsiteY5" fmla="*/ 199697 h 620110"/>
              <a:gd name="connsiteX6" fmla="*/ 16581 w 563119"/>
              <a:gd name="connsiteY6" fmla="*/ 462455 h 620110"/>
              <a:gd name="connsiteX7" fmla="*/ 48112 w 563119"/>
              <a:gd name="connsiteY7" fmla="*/ 525517 h 620110"/>
              <a:gd name="connsiteX8" fmla="*/ 111174 w 563119"/>
              <a:gd name="connsiteY8" fmla="*/ 567559 h 620110"/>
              <a:gd name="connsiteX9" fmla="*/ 142705 w 563119"/>
              <a:gd name="connsiteY9" fmla="*/ 588579 h 620110"/>
              <a:gd name="connsiteX10" fmla="*/ 205767 w 563119"/>
              <a:gd name="connsiteY10" fmla="*/ 609600 h 620110"/>
              <a:gd name="connsiteX11" fmla="*/ 237298 w 563119"/>
              <a:gd name="connsiteY11" fmla="*/ 620110 h 620110"/>
              <a:gd name="connsiteX12" fmla="*/ 447505 w 563119"/>
              <a:gd name="connsiteY12" fmla="*/ 609600 h 620110"/>
              <a:gd name="connsiteX13" fmla="*/ 479036 w 563119"/>
              <a:gd name="connsiteY13" fmla="*/ 599090 h 620110"/>
              <a:gd name="connsiteX14" fmla="*/ 542098 w 563119"/>
              <a:gd name="connsiteY14" fmla="*/ 472966 h 620110"/>
              <a:gd name="connsiteX15" fmla="*/ 552608 w 563119"/>
              <a:gd name="connsiteY15" fmla="*/ 441435 h 620110"/>
              <a:gd name="connsiteX16" fmla="*/ 563119 w 563119"/>
              <a:gd name="connsiteY16" fmla="*/ 367862 h 620110"/>
              <a:gd name="connsiteX17" fmla="*/ 531588 w 563119"/>
              <a:gd name="connsiteY17" fmla="*/ 220717 h 620110"/>
              <a:gd name="connsiteX18" fmla="*/ 510567 w 563119"/>
              <a:gd name="connsiteY18" fmla="*/ 157655 h 620110"/>
              <a:gd name="connsiteX19" fmla="*/ 489546 w 563119"/>
              <a:gd name="connsiteY19" fmla="*/ 94593 h 620110"/>
              <a:gd name="connsiteX20" fmla="*/ 479036 w 563119"/>
              <a:gd name="connsiteY20" fmla="*/ 63062 h 620110"/>
              <a:gd name="connsiteX21" fmla="*/ 426484 w 563119"/>
              <a:gd name="connsiteY21" fmla="*/ 21021 h 620110"/>
              <a:gd name="connsiteX22" fmla="*/ 394953 w 563119"/>
              <a:gd name="connsiteY22" fmla="*/ 0 h 62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63119" h="620110">
                <a:moveTo>
                  <a:pt x="394953" y="0"/>
                </a:moveTo>
                <a:lnTo>
                  <a:pt x="394953" y="0"/>
                </a:lnTo>
                <a:cubicBezTo>
                  <a:pt x="318945" y="8445"/>
                  <a:pt x="288065" y="7601"/>
                  <a:pt x="216277" y="31531"/>
                </a:cubicBezTo>
                <a:cubicBezTo>
                  <a:pt x="170446" y="46808"/>
                  <a:pt x="154996" y="45813"/>
                  <a:pt x="121684" y="73573"/>
                </a:cubicBezTo>
                <a:cubicBezTo>
                  <a:pt x="84637" y="104446"/>
                  <a:pt x="77411" y="124218"/>
                  <a:pt x="48112" y="168166"/>
                </a:cubicBezTo>
                <a:lnTo>
                  <a:pt x="27091" y="199697"/>
                </a:lnTo>
                <a:cubicBezTo>
                  <a:pt x="-12792" y="319343"/>
                  <a:pt x="-1766" y="260645"/>
                  <a:pt x="16581" y="462455"/>
                </a:cubicBezTo>
                <a:cubicBezTo>
                  <a:pt x="18155" y="479764"/>
                  <a:pt x="35689" y="514647"/>
                  <a:pt x="48112" y="525517"/>
                </a:cubicBezTo>
                <a:cubicBezTo>
                  <a:pt x="67125" y="542153"/>
                  <a:pt x="90153" y="553545"/>
                  <a:pt x="111174" y="567559"/>
                </a:cubicBezTo>
                <a:cubicBezTo>
                  <a:pt x="121684" y="574566"/>
                  <a:pt x="130722" y="584584"/>
                  <a:pt x="142705" y="588579"/>
                </a:cubicBezTo>
                <a:lnTo>
                  <a:pt x="205767" y="609600"/>
                </a:lnTo>
                <a:lnTo>
                  <a:pt x="237298" y="620110"/>
                </a:lnTo>
                <a:cubicBezTo>
                  <a:pt x="307367" y="616607"/>
                  <a:pt x="377612" y="615677"/>
                  <a:pt x="447505" y="609600"/>
                </a:cubicBezTo>
                <a:cubicBezTo>
                  <a:pt x="458542" y="608640"/>
                  <a:pt x="471202" y="606924"/>
                  <a:pt x="479036" y="599090"/>
                </a:cubicBezTo>
                <a:cubicBezTo>
                  <a:pt x="519784" y="558342"/>
                  <a:pt x="525002" y="524254"/>
                  <a:pt x="542098" y="472966"/>
                </a:cubicBezTo>
                <a:lnTo>
                  <a:pt x="552608" y="441435"/>
                </a:lnTo>
                <a:cubicBezTo>
                  <a:pt x="556112" y="416911"/>
                  <a:pt x="563119" y="392635"/>
                  <a:pt x="563119" y="367862"/>
                </a:cubicBezTo>
                <a:cubicBezTo>
                  <a:pt x="563119" y="301575"/>
                  <a:pt x="551138" y="279368"/>
                  <a:pt x="531588" y="220717"/>
                </a:cubicBezTo>
                <a:lnTo>
                  <a:pt x="510567" y="157655"/>
                </a:lnTo>
                <a:lnTo>
                  <a:pt x="489546" y="94593"/>
                </a:lnTo>
                <a:cubicBezTo>
                  <a:pt x="486043" y="84083"/>
                  <a:pt x="485181" y="72280"/>
                  <a:pt x="479036" y="63062"/>
                </a:cubicBezTo>
                <a:cubicBezTo>
                  <a:pt x="453815" y="25230"/>
                  <a:pt x="468293" y="32967"/>
                  <a:pt x="426484" y="21021"/>
                </a:cubicBezTo>
                <a:cubicBezTo>
                  <a:pt x="412595" y="17053"/>
                  <a:pt x="400208" y="3503"/>
                  <a:pt x="394953" y="0"/>
                </a:cubicBezTo>
                <a:close/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任意形状 10">
            <a:extLst>
              <a:ext uri="{FF2B5EF4-FFF2-40B4-BE49-F238E27FC236}">
                <a16:creationId xmlns:a16="http://schemas.microsoft.com/office/drawing/2014/main" id="{2A13595B-2449-9F4B-A470-694E423D5ABC}"/>
              </a:ext>
            </a:extLst>
          </p:cNvPr>
          <p:cNvSpPr/>
          <p:nvPr/>
        </p:nvSpPr>
        <p:spPr>
          <a:xfrm>
            <a:off x="3405352" y="4456386"/>
            <a:ext cx="1150168" cy="1755228"/>
          </a:xfrm>
          <a:custGeom>
            <a:avLst/>
            <a:gdLst>
              <a:gd name="connsiteX0" fmla="*/ 515007 w 1150168"/>
              <a:gd name="connsiteY0" fmla="*/ 0 h 1755228"/>
              <a:gd name="connsiteX1" fmla="*/ 515007 w 1150168"/>
              <a:gd name="connsiteY1" fmla="*/ 0 h 1755228"/>
              <a:gd name="connsiteX2" fmla="*/ 483476 w 1150168"/>
              <a:gd name="connsiteY2" fmla="*/ 94593 h 1755228"/>
              <a:gd name="connsiteX3" fmla="*/ 462455 w 1150168"/>
              <a:gd name="connsiteY3" fmla="*/ 126124 h 1755228"/>
              <a:gd name="connsiteX4" fmla="*/ 451945 w 1150168"/>
              <a:gd name="connsiteY4" fmla="*/ 168166 h 1755228"/>
              <a:gd name="connsiteX5" fmla="*/ 420414 w 1150168"/>
              <a:gd name="connsiteY5" fmla="*/ 220717 h 1755228"/>
              <a:gd name="connsiteX6" fmla="*/ 399393 w 1150168"/>
              <a:gd name="connsiteY6" fmla="*/ 262759 h 1755228"/>
              <a:gd name="connsiteX7" fmla="*/ 346841 w 1150168"/>
              <a:gd name="connsiteY7" fmla="*/ 378373 h 1755228"/>
              <a:gd name="connsiteX8" fmla="*/ 315310 w 1150168"/>
              <a:gd name="connsiteY8" fmla="*/ 420414 h 1755228"/>
              <a:gd name="connsiteX9" fmla="*/ 294289 w 1150168"/>
              <a:gd name="connsiteY9" fmla="*/ 462455 h 1755228"/>
              <a:gd name="connsiteX10" fmla="*/ 283779 w 1150168"/>
              <a:gd name="connsiteY10" fmla="*/ 493986 h 1755228"/>
              <a:gd name="connsiteX11" fmla="*/ 241738 w 1150168"/>
              <a:gd name="connsiteY11" fmla="*/ 546538 h 1755228"/>
              <a:gd name="connsiteX12" fmla="*/ 210207 w 1150168"/>
              <a:gd name="connsiteY12" fmla="*/ 630621 h 1755228"/>
              <a:gd name="connsiteX13" fmla="*/ 199696 w 1150168"/>
              <a:gd name="connsiteY13" fmla="*/ 662152 h 1755228"/>
              <a:gd name="connsiteX14" fmla="*/ 178676 w 1150168"/>
              <a:gd name="connsiteY14" fmla="*/ 704193 h 1755228"/>
              <a:gd name="connsiteX15" fmla="*/ 147145 w 1150168"/>
              <a:gd name="connsiteY15" fmla="*/ 798786 h 1755228"/>
              <a:gd name="connsiteX16" fmla="*/ 136634 w 1150168"/>
              <a:gd name="connsiteY16" fmla="*/ 830317 h 1755228"/>
              <a:gd name="connsiteX17" fmla="*/ 115614 w 1150168"/>
              <a:gd name="connsiteY17" fmla="*/ 861848 h 1755228"/>
              <a:gd name="connsiteX18" fmla="*/ 94593 w 1150168"/>
              <a:gd name="connsiteY18" fmla="*/ 945931 h 1755228"/>
              <a:gd name="connsiteX19" fmla="*/ 84082 w 1150168"/>
              <a:gd name="connsiteY19" fmla="*/ 1008993 h 1755228"/>
              <a:gd name="connsiteX20" fmla="*/ 73572 w 1150168"/>
              <a:gd name="connsiteY20" fmla="*/ 1061545 h 1755228"/>
              <a:gd name="connsiteX21" fmla="*/ 63062 w 1150168"/>
              <a:gd name="connsiteY21" fmla="*/ 1135117 h 1755228"/>
              <a:gd name="connsiteX22" fmla="*/ 42041 w 1150168"/>
              <a:gd name="connsiteY22" fmla="*/ 1219200 h 1755228"/>
              <a:gd name="connsiteX23" fmla="*/ 21020 w 1150168"/>
              <a:gd name="connsiteY23" fmla="*/ 1345324 h 1755228"/>
              <a:gd name="connsiteX24" fmla="*/ 0 w 1150168"/>
              <a:gd name="connsiteY24" fmla="*/ 1460938 h 1755228"/>
              <a:gd name="connsiteX25" fmla="*/ 10510 w 1150168"/>
              <a:gd name="connsiteY25" fmla="*/ 1629104 h 1755228"/>
              <a:gd name="connsiteX26" fmla="*/ 84082 w 1150168"/>
              <a:gd name="connsiteY26" fmla="*/ 1702676 h 1755228"/>
              <a:gd name="connsiteX27" fmla="*/ 115614 w 1150168"/>
              <a:gd name="connsiteY27" fmla="*/ 1723697 h 1755228"/>
              <a:gd name="connsiteX28" fmla="*/ 231227 w 1150168"/>
              <a:gd name="connsiteY28" fmla="*/ 1744717 h 1755228"/>
              <a:gd name="connsiteX29" fmla="*/ 283779 w 1150168"/>
              <a:gd name="connsiteY29" fmla="*/ 1755228 h 1755228"/>
              <a:gd name="connsiteX30" fmla="*/ 861848 w 1150168"/>
              <a:gd name="connsiteY30" fmla="*/ 1744717 h 1755228"/>
              <a:gd name="connsiteX31" fmla="*/ 924910 w 1150168"/>
              <a:gd name="connsiteY31" fmla="*/ 1723697 h 1755228"/>
              <a:gd name="connsiteX32" fmla="*/ 956441 w 1150168"/>
              <a:gd name="connsiteY32" fmla="*/ 1713186 h 1755228"/>
              <a:gd name="connsiteX33" fmla="*/ 987972 w 1150168"/>
              <a:gd name="connsiteY33" fmla="*/ 1692166 h 1755228"/>
              <a:gd name="connsiteX34" fmla="*/ 1051034 w 1150168"/>
              <a:gd name="connsiteY34" fmla="*/ 1660635 h 1755228"/>
              <a:gd name="connsiteX35" fmla="*/ 1093076 w 1150168"/>
              <a:gd name="connsiteY35" fmla="*/ 1597573 h 1755228"/>
              <a:gd name="connsiteX36" fmla="*/ 1103586 w 1150168"/>
              <a:gd name="connsiteY36" fmla="*/ 1566042 h 1755228"/>
              <a:gd name="connsiteX37" fmla="*/ 1124607 w 1150168"/>
              <a:gd name="connsiteY37" fmla="*/ 1534511 h 1755228"/>
              <a:gd name="connsiteX38" fmla="*/ 1135117 w 1150168"/>
              <a:gd name="connsiteY38" fmla="*/ 1324304 h 1755228"/>
              <a:gd name="connsiteX39" fmla="*/ 1114096 w 1150168"/>
              <a:gd name="connsiteY39" fmla="*/ 1261242 h 1755228"/>
              <a:gd name="connsiteX40" fmla="*/ 1093076 w 1150168"/>
              <a:gd name="connsiteY40" fmla="*/ 1229711 h 1755228"/>
              <a:gd name="connsiteX41" fmla="*/ 1051034 w 1150168"/>
              <a:gd name="connsiteY41" fmla="*/ 1135117 h 1755228"/>
              <a:gd name="connsiteX42" fmla="*/ 1030014 w 1150168"/>
              <a:gd name="connsiteY42" fmla="*/ 1072055 h 1755228"/>
              <a:gd name="connsiteX43" fmla="*/ 1008993 w 1150168"/>
              <a:gd name="connsiteY43" fmla="*/ 1040524 h 1755228"/>
              <a:gd name="connsiteX44" fmla="*/ 998482 w 1150168"/>
              <a:gd name="connsiteY44" fmla="*/ 1008993 h 1755228"/>
              <a:gd name="connsiteX45" fmla="*/ 977462 w 1150168"/>
              <a:gd name="connsiteY45" fmla="*/ 977462 h 1755228"/>
              <a:gd name="connsiteX46" fmla="*/ 956441 w 1150168"/>
              <a:gd name="connsiteY46" fmla="*/ 914400 h 1755228"/>
              <a:gd name="connsiteX47" fmla="*/ 945931 w 1150168"/>
              <a:gd name="connsiteY47" fmla="*/ 882869 h 1755228"/>
              <a:gd name="connsiteX48" fmla="*/ 924910 w 1150168"/>
              <a:gd name="connsiteY48" fmla="*/ 851338 h 1755228"/>
              <a:gd name="connsiteX49" fmla="*/ 882869 w 1150168"/>
              <a:gd name="connsiteY49" fmla="*/ 725214 h 1755228"/>
              <a:gd name="connsiteX50" fmla="*/ 872358 w 1150168"/>
              <a:gd name="connsiteY50" fmla="*/ 693683 h 1755228"/>
              <a:gd name="connsiteX51" fmla="*/ 861848 w 1150168"/>
              <a:gd name="connsiteY51" fmla="*/ 662152 h 1755228"/>
              <a:gd name="connsiteX52" fmla="*/ 840827 w 1150168"/>
              <a:gd name="connsiteY52" fmla="*/ 630621 h 1755228"/>
              <a:gd name="connsiteX53" fmla="*/ 809296 w 1150168"/>
              <a:gd name="connsiteY53" fmla="*/ 536028 h 1755228"/>
              <a:gd name="connsiteX54" fmla="*/ 798786 w 1150168"/>
              <a:gd name="connsiteY54" fmla="*/ 504497 h 1755228"/>
              <a:gd name="connsiteX55" fmla="*/ 777765 w 1150168"/>
              <a:gd name="connsiteY55" fmla="*/ 472966 h 1755228"/>
              <a:gd name="connsiteX56" fmla="*/ 756745 w 1150168"/>
              <a:gd name="connsiteY56" fmla="*/ 409904 h 1755228"/>
              <a:gd name="connsiteX57" fmla="*/ 735724 w 1150168"/>
              <a:gd name="connsiteY57" fmla="*/ 325821 h 1755228"/>
              <a:gd name="connsiteX58" fmla="*/ 714703 w 1150168"/>
              <a:gd name="connsiteY58" fmla="*/ 262759 h 1755228"/>
              <a:gd name="connsiteX59" fmla="*/ 662151 w 1150168"/>
              <a:gd name="connsiteY59" fmla="*/ 168166 h 1755228"/>
              <a:gd name="connsiteX60" fmla="*/ 630620 w 1150168"/>
              <a:gd name="connsiteY60" fmla="*/ 147145 h 1755228"/>
              <a:gd name="connsiteX61" fmla="*/ 609600 w 1150168"/>
              <a:gd name="connsiteY61" fmla="*/ 115614 h 1755228"/>
              <a:gd name="connsiteX62" fmla="*/ 546538 w 1150168"/>
              <a:gd name="connsiteY62" fmla="*/ 94593 h 1755228"/>
              <a:gd name="connsiteX63" fmla="*/ 515007 w 1150168"/>
              <a:gd name="connsiteY63" fmla="*/ 84083 h 1755228"/>
              <a:gd name="connsiteX64" fmla="*/ 504496 w 1150168"/>
              <a:gd name="connsiteY64" fmla="*/ 73573 h 1755228"/>
              <a:gd name="connsiteX65" fmla="*/ 504496 w 1150168"/>
              <a:gd name="connsiteY65" fmla="*/ 73573 h 1755228"/>
              <a:gd name="connsiteX66" fmla="*/ 504496 w 1150168"/>
              <a:gd name="connsiteY66" fmla="*/ 73573 h 1755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150168" h="1755228">
                <a:moveTo>
                  <a:pt x="515007" y="0"/>
                </a:moveTo>
                <a:lnTo>
                  <a:pt x="515007" y="0"/>
                </a:lnTo>
                <a:cubicBezTo>
                  <a:pt x="504497" y="31531"/>
                  <a:pt x="496259" y="63913"/>
                  <a:pt x="483476" y="94593"/>
                </a:cubicBezTo>
                <a:cubicBezTo>
                  <a:pt x="478618" y="106253"/>
                  <a:pt x="467431" y="114513"/>
                  <a:pt x="462455" y="126124"/>
                </a:cubicBezTo>
                <a:cubicBezTo>
                  <a:pt x="456765" y="139401"/>
                  <a:pt x="457812" y="154966"/>
                  <a:pt x="451945" y="168166"/>
                </a:cubicBezTo>
                <a:cubicBezTo>
                  <a:pt x="443648" y="186834"/>
                  <a:pt x="430335" y="202860"/>
                  <a:pt x="420414" y="220717"/>
                </a:cubicBezTo>
                <a:cubicBezTo>
                  <a:pt x="412805" y="234413"/>
                  <a:pt x="405565" y="248358"/>
                  <a:pt x="399393" y="262759"/>
                </a:cubicBezTo>
                <a:cubicBezTo>
                  <a:pt x="364653" y="343818"/>
                  <a:pt x="434338" y="228378"/>
                  <a:pt x="346841" y="378373"/>
                </a:cubicBezTo>
                <a:cubicBezTo>
                  <a:pt x="338015" y="393504"/>
                  <a:pt x="324594" y="405560"/>
                  <a:pt x="315310" y="420414"/>
                </a:cubicBezTo>
                <a:cubicBezTo>
                  <a:pt x="307006" y="433700"/>
                  <a:pt x="300461" y="448054"/>
                  <a:pt x="294289" y="462455"/>
                </a:cubicBezTo>
                <a:cubicBezTo>
                  <a:pt x="289925" y="472638"/>
                  <a:pt x="289651" y="484591"/>
                  <a:pt x="283779" y="493986"/>
                </a:cubicBezTo>
                <a:cubicBezTo>
                  <a:pt x="271890" y="513009"/>
                  <a:pt x="255752" y="529021"/>
                  <a:pt x="241738" y="546538"/>
                </a:cubicBezTo>
                <a:cubicBezTo>
                  <a:pt x="222360" y="624046"/>
                  <a:pt x="243183" y="553678"/>
                  <a:pt x="210207" y="630621"/>
                </a:cubicBezTo>
                <a:cubicBezTo>
                  <a:pt x="205843" y="640804"/>
                  <a:pt x="204060" y="651969"/>
                  <a:pt x="199696" y="662152"/>
                </a:cubicBezTo>
                <a:cubicBezTo>
                  <a:pt x="193524" y="676553"/>
                  <a:pt x="184495" y="689646"/>
                  <a:pt x="178676" y="704193"/>
                </a:cubicBezTo>
                <a:cubicBezTo>
                  <a:pt x="178666" y="704218"/>
                  <a:pt x="152405" y="783008"/>
                  <a:pt x="147145" y="798786"/>
                </a:cubicBezTo>
                <a:cubicBezTo>
                  <a:pt x="143641" y="809296"/>
                  <a:pt x="142779" y="821099"/>
                  <a:pt x="136634" y="830317"/>
                </a:cubicBezTo>
                <a:lnTo>
                  <a:pt x="115614" y="861848"/>
                </a:lnTo>
                <a:cubicBezTo>
                  <a:pt x="108607" y="889876"/>
                  <a:pt x="99343" y="917434"/>
                  <a:pt x="94593" y="945931"/>
                </a:cubicBezTo>
                <a:cubicBezTo>
                  <a:pt x="91089" y="966952"/>
                  <a:pt x="87894" y="988026"/>
                  <a:pt x="84082" y="1008993"/>
                </a:cubicBezTo>
                <a:cubicBezTo>
                  <a:pt x="80886" y="1026569"/>
                  <a:pt x="76509" y="1043924"/>
                  <a:pt x="73572" y="1061545"/>
                </a:cubicBezTo>
                <a:cubicBezTo>
                  <a:pt x="69499" y="1085981"/>
                  <a:pt x="67920" y="1110825"/>
                  <a:pt x="63062" y="1135117"/>
                </a:cubicBezTo>
                <a:cubicBezTo>
                  <a:pt x="57396" y="1163446"/>
                  <a:pt x="46791" y="1190703"/>
                  <a:pt x="42041" y="1219200"/>
                </a:cubicBezTo>
                <a:cubicBezTo>
                  <a:pt x="35034" y="1261241"/>
                  <a:pt x="29378" y="1303530"/>
                  <a:pt x="21020" y="1345324"/>
                </a:cubicBezTo>
                <a:cubicBezTo>
                  <a:pt x="6331" y="1418773"/>
                  <a:pt x="13447" y="1380255"/>
                  <a:pt x="0" y="1460938"/>
                </a:cubicBezTo>
                <a:cubicBezTo>
                  <a:pt x="3503" y="1516993"/>
                  <a:pt x="4631" y="1573248"/>
                  <a:pt x="10510" y="1629104"/>
                </a:cubicBezTo>
                <a:cubicBezTo>
                  <a:pt x="15397" y="1675527"/>
                  <a:pt x="42843" y="1675183"/>
                  <a:pt x="84082" y="1702676"/>
                </a:cubicBezTo>
                <a:cubicBezTo>
                  <a:pt x="94593" y="1709683"/>
                  <a:pt x="103227" y="1721220"/>
                  <a:pt x="115614" y="1723697"/>
                </a:cubicBezTo>
                <a:cubicBezTo>
                  <a:pt x="245471" y="1749668"/>
                  <a:pt x="83252" y="1717812"/>
                  <a:pt x="231227" y="1744717"/>
                </a:cubicBezTo>
                <a:cubicBezTo>
                  <a:pt x="248803" y="1747913"/>
                  <a:pt x="266262" y="1751724"/>
                  <a:pt x="283779" y="1755228"/>
                </a:cubicBezTo>
                <a:cubicBezTo>
                  <a:pt x="476469" y="1751724"/>
                  <a:pt x="669359" y="1754184"/>
                  <a:pt x="861848" y="1744717"/>
                </a:cubicBezTo>
                <a:cubicBezTo>
                  <a:pt x="883979" y="1743629"/>
                  <a:pt x="903889" y="1730704"/>
                  <a:pt x="924910" y="1723697"/>
                </a:cubicBezTo>
                <a:cubicBezTo>
                  <a:pt x="935420" y="1720194"/>
                  <a:pt x="947223" y="1719331"/>
                  <a:pt x="956441" y="1713186"/>
                </a:cubicBezTo>
                <a:cubicBezTo>
                  <a:pt x="966951" y="1706179"/>
                  <a:pt x="976674" y="1697815"/>
                  <a:pt x="987972" y="1692166"/>
                </a:cubicBezTo>
                <a:cubicBezTo>
                  <a:pt x="1075001" y="1648652"/>
                  <a:pt x="960671" y="1720875"/>
                  <a:pt x="1051034" y="1660635"/>
                </a:cubicBezTo>
                <a:cubicBezTo>
                  <a:pt x="1076028" y="1585659"/>
                  <a:pt x="1040587" y="1676307"/>
                  <a:pt x="1093076" y="1597573"/>
                </a:cubicBezTo>
                <a:cubicBezTo>
                  <a:pt x="1099221" y="1588355"/>
                  <a:pt x="1098631" y="1575951"/>
                  <a:pt x="1103586" y="1566042"/>
                </a:cubicBezTo>
                <a:cubicBezTo>
                  <a:pt x="1109235" y="1554744"/>
                  <a:pt x="1117600" y="1545021"/>
                  <a:pt x="1124607" y="1534511"/>
                </a:cubicBezTo>
                <a:cubicBezTo>
                  <a:pt x="1157044" y="1437197"/>
                  <a:pt x="1156377" y="1466035"/>
                  <a:pt x="1135117" y="1324304"/>
                </a:cubicBezTo>
                <a:cubicBezTo>
                  <a:pt x="1131830" y="1302391"/>
                  <a:pt x="1126387" y="1279679"/>
                  <a:pt x="1114096" y="1261242"/>
                </a:cubicBezTo>
                <a:cubicBezTo>
                  <a:pt x="1107089" y="1250732"/>
                  <a:pt x="1098206" y="1241254"/>
                  <a:pt x="1093076" y="1229711"/>
                </a:cubicBezTo>
                <a:cubicBezTo>
                  <a:pt x="1043048" y="1117147"/>
                  <a:pt x="1098605" y="1206473"/>
                  <a:pt x="1051034" y="1135117"/>
                </a:cubicBezTo>
                <a:cubicBezTo>
                  <a:pt x="1044027" y="1114096"/>
                  <a:pt x="1042305" y="1090491"/>
                  <a:pt x="1030014" y="1072055"/>
                </a:cubicBezTo>
                <a:cubicBezTo>
                  <a:pt x="1023007" y="1061545"/>
                  <a:pt x="1014642" y="1051822"/>
                  <a:pt x="1008993" y="1040524"/>
                </a:cubicBezTo>
                <a:cubicBezTo>
                  <a:pt x="1004038" y="1030615"/>
                  <a:pt x="1003437" y="1018902"/>
                  <a:pt x="998482" y="1008993"/>
                </a:cubicBezTo>
                <a:cubicBezTo>
                  <a:pt x="992833" y="997695"/>
                  <a:pt x="982592" y="989005"/>
                  <a:pt x="977462" y="977462"/>
                </a:cubicBezTo>
                <a:cubicBezTo>
                  <a:pt x="968463" y="957214"/>
                  <a:pt x="963448" y="935421"/>
                  <a:pt x="956441" y="914400"/>
                </a:cubicBezTo>
                <a:cubicBezTo>
                  <a:pt x="952938" y="903890"/>
                  <a:pt x="952076" y="892087"/>
                  <a:pt x="945931" y="882869"/>
                </a:cubicBezTo>
                <a:lnTo>
                  <a:pt x="924910" y="851338"/>
                </a:lnTo>
                <a:lnTo>
                  <a:pt x="882869" y="725214"/>
                </a:lnTo>
                <a:lnTo>
                  <a:pt x="872358" y="693683"/>
                </a:lnTo>
                <a:cubicBezTo>
                  <a:pt x="868855" y="683173"/>
                  <a:pt x="867993" y="671370"/>
                  <a:pt x="861848" y="662152"/>
                </a:cubicBezTo>
                <a:lnTo>
                  <a:pt x="840827" y="630621"/>
                </a:lnTo>
                <a:lnTo>
                  <a:pt x="809296" y="536028"/>
                </a:lnTo>
                <a:cubicBezTo>
                  <a:pt x="805793" y="525518"/>
                  <a:pt x="804931" y="513715"/>
                  <a:pt x="798786" y="504497"/>
                </a:cubicBezTo>
                <a:lnTo>
                  <a:pt x="777765" y="472966"/>
                </a:lnTo>
                <a:cubicBezTo>
                  <a:pt x="770758" y="451945"/>
                  <a:pt x="762119" y="431400"/>
                  <a:pt x="756745" y="409904"/>
                </a:cubicBezTo>
                <a:cubicBezTo>
                  <a:pt x="749738" y="381876"/>
                  <a:pt x="744860" y="353229"/>
                  <a:pt x="735724" y="325821"/>
                </a:cubicBezTo>
                <a:lnTo>
                  <a:pt x="714703" y="262759"/>
                </a:lnTo>
                <a:cubicBezTo>
                  <a:pt x="703750" y="229900"/>
                  <a:pt x="693131" y="188820"/>
                  <a:pt x="662151" y="168166"/>
                </a:cubicBezTo>
                <a:lnTo>
                  <a:pt x="630620" y="147145"/>
                </a:lnTo>
                <a:cubicBezTo>
                  <a:pt x="623613" y="136635"/>
                  <a:pt x="620312" y="122309"/>
                  <a:pt x="609600" y="115614"/>
                </a:cubicBezTo>
                <a:cubicBezTo>
                  <a:pt x="590810" y="103870"/>
                  <a:pt x="567559" y="101600"/>
                  <a:pt x="546538" y="94593"/>
                </a:cubicBezTo>
                <a:cubicBezTo>
                  <a:pt x="536028" y="91090"/>
                  <a:pt x="522841" y="91917"/>
                  <a:pt x="515007" y="84083"/>
                </a:cubicBezTo>
                <a:lnTo>
                  <a:pt x="504496" y="73573"/>
                </a:lnTo>
                <a:lnTo>
                  <a:pt x="504496" y="73573"/>
                </a:lnTo>
                <a:lnTo>
                  <a:pt x="504496" y="73573"/>
                </a:lnTo>
              </a:path>
            </a:pathLst>
          </a:cu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(a)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前序遍历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中序遍历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42339" name="Oval 3"/>
          <p:cNvSpPr>
            <a:spLocks noChangeArrowheads="1"/>
          </p:cNvSpPr>
          <p:nvPr/>
        </p:nvSpPr>
        <p:spPr bwMode="auto">
          <a:xfrm>
            <a:off x="4343821" y="242133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0" name="Oval 4"/>
          <p:cNvSpPr>
            <a:spLocks noChangeArrowheads="1"/>
          </p:cNvSpPr>
          <p:nvPr/>
        </p:nvSpPr>
        <p:spPr bwMode="auto">
          <a:xfrm>
            <a:off x="3767559" y="357386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1" name="Oval 5"/>
          <p:cNvSpPr>
            <a:spLocks noChangeArrowheads="1"/>
          </p:cNvSpPr>
          <p:nvPr/>
        </p:nvSpPr>
        <p:spPr bwMode="auto">
          <a:xfrm>
            <a:off x="5135984" y="3645297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2" name="Oval 6"/>
          <p:cNvSpPr>
            <a:spLocks noChangeArrowheads="1"/>
          </p:cNvSpPr>
          <p:nvPr/>
        </p:nvSpPr>
        <p:spPr bwMode="auto">
          <a:xfrm>
            <a:off x="5639221" y="5013722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3" name="Oval 7"/>
          <p:cNvSpPr>
            <a:spLocks noChangeArrowheads="1"/>
          </p:cNvSpPr>
          <p:nvPr/>
        </p:nvSpPr>
        <p:spPr bwMode="auto">
          <a:xfrm>
            <a:off x="4847059" y="494228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4" name="Oval 8"/>
          <p:cNvSpPr>
            <a:spLocks noChangeArrowheads="1"/>
          </p:cNvSpPr>
          <p:nvPr/>
        </p:nvSpPr>
        <p:spPr bwMode="auto">
          <a:xfrm>
            <a:off x="3551659" y="623768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5" name="Oval 9"/>
          <p:cNvSpPr>
            <a:spLocks noChangeArrowheads="1"/>
          </p:cNvSpPr>
          <p:nvPr/>
        </p:nvSpPr>
        <p:spPr bwMode="auto">
          <a:xfrm>
            <a:off x="3191296" y="494228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6" name="Oval 10"/>
          <p:cNvSpPr>
            <a:spLocks noChangeArrowheads="1"/>
          </p:cNvSpPr>
          <p:nvPr/>
        </p:nvSpPr>
        <p:spPr bwMode="auto">
          <a:xfrm>
            <a:off x="3983459" y="494228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7" name="Oval 11"/>
          <p:cNvSpPr>
            <a:spLocks noChangeArrowheads="1"/>
          </p:cNvSpPr>
          <p:nvPr/>
        </p:nvSpPr>
        <p:spPr bwMode="auto">
          <a:xfrm>
            <a:off x="4415259" y="6166247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8" name="Line 12"/>
          <p:cNvSpPr>
            <a:spLocks noChangeShapeType="1"/>
          </p:cNvSpPr>
          <p:nvPr/>
        </p:nvSpPr>
        <p:spPr bwMode="auto">
          <a:xfrm flipH="1">
            <a:off x="3838996" y="2492772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4415259" y="2565797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 flipH="1">
            <a:off x="3264321" y="3645297"/>
            <a:ext cx="57467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1" name="Line 15"/>
          <p:cNvSpPr>
            <a:spLocks noChangeShapeType="1"/>
          </p:cNvSpPr>
          <p:nvPr/>
        </p:nvSpPr>
        <p:spPr bwMode="auto">
          <a:xfrm>
            <a:off x="3838996" y="3645297"/>
            <a:ext cx="2159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2" name="Line 16"/>
          <p:cNvSpPr>
            <a:spLocks noChangeShapeType="1"/>
          </p:cNvSpPr>
          <p:nvPr/>
        </p:nvSpPr>
        <p:spPr bwMode="auto">
          <a:xfrm flipH="1">
            <a:off x="4920084" y="3716735"/>
            <a:ext cx="287337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3" name="Line 17"/>
          <p:cNvSpPr>
            <a:spLocks noChangeShapeType="1"/>
          </p:cNvSpPr>
          <p:nvPr/>
        </p:nvSpPr>
        <p:spPr bwMode="auto">
          <a:xfrm>
            <a:off x="5207421" y="3716735"/>
            <a:ext cx="5048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4" name="Line 18"/>
          <p:cNvSpPr>
            <a:spLocks noChangeShapeType="1"/>
          </p:cNvSpPr>
          <p:nvPr/>
        </p:nvSpPr>
        <p:spPr bwMode="auto">
          <a:xfrm flipH="1">
            <a:off x="3623096" y="5013722"/>
            <a:ext cx="431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5" name="Line 19"/>
          <p:cNvSpPr>
            <a:spLocks noChangeShapeType="1"/>
          </p:cNvSpPr>
          <p:nvPr/>
        </p:nvSpPr>
        <p:spPr bwMode="auto">
          <a:xfrm>
            <a:off x="4054896" y="5013722"/>
            <a:ext cx="433388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23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673812"/>
              </p:ext>
            </p:extLst>
          </p:nvPr>
        </p:nvGraphicFramePr>
        <p:xfrm>
          <a:off x="4704184" y="2276872"/>
          <a:ext cx="35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66690" progId="Equation.3">
                  <p:embed/>
                </p:oleObj>
              </mc:Choice>
              <mc:Fallback>
                <p:oleObj name="Equation" r:id="rId2" imgW="47543" imgH="66690" progId="Equation.3">
                  <p:embed/>
                  <p:pic>
                    <p:nvPicPr>
                      <p:cNvPr id="1423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4184" y="2276872"/>
                        <a:ext cx="3556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602969"/>
              </p:ext>
            </p:extLst>
          </p:nvPr>
        </p:nvGraphicFramePr>
        <p:xfrm>
          <a:off x="3191296" y="3232547"/>
          <a:ext cx="3556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104760" progId="Equation.3">
                  <p:embed/>
                </p:oleObj>
              </mc:Choice>
              <mc:Fallback>
                <p:oleObj name="Equation" r:id="rId4" imgW="47543" imgH="104760" progId="Equation.3">
                  <p:embed/>
                  <p:pic>
                    <p:nvPicPr>
                      <p:cNvPr id="1423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296" y="3232547"/>
                        <a:ext cx="3556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206237"/>
              </p:ext>
            </p:extLst>
          </p:nvPr>
        </p:nvGraphicFramePr>
        <p:xfrm>
          <a:off x="5440784" y="3429397"/>
          <a:ext cx="3190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9" imgH="66690" progId="Equation.3">
                  <p:embed/>
                </p:oleObj>
              </mc:Choice>
              <mc:Fallback>
                <p:oleObj name="Equation" r:id="rId6" imgW="38089" imgH="66690" progId="Equation.3">
                  <p:embed/>
                  <p:pic>
                    <p:nvPicPr>
                      <p:cNvPr id="142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784" y="3429397"/>
                        <a:ext cx="31908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981321"/>
              </p:ext>
            </p:extLst>
          </p:nvPr>
        </p:nvGraphicFramePr>
        <p:xfrm>
          <a:off x="2597571" y="4672410"/>
          <a:ext cx="3905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04760" progId="Equation.3">
                  <p:embed/>
                </p:oleObj>
              </mc:Choice>
              <mc:Fallback>
                <p:oleObj name="Equation" r:id="rId8" imgW="66723" imgH="104760" progId="Equation.3">
                  <p:embed/>
                  <p:pic>
                    <p:nvPicPr>
                      <p:cNvPr id="1423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571" y="4672410"/>
                        <a:ext cx="3905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50135"/>
              </p:ext>
            </p:extLst>
          </p:nvPr>
        </p:nvGraphicFramePr>
        <p:xfrm>
          <a:off x="3640559" y="4797822"/>
          <a:ext cx="320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9" imgH="66690" progId="Equation.3">
                  <p:embed/>
                </p:oleObj>
              </mc:Choice>
              <mc:Fallback>
                <p:oleObj name="Equation" r:id="rId10" imgW="38089" imgH="66690" progId="Equation.3">
                  <p:embed/>
                  <p:pic>
                    <p:nvPicPr>
                      <p:cNvPr id="1423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559" y="4797822"/>
                        <a:ext cx="3206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198044"/>
              </p:ext>
            </p:extLst>
          </p:nvPr>
        </p:nvGraphicFramePr>
        <p:xfrm>
          <a:off x="4453359" y="4635897"/>
          <a:ext cx="4270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77" imgH="123930" progId="Equation.3">
                  <p:embed/>
                </p:oleObj>
              </mc:Choice>
              <mc:Fallback>
                <p:oleObj name="Equation" r:id="rId12" imgW="76177" imgH="123930" progId="Equation.3">
                  <p:embed/>
                  <p:pic>
                    <p:nvPicPr>
                      <p:cNvPr id="14236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359" y="4635897"/>
                        <a:ext cx="4270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823554"/>
              </p:ext>
            </p:extLst>
          </p:nvPr>
        </p:nvGraphicFramePr>
        <p:xfrm>
          <a:off x="5837659" y="4689872"/>
          <a:ext cx="3905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85860" progId="Equation.3">
                  <p:embed/>
                </p:oleObj>
              </mc:Choice>
              <mc:Fallback>
                <p:oleObj name="Equation" r:id="rId14" imgW="66723" imgH="85860" progId="Equation.3">
                  <p:embed/>
                  <p:pic>
                    <p:nvPicPr>
                      <p:cNvPr id="1423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659" y="4689872"/>
                        <a:ext cx="3905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187122"/>
              </p:ext>
            </p:extLst>
          </p:nvPr>
        </p:nvGraphicFramePr>
        <p:xfrm>
          <a:off x="3131840" y="6093296"/>
          <a:ext cx="355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543" imgH="104760" progId="Equation.3">
                  <p:embed/>
                </p:oleObj>
              </mc:Choice>
              <mc:Fallback>
                <p:oleObj name="Equation" r:id="rId16" imgW="47543" imgH="104760" progId="Equation.3">
                  <p:embed/>
                  <p:pic>
                    <p:nvPicPr>
                      <p:cNvPr id="14236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6093296"/>
                        <a:ext cx="355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4" name="Object 28"/>
          <p:cNvGraphicFramePr>
            <a:graphicFrameLocks noChangeAspect="1"/>
          </p:cNvGraphicFramePr>
          <p:nvPr/>
        </p:nvGraphicFramePr>
        <p:xfrm>
          <a:off x="5352256" y="6280993"/>
          <a:ext cx="2492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455" imgH="85860" progId="Equation.3">
                  <p:embed/>
                </p:oleObj>
              </mc:Choice>
              <mc:Fallback>
                <p:oleObj name="Equation" r:id="rId18" imgW="9455" imgH="85860" progId="Equation.3">
                  <p:embed/>
                  <p:pic>
                    <p:nvPicPr>
                      <p:cNvPr id="14236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2256" y="6280993"/>
                        <a:ext cx="2492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6" name="Object 30"/>
          <p:cNvGraphicFramePr>
            <a:graphicFrameLocks noChangeAspect="1"/>
          </p:cNvGraphicFramePr>
          <p:nvPr/>
        </p:nvGraphicFramePr>
        <p:xfrm>
          <a:off x="3563938" y="1052736"/>
          <a:ext cx="19208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09690" imgH="123930" progId="Equation.3">
                  <p:embed/>
                </p:oleObj>
              </mc:Choice>
              <mc:Fallback>
                <p:oleObj name="Equation" r:id="rId20" imgW="609690" imgH="123930" progId="Equation.3">
                  <p:embed/>
                  <p:pic>
                    <p:nvPicPr>
                      <p:cNvPr id="14236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052736"/>
                        <a:ext cx="19208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4223237-426A-3F4C-BDDC-AB200810BFE9}"/>
              </a:ext>
            </a:extLst>
          </p:cNvPr>
          <p:cNvSpPr txBox="1"/>
          <p:nvPr/>
        </p:nvSpPr>
        <p:spPr>
          <a:xfrm>
            <a:off x="1403648" y="1772816"/>
            <a:ext cx="423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endParaRPr kumimoji="1" lang="zh-CN" altLang="en-US" sz="2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45A2D4-4CF6-6940-8125-8138C0D950A3}"/>
              </a:ext>
            </a:extLst>
          </p:cNvPr>
          <p:cNvSpPr txBox="1"/>
          <p:nvPr/>
        </p:nvSpPr>
        <p:spPr>
          <a:xfrm>
            <a:off x="4559721" y="6050112"/>
            <a:ext cx="881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i="1" dirty="0" err="1">
                <a:latin typeface="Times" pitchFamily="2" charset="0"/>
              </a:rPr>
              <a:t>i</a:t>
            </a:r>
            <a:endParaRPr kumimoji="1" lang="zh-CN" altLang="en-US" sz="2800" b="1" i="1" dirty="0">
              <a:latin typeface="Times" pitchFamily="2" charset="0"/>
            </a:endParaRPr>
          </a:p>
        </p:txBody>
      </p:sp>
      <p:sp>
        <p:nvSpPr>
          <p:cNvPr id="4" name="任意形状 4">
            <a:extLst>
              <a:ext uri="{FF2B5EF4-FFF2-40B4-BE49-F238E27FC236}">
                <a16:creationId xmlns:a16="http://schemas.microsoft.com/office/drawing/2014/main" id="{C12D1BC3-BFFE-71BD-7956-FA4BEFF7F7FA}"/>
              </a:ext>
            </a:extLst>
          </p:cNvPr>
          <p:cNvSpPr/>
          <p:nvPr/>
        </p:nvSpPr>
        <p:spPr>
          <a:xfrm>
            <a:off x="4015213" y="2183875"/>
            <a:ext cx="760409" cy="538569"/>
          </a:xfrm>
          <a:custGeom>
            <a:avLst/>
            <a:gdLst>
              <a:gd name="connsiteX0" fmla="*/ 893379 w 1114097"/>
              <a:gd name="connsiteY0" fmla="*/ 756744 h 778375"/>
              <a:gd name="connsiteX1" fmla="*/ 220717 w 1114097"/>
              <a:gd name="connsiteY1" fmla="*/ 756744 h 778375"/>
              <a:gd name="connsiteX2" fmla="*/ 126124 w 1114097"/>
              <a:gd name="connsiteY2" fmla="*/ 735724 h 778375"/>
              <a:gd name="connsiteX3" fmla="*/ 73572 w 1114097"/>
              <a:gd name="connsiteY3" fmla="*/ 672662 h 778375"/>
              <a:gd name="connsiteX4" fmla="*/ 42041 w 1114097"/>
              <a:gd name="connsiteY4" fmla="*/ 641131 h 778375"/>
              <a:gd name="connsiteX5" fmla="*/ 31531 w 1114097"/>
              <a:gd name="connsiteY5" fmla="*/ 609600 h 778375"/>
              <a:gd name="connsiteX6" fmla="*/ 10510 w 1114097"/>
              <a:gd name="connsiteY6" fmla="*/ 567558 h 778375"/>
              <a:gd name="connsiteX7" fmla="*/ 0 w 1114097"/>
              <a:gd name="connsiteY7" fmla="*/ 483475 h 778375"/>
              <a:gd name="connsiteX8" fmla="*/ 10510 w 1114097"/>
              <a:gd name="connsiteY8" fmla="*/ 325820 h 778375"/>
              <a:gd name="connsiteX9" fmla="*/ 31531 w 1114097"/>
              <a:gd name="connsiteY9" fmla="*/ 262758 h 778375"/>
              <a:gd name="connsiteX10" fmla="*/ 94593 w 1114097"/>
              <a:gd name="connsiteY10" fmla="*/ 210207 h 778375"/>
              <a:gd name="connsiteX11" fmla="*/ 147145 w 1114097"/>
              <a:gd name="connsiteY11" fmla="*/ 147144 h 778375"/>
              <a:gd name="connsiteX12" fmla="*/ 178676 w 1114097"/>
              <a:gd name="connsiteY12" fmla="*/ 136634 h 778375"/>
              <a:gd name="connsiteX13" fmla="*/ 262759 w 1114097"/>
              <a:gd name="connsiteY13" fmla="*/ 84082 h 778375"/>
              <a:gd name="connsiteX14" fmla="*/ 336331 w 1114097"/>
              <a:gd name="connsiteY14" fmla="*/ 52551 h 778375"/>
              <a:gd name="connsiteX15" fmla="*/ 367862 w 1114097"/>
              <a:gd name="connsiteY15" fmla="*/ 31531 h 778375"/>
              <a:gd name="connsiteX16" fmla="*/ 441435 w 1114097"/>
              <a:gd name="connsiteY16" fmla="*/ 10510 h 778375"/>
              <a:gd name="connsiteX17" fmla="*/ 557048 w 1114097"/>
              <a:gd name="connsiteY17" fmla="*/ 0 h 778375"/>
              <a:gd name="connsiteX18" fmla="*/ 777766 w 1114097"/>
              <a:gd name="connsiteY18" fmla="*/ 10510 h 778375"/>
              <a:gd name="connsiteX19" fmla="*/ 882869 w 1114097"/>
              <a:gd name="connsiteY19" fmla="*/ 52551 h 778375"/>
              <a:gd name="connsiteX20" fmla="*/ 914400 w 1114097"/>
              <a:gd name="connsiteY20" fmla="*/ 63062 h 778375"/>
              <a:gd name="connsiteX21" fmla="*/ 977462 w 1114097"/>
              <a:gd name="connsiteY21" fmla="*/ 94593 h 778375"/>
              <a:gd name="connsiteX22" fmla="*/ 1008993 w 1114097"/>
              <a:gd name="connsiteY22" fmla="*/ 126124 h 778375"/>
              <a:gd name="connsiteX23" fmla="*/ 1040524 w 1114097"/>
              <a:gd name="connsiteY23" fmla="*/ 147144 h 778375"/>
              <a:gd name="connsiteX24" fmla="*/ 1082566 w 1114097"/>
              <a:gd name="connsiteY24" fmla="*/ 210207 h 778375"/>
              <a:gd name="connsiteX25" fmla="*/ 1103586 w 1114097"/>
              <a:gd name="connsiteY25" fmla="*/ 241738 h 778375"/>
              <a:gd name="connsiteX26" fmla="*/ 1114097 w 1114097"/>
              <a:gd name="connsiteY26" fmla="*/ 283779 h 778375"/>
              <a:gd name="connsiteX27" fmla="*/ 1103586 w 1114097"/>
              <a:gd name="connsiteY27" fmla="*/ 536027 h 778375"/>
              <a:gd name="connsiteX28" fmla="*/ 1082566 w 1114097"/>
              <a:gd name="connsiteY28" fmla="*/ 599089 h 778375"/>
              <a:gd name="connsiteX29" fmla="*/ 1019504 w 1114097"/>
              <a:gd name="connsiteY29" fmla="*/ 662151 h 778375"/>
              <a:gd name="connsiteX30" fmla="*/ 987972 w 1114097"/>
              <a:gd name="connsiteY30" fmla="*/ 672662 h 778375"/>
              <a:gd name="connsiteX31" fmla="*/ 893379 w 1114097"/>
              <a:gd name="connsiteY31" fmla="*/ 725213 h 778375"/>
              <a:gd name="connsiteX32" fmla="*/ 819807 w 1114097"/>
              <a:gd name="connsiteY32" fmla="*/ 767255 h 77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114097" h="778375">
                <a:moveTo>
                  <a:pt x="893379" y="756744"/>
                </a:moveTo>
                <a:cubicBezTo>
                  <a:pt x="628381" y="794603"/>
                  <a:pt x="793837" y="774939"/>
                  <a:pt x="220717" y="756744"/>
                </a:cubicBezTo>
                <a:cubicBezTo>
                  <a:pt x="179828" y="755446"/>
                  <a:pt x="160664" y="747237"/>
                  <a:pt x="126124" y="735724"/>
                </a:cubicBezTo>
                <a:cubicBezTo>
                  <a:pt x="34006" y="643606"/>
                  <a:pt x="146736" y="760459"/>
                  <a:pt x="73572" y="672662"/>
                </a:cubicBezTo>
                <a:cubicBezTo>
                  <a:pt x="64056" y="661243"/>
                  <a:pt x="52551" y="651641"/>
                  <a:pt x="42041" y="641131"/>
                </a:cubicBezTo>
                <a:cubicBezTo>
                  <a:pt x="38538" y="630621"/>
                  <a:pt x="35895" y="619783"/>
                  <a:pt x="31531" y="609600"/>
                </a:cubicBezTo>
                <a:cubicBezTo>
                  <a:pt x="25359" y="595199"/>
                  <a:pt x="14310" y="582758"/>
                  <a:pt x="10510" y="567558"/>
                </a:cubicBezTo>
                <a:cubicBezTo>
                  <a:pt x="3659" y="540156"/>
                  <a:pt x="3503" y="511503"/>
                  <a:pt x="0" y="483475"/>
                </a:cubicBezTo>
                <a:cubicBezTo>
                  <a:pt x="3503" y="430923"/>
                  <a:pt x="3062" y="377959"/>
                  <a:pt x="10510" y="325820"/>
                </a:cubicBezTo>
                <a:cubicBezTo>
                  <a:pt x="13644" y="303885"/>
                  <a:pt x="15863" y="278426"/>
                  <a:pt x="31531" y="262758"/>
                </a:cubicBezTo>
                <a:cubicBezTo>
                  <a:pt x="71994" y="222295"/>
                  <a:pt x="50694" y="239472"/>
                  <a:pt x="94593" y="210207"/>
                </a:cubicBezTo>
                <a:cubicBezTo>
                  <a:pt x="110104" y="186940"/>
                  <a:pt x="122867" y="163329"/>
                  <a:pt x="147145" y="147144"/>
                </a:cubicBezTo>
                <a:cubicBezTo>
                  <a:pt x="156363" y="140999"/>
                  <a:pt x="168166" y="140137"/>
                  <a:pt x="178676" y="136634"/>
                </a:cubicBezTo>
                <a:cubicBezTo>
                  <a:pt x="218913" y="106456"/>
                  <a:pt x="217874" y="103318"/>
                  <a:pt x="262759" y="84082"/>
                </a:cubicBezTo>
                <a:cubicBezTo>
                  <a:pt x="321722" y="58812"/>
                  <a:pt x="266607" y="92393"/>
                  <a:pt x="336331" y="52551"/>
                </a:cubicBezTo>
                <a:cubicBezTo>
                  <a:pt x="347298" y="46284"/>
                  <a:pt x="356564" y="37180"/>
                  <a:pt x="367862" y="31531"/>
                </a:cubicBezTo>
                <a:cubicBezTo>
                  <a:pt x="379657" y="25634"/>
                  <a:pt x="432246" y="11735"/>
                  <a:pt x="441435" y="10510"/>
                </a:cubicBezTo>
                <a:cubicBezTo>
                  <a:pt x="479792" y="5396"/>
                  <a:pt x="518510" y="3503"/>
                  <a:pt x="557048" y="0"/>
                </a:cubicBezTo>
                <a:cubicBezTo>
                  <a:pt x="630621" y="3503"/>
                  <a:pt x="704560" y="2376"/>
                  <a:pt x="777766" y="10510"/>
                </a:cubicBezTo>
                <a:cubicBezTo>
                  <a:pt x="820823" y="15294"/>
                  <a:pt x="845665" y="36606"/>
                  <a:pt x="882869" y="52551"/>
                </a:cubicBezTo>
                <a:cubicBezTo>
                  <a:pt x="893052" y="56915"/>
                  <a:pt x="904491" y="58107"/>
                  <a:pt x="914400" y="63062"/>
                </a:cubicBezTo>
                <a:cubicBezTo>
                  <a:pt x="995899" y="103811"/>
                  <a:pt x="898207" y="68173"/>
                  <a:pt x="977462" y="94593"/>
                </a:cubicBezTo>
                <a:cubicBezTo>
                  <a:pt x="987972" y="105103"/>
                  <a:pt x="997574" y="116608"/>
                  <a:pt x="1008993" y="126124"/>
                </a:cubicBezTo>
                <a:cubicBezTo>
                  <a:pt x="1018697" y="134211"/>
                  <a:pt x="1032206" y="137638"/>
                  <a:pt x="1040524" y="147144"/>
                </a:cubicBezTo>
                <a:cubicBezTo>
                  <a:pt x="1057161" y="166157"/>
                  <a:pt x="1068552" y="189186"/>
                  <a:pt x="1082566" y="210207"/>
                </a:cubicBezTo>
                <a:lnTo>
                  <a:pt x="1103586" y="241738"/>
                </a:lnTo>
                <a:cubicBezTo>
                  <a:pt x="1107090" y="255752"/>
                  <a:pt x="1114097" y="269334"/>
                  <a:pt x="1114097" y="283779"/>
                </a:cubicBezTo>
                <a:cubicBezTo>
                  <a:pt x="1114097" y="367935"/>
                  <a:pt x="1111960" y="452289"/>
                  <a:pt x="1103586" y="536027"/>
                </a:cubicBezTo>
                <a:cubicBezTo>
                  <a:pt x="1101381" y="558075"/>
                  <a:pt x="1098234" y="583421"/>
                  <a:pt x="1082566" y="599089"/>
                </a:cubicBezTo>
                <a:cubicBezTo>
                  <a:pt x="1061545" y="620110"/>
                  <a:pt x="1047706" y="652750"/>
                  <a:pt x="1019504" y="662151"/>
                </a:cubicBezTo>
                <a:cubicBezTo>
                  <a:pt x="1008993" y="665655"/>
                  <a:pt x="997657" y="667281"/>
                  <a:pt x="987972" y="672662"/>
                </a:cubicBezTo>
                <a:cubicBezTo>
                  <a:pt x="879554" y="732894"/>
                  <a:pt x="964725" y="701432"/>
                  <a:pt x="893379" y="725213"/>
                </a:cubicBezTo>
                <a:cubicBezTo>
                  <a:pt x="827402" y="769198"/>
                  <a:pt x="855581" y="767255"/>
                  <a:pt x="819807" y="767255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任意形状 6">
            <a:extLst>
              <a:ext uri="{FF2B5EF4-FFF2-40B4-BE49-F238E27FC236}">
                <a16:creationId xmlns:a16="http://schemas.microsoft.com/office/drawing/2014/main" id="{3750EC76-3203-A585-B2D9-5AE0428EBDF9}"/>
              </a:ext>
            </a:extLst>
          </p:cNvPr>
          <p:cNvSpPr/>
          <p:nvPr/>
        </p:nvSpPr>
        <p:spPr>
          <a:xfrm>
            <a:off x="2910161" y="3230211"/>
            <a:ext cx="1992460" cy="3538106"/>
          </a:xfrm>
          <a:custGeom>
            <a:avLst/>
            <a:gdLst>
              <a:gd name="connsiteX0" fmla="*/ 1377002 w 2806414"/>
              <a:gd name="connsiteY0" fmla="*/ 0 h 3846786"/>
              <a:gd name="connsiteX1" fmla="*/ 1377002 w 2806414"/>
              <a:gd name="connsiteY1" fmla="*/ 0 h 3846786"/>
              <a:gd name="connsiteX2" fmla="*/ 830464 w 2806414"/>
              <a:gd name="connsiteY2" fmla="*/ 21020 h 3846786"/>
              <a:gd name="connsiteX3" fmla="*/ 777913 w 2806414"/>
              <a:gd name="connsiteY3" fmla="*/ 31531 h 3846786"/>
              <a:gd name="connsiteX4" fmla="*/ 630768 w 2806414"/>
              <a:gd name="connsiteY4" fmla="*/ 52551 h 3846786"/>
              <a:gd name="connsiteX5" fmla="*/ 620257 w 2806414"/>
              <a:gd name="connsiteY5" fmla="*/ 52551 h 3846786"/>
              <a:gd name="connsiteX6" fmla="*/ 630768 w 2806414"/>
              <a:gd name="connsiteY6" fmla="*/ 52551 h 3846786"/>
              <a:gd name="connsiteX7" fmla="*/ 588726 w 2806414"/>
              <a:gd name="connsiteY7" fmla="*/ 536027 h 3846786"/>
              <a:gd name="connsiteX8" fmla="*/ 578216 w 2806414"/>
              <a:gd name="connsiteY8" fmla="*/ 620110 h 3846786"/>
              <a:gd name="connsiteX9" fmla="*/ 536175 w 2806414"/>
              <a:gd name="connsiteY9" fmla="*/ 725213 h 3846786"/>
              <a:gd name="connsiteX10" fmla="*/ 483623 w 2806414"/>
              <a:gd name="connsiteY10" fmla="*/ 914400 h 3846786"/>
              <a:gd name="connsiteX11" fmla="*/ 368009 w 2806414"/>
              <a:gd name="connsiteY11" fmla="*/ 1271751 h 3846786"/>
              <a:gd name="connsiteX12" fmla="*/ 325968 w 2806414"/>
              <a:gd name="connsiteY12" fmla="*/ 1418896 h 3846786"/>
              <a:gd name="connsiteX13" fmla="*/ 294437 w 2806414"/>
              <a:gd name="connsiteY13" fmla="*/ 1502979 h 3846786"/>
              <a:gd name="connsiteX14" fmla="*/ 241885 w 2806414"/>
              <a:gd name="connsiteY14" fmla="*/ 1681655 h 3846786"/>
              <a:gd name="connsiteX15" fmla="*/ 220864 w 2806414"/>
              <a:gd name="connsiteY15" fmla="*/ 1755227 h 3846786"/>
              <a:gd name="connsiteX16" fmla="*/ 178823 w 2806414"/>
              <a:gd name="connsiteY16" fmla="*/ 1881351 h 3846786"/>
              <a:gd name="connsiteX17" fmla="*/ 157802 w 2806414"/>
              <a:gd name="connsiteY17" fmla="*/ 1944413 h 3846786"/>
              <a:gd name="connsiteX18" fmla="*/ 136782 w 2806414"/>
              <a:gd name="connsiteY18" fmla="*/ 1996965 h 3846786"/>
              <a:gd name="connsiteX19" fmla="*/ 115761 w 2806414"/>
              <a:gd name="connsiteY19" fmla="*/ 2039007 h 3846786"/>
              <a:gd name="connsiteX20" fmla="*/ 94740 w 2806414"/>
              <a:gd name="connsiteY20" fmla="*/ 2102069 h 3846786"/>
              <a:gd name="connsiteX21" fmla="*/ 73720 w 2806414"/>
              <a:gd name="connsiteY21" fmla="*/ 2144110 h 3846786"/>
              <a:gd name="connsiteX22" fmla="*/ 31678 w 2806414"/>
              <a:gd name="connsiteY22" fmla="*/ 2238703 h 3846786"/>
              <a:gd name="connsiteX23" fmla="*/ 10657 w 2806414"/>
              <a:gd name="connsiteY23" fmla="*/ 2301765 h 3846786"/>
              <a:gd name="connsiteX24" fmla="*/ 147 w 2806414"/>
              <a:gd name="connsiteY24" fmla="*/ 2249213 h 3846786"/>
              <a:gd name="connsiteX25" fmla="*/ 147 w 2806414"/>
              <a:gd name="connsiteY25" fmla="*/ 2238703 h 3846786"/>
              <a:gd name="connsiteX26" fmla="*/ 21168 w 2806414"/>
              <a:gd name="connsiteY26" fmla="*/ 2501462 h 3846786"/>
              <a:gd name="connsiteX27" fmla="*/ 31678 w 2806414"/>
              <a:gd name="connsiteY27" fmla="*/ 2606565 h 3846786"/>
              <a:gd name="connsiteX28" fmla="*/ 73720 w 2806414"/>
              <a:gd name="connsiteY28" fmla="*/ 2722179 h 3846786"/>
              <a:gd name="connsiteX29" fmla="*/ 147292 w 2806414"/>
              <a:gd name="connsiteY29" fmla="*/ 2963917 h 3846786"/>
              <a:gd name="connsiteX30" fmla="*/ 231375 w 2806414"/>
              <a:gd name="connsiteY30" fmla="*/ 3142593 h 3846786"/>
              <a:gd name="connsiteX31" fmla="*/ 273416 w 2806414"/>
              <a:gd name="connsiteY31" fmla="*/ 3226676 h 3846786"/>
              <a:gd name="connsiteX32" fmla="*/ 304947 w 2806414"/>
              <a:gd name="connsiteY32" fmla="*/ 3310758 h 3846786"/>
              <a:gd name="connsiteX33" fmla="*/ 315457 w 2806414"/>
              <a:gd name="connsiteY33" fmla="*/ 3342289 h 3846786"/>
              <a:gd name="connsiteX34" fmla="*/ 346988 w 2806414"/>
              <a:gd name="connsiteY34" fmla="*/ 3373820 h 3846786"/>
              <a:gd name="connsiteX35" fmla="*/ 420561 w 2806414"/>
              <a:gd name="connsiteY35" fmla="*/ 3447393 h 3846786"/>
              <a:gd name="connsiteX36" fmla="*/ 441582 w 2806414"/>
              <a:gd name="connsiteY36" fmla="*/ 3478924 h 3846786"/>
              <a:gd name="connsiteX37" fmla="*/ 504644 w 2806414"/>
              <a:gd name="connsiteY37" fmla="*/ 3541986 h 3846786"/>
              <a:gd name="connsiteX38" fmla="*/ 578216 w 2806414"/>
              <a:gd name="connsiteY38" fmla="*/ 3636579 h 3846786"/>
              <a:gd name="connsiteX39" fmla="*/ 609747 w 2806414"/>
              <a:gd name="connsiteY39" fmla="*/ 3668110 h 3846786"/>
              <a:gd name="connsiteX40" fmla="*/ 651788 w 2806414"/>
              <a:gd name="connsiteY40" fmla="*/ 3720662 h 3846786"/>
              <a:gd name="connsiteX41" fmla="*/ 683320 w 2806414"/>
              <a:gd name="connsiteY41" fmla="*/ 3741682 h 3846786"/>
              <a:gd name="connsiteX42" fmla="*/ 725361 w 2806414"/>
              <a:gd name="connsiteY42" fmla="*/ 3783724 h 3846786"/>
              <a:gd name="connsiteX43" fmla="*/ 767402 w 2806414"/>
              <a:gd name="connsiteY43" fmla="*/ 3815255 h 3846786"/>
              <a:gd name="connsiteX44" fmla="*/ 819954 w 2806414"/>
              <a:gd name="connsiteY44" fmla="*/ 3846786 h 3846786"/>
              <a:gd name="connsiteX45" fmla="*/ 819954 w 2806414"/>
              <a:gd name="connsiteY45" fmla="*/ 3846786 h 3846786"/>
              <a:gd name="connsiteX46" fmla="*/ 1692313 w 2806414"/>
              <a:gd name="connsiteY46" fmla="*/ 3836276 h 3846786"/>
              <a:gd name="connsiteX47" fmla="*/ 2007623 w 2806414"/>
              <a:gd name="connsiteY47" fmla="*/ 3825765 h 3846786"/>
              <a:gd name="connsiteX48" fmla="*/ 2144257 w 2806414"/>
              <a:gd name="connsiteY48" fmla="*/ 3804745 h 3846786"/>
              <a:gd name="connsiteX49" fmla="*/ 2207320 w 2806414"/>
              <a:gd name="connsiteY49" fmla="*/ 3783724 h 3846786"/>
              <a:gd name="connsiteX50" fmla="*/ 2291402 w 2806414"/>
              <a:gd name="connsiteY50" fmla="*/ 3741682 h 3846786"/>
              <a:gd name="connsiteX51" fmla="*/ 2333444 w 2806414"/>
              <a:gd name="connsiteY51" fmla="*/ 3720662 h 3846786"/>
              <a:gd name="connsiteX52" fmla="*/ 2375485 w 2806414"/>
              <a:gd name="connsiteY52" fmla="*/ 3710151 h 3846786"/>
              <a:gd name="connsiteX53" fmla="*/ 2438547 w 2806414"/>
              <a:gd name="connsiteY53" fmla="*/ 3689131 h 3846786"/>
              <a:gd name="connsiteX54" fmla="*/ 2512120 w 2806414"/>
              <a:gd name="connsiteY54" fmla="*/ 3668110 h 3846786"/>
              <a:gd name="connsiteX55" fmla="*/ 2585692 w 2806414"/>
              <a:gd name="connsiteY55" fmla="*/ 3615558 h 3846786"/>
              <a:gd name="connsiteX56" fmla="*/ 2617223 w 2806414"/>
              <a:gd name="connsiteY56" fmla="*/ 3605048 h 3846786"/>
              <a:gd name="connsiteX57" fmla="*/ 2680285 w 2806414"/>
              <a:gd name="connsiteY57" fmla="*/ 3552496 h 3846786"/>
              <a:gd name="connsiteX58" fmla="*/ 2732837 w 2806414"/>
              <a:gd name="connsiteY58" fmla="*/ 3520965 h 3846786"/>
              <a:gd name="connsiteX59" fmla="*/ 2743347 w 2806414"/>
              <a:gd name="connsiteY59" fmla="*/ 3489434 h 3846786"/>
              <a:gd name="connsiteX60" fmla="*/ 2774878 w 2806414"/>
              <a:gd name="connsiteY60" fmla="*/ 3447393 h 3846786"/>
              <a:gd name="connsiteX61" fmla="*/ 2795899 w 2806414"/>
              <a:gd name="connsiteY61" fmla="*/ 3405351 h 3846786"/>
              <a:gd name="connsiteX62" fmla="*/ 2795899 w 2806414"/>
              <a:gd name="connsiteY62" fmla="*/ 3331779 h 3846786"/>
              <a:gd name="connsiteX63" fmla="*/ 2753857 w 2806414"/>
              <a:gd name="connsiteY63" fmla="*/ 3268717 h 3846786"/>
              <a:gd name="connsiteX64" fmla="*/ 2722326 w 2806414"/>
              <a:gd name="connsiteY64" fmla="*/ 3132082 h 3846786"/>
              <a:gd name="connsiteX65" fmla="*/ 2711816 w 2806414"/>
              <a:gd name="connsiteY65" fmla="*/ 3090041 h 3846786"/>
              <a:gd name="connsiteX66" fmla="*/ 2701306 w 2806414"/>
              <a:gd name="connsiteY66" fmla="*/ 3048000 h 3846786"/>
              <a:gd name="connsiteX67" fmla="*/ 2680285 w 2806414"/>
              <a:gd name="connsiteY67" fmla="*/ 3005958 h 3846786"/>
              <a:gd name="connsiteX68" fmla="*/ 2638244 w 2806414"/>
              <a:gd name="connsiteY68" fmla="*/ 2890345 h 3846786"/>
              <a:gd name="connsiteX69" fmla="*/ 2606713 w 2806414"/>
              <a:gd name="connsiteY69" fmla="*/ 2774731 h 3846786"/>
              <a:gd name="connsiteX70" fmla="*/ 2606713 w 2806414"/>
              <a:gd name="connsiteY70" fmla="*/ 2774731 h 3846786"/>
              <a:gd name="connsiteX71" fmla="*/ 2596202 w 2806414"/>
              <a:gd name="connsiteY71" fmla="*/ 2732689 h 3846786"/>
              <a:gd name="connsiteX72" fmla="*/ 2564671 w 2806414"/>
              <a:gd name="connsiteY72" fmla="*/ 2722179 h 3846786"/>
              <a:gd name="connsiteX73" fmla="*/ 2470078 w 2806414"/>
              <a:gd name="connsiteY73" fmla="*/ 2638096 h 3846786"/>
              <a:gd name="connsiteX74" fmla="*/ 2449057 w 2806414"/>
              <a:gd name="connsiteY74" fmla="*/ 2606565 h 3846786"/>
              <a:gd name="connsiteX75" fmla="*/ 2407016 w 2806414"/>
              <a:gd name="connsiteY75" fmla="*/ 2575034 h 3846786"/>
              <a:gd name="connsiteX76" fmla="*/ 2364975 w 2806414"/>
              <a:gd name="connsiteY76" fmla="*/ 2511972 h 3846786"/>
              <a:gd name="connsiteX77" fmla="*/ 2312423 w 2806414"/>
              <a:gd name="connsiteY77" fmla="*/ 2438400 h 3846786"/>
              <a:gd name="connsiteX78" fmla="*/ 2249361 w 2806414"/>
              <a:gd name="connsiteY78" fmla="*/ 2343807 h 3846786"/>
              <a:gd name="connsiteX79" fmla="*/ 2207320 w 2806414"/>
              <a:gd name="connsiteY79" fmla="*/ 2280745 h 3846786"/>
              <a:gd name="connsiteX80" fmla="*/ 2186299 w 2806414"/>
              <a:gd name="connsiteY80" fmla="*/ 2249213 h 3846786"/>
              <a:gd name="connsiteX81" fmla="*/ 2154768 w 2806414"/>
              <a:gd name="connsiteY81" fmla="*/ 2207172 h 3846786"/>
              <a:gd name="connsiteX82" fmla="*/ 2123237 w 2806414"/>
              <a:gd name="connsiteY82" fmla="*/ 2112579 h 3846786"/>
              <a:gd name="connsiteX83" fmla="*/ 2102216 w 2806414"/>
              <a:gd name="connsiteY83" fmla="*/ 2049517 h 3846786"/>
              <a:gd name="connsiteX84" fmla="*/ 2081195 w 2806414"/>
              <a:gd name="connsiteY84" fmla="*/ 1912882 h 3846786"/>
              <a:gd name="connsiteX85" fmla="*/ 2060175 w 2806414"/>
              <a:gd name="connsiteY85" fmla="*/ 1734207 h 3846786"/>
              <a:gd name="connsiteX86" fmla="*/ 2070685 w 2806414"/>
              <a:gd name="connsiteY86" fmla="*/ 893379 h 3846786"/>
              <a:gd name="connsiteX87" fmla="*/ 2060175 w 2806414"/>
              <a:gd name="connsiteY87" fmla="*/ 504496 h 3846786"/>
              <a:gd name="connsiteX88" fmla="*/ 2049664 w 2806414"/>
              <a:gd name="connsiteY88" fmla="*/ 472965 h 3846786"/>
              <a:gd name="connsiteX89" fmla="*/ 2028644 w 2806414"/>
              <a:gd name="connsiteY89" fmla="*/ 399393 h 3846786"/>
              <a:gd name="connsiteX90" fmla="*/ 1986602 w 2806414"/>
              <a:gd name="connsiteY90" fmla="*/ 336331 h 3846786"/>
              <a:gd name="connsiteX91" fmla="*/ 1965582 w 2806414"/>
              <a:gd name="connsiteY91" fmla="*/ 304800 h 3846786"/>
              <a:gd name="connsiteX92" fmla="*/ 1934051 w 2806414"/>
              <a:gd name="connsiteY92" fmla="*/ 273269 h 3846786"/>
              <a:gd name="connsiteX93" fmla="*/ 1913030 w 2806414"/>
              <a:gd name="connsiteY93" fmla="*/ 241738 h 3846786"/>
              <a:gd name="connsiteX94" fmla="*/ 1881499 w 2806414"/>
              <a:gd name="connsiteY94" fmla="*/ 210207 h 3846786"/>
              <a:gd name="connsiteX95" fmla="*/ 1860478 w 2806414"/>
              <a:gd name="connsiteY95" fmla="*/ 178676 h 3846786"/>
              <a:gd name="connsiteX96" fmla="*/ 1828947 w 2806414"/>
              <a:gd name="connsiteY96" fmla="*/ 157655 h 3846786"/>
              <a:gd name="connsiteX97" fmla="*/ 1776395 w 2806414"/>
              <a:gd name="connsiteY97" fmla="*/ 94593 h 3846786"/>
              <a:gd name="connsiteX98" fmla="*/ 1713333 w 2806414"/>
              <a:gd name="connsiteY98" fmla="*/ 52551 h 3846786"/>
              <a:gd name="connsiteX99" fmla="*/ 1618740 w 2806414"/>
              <a:gd name="connsiteY99" fmla="*/ 10510 h 3846786"/>
              <a:gd name="connsiteX100" fmla="*/ 1377002 w 2806414"/>
              <a:gd name="connsiteY100" fmla="*/ 0 h 384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2806414" h="3846786">
                <a:moveTo>
                  <a:pt x="1377002" y="0"/>
                </a:moveTo>
                <a:lnTo>
                  <a:pt x="1377002" y="0"/>
                </a:lnTo>
                <a:cubicBezTo>
                  <a:pt x="1088236" y="28876"/>
                  <a:pt x="1462635" y="-5881"/>
                  <a:pt x="830464" y="21020"/>
                </a:cubicBezTo>
                <a:cubicBezTo>
                  <a:pt x="812616" y="21779"/>
                  <a:pt x="795569" y="28815"/>
                  <a:pt x="777913" y="31531"/>
                </a:cubicBezTo>
                <a:cubicBezTo>
                  <a:pt x="435709" y="84179"/>
                  <a:pt x="900482" y="7600"/>
                  <a:pt x="630768" y="52551"/>
                </a:cubicBezTo>
                <a:cubicBezTo>
                  <a:pt x="591805" y="65539"/>
                  <a:pt x="589328" y="68017"/>
                  <a:pt x="620257" y="52551"/>
                </a:cubicBezTo>
                <a:lnTo>
                  <a:pt x="630768" y="52551"/>
                </a:lnTo>
                <a:cubicBezTo>
                  <a:pt x="615346" y="530600"/>
                  <a:pt x="643137" y="223158"/>
                  <a:pt x="588726" y="536027"/>
                </a:cubicBezTo>
                <a:cubicBezTo>
                  <a:pt x="583886" y="563855"/>
                  <a:pt x="585776" y="592895"/>
                  <a:pt x="578216" y="620110"/>
                </a:cubicBezTo>
                <a:cubicBezTo>
                  <a:pt x="568117" y="656467"/>
                  <a:pt x="547722" y="689290"/>
                  <a:pt x="536175" y="725213"/>
                </a:cubicBezTo>
                <a:cubicBezTo>
                  <a:pt x="516147" y="787523"/>
                  <a:pt x="502871" y="851844"/>
                  <a:pt x="483623" y="914400"/>
                </a:cubicBezTo>
                <a:cubicBezTo>
                  <a:pt x="446805" y="1034060"/>
                  <a:pt x="402403" y="1151372"/>
                  <a:pt x="368009" y="1271751"/>
                </a:cubicBezTo>
                <a:cubicBezTo>
                  <a:pt x="353995" y="1320799"/>
                  <a:pt x="341435" y="1370286"/>
                  <a:pt x="325968" y="1418896"/>
                </a:cubicBezTo>
                <a:cubicBezTo>
                  <a:pt x="316892" y="1447420"/>
                  <a:pt x="303560" y="1474470"/>
                  <a:pt x="294437" y="1502979"/>
                </a:cubicBezTo>
                <a:cubicBezTo>
                  <a:pt x="275516" y="1562107"/>
                  <a:pt x="259268" y="1622057"/>
                  <a:pt x="241885" y="1681655"/>
                </a:cubicBezTo>
                <a:cubicBezTo>
                  <a:pt x="234743" y="1706140"/>
                  <a:pt x="228929" y="1731030"/>
                  <a:pt x="220864" y="1755227"/>
                </a:cubicBezTo>
                <a:lnTo>
                  <a:pt x="178823" y="1881351"/>
                </a:lnTo>
                <a:cubicBezTo>
                  <a:pt x="171816" y="1902372"/>
                  <a:pt x="166031" y="1923840"/>
                  <a:pt x="157802" y="1944413"/>
                </a:cubicBezTo>
                <a:cubicBezTo>
                  <a:pt x="150795" y="1961930"/>
                  <a:pt x="144444" y="1979724"/>
                  <a:pt x="136782" y="1996965"/>
                </a:cubicBezTo>
                <a:cubicBezTo>
                  <a:pt x="130419" y="2011283"/>
                  <a:pt x="121580" y="2024460"/>
                  <a:pt x="115761" y="2039007"/>
                </a:cubicBezTo>
                <a:cubicBezTo>
                  <a:pt x="107532" y="2059580"/>
                  <a:pt x="102969" y="2081496"/>
                  <a:pt x="94740" y="2102069"/>
                </a:cubicBezTo>
                <a:cubicBezTo>
                  <a:pt x="88921" y="2116616"/>
                  <a:pt x="79539" y="2129563"/>
                  <a:pt x="73720" y="2144110"/>
                </a:cubicBezTo>
                <a:cubicBezTo>
                  <a:pt x="36199" y="2237914"/>
                  <a:pt x="72120" y="2178042"/>
                  <a:pt x="31678" y="2238703"/>
                </a:cubicBezTo>
                <a:cubicBezTo>
                  <a:pt x="24671" y="2259724"/>
                  <a:pt x="17664" y="2322786"/>
                  <a:pt x="10657" y="2301765"/>
                </a:cubicBezTo>
                <a:cubicBezTo>
                  <a:pt x="-2069" y="2263587"/>
                  <a:pt x="147" y="2281313"/>
                  <a:pt x="147" y="2249213"/>
                </a:cubicBezTo>
                <a:lnTo>
                  <a:pt x="147" y="2238703"/>
                </a:lnTo>
                <a:cubicBezTo>
                  <a:pt x="7154" y="2326289"/>
                  <a:pt x="13664" y="2413917"/>
                  <a:pt x="21168" y="2501462"/>
                </a:cubicBezTo>
                <a:cubicBezTo>
                  <a:pt x="24175" y="2536542"/>
                  <a:pt x="23523" y="2572313"/>
                  <a:pt x="31678" y="2606565"/>
                </a:cubicBezTo>
                <a:cubicBezTo>
                  <a:pt x="41176" y="2646457"/>
                  <a:pt x="61780" y="2682949"/>
                  <a:pt x="73720" y="2722179"/>
                </a:cubicBezTo>
                <a:cubicBezTo>
                  <a:pt x="120020" y="2874305"/>
                  <a:pt x="85878" y="2820617"/>
                  <a:pt x="147292" y="2963917"/>
                </a:cubicBezTo>
                <a:cubicBezTo>
                  <a:pt x="173221" y="3024419"/>
                  <a:pt x="202891" y="3083251"/>
                  <a:pt x="231375" y="3142593"/>
                </a:cubicBezTo>
                <a:cubicBezTo>
                  <a:pt x="244935" y="3170843"/>
                  <a:pt x="273416" y="3226676"/>
                  <a:pt x="273416" y="3226676"/>
                </a:cubicBezTo>
                <a:cubicBezTo>
                  <a:pt x="292793" y="3304187"/>
                  <a:pt x="271969" y="3233811"/>
                  <a:pt x="304947" y="3310758"/>
                </a:cubicBezTo>
                <a:cubicBezTo>
                  <a:pt x="309311" y="3320941"/>
                  <a:pt x="309312" y="3333071"/>
                  <a:pt x="315457" y="3342289"/>
                </a:cubicBezTo>
                <a:cubicBezTo>
                  <a:pt x="323702" y="3354657"/>
                  <a:pt x="337200" y="3362634"/>
                  <a:pt x="346988" y="3373820"/>
                </a:cubicBezTo>
                <a:cubicBezTo>
                  <a:pt x="408156" y="3443726"/>
                  <a:pt x="364038" y="3409711"/>
                  <a:pt x="420561" y="3447393"/>
                </a:cubicBezTo>
                <a:cubicBezTo>
                  <a:pt x="427568" y="3457903"/>
                  <a:pt x="433190" y="3469483"/>
                  <a:pt x="441582" y="3478924"/>
                </a:cubicBezTo>
                <a:cubicBezTo>
                  <a:pt x="461332" y="3501143"/>
                  <a:pt x="486393" y="3518520"/>
                  <a:pt x="504644" y="3541986"/>
                </a:cubicBezTo>
                <a:cubicBezTo>
                  <a:pt x="529168" y="3573517"/>
                  <a:pt x="549970" y="3608333"/>
                  <a:pt x="578216" y="3636579"/>
                </a:cubicBezTo>
                <a:cubicBezTo>
                  <a:pt x="588726" y="3647089"/>
                  <a:pt x="599959" y="3656924"/>
                  <a:pt x="609747" y="3668110"/>
                </a:cubicBezTo>
                <a:cubicBezTo>
                  <a:pt x="624519" y="3684993"/>
                  <a:pt x="635925" y="3704800"/>
                  <a:pt x="651788" y="3720662"/>
                </a:cubicBezTo>
                <a:cubicBezTo>
                  <a:pt x="660720" y="3729594"/>
                  <a:pt x="673729" y="3733461"/>
                  <a:pt x="683320" y="3741682"/>
                </a:cubicBezTo>
                <a:cubicBezTo>
                  <a:pt x="698367" y="3754580"/>
                  <a:pt x="710446" y="3770673"/>
                  <a:pt x="725361" y="3783724"/>
                </a:cubicBezTo>
                <a:cubicBezTo>
                  <a:pt x="738544" y="3795259"/>
                  <a:pt x="753148" y="3805073"/>
                  <a:pt x="767402" y="3815255"/>
                </a:cubicBezTo>
                <a:cubicBezTo>
                  <a:pt x="796998" y="3836395"/>
                  <a:pt x="792877" y="3833248"/>
                  <a:pt x="819954" y="3846786"/>
                </a:cubicBezTo>
                <a:lnTo>
                  <a:pt x="819954" y="3846786"/>
                </a:lnTo>
                <a:lnTo>
                  <a:pt x="1692313" y="3836276"/>
                </a:lnTo>
                <a:cubicBezTo>
                  <a:pt x="1797458" y="3834415"/>
                  <a:pt x="1902615" y="3831441"/>
                  <a:pt x="2007623" y="3825765"/>
                </a:cubicBezTo>
                <a:cubicBezTo>
                  <a:pt x="2027639" y="3824683"/>
                  <a:pt x="2120978" y="3808625"/>
                  <a:pt x="2144257" y="3804745"/>
                </a:cubicBezTo>
                <a:cubicBezTo>
                  <a:pt x="2165278" y="3797738"/>
                  <a:pt x="2188320" y="3795124"/>
                  <a:pt x="2207320" y="3783724"/>
                </a:cubicBezTo>
                <a:cubicBezTo>
                  <a:pt x="2321506" y="3715212"/>
                  <a:pt x="2212217" y="3775618"/>
                  <a:pt x="2291402" y="3741682"/>
                </a:cubicBezTo>
                <a:cubicBezTo>
                  <a:pt x="2305803" y="3735510"/>
                  <a:pt x="2318774" y="3726163"/>
                  <a:pt x="2333444" y="3720662"/>
                </a:cubicBezTo>
                <a:cubicBezTo>
                  <a:pt x="2346969" y="3715590"/>
                  <a:pt x="2361649" y="3714302"/>
                  <a:pt x="2375485" y="3710151"/>
                </a:cubicBezTo>
                <a:cubicBezTo>
                  <a:pt x="2396708" y="3703784"/>
                  <a:pt x="2417051" y="3694505"/>
                  <a:pt x="2438547" y="3689131"/>
                </a:cubicBezTo>
                <a:cubicBezTo>
                  <a:pt x="2459872" y="3683799"/>
                  <a:pt x="2491017" y="3677154"/>
                  <a:pt x="2512120" y="3668110"/>
                </a:cubicBezTo>
                <a:cubicBezTo>
                  <a:pt x="2613733" y="3624562"/>
                  <a:pt x="2499180" y="3673233"/>
                  <a:pt x="2585692" y="3615558"/>
                </a:cubicBezTo>
                <a:cubicBezTo>
                  <a:pt x="2594910" y="3609413"/>
                  <a:pt x="2606713" y="3608551"/>
                  <a:pt x="2617223" y="3605048"/>
                </a:cubicBezTo>
                <a:cubicBezTo>
                  <a:pt x="2638244" y="3587531"/>
                  <a:pt x="2658156" y="3568590"/>
                  <a:pt x="2680285" y="3552496"/>
                </a:cubicBezTo>
                <a:cubicBezTo>
                  <a:pt x="2696806" y="3540481"/>
                  <a:pt x="2718392" y="3535410"/>
                  <a:pt x="2732837" y="3520965"/>
                </a:cubicBezTo>
                <a:cubicBezTo>
                  <a:pt x="2740671" y="3513131"/>
                  <a:pt x="2737850" y="3499053"/>
                  <a:pt x="2743347" y="3489434"/>
                </a:cubicBezTo>
                <a:cubicBezTo>
                  <a:pt x="2752038" y="3474225"/>
                  <a:pt x="2765594" y="3462247"/>
                  <a:pt x="2774878" y="3447393"/>
                </a:cubicBezTo>
                <a:cubicBezTo>
                  <a:pt x="2783182" y="3434106"/>
                  <a:pt x="2788892" y="3419365"/>
                  <a:pt x="2795899" y="3405351"/>
                </a:cubicBezTo>
                <a:cubicBezTo>
                  <a:pt x="2805028" y="3368833"/>
                  <a:pt x="2814097" y="3364534"/>
                  <a:pt x="2795899" y="3331779"/>
                </a:cubicBezTo>
                <a:cubicBezTo>
                  <a:pt x="2783630" y="3309694"/>
                  <a:pt x="2753857" y="3268717"/>
                  <a:pt x="2753857" y="3268717"/>
                </a:cubicBezTo>
                <a:cubicBezTo>
                  <a:pt x="2737681" y="3187832"/>
                  <a:pt x="2747681" y="3233502"/>
                  <a:pt x="2722326" y="3132082"/>
                </a:cubicBezTo>
                <a:lnTo>
                  <a:pt x="2711816" y="3090041"/>
                </a:lnTo>
                <a:cubicBezTo>
                  <a:pt x="2708313" y="3076027"/>
                  <a:pt x="2707766" y="3060920"/>
                  <a:pt x="2701306" y="3048000"/>
                </a:cubicBezTo>
                <a:lnTo>
                  <a:pt x="2680285" y="3005958"/>
                </a:lnTo>
                <a:cubicBezTo>
                  <a:pt x="2656200" y="2909621"/>
                  <a:pt x="2675289" y="2945914"/>
                  <a:pt x="2638244" y="2890345"/>
                </a:cubicBezTo>
                <a:cubicBezTo>
                  <a:pt x="2623387" y="2816066"/>
                  <a:pt x="2633382" y="2854741"/>
                  <a:pt x="2606713" y="2774731"/>
                </a:cubicBezTo>
                <a:lnTo>
                  <a:pt x="2606713" y="2774731"/>
                </a:lnTo>
                <a:cubicBezTo>
                  <a:pt x="2603209" y="2760717"/>
                  <a:pt x="2605226" y="2743969"/>
                  <a:pt x="2596202" y="2732689"/>
                </a:cubicBezTo>
                <a:cubicBezTo>
                  <a:pt x="2589281" y="2724038"/>
                  <a:pt x="2575181" y="2725682"/>
                  <a:pt x="2564671" y="2722179"/>
                </a:cubicBezTo>
                <a:cubicBezTo>
                  <a:pt x="2526760" y="2696905"/>
                  <a:pt x="2498876" y="2681292"/>
                  <a:pt x="2470078" y="2638096"/>
                </a:cubicBezTo>
                <a:cubicBezTo>
                  <a:pt x="2463071" y="2627586"/>
                  <a:pt x="2457989" y="2615497"/>
                  <a:pt x="2449057" y="2606565"/>
                </a:cubicBezTo>
                <a:cubicBezTo>
                  <a:pt x="2436671" y="2594179"/>
                  <a:pt x="2418654" y="2588127"/>
                  <a:pt x="2407016" y="2575034"/>
                </a:cubicBezTo>
                <a:cubicBezTo>
                  <a:pt x="2390232" y="2556152"/>
                  <a:pt x="2382839" y="2529836"/>
                  <a:pt x="2364975" y="2511972"/>
                </a:cubicBezTo>
                <a:cubicBezTo>
                  <a:pt x="2309242" y="2456239"/>
                  <a:pt x="2353924" y="2507568"/>
                  <a:pt x="2312423" y="2438400"/>
                </a:cubicBezTo>
                <a:cubicBezTo>
                  <a:pt x="2312413" y="2438383"/>
                  <a:pt x="2259877" y="2359581"/>
                  <a:pt x="2249361" y="2343807"/>
                </a:cubicBezTo>
                <a:lnTo>
                  <a:pt x="2207320" y="2280745"/>
                </a:lnTo>
                <a:cubicBezTo>
                  <a:pt x="2200313" y="2270234"/>
                  <a:pt x="2193878" y="2259319"/>
                  <a:pt x="2186299" y="2249213"/>
                </a:cubicBezTo>
                <a:lnTo>
                  <a:pt x="2154768" y="2207172"/>
                </a:lnTo>
                <a:lnTo>
                  <a:pt x="2123237" y="2112579"/>
                </a:lnTo>
                <a:lnTo>
                  <a:pt x="2102216" y="2049517"/>
                </a:lnTo>
                <a:cubicBezTo>
                  <a:pt x="2084558" y="1961223"/>
                  <a:pt x="2096466" y="2027411"/>
                  <a:pt x="2081195" y="1912882"/>
                </a:cubicBezTo>
                <a:cubicBezTo>
                  <a:pt x="2062610" y="1773500"/>
                  <a:pt x="2077549" y="1907956"/>
                  <a:pt x="2060175" y="1734207"/>
                </a:cubicBezTo>
                <a:cubicBezTo>
                  <a:pt x="2063678" y="1453931"/>
                  <a:pt x="2070685" y="1173677"/>
                  <a:pt x="2070685" y="893379"/>
                </a:cubicBezTo>
                <a:cubicBezTo>
                  <a:pt x="2070685" y="763704"/>
                  <a:pt x="2066651" y="634009"/>
                  <a:pt x="2060175" y="504496"/>
                </a:cubicBezTo>
                <a:cubicBezTo>
                  <a:pt x="2059622" y="493431"/>
                  <a:pt x="2052708" y="483618"/>
                  <a:pt x="2049664" y="472965"/>
                </a:cubicBezTo>
                <a:cubicBezTo>
                  <a:pt x="2046463" y="461761"/>
                  <a:pt x="2036055" y="412733"/>
                  <a:pt x="2028644" y="399393"/>
                </a:cubicBezTo>
                <a:cubicBezTo>
                  <a:pt x="2016375" y="377308"/>
                  <a:pt x="2000616" y="357352"/>
                  <a:pt x="1986602" y="336331"/>
                </a:cubicBezTo>
                <a:cubicBezTo>
                  <a:pt x="1979595" y="325821"/>
                  <a:pt x="1974514" y="313732"/>
                  <a:pt x="1965582" y="304800"/>
                </a:cubicBezTo>
                <a:cubicBezTo>
                  <a:pt x="1955072" y="294290"/>
                  <a:pt x="1943567" y="284688"/>
                  <a:pt x="1934051" y="273269"/>
                </a:cubicBezTo>
                <a:cubicBezTo>
                  <a:pt x="1925964" y="263565"/>
                  <a:pt x="1921117" y="251442"/>
                  <a:pt x="1913030" y="241738"/>
                </a:cubicBezTo>
                <a:cubicBezTo>
                  <a:pt x="1903514" y="230319"/>
                  <a:pt x="1891015" y="221626"/>
                  <a:pt x="1881499" y="210207"/>
                </a:cubicBezTo>
                <a:cubicBezTo>
                  <a:pt x="1873412" y="200503"/>
                  <a:pt x="1869410" y="187608"/>
                  <a:pt x="1860478" y="178676"/>
                </a:cubicBezTo>
                <a:cubicBezTo>
                  <a:pt x="1851546" y="169744"/>
                  <a:pt x="1839457" y="164662"/>
                  <a:pt x="1828947" y="157655"/>
                </a:cubicBezTo>
                <a:cubicBezTo>
                  <a:pt x="1810262" y="129628"/>
                  <a:pt x="1804408" y="116381"/>
                  <a:pt x="1776395" y="94593"/>
                </a:cubicBezTo>
                <a:cubicBezTo>
                  <a:pt x="1756453" y="79082"/>
                  <a:pt x="1734354" y="66565"/>
                  <a:pt x="1713333" y="52551"/>
                </a:cubicBezTo>
                <a:cubicBezTo>
                  <a:pt x="1684758" y="33501"/>
                  <a:pt x="1656259" y="10510"/>
                  <a:pt x="1618740" y="10510"/>
                </a:cubicBezTo>
                <a:lnTo>
                  <a:pt x="1377002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任意形状 7">
            <a:extLst>
              <a:ext uri="{FF2B5EF4-FFF2-40B4-BE49-F238E27FC236}">
                <a16:creationId xmlns:a16="http://schemas.microsoft.com/office/drawing/2014/main" id="{2B7099B6-0865-3E41-7593-A7DBAFE05BF0}"/>
              </a:ext>
            </a:extLst>
          </p:cNvPr>
          <p:cNvSpPr/>
          <p:nvPr/>
        </p:nvSpPr>
        <p:spPr>
          <a:xfrm>
            <a:off x="4612455" y="3230211"/>
            <a:ext cx="1543722" cy="2206920"/>
          </a:xfrm>
          <a:custGeom>
            <a:avLst/>
            <a:gdLst>
              <a:gd name="connsiteX0" fmla="*/ 662151 w 1744717"/>
              <a:gd name="connsiteY0" fmla="*/ 21021 h 2399987"/>
              <a:gd name="connsiteX1" fmla="*/ 662151 w 1744717"/>
              <a:gd name="connsiteY1" fmla="*/ 21021 h 2399987"/>
              <a:gd name="connsiteX2" fmla="*/ 557048 w 1744717"/>
              <a:gd name="connsiteY2" fmla="*/ 94594 h 2399987"/>
              <a:gd name="connsiteX3" fmla="*/ 525517 w 1744717"/>
              <a:gd name="connsiteY3" fmla="*/ 115614 h 2399987"/>
              <a:gd name="connsiteX4" fmla="*/ 462455 w 1744717"/>
              <a:gd name="connsiteY4" fmla="*/ 157656 h 2399987"/>
              <a:gd name="connsiteX5" fmla="*/ 399393 w 1744717"/>
              <a:gd name="connsiteY5" fmla="*/ 189187 h 2399987"/>
              <a:gd name="connsiteX6" fmla="*/ 336331 w 1744717"/>
              <a:gd name="connsiteY6" fmla="*/ 231228 h 2399987"/>
              <a:gd name="connsiteX7" fmla="*/ 315310 w 1744717"/>
              <a:gd name="connsiteY7" fmla="*/ 262759 h 2399987"/>
              <a:gd name="connsiteX8" fmla="*/ 294289 w 1744717"/>
              <a:gd name="connsiteY8" fmla="*/ 388883 h 2399987"/>
              <a:gd name="connsiteX9" fmla="*/ 262758 w 1744717"/>
              <a:gd name="connsiteY9" fmla="*/ 525518 h 2399987"/>
              <a:gd name="connsiteX10" fmla="*/ 252248 w 1744717"/>
              <a:gd name="connsiteY10" fmla="*/ 599090 h 2399987"/>
              <a:gd name="connsiteX11" fmla="*/ 241737 w 1744717"/>
              <a:gd name="connsiteY11" fmla="*/ 641132 h 2399987"/>
              <a:gd name="connsiteX12" fmla="*/ 231227 w 1744717"/>
              <a:gd name="connsiteY12" fmla="*/ 714704 h 2399987"/>
              <a:gd name="connsiteX13" fmla="*/ 220717 w 1744717"/>
              <a:gd name="connsiteY13" fmla="*/ 756745 h 2399987"/>
              <a:gd name="connsiteX14" fmla="*/ 210206 w 1744717"/>
              <a:gd name="connsiteY14" fmla="*/ 830318 h 2399987"/>
              <a:gd name="connsiteX15" fmla="*/ 199696 w 1744717"/>
              <a:gd name="connsiteY15" fmla="*/ 861849 h 2399987"/>
              <a:gd name="connsiteX16" fmla="*/ 189186 w 1744717"/>
              <a:gd name="connsiteY16" fmla="*/ 903890 h 2399987"/>
              <a:gd name="connsiteX17" fmla="*/ 178675 w 1744717"/>
              <a:gd name="connsiteY17" fmla="*/ 956442 h 2399987"/>
              <a:gd name="connsiteX18" fmla="*/ 168165 w 1744717"/>
              <a:gd name="connsiteY18" fmla="*/ 998483 h 2399987"/>
              <a:gd name="connsiteX19" fmla="*/ 147144 w 1744717"/>
              <a:gd name="connsiteY19" fmla="*/ 1082566 h 2399987"/>
              <a:gd name="connsiteX20" fmla="*/ 126124 w 1744717"/>
              <a:gd name="connsiteY20" fmla="*/ 1198180 h 2399987"/>
              <a:gd name="connsiteX21" fmla="*/ 115613 w 1744717"/>
              <a:gd name="connsiteY21" fmla="*/ 1229711 h 2399987"/>
              <a:gd name="connsiteX22" fmla="*/ 105103 w 1744717"/>
              <a:gd name="connsiteY22" fmla="*/ 1271752 h 2399987"/>
              <a:gd name="connsiteX23" fmla="*/ 84082 w 1744717"/>
              <a:gd name="connsiteY23" fmla="*/ 1387366 h 2399987"/>
              <a:gd name="connsiteX24" fmla="*/ 73572 w 1744717"/>
              <a:gd name="connsiteY24" fmla="*/ 1460938 h 2399987"/>
              <a:gd name="connsiteX25" fmla="*/ 63062 w 1744717"/>
              <a:gd name="connsiteY25" fmla="*/ 1502980 h 2399987"/>
              <a:gd name="connsiteX26" fmla="*/ 52551 w 1744717"/>
              <a:gd name="connsiteY26" fmla="*/ 1555532 h 2399987"/>
              <a:gd name="connsiteX27" fmla="*/ 42041 w 1744717"/>
              <a:gd name="connsiteY27" fmla="*/ 1597573 h 2399987"/>
              <a:gd name="connsiteX28" fmla="*/ 31531 w 1744717"/>
              <a:gd name="connsiteY28" fmla="*/ 1660635 h 2399987"/>
              <a:gd name="connsiteX29" fmla="*/ 21020 w 1744717"/>
              <a:gd name="connsiteY29" fmla="*/ 1702676 h 2399987"/>
              <a:gd name="connsiteX30" fmla="*/ 0 w 1744717"/>
              <a:gd name="connsiteY30" fmla="*/ 1818290 h 2399987"/>
              <a:gd name="connsiteX31" fmla="*/ 10510 w 1744717"/>
              <a:gd name="connsiteY31" fmla="*/ 2081049 h 2399987"/>
              <a:gd name="connsiteX32" fmla="*/ 42041 w 1744717"/>
              <a:gd name="connsiteY32" fmla="*/ 2091559 h 2399987"/>
              <a:gd name="connsiteX33" fmla="*/ 105103 w 1744717"/>
              <a:gd name="connsiteY33" fmla="*/ 2133600 h 2399987"/>
              <a:gd name="connsiteX34" fmla="*/ 136634 w 1744717"/>
              <a:gd name="connsiteY34" fmla="*/ 2154621 h 2399987"/>
              <a:gd name="connsiteX35" fmla="*/ 157655 w 1744717"/>
              <a:gd name="connsiteY35" fmla="*/ 2186152 h 2399987"/>
              <a:gd name="connsiteX36" fmla="*/ 262758 w 1744717"/>
              <a:gd name="connsiteY36" fmla="*/ 2249214 h 2399987"/>
              <a:gd name="connsiteX37" fmla="*/ 294289 w 1744717"/>
              <a:gd name="connsiteY37" fmla="*/ 2270235 h 2399987"/>
              <a:gd name="connsiteX38" fmla="*/ 357351 w 1744717"/>
              <a:gd name="connsiteY38" fmla="*/ 2291256 h 2399987"/>
              <a:gd name="connsiteX39" fmla="*/ 1397875 w 1744717"/>
              <a:gd name="connsiteY39" fmla="*/ 2249214 h 2399987"/>
              <a:gd name="connsiteX40" fmla="*/ 1418896 w 1744717"/>
              <a:gd name="connsiteY40" fmla="*/ 2207173 h 2399987"/>
              <a:gd name="connsiteX41" fmla="*/ 1439917 w 1744717"/>
              <a:gd name="connsiteY41" fmla="*/ 2175642 h 2399987"/>
              <a:gd name="connsiteX42" fmla="*/ 1471448 w 1744717"/>
              <a:gd name="connsiteY42" fmla="*/ 2102069 h 2399987"/>
              <a:gd name="connsiteX43" fmla="*/ 1502979 w 1744717"/>
              <a:gd name="connsiteY43" fmla="*/ 2028497 h 2399987"/>
              <a:gd name="connsiteX44" fmla="*/ 1524000 w 1744717"/>
              <a:gd name="connsiteY44" fmla="*/ 1965435 h 2399987"/>
              <a:gd name="connsiteX45" fmla="*/ 1566041 w 1744717"/>
              <a:gd name="connsiteY45" fmla="*/ 1902373 h 2399987"/>
              <a:gd name="connsiteX46" fmla="*/ 1576551 w 1744717"/>
              <a:gd name="connsiteY46" fmla="*/ 1870842 h 2399987"/>
              <a:gd name="connsiteX47" fmla="*/ 1618593 w 1744717"/>
              <a:gd name="connsiteY47" fmla="*/ 1807780 h 2399987"/>
              <a:gd name="connsiteX48" fmla="*/ 1639613 w 1744717"/>
              <a:gd name="connsiteY48" fmla="*/ 1776249 h 2399987"/>
              <a:gd name="connsiteX49" fmla="*/ 1660634 w 1744717"/>
              <a:gd name="connsiteY49" fmla="*/ 1744718 h 2399987"/>
              <a:gd name="connsiteX50" fmla="*/ 1681655 w 1744717"/>
              <a:gd name="connsiteY50" fmla="*/ 1713187 h 2399987"/>
              <a:gd name="connsiteX51" fmla="*/ 1713186 w 1744717"/>
              <a:gd name="connsiteY51" fmla="*/ 1618594 h 2399987"/>
              <a:gd name="connsiteX52" fmla="*/ 1723696 w 1744717"/>
              <a:gd name="connsiteY52" fmla="*/ 1587063 h 2399987"/>
              <a:gd name="connsiteX53" fmla="*/ 1744717 w 1744717"/>
              <a:gd name="connsiteY53" fmla="*/ 1513490 h 2399987"/>
              <a:gd name="connsiteX54" fmla="*/ 1734206 w 1744717"/>
              <a:gd name="connsiteY54" fmla="*/ 1439918 h 2399987"/>
              <a:gd name="connsiteX55" fmla="*/ 1681655 w 1744717"/>
              <a:gd name="connsiteY55" fmla="*/ 1376856 h 2399987"/>
              <a:gd name="connsiteX56" fmla="*/ 1660634 w 1744717"/>
              <a:gd name="connsiteY56" fmla="*/ 1345325 h 2399987"/>
              <a:gd name="connsiteX57" fmla="*/ 1650124 w 1744717"/>
              <a:gd name="connsiteY57" fmla="*/ 1313794 h 2399987"/>
              <a:gd name="connsiteX58" fmla="*/ 1587062 w 1744717"/>
              <a:gd name="connsiteY58" fmla="*/ 1250732 h 2399987"/>
              <a:gd name="connsiteX59" fmla="*/ 1545020 w 1744717"/>
              <a:gd name="connsiteY59" fmla="*/ 1187669 h 2399987"/>
              <a:gd name="connsiteX60" fmla="*/ 1524000 w 1744717"/>
              <a:gd name="connsiteY60" fmla="*/ 1156138 h 2399987"/>
              <a:gd name="connsiteX61" fmla="*/ 1429406 w 1744717"/>
              <a:gd name="connsiteY61" fmla="*/ 1072056 h 2399987"/>
              <a:gd name="connsiteX62" fmla="*/ 1366344 w 1744717"/>
              <a:gd name="connsiteY62" fmla="*/ 1019504 h 2399987"/>
              <a:gd name="connsiteX63" fmla="*/ 1345324 w 1744717"/>
              <a:gd name="connsiteY63" fmla="*/ 987973 h 2399987"/>
              <a:gd name="connsiteX64" fmla="*/ 1313793 w 1744717"/>
              <a:gd name="connsiteY64" fmla="*/ 956442 h 2399987"/>
              <a:gd name="connsiteX65" fmla="*/ 1303282 w 1744717"/>
              <a:gd name="connsiteY65" fmla="*/ 924911 h 2399987"/>
              <a:gd name="connsiteX66" fmla="*/ 1261241 w 1744717"/>
              <a:gd name="connsiteY66" fmla="*/ 861849 h 2399987"/>
              <a:gd name="connsiteX67" fmla="*/ 1208689 w 1744717"/>
              <a:gd name="connsiteY67" fmla="*/ 704194 h 2399987"/>
              <a:gd name="connsiteX68" fmla="*/ 1187669 w 1744717"/>
              <a:gd name="connsiteY68" fmla="*/ 641132 h 2399987"/>
              <a:gd name="connsiteX69" fmla="*/ 1177158 w 1744717"/>
              <a:gd name="connsiteY69" fmla="*/ 609600 h 2399987"/>
              <a:gd name="connsiteX70" fmla="*/ 1156137 w 1744717"/>
              <a:gd name="connsiteY70" fmla="*/ 578069 h 2399987"/>
              <a:gd name="connsiteX71" fmla="*/ 1135117 w 1744717"/>
              <a:gd name="connsiteY71" fmla="*/ 515007 h 2399987"/>
              <a:gd name="connsiteX72" fmla="*/ 1124606 w 1744717"/>
              <a:gd name="connsiteY72" fmla="*/ 483476 h 2399987"/>
              <a:gd name="connsiteX73" fmla="*/ 1103586 w 1744717"/>
              <a:gd name="connsiteY73" fmla="*/ 451945 h 2399987"/>
              <a:gd name="connsiteX74" fmla="*/ 1061544 w 1744717"/>
              <a:gd name="connsiteY74" fmla="*/ 378373 h 2399987"/>
              <a:gd name="connsiteX75" fmla="*/ 1030013 w 1744717"/>
              <a:gd name="connsiteY75" fmla="*/ 346842 h 2399987"/>
              <a:gd name="connsiteX76" fmla="*/ 956441 w 1744717"/>
              <a:gd name="connsiteY76" fmla="*/ 262759 h 2399987"/>
              <a:gd name="connsiteX77" fmla="*/ 914400 w 1744717"/>
              <a:gd name="connsiteY77" fmla="*/ 199697 h 2399987"/>
              <a:gd name="connsiteX78" fmla="*/ 819806 w 1744717"/>
              <a:gd name="connsiteY78" fmla="*/ 147145 h 2399987"/>
              <a:gd name="connsiteX79" fmla="*/ 777765 w 1744717"/>
              <a:gd name="connsiteY79" fmla="*/ 115614 h 2399987"/>
              <a:gd name="connsiteX80" fmla="*/ 746234 w 1744717"/>
              <a:gd name="connsiteY80" fmla="*/ 105104 h 2399987"/>
              <a:gd name="connsiteX81" fmla="*/ 651641 w 1744717"/>
              <a:gd name="connsiteY81" fmla="*/ 42042 h 2399987"/>
              <a:gd name="connsiteX82" fmla="*/ 620110 w 1744717"/>
              <a:gd name="connsiteY82" fmla="*/ 21021 h 2399987"/>
              <a:gd name="connsiteX83" fmla="*/ 588579 w 1744717"/>
              <a:gd name="connsiteY83" fmla="*/ 0 h 2399987"/>
              <a:gd name="connsiteX84" fmla="*/ 662151 w 1744717"/>
              <a:gd name="connsiteY84" fmla="*/ 21021 h 239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744717" h="2399987">
                <a:moveTo>
                  <a:pt x="662151" y="21021"/>
                </a:moveTo>
                <a:lnTo>
                  <a:pt x="662151" y="21021"/>
                </a:lnTo>
                <a:lnTo>
                  <a:pt x="557048" y="94594"/>
                </a:lnTo>
                <a:cubicBezTo>
                  <a:pt x="546662" y="101784"/>
                  <a:pt x="536027" y="108607"/>
                  <a:pt x="525517" y="115614"/>
                </a:cubicBezTo>
                <a:lnTo>
                  <a:pt x="462455" y="157656"/>
                </a:lnTo>
                <a:cubicBezTo>
                  <a:pt x="322485" y="250969"/>
                  <a:pt x="529931" y="116665"/>
                  <a:pt x="399393" y="189187"/>
                </a:cubicBezTo>
                <a:cubicBezTo>
                  <a:pt x="377309" y="201456"/>
                  <a:pt x="336331" y="231228"/>
                  <a:pt x="336331" y="231228"/>
                </a:cubicBezTo>
                <a:cubicBezTo>
                  <a:pt x="329324" y="241738"/>
                  <a:pt x="318565" y="250554"/>
                  <a:pt x="315310" y="262759"/>
                </a:cubicBezTo>
                <a:cubicBezTo>
                  <a:pt x="304328" y="303941"/>
                  <a:pt x="307767" y="348449"/>
                  <a:pt x="294289" y="388883"/>
                </a:cubicBezTo>
                <a:cubicBezTo>
                  <a:pt x="276077" y="443520"/>
                  <a:pt x="274354" y="444345"/>
                  <a:pt x="262758" y="525518"/>
                </a:cubicBezTo>
                <a:cubicBezTo>
                  <a:pt x="259255" y="550042"/>
                  <a:pt x="256680" y="574717"/>
                  <a:pt x="252248" y="599090"/>
                </a:cubicBezTo>
                <a:cubicBezTo>
                  <a:pt x="249664" y="613302"/>
                  <a:pt x="244321" y="626920"/>
                  <a:pt x="241737" y="641132"/>
                </a:cubicBezTo>
                <a:cubicBezTo>
                  <a:pt x="237305" y="665505"/>
                  <a:pt x="235658" y="690331"/>
                  <a:pt x="231227" y="714704"/>
                </a:cubicBezTo>
                <a:cubicBezTo>
                  <a:pt x="228643" y="728916"/>
                  <a:pt x="223301" y="742533"/>
                  <a:pt x="220717" y="756745"/>
                </a:cubicBezTo>
                <a:cubicBezTo>
                  <a:pt x="216285" y="781119"/>
                  <a:pt x="215064" y="806026"/>
                  <a:pt x="210206" y="830318"/>
                </a:cubicBezTo>
                <a:cubicBezTo>
                  <a:pt x="208033" y="841182"/>
                  <a:pt x="202740" y="851196"/>
                  <a:pt x="199696" y="861849"/>
                </a:cubicBezTo>
                <a:cubicBezTo>
                  <a:pt x="195728" y="875738"/>
                  <a:pt x="192320" y="889789"/>
                  <a:pt x="189186" y="903890"/>
                </a:cubicBezTo>
                <a:cubicBezTo>
                  <a:pt x="185311" y="921329"/>
                  <a:pt x="182550" y="939003"/>
                  <a:pt x="178675" y="956442"/>
                </a:cubicBezTo>
                <a:cubicBezTo>
                  <a:pt x="175541" y="970543"/>
                  <a:pt x="171298" y="984382"/>
                  <a:pt x="168165" y="998483"/>
                </a:cubicBezTo>
                <a:cubicBezTo>
                  <a:pt x="151255" y="1074579"/>
                  <a:pt x="165926" y="1026224"/>
                  <a:pt x="147144" y="1082566"/>
                </a:cubicBezTo>
                <a:cubicBezTo>
                  <a:pt x="142460" y="1110672"/>
                  <a:pt x="133468" y="1168805"/>
                  <a:pt x="126124" y="1198180"/>
                </a:cubicBezTo>
                <a:cubicBezTo>
                  <a:pt x="123437" y="1208928"/>
                  <a:pt x="118657" y="1219058"/>
                  <a:pt x="115613" y="1229711"/>
                </a:cubicBezTo>
                <a:cubicBezTo>
                  <a:pt x="111645" y="1243600"/>
                  <a:pt x="108236" y="1257651"/>
                  <a:pt x="105103" y="1271752"/>
                </a:cubicBezTo>
                <a:cubicBezTo>
                  <a:pt x="96907" y="1308635"/>
                  <a:pt x="89784" y="1350303"/>
                  <a:pt x="84082" y="1387366"/>
                </a:cubicBezTo>
                <a:cubicBezTo>
                  <a:pt x="80315" y="1411851"/>
                  <a:pt x="78003" y="1436565"/>
                  <a:pt x="73572" y="1460938"/>
                </a:cubicBezTo>
                <a:cubicBezTo>
                  <a:pt x="70988" y="1475150"/>
                  <a:pt x="66196" y="1488879"/>
                  <a:pt x="63062" y="1502980"/>
                </a:cubicBezTo>
                <a:cubicBezTo>
                  <a:pt x="59187" y="1520419"/>
                  <a:pt x="56426" y="1538093"/>
                  <a:pt x="52551" y="1555532"/>
                </a:cubicBezTo>
                <a:cubicBezTo>
                  <a:pt x="49417" y="1569633"/>
                  <a:pt x="44874" y="1583409"/>
                  <a:pt x="42041" y="1597573"/>
                </a:cubicBezTo>
                <a:cubicBezTo>
                  <a:pt x="37862" y="1618470"/>
                  <a:pt x="35710" y="1639738"/>
                  <a:pt x="31531" y="1660635"/>
                </a:cubicBezTo>
                <a:cubicBezTo>
                  <a:pt x="28698" y="1674799"/>
                  <a:pt x="24154" y="1688575"/>
                  <a:pt x="21020" y="1702676"/>
                </a:cubicBezTo>
                <a:cubicBezTo>
                  <a:pt x="11229" y="1746735"/>
                  <a:pt x="7604" y="1772666"/>
                  <a:pt x="0" y="1818290"/>
                </a:cubicBezTo>
                <a:cubicBezTo>
                  <a:pt x="3503" y="1905876"/>
                  <a:pt x="-2819" y="1994412"/>
                  <a:pt x="10510" y="2081049"/>
                </a:cubicBezTo>
                <a:cubicBezTo>
                  <a:pt x="12195" y="2091999"/>
                  <a:pt x="32356" y="2086179"/>
                  <a:pt x="42041" y="2091559"/>
                </a:cubicBezTo>
                <a:cubicBezTo>
                  <a:pt x="64125" y="2103828"/>
                  <a:pt x="84082" y="2119586"/>
                  <a:pt x="105103" y="2133600"/>
                </a:cubicBezTo>
                <a:lnTo>
                  <a:pt x="136634" y="2154621"/>
                </a:lnTo>
                <a:cubicBezTo>
                  <a:pt x="143641" y="2165131"/>
                  <a:pt x="148149" y="2177834"/>
                  <a:pt x="157655" y="2186152"/>
                </a:cubicBezTo>
                <a:cubicBezTo>
                  <a:pt x="206059" y="2228505"/>
                  <a:pt x="215295" y="2222093"/>
                  <a:pt x="262758" y="2249214"/>
                </a:cubicBezTo>
                <a:cubicBezTo>
                  <a:pt x="273726" y="2255481"/>
                  <a:pt x="282746" y="2265105"/>
                  <a:pt x="294289" y="2270235"/>
                </a:cubicBezTo>
                <a:cubicBezTo>
                  <a:pt x="314537" y="2279234"/>
                  <a:pt x="357351" y="2291256"/>
                  <a:pt x="357351" y="2291256"/>
                </a:cubicBezTo>
                <a:cubicBezTo>
                  <a:pt x="579508" y="2288966"/>
                  <a:pt x="1218448" y="2563212"/>
                  <a:pt x="1397875" y="2249214"/>
                </a:cubicBezTo>
                <a:cubicBezTo>
                  <a:pt x="1405648" y="2235611"/>
                  <a:pt x="1411122" y="2220776"/>
                  <a:pt x="1418896" y="2207173"/>
                </a:cubicBezTo>
                <a:cubicBezTo>
                  <a:pt x="1425163" y="2196205"/>
                  <a:pt x="1432910" y="2186152"/>
                  <a:pt x="1439917" y="2175642"/>
                </a:cubicBezTo>
                <a:cubicBezTo>
                  <a:pt x="1470090" y="2054945"/>
                  <a:pt x="1427899" y="2203684"/>
                  <a:pt x="1471448" y="2102069"/>
                </a:cubicBezTo>
                <a:cubicBezTo>
                  <a:pt x="1512170" y="2007051"/>
                  <a:pt x="1450204" y="2107658"/>
                  <a:pt x="1502979" y="2028497"/>
                </a:cubicBezTo>
                <a:cubicBezTo>
                  <a:pt x="1509986" y="2007476"/>
                  <a:pt x="1511709" y="1983871"/>
                  <a:pt x="1524000" y="1965435"/>
                </a:cubicBezTo>
                <a:lnTo>
                  <a:pt x="1566041" y="1902373"/>
                </a:lnTo>
                <a:cubicBezTo>
                  <a:pt x="1569544" y="1891863"/>
                  <a:pt x="1571171" y="1880527"/>
                  <a:pt x="1576551" y="1870842"/>
                </a:cubicBezTo>
                <a:cubicBezTo>
                  <a:pt x="1588820" y="1848757"/>
                  <a:pt x="1604579" y="1828801"/>
                  <a:pt x="1618593" y="1807780"/>
                </a:cubicBezTo>
                <a:lnTo>
                  <a:pt x="1639613" y="1776249"/>
                </a:lnTo>
                <a:lnTo>
                  <a:pt x="1660634" y="1744718"/>
                </a:lnTo>
                <a:lnTo>
                  <a:pt x="1681655" y="1713187"/>
                </a:lnTo>
                <a:lnTo>
                  <a:pt x="1713186" y="1618594"/>
                </a:lnTo>
                <a:cubicBezTo>
                  <a:pt x="1716689" y="1608084"/>
                  <a:pt x="1721009" y="1597811"/>
                  <a:pt x="1723696" y="1587063"/>
                </a:cubicBezTo>
                <a:cubicBezTo>
                  <a:pt x="1736893" y="1534273"/>
                  <a:pt x="1729638" y="1558725"/>
                  <a:pt x="1744717" y="1513490"/>
                </a:cubicBezTo>
                <a:cubicBezTo>
                  <a:pt x="1741213" y="1488966"/>
                  <a:pt x="1741324" y="1463646"/>
                  <a:pt x="1734206" y="1439918"/>
                </a:cubicBezTo>
                <a:cubicBezTo>
                  <a:pt x="1726866" y="1415452"/>
                  <a:pt x="1696319" y="1394452"/>
                  <a:pt x="1681655" y="1376856"/>
                </a:cubicBezTo>
                <a:cubicBezTo>
                  <a:pt x="1673568" y="1367152"/>
                  <a:pt x="1667641" y="1355835"/>
                  <a:pt x="1660634" y="1345325"/>
                </a:cubicBezTo>
                <a:cubicBezTo>
                  <a:pt x="1657131" y="1334815"/>
                  <a:pt x="1656926" y="1322539"/>
                  <a:pt x="1650124" y="1313794"/>
                </a:cubicBezTo>
                <a:cubicBezTo>
                  <a:pt x="1631873" y="1290328"/>
                  <a:pt x="1587062" y="1250732"/>
                  <a:pt x="1587062" y="1250732"/>
                </a:cubicBezTo>
                <a:cubicBezTo>
                  <a:pt x="1568590" y="1195317"/>
                  <a:pt x="1588760" y="1240157"/>
                  <a:pt x="1545020" y="1187669"/>
                </a:cubicBezTo>
                <a:cubicBezTo>
                  <a:pt x="1536933" y="1177965"/>
                  <a:pt x="1532392" y="1165579"/>
                  <a:pt x="1524000" y="1156138"/>
                </a:cubicBezTo>
                <a:cubicBezTo>
                  <a:pt x="1407191" y="1024728"/>
                  <a:pt x="1504714" y="1134812"/>
                  <a:pt x="1429406" y="1072056"/>
                </a:cubicBezTo>
                <a:cubicBezTo>
                  <a:pt x="1348472" y="1004612"/>
                  <a:pt x="1444636" y="1071700"/>
                  <a:pt x="1366344" y="1019504"/>
                </a:cubicBezTo>
                <a:cubicBezTo>
                  <a:pt x="1359337" y="1008994"/>
                  <a:pt x="1353411" y="997677"/>
                  <a:pt x="1345324" y="987973"/>
                </a:cubicBezTo>
                <a:cubicBezTo>
                  <a:pt x="1335808" y="976554"/>
                  <a:pt x="1322038" y="968809"/>
                  <a:pt x="1313793" y="956442"/>
                </a:cubicBezTo>
                <a:cubicBezTo>
                  <a:pt x="1307647" y="947224"/>
                  <a:pt x="1308662" y="934596"/>
                  <a:pt x="1303282" y="924911"/>
                </a:cubicBezTo>
                <a:cubicBezTo>
                  <a:pt x="1291013" y="902827"/>
                  <a:pt x="1261241" y="861849"/>
                  <a:pt x="1261241" y="861849"/>
                </a:cubicBezTo>
                <a:lnTo>
                  <a:pt x="1208689" y="704194"/>
                </a:lnTo>
                <a:lnTo>
                  <a:pt x="1187669" y="641132"/>
                </a:lnTo>
                <a:cubicBezTo>
                  <a:pt x="1184165" y="630621"/>
                  <a:pt x="1183304" y="618818"/>
                  <a:pt x="1177158" y="609600"/>
                </a:cubicBezTo>
                <a:lnTo>
                  <a:pt x="1156137" y="578069"/>
                </a:lnTo>
                <a:lnTo>
                  <a:pt x="1135117" y="515007"/>
                </a:lnTo>
                <a:cubicBezTo>
                  <a:pt x="1131614" y="504497"/>
                  <a:pt x="1130751" y="492694"/>
                  <a:pt x="1124606" y="483476"/>
                </a:cubicBezTo>
                <a:cubicBezTo>
                  <a:pt x="1117599" y="472966"/>
                  <a:pt x="1109853" y="462912"/>
                  <a:pt x="1103586" y="451945"/>
                </a:cubicBezTo>
                <a:cubicBezTo>
                  <a:pt x="1084896" y="419237"/>
                  <a:pt x="1084822" y="406307"/>
                  <a:pt x="1061544" y="378373"/>
                </a:cubicBezTo>
                <a:cubicBezTo>
                  <a:pt x="1052028" y="366954"/>
                  <a:pt x="1039138" y="358575"/>
                  <a:pt x="1030013" y="346842"/>
                </a:cubicBezTo>
                <a:cubicBezTo>
                  <a:pt x="963986" y="261950"/>
                  <a:pt x="1017482" y="303454"/>
                  <a:pt x="956441" y="262759"/>
                </a:cubicBezTo>
                <a:cubicBezTo>
                  <a:pt x="942427" y="241738"/>
                  <a:pt x="935421" y="213711"/>
                  <a:pt x="914400" y="199697"/>
                </a:cubicBezTo>
                <a:cubicBezTo>
                  <a:pt x="842119" y="151511"/>
                  <a:pt x="875304" y="165646"/>
                  <a:pt x="819806" y="147145"/>
                </a:cubicBezTo>
                <a:cubicBezTo>
                  <a:pt x="805792" y="136635"/>
                  <a:pt x="792974" y="124305"/>
                  <a:pt x="777765" y="115614"/>
                </a:cubicBezTo>
                <a:cubicBezTo>
                  <a:pt x="768146" y="110117"/>
                  <a:pt x="755919" y="110484"/>
                  <a:pt x="746234" y="105104"/>
                </a:cubicBezTo>
                <a:cubicBezTo>
                  <a:pt x="746224" y="105098"/>
                  <a:pt x="667411" y="52556"/>
                  <a:pt x="651641" y="42042"/>
                </a:cubicBezTo>
                <a:lnTo>
                  <a:pt x="620110" y="21021"/>
                </a:lnTo>
                <a:lnTo>
                  <a:pt x="588579" y="0"/>
                </a:lnTo>
                <a:lnTo>
                  <a:pt x="662151" y="2102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3419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/>
          </p:nvPr>
        </p:nvSpPr>
        <p:spPr>
          <a:xfrm>
            <a:off x="457200" y="-27384"/>
            <a:ext cx="8229600" cy="58515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(a)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前序遍历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(b)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中序遍历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(c)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后序遍历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42339" name="Oval 3"/>
          <p:cNvSpPr>
            <a:spLocks noChangeArrowheads="1"/>
          </p:cNvSpPr>
          <p:nvPr/>
        </p:nvSpPr>
        <p:spPr bwMode="auto">
          <a:xfrm>
            <a:off x="5135909" y="227731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0" name="Oval 4"/>
          <p:cNvSpPr>
            <a:spLocks noChangeArrowheads="1"/>
          </p:cNvSpPr>
          <p:nvPr/>
        </p:nvSpPr>
        <p:spPr bwMode="auto">
          <a:xfrm>
            <a:off x="4559647" y="3429844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1" name="Oval 5"/>
          <p:cNvSpPr>
            <a:spLocks noChangeArrowheads="1"/>
          </p:cNvSpPr>
          <p:nvPr/>
        </p:nvSpPr>
        <p:spPr bwMode="auto">
          <a:xfrm>
            <a:off x="5928072" y="350128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2" name="Oval 6"/>
          <p:cNvSpPr>
            <a:spLocks noChangeArrowheads="1"/>
          </p:cNvSpPr>
          <p:nvPr/>
        </p:nvSpPr>
        <p:spPr bwMode="auto">
          <a:xfrm>
            <a:off x="6431309" y="486970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3" name="Oval 7"/>
          <p:cNvSpPr>
            <a:spLocks noChangeArrowheads="1"/>
          </p:cNvSpPr>
          <p:nvPr/>
        </p:nvSpPr>
        <p:spPr bwMode="auto">
          <a:xfrm>
            <a:off x="5639147" y="4798269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4" name="Oval 8"/>
          <p:cNvSpPr>
            <a:spLocks noChangeArrowheads="1"/>
          </p:cNvSpPr>
          <p:nvPr/>
        </p:nvSpPr>
        <p:spPr bwMode="auto">
          <a:xfrm>
            <a:off x="4343747" y="6093669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5" name="Oval 9"/>
          <p:cNvSpPr>
            <a:spLocks noChangeArrowheads="1"/>
          </p:cNvSpPr>
          <p:nvPr/>
        </p:nvSpPr>
        <p:spPr bwMode="auto">
          <a:xfrm>
            <a:off x="3983384" y="479826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6" name="Oval 10"/>
          <p:cNvSpPr>
            <a:spLocks noChangeArrowheads="1"/>
          </p:cNvSpPr>
          <p:nvPr/>
        </p:nvSpPr>
        <p:spPr bwMode="auto">
          <a:xfrm>
            <a:off x="4775547" y="4798269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7" name="Oval 11"/>
          <p:cNvSpPr>
            <a:spLocks noChangeArrowheads="1"/>
          </p:cNvSpPr>
          <p:nvPr/>
        </p:nvSpPr>
        <p:spPr bwMode="auto">
          <a:xfrm>
            <a:off x="5207347" y="6022231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48" name="Line 12"/>
          <p:cNvSpPr>
            <a:spLocks noChangeShapeType="1"/>
          </p:cNvSpPr>
          <p:nvPr/>
        </p:nvSpPr>
        <p:spPr bwMode="auto">
          <a:xfrm flipH="1">
            <a:off x="4631084" y="2348756"/>
            <a:ext cx="5762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5207347" y="2421781"/>
            <a:ext cx="792162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0" name="Line 14"/>
          <p:cNvSpPr>
            <a:spLocks noChangeShapeType="1"/>
          </p:cNvSpPr>
          <p:nvPr/>
        </p:nvSpPr>
        <p:spPr bwMode="auto">
          <a:xfrm flipH="1">
            <a:off x="4056409" y="3501281"/>
            <a:ext cx="57467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1" name="Line 15"/>
          <p:cNvSpPr>
            <a:spLocks noChangeShapeType="1"/>
          </p:cNvSpPr>
          <p:nvPr/>
        </p:nvSpPr>
        <p:spPr bwMode="auto">
          <a:xfrm>
            <a:off x="4631084" y="3501281"/>
            <a:ext cx="2159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2" name="Line 16"/>
          <p:cNvSpPr>
            <a:spLocks noChangeShapeType="1"/>
          </p:cNvSpPr>
          <p:nvPr/>
        </p:nvSpPr>
        <p:spPr bwMode="auto">
          <a:xfrm flipH="1">
            <a:off x="5712172" y="3572719"/>
            <a:ext cx="287337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3" name="Line 17"/>
          <p:cNvSpPr>
            <a:spLocks noChangeShapeType="1"/>
          </p:cNvSpPr>
          <p:nvPr/>
        </p:nvSpPr>
        <p:spPr bwMode="auto">
          <a:xfrm>
            <a:off x="5999509" y="3572719"/>
            <a:ext cx="504825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4" name="Line 18"/>
          <p:cNvSpPr>
            <a:spLocks noChangeShapeType="1"/>
          </p:cNvSpPr>
          <p:nvPr/>
        </p:nvSpPr>
        <p:spPr bwMode="auto">
          <a:xfrm flipH="1">
            <a:off x="4415184" y="4869706"/>
            <a:ext cx="431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2355" name="Line 19"/>
          <p:cNvSpPr>
            <a:spLocks noChangeShapeType="1"/>
          </p:cNvSpPr>
          <p:nvPr/>
        </p:nvSpPr>
        <p:spPr bwMode="auto">
          <a:xfrm>
            <a:off x="4846984" y="4869706"/>
            <a:ext cx="433388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235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877826"/>
              </p:ext>
            </p:extLst>
          </p:nvPr>
        </p:nvGraphicFramePr>
        <p:xfrm>
          <a:off x="5496272" y="2132856"/>
          <a:ext cx="35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543" imgH="66690" progId="Equation.3">
                  <p:embed/>
                </p:oleObj>
              </mc:Choice>
              <mc:Fallback>
                <p:oleObj name="Equation" r:id="rId2" imgW="47543" imgH="66690" progId="Equation.3">
                  <p:embed/>
                  <p:pic>
                    <p:nvPicPr>
                      <p:cNvPr id="1423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272" y="2132856"/>
                        <a:ext cx="3556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810899"/>
              </p:ext>
            </p:extLst>
          </p:nvPr>
        </p:nvGraphicFramePr>
        <p:xfrm>
          <a:off x="3983384" y="3088531"/>
          <a:ext cx="3556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104760" progId="Equation.3">
                  <p:embed/>
                </p:oleObj>
              </mc:Choice>
              <mc:Fallback>
                <p:oleObj name="Equation" r:id="rId4" imgW="47543" imgH="104760" progId="Equation.3">
                  <p:embed/>
                  <p:pic>
                    <p:nvPicPr>
                      <p:cNvPr id="1423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384" y="3088531"/>
                        <a:ext cx="3556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706927"/>
              </p:ext>
            </p:extLst>
          </p:nvPr>
        </p:nvGraphicFramePr>
        <p:xfrm>
          <a:off x="6232872" y="3285381"/>
          <a:ext cx="31908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9" imgH="66690" progId="Equation.3">
                  <p:embed/>
                </p:oleObj>
              </mc:Choice>
              <mc:Fallback>
                <p:oleObj name="Equation" r:id="rId6" imgW="38089" imgH="66690" progId="Equation.3">
                  <p:embed/>
                  <p:pic>
                    <p:nvPicPr>
                      <p:cNvPr id="142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872" y="3285381"/>
                        <a:ext cx="31908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230675"/>
              </p:ext>
            </p:extLst>
          </p:nvPr>
        </p:nvGraphicFramePr>
        <p:xfrm>
          <a:off x="3389659" y="4528394"/>
          <a:ext cx="3905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04760" progId="Equation.3">
                  <p:embed/>
                </p:oleObj>
              </mc:Choice>
              <mc:Fallback>
                <p:oleObj name="Equation" r:id="rId8" imgW="66723" imgH="104760" progId="Equation.3">
                  <p:embed/>
                  <p:pic>
                    <p:nvPicPr>
                      <p:cNvPr id="1423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659" y="4528394"/>
                        <a:ext cx="3905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132815"/>
              </p:ext>
            </p:extLst>
          </p:nvPr>
        </p:nvGraphicFramePr>
        <p:xfrm>
          <a:off x="4432647" y="4653806"/>
          <a:ext cx="3206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9" imgH="66690" progId="Equation.3">
                  <p:embed/>
                </p:oleObj>
              </mc:Choice>
              <mc:Fallback>
                <p:oleObj name="Equation" r:id="rId10" imgW="38089" imgH="66690" progId="Equation.3">
                  <p:embed/>
                  <p:pic>
                    <p:nvPicPr>
                      <p:cNvPr id="1423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647" y="4653806"/>
                        <a:ext cx="3206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957921"/>
              </p:ext>
            </p:extLst>
          </p:nvPr>
        </p:nvGraphicFramePr>
        <p:xfrm>
          <a:off x="5245447" y="4491881"/>
          <a:ext cx="4270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77" imgH="123930" progId="Equation.3">
                  <p:embed/>
                </p:oleObj>
              </mc:Choice>
              <mc:Fallback>
                <p:oleObj name="Equation" r:id="rId12" imgW="76177" imgH="123930" progId="Equation.3">
                  <p:embed/>
                  <p:pic>
                    <p:nvPicPr>
                      <p:cNvPr id="14236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447" y="4491881"/>
                        <a:ext cx="4270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359043"/>
              </p:ext>
            </p:extLst>
          </p:nvPr>
        </p:nvGraphicFramePr>
        <p:xfrm>
          <a:off x="6629747" y="4545856"/>
          <a:ext cx="3905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85860" progId="Equation.3">
                  <p:embed/>
                </p:oleObj>
              </mc:Choice>
              <mc:Fallback>
                <p:oleObj name="Equation" r:id="rId14" imgW="66723" imgH="85860" progId="Equation.3">
                  <p:embed/>
                  <p:pic>
                    <p:nvPicPr>
                      <p:cNvPr id="1423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747" y="4545856"/>
                        <a:ext cx="3905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001759"/>
              </p:ext>
            </p:extLst>
          </p:nvPr>
        </p:nvGraphicFramePr>
        <p:xfrm>
          <a:off x="3767484" y="5823794"/>
          <a:ext cx="355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543" imgH="104760" progId="Equation.3">
                  <p:embed/>
                </p:oleObj>
              </mc:Choice>
              <mc:Fallback>
                <p:oleObj name="Equation" r:id="rId16" imgW="47543" imgH="104760" progId="Equation.3">
                  <p:embed/>
                  <p:pic>
                    <p:nvPicPr>
                      <p:cNvPr id="14236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484" y="5823794"/>
                        <a:ext cx="355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4" name="Object 28"/>
          <p:cNvGraphicFramePr>
            <a:graphicFrameLocks noChangeAspect="1"/>
          </p:cNvGraphicFramePr>
          <p:nvPr/>
        </p:nvGraphicFramePr>
        <p:xfrm>
          <a:off x="5352256" y="6280993"/>
          <a:ext cx="24923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455" imgH="85860" progId="Equation.3">
                  <p:embed/>
                </p:oleObj>
              </mc:Choice>
              <mc:Fallback>
                <p:oleObj name="Equation" r:id="rId18" imgW="9455" imgH="85860" progId="Equation.3">
                  <p:embed/>
                  <p:pic>
                    <p:nvPicPr>
                      <p:cNvPr id="14236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2256" y="6280993"/>
                        <a:ext cx="24923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791092"/>
              </p:ext>
            </p:extLst>
          </p:nvPr>
        </p:nvGraphicFramePr>
        <p:xfrm>
          <a:off x="3492500" y="1412776"/>
          <a:ext cx="188436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99965" imgH="123930" progId="Equation.3">
                  <p:embed/>
                </p:oleObj>
              </mc:Choice>
              <mc:Fallback>
                <p:oleObj name="Equation" r:id="rId20" imgW="599965" imgH="123930" progId="Equation.3">
                  <p:embed/>
                  <p:pic>
                    <p:nvPicPr>
                      <p:cNvPr id="14236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412776"/>
                        <a:ext cx="1884363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4223237-426A-3F4C-BDDC-AB200810BFE9}"/>
              </a:ext>
            </a:extLst>
          </p:cNvPr>
          <p:cNvSpPr txBox="1"/>
          <p:nvPr/>
        </p:nvSpPr>
        <p:spPr>
          <a:xfrm>
            <a:off x="771802" y="2025572"/>
            <a:ext cx="4232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根节点</a:t>
            </a:r>
            <a:endParaRPr kumimoji="1" lang="zh-CN" altLang="en-US" sz="2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45A2D4-4CF6-6940-8125-8138C0D950A3}"/>
              </a:ext>
            </a:extLst>
          </p:cNvPr>
          <p:cNvSpPr txBox="1"/>
          <p:nvPr/>
        </p:nvSpPr>
        <p:spPr>
          <a:xfrm>
            <a:off x="5351809" y="5906096"/>
            <a:ext cx="881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i="1" dirty="0" err="1">
                <a:latin typeface="Times" pitchFamily="2" charset="0"/>
              </a:rPr>
              <a:t>i</a:t>
            </a:r>
            <a:endParaRPr kumimoji="1" lang="zh-CN" altLang="en-US" sz="2800" b="1" i="1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357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(4)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有序森林与定位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叉树之间的转换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叉树结构简单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经常将有序森林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特别是有序树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转换成定位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(《Data Structure》).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我们以有序森林与定位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叉树之间的转换作为结束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在有序森林与定位二叉树之间根据自然转换规则建立一一对应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的左孩子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的大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弟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的右孩子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长子：最大孩子；大弟：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右邻节点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8-15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将下图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中的有序森林转换成定位二叉树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45411" name="Rectangle 3"/>
          <p:cNvSpPr>
            <a:spLocks noChangeArrowheads="1"/>
          </p:cNvSpPr>
          <p:nvPr/>
        </p:nvSpPr>
        <p:spPr bwMode="auto">
          <a:xfrm>
            <a:off x="747690" y="2205038"/>
            <a:ext cx="7920038" cy="1584325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/>
          </p:nvPr>
        </p:nvSpPr>
        <p:spPr>
          <a:xfrm>
            <a:off x="385887" y="314325"/>
            <a:ext cx="8507288" cy="5851525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Remark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只有一个的孩子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的长子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146435" name="Oval 3"/>
          <p:cNvSpPr>
            <a:spLocks noChangeArrowheads="1"/>
          </p:cNvSpPr>
          <p:nvPr/>
        </p:nvSpPr>
        <p:spPr bwMode="auto">
          <a:xfrm>
            <a:off x="1476375" y="69215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6" name="Oval 4"/>
          <p:cNvSpPr>
            <a:spLocks noChangeArrowheads="1"/>
          </p:cNvSpPr>
          <p:nvPr/>
        </p:nvSpPr>
        <p:spPr bwMode="auto">
          <a:xfrm>
            <a:off x="971550" y="17002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7" name="Oval 5"/>
          <p:cNvSpPr>
            <a:spLocks noChangeArrowheads="1"/>
          </p:cNvSpPr>
          <p:nvPr/>
        </p:nvSpPr>
        <p:spPr bwMode="auto">
          <a:xfrm>
            <a:off x="1692275" y="17002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8" name="Oval 6"/>
          <p:cNvSpPr>
            <a:spLocks noChangeArrowheads="1"/>
          </p:cNvSpPr>
          <p:nvPr/>
        </p:nvSpPr>
        <p:spPr bwMode="auto">
          <a:xfrm>
            <a:off x="539750" y="28527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9" name="Oval 7"/>
          <p:cNvSpPr>
            <a:spLocks noChangeArrowheads="1"/>
          </p:cNvSpPr>
          <p:nvPr/>
        </p:nvSpPr>
        <p:spPr bwMode="auto">
          <a:xfrm>
            <a:off x="1114425" y="28527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0" name="Oval 8"/>
          <p:cNvSpPr>
            <a:spLocks noChangeArrowheads="1"/>
          </p:cNvSpPr>
          <p:nvPr/>
        </p:nvSpPr>
        <p:spPr bwMode="auto">
          <a:xfrm>
            <a:off x="1835150" y="28527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1" name="Oval 9"/>
          <p:cNvSpPr>
            <a:spLocks noChangeArrowheads="1"/>
          </p:cNvSpPr>
          <p:nvPr/>
        </p:nvSpPr>
        <p:spPr bwMode="auto">
          <a:xfrm>
            <a:off x="3419475" y="5492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2" name="Oval 10"/>
          <p:cNvSpPr>
            <a:spLocks noChangeArrowheads="1"/>
          </p:cNvSpPr>
          <p:nvPr/>
        </p:nvSpPr>
        <p:spPr bwMode="auto">
          <a:xfrm>
            <a:off x="2916238" y="17002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3" name="Oval 11"/>
          <p:cNvSpPr>
            <a:spLocks noChangeArrowheads="1"/>
          </p:cNvSpPr>
          <p:nvPr/>
        </p:nvSpPr>
        <p:spPr bwMode="auto">
          <a:xfrm>
            <a:off x="3492500" y="17002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4" name="Oval 12"/>
          <p:cNvSpPr>
            <a:spLocks noChangeArrowheads="1"/>
          </p:cNvSpPr>
          <p:nvPr/>
        </p:nvSpPr>
        <p:spPr bwMode="auto">
          <a:xfrm>
            <a:off x="3995738" y="17018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5" name="Oval 13"/>
          <p:cNvSpPr>
            <a:spLocks noChangeArrowheads="1"/>
          </p:cNvSpPr>
          <p:nvPr/>
        </p:nvSpPr>
        <p:spPr bwMode="auto">
          <a:xfrm>
            <a:off x="2771775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6" name="Oval 14"/>
          <p:cNvSpPr>
            <a:spLocks noChangeArrowheads="1"/>
          </p:cNvSpPr>
          <p:nvPr/>
        </p:nvSpPr>
        <p:spPr bwMode="auto">
          <a:xfrm>
            <a:off x="3851275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7" name="Oval 15"/>
          <p:cNvSpPr>
            <a:spLocks noChangeArrowheads="1"/>
          </p:cNvSpPr>
          <p:nvPr/>
        </p:nvSpPr>
        <p:spPr bwMode="auto">
          <a:xfrm>
            <a:off x="4211638" y="29257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8" name="Oval 16"/>
          <p:cNvSpPr>
            <a:spLocks noChangeArrowheads="1"/>
          </p:cNvSpPr>
          <p:nvPr/>
        </p:nvSpPr>
        <p:spPr bwMode="auto">
          <a:xfrm>
            <a:off x="6084888" y="5492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9" name="Oval 17"/>
          <p:cNvSpPr>
            <a:spLocks noChangeArrowheads="1"/>
          </p:cNvSpPr>
          <p:nvPr/>
        </p:nvSpPr>
        <p:spPr bwMode="auto">
          <a:xfrm>
            <a:off x="5651500" y="16287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0" name="Oval 18"/>
          <p:cNvSpPr>
            <a:spLocks noChangeArrowheads="1"/>
          </p:cNvSpPr>
          <p:nvPr/>
        </p:nvSpPr>
        <p:spPr bwMode="auto">
          <a:xfrm>
            <a:off x="6948488" y="16303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1" name="Oval 19"/>
          <p:cNvSpPr>
            <a:spLocks noChangeArrowheads="1"/>
          </p:cNvSpPr>
          <p:nvPr/>
        </p:nvSpPr>
        <p:spPr bwMode="auto">
          <a:xfrm>
            <a:off x="5219700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2" name="Oval 20"/>
          <p:cNvSpPr>
            <a:spLocks noChangeArrowheads="1"/>
          </p:cNvSpPr>
          <p:nvPr/>
        </p:nvSpPr>
        <p:spPr bwMode="auto">
          <a:xfrm>
            <a:off x="6011863" y="29241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3" name="Oval 21"/>
          <p:cNvSpPr>
            <a:spLocks noChangeArrowheads="1"/>
          </p:cNvSpPr>
          <p:nvPr/>
        </p:nvSpPr>
        <p:spPr bwMode="auto">
          <a:xfrm>
            <a:off x="5508625" y="38608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4" name="Oval 22"/>
          <p:cNvSpPr>
            <a:spLocks noChangeArrowheads="1"/>
          </p:cNvSpPr>
          <p:nvPr/>
        </p:nvSpPr>
        <p:spPr bwMode="auto">
          <a:xfrm>
            <a:off x="5795963" y="386238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5" name="Oval 23"/>
          <p:cNvSpPr>
            <a:spLocks noChangeArrowheads="1"/>
          </p:cNvSpPr>
          <p:nvPr/>
        </p:nvSpPr>
        <p:spPr bwMode="auto">
          <a:xfrm>
            <a:off x="6659563" y="29257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6" name="Oval 24"/>
          <p:cNvSpPr>
            <a:spLocks noChangeArrowheads="1"/>
          </p:cNvSpPr>
          <p:nvPr/>
        </p:nvSpPr>
        <p:spPr bwMode="auto">
          <a:xfrm>
            <a:off x="6443663" y="39338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7" name="Oval 25"/>
          <p:cNvSpPr>
            <a:spLocks noChangeArrowheads="1"/>
          </p:cNvSpPr>
          <p:nvPr/>
        </p:nvSpPr>
        <p:spPr bwMode="auto">
          <a:xfrm>
            <a:off x="7092950" y="39338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8" name="Oval 26"/>
          <p:cNvSpPr>
            <a:spLocks noChangeArrowheads="1"/>
          </p:cNvSpPr>
          <p:nvPr/>
        </p:nvSpPr>
        <p:spPr bwMode="auto">
          <a:xfrm>
            <a:off x="7308850" y="45815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9" name="Oval 27"/>
          <p:cNvSpPr>
            <a:spLocks noChangeArrowheads="1"/>
          </p:cNvSpPr>
          <p:nvPr/>
        </p:nvSpPr>
        <p:spPr bwMode="auto">
          <a:xfrm>
            <a:off x="6948488" y="52292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60" name="Oval 28"/>
          <p:cNvSpPr>
            <a:spLocks noChangeArrowheads="1"/>
          </p:cNvSpPr>
          <p:nvPr/>
        </p:nvSpPr>
        <p:spPr bwMode="auto">
          <a:xfrm>
            <a:off x="7451725" y="580548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61" name="Line 29"/>
          <p:cNvSpPr>
            <a:spLocks noChangeShapeType="1"/>
          </p:cNvSpPr>
          <p:nvPr/>
        </p:nvSpPr>
        <p:spPr bwMode="auto">
          <a:xfrm flipH="1">
            <a:off x="5724525" y="765175"/>
            <a:ext cx="360363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2" name="Line 30"/>
          <p:cNvSpPr>
            <a:spLocks noChangeShapeType="1"/>
          </p:cNvSpPr>
          <p:nvPr/>
        </p:nvSpPr>
        <p:spPr bwMode="auto">
          <a:xfrm>
            <a:off x="6227763" y="765175"/>
            <a:ext cx="792162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3" name="Line 31"/>
          <p:cNvSpPr>
            <a:spLocks noChangeShapeType="1"/>
          </p:cNvSpPr>
          <p:nvPr/>
        </p:nvSpPr>
        <p:spPr bwMode="auto">
          <a:xfrm flipH="1">
            <a:off x="6516688" y="3141663"/>
            <a:ext cx="2159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4" name="Line 32"/>
          <p:cNvSpPr>
            <a:spLocks noChangeShapeType="1"/>
          </p:cNvSpPr>
          <p:nvPr/>
        </p:nvSpPr>
        <p:spPr bwMode="auto">
          <a:xfrm>
            <a:off x="6804025" y="3213100"/>
            <a:ext cx="2889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5" name="Line 33"/>
          <p:cNvSpPr>
            <a:spLocks noChangeShapeType="1"/>
          </p:cNvSpPr>
          <p:nvPr/>
        </p:nvSpPr>
        <p:spPr bwMode="auto">
          <a:xfrm>
            <a:off x="7235825" y="4076700"/>
            <a:ext cx="144463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6" name="Line 34"/>
          <p:cNvSpPr>
            <a:spLocks noChangeShapeType="1"/>
          </p:cNvSpPr>
          <p:nvPr/>
        </p:nvSpPr>
        <p:spPr bwMode="auto">
          <a:xfrm flipH="1">
            <a:off x="7092950" y="4724400"/>
            <a:ext cx="2159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7" name="Line 35"/>
          <p:cNvSpPr>
            <a:spLocks noChangeShapeType="1"/>
          </p:cNvSpPr>
          <p:nvPr/>
        </p:nvSpPr>
        <p:spPr bwMode="auto">
          <a:xfrm>
            <a:off x="7162800" y="5373688"/>
            <a:ext cx="2889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8" name="Line 36"/>
          <p:cNvSpPr>
            <a:spLocks noChangeShapeType="1"/>
          </p:cNvSpPr>
          <p:nvPr/>
        </p:nvSpPr>
        <p:spPr bwMode="auto">
          <a:xfrm flipH="1">
            <a:off x="5292725" y="1844675"/>
            <a:ext cx="358775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69" name="Line 37"/>
          <p:cNvSpPr>
            <a:spLocks noChangeShapeType="1"/>
          </p:cNvSpPr>
          <p:nvPr/>
        </p:nvSpPr>
        <p:spPr bwMode="auto">
          <a:xfrm>
            <a:off x="5724525" y="1844675"/>
            <a:ext cx="360363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0" name="Line 38"/>
          <p:cNvSpPr>
            <a:spLocks noChangeShapeType="1"/>
          </p:cNvSpPr>
          <p:nvPr/>
        </p:nvSpPr>
        <p:spPr bwMode="auto">
          <a:xfrm>
            <a:off x="5292725" y="3141663"/>
            <a:ext cx="28733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1" name="Line 39"/>
          <p:cNvSpPr>
            <a:spLocks noChangeShapeType="1"/>
          </p:cNvSpPr>
          <p:nvPr/>
        </p:nvSpPr>
        <p:spPr bwMode="auto">
          <a:xfrm flipH="1">
            <a:off x="5867400" y="3141663"/>
            <a:ext cx="2174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2" name="Line 40"/>
          <p:cNvSpPr>
            <a:spLocks noChangeShapeType="1"/>
          </p:cNvSpPr>
          <p:nvPr/>
        </p:nvSpPr>
        <p:spPr bwMode="auto">
          <a:xfrm flipH="1">
            <a:off x="2987675" y="692150"/>
            <a:ext cx="43180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3" name="Line 41"/>
          <p:cNvSpPr>
            <a:spLocks noChangeShapeType="1"/>
          </p:cNvSpPr>
          <p:nvPr/>
        </p:nvSpPr>
        <p:spPr bwMode="auto">
          <a:xfrm>
            <a:off x="3492500" y="76517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4" name="Line 42"/>
          <p:cNvSpPr>
            <a:spLocks noChangeShapeType="1"/>
          </p:cNvSpPr>
          <p:nvPr/>
        </p:nvSpPr>
        <p:spPr bwMode="auto">
          <a:xfrm>
            <a:off x="3635375" y="692150"/>
            <a:ext cx="360363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5" name="Line 43"/>
          <p:cNvSpPr>
            <a:spLocks noChangeShapeType="1"/>
          </p:cNvSpPr>
          <p:nvPr/>
        </p:nvSpPr>
        <p:spPr bwMode="auto">
          <a:xfrm flipH="1">
            <a:off x="2843213" y="1916113"/>
            <a:ext cx="144462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6" name="Line 44"/>
          <p:cNvSpPr>
            <a:spLocks noChangeShapeType="1"/>
          </p:cNvSpPr>
          <p:nvPr/>
        </p:nvSpPr>
        <p:spPr bwMode="auto">
          <a:xfrm flipH="1">
            <a:off x="3924300" y="1916113"/>
            <a:ext cx="142875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7" name="Line 45"/>
          <p:cNvSpPr>
            <a:spLocks noChangeShapeType="1"/>
          </p:cNvSpPr>
          <p:nvPr/>
        </p:nvSpPr>
        <p:spPr bwMode="auto">
          <a:xfrm>
            <a:off x="4140200" y="1989138"/>
            <a:ext cx="2159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8" name="Line 46"/>
          <p:cNvSpPr>
            <a:spLocks noChangeShapeType="1"/>
          </p:cNvSpPr>
          <p:nvPr/>
        </p:nvSpPr>
        <p:spPr bwMode="auto">
          <a:xfrm flipH="1">
            <a:off x="1042988" y="908050"/>
            <a:ext cx="433387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79" name="Line 47"/>
          <p:cNvSpPr>
            <a:spLocks noChangeShapeType="1"/>
          </p:cNvSpPr>
          <p:nvPr/>
        </p:nvSpPr>
        <p:spPr bwMode="auto">
          <a:xfrm>
            <a:off x="1547813" y="908050"/>
            <a:ext cx="287337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80" name="Line 48"/>
          <p:cNvSpPr>
            <a:spLocks noChangeShapeType="1"/>
          </p:cNvSpPr>
          <p:nvPr/>
        </p:nvSpPr>
        <p:spPr bwMode="auto">
          <a:xfrm flipH="1">
            <a:off x="611188" y="1844675"/>
            <a:ext cx="3603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81" name="Line 49"/>
          <p:cNvSpPr>
            <a:spLocks noChangeShapeType="1"/>
          </p:cNvSpPr>
          <p:nvPr/>
        </p:nvSpPr>
        <p:spPr bwMode="auto">
          <a:xfrm>
            <a:off x="1042988" y="1916113"/>
            <a:ext cx="144462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6482" name="Line 50"/>
          <p:cNvSpPr>
            <a:spLocks noChangeShapeType="1"/>
          </p:cNvSpPr>
          <p:nvPr/>
        </p:nvSpPr>
        <p:spPr bwMode="auto">
          <a:xfrm>
            <a:off x="1835150" y="1916113"/>
            <a:ext cx="730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6484" name="Object 52"/>
          <p:cNvGraphicFramePr>
            <a:graphicFrameLocks noChangeAspect="1"/>
          </p:cNvGraphicFramePr>
          <p:nvPr/>
        </p:nvGraphicFramePr>
        <p:xfrm>
          <a:off x="6011863" y="0"/>
          <a:ext cx="247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455" imgH="85860" progId="Equation.3">
                  <p:embed/>
                </p:oleObj>
              </mc:Choice>
              <mc:Fallback>
                <p:oleObj name="Equation" r:id="rId2" imgW="9455" imgH="8586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0"/>
                        <a:ext cx="2476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85" name="Object 53"/>
          <p:cNvGraphicFramePr>
            <a:graphicFrameLocks noChangeAspect="1"/>
          </p:cNvGraphicFramePr>
          <p:nvPr/>
        </p:nvGraphicFramePr>
        <p:xfrm>
          <a:off x="558800" y="1484313"/>
          <a:ext cx="354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543" imgH="85860" progId="Equation.3">
                  <p:embed/>
                </p:oleObj>
              </mc:Choice>
              <mc:Fallback>
                <p:oleObj name="Equation" r:id="rId4" imgW="47543" imgH="8586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1484313"/>
                        <a:ext cx="354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86" name="Object 54"/>
          <p:cNvGraphicFramePr>
            <a:graphicFrameLocks noChangeAspect="1"/>
          </p:cNvGraphicFramePr>
          <p:nvPr/>
        </p:nvGraphicFramePr>
        <p:xfrm>
          <a:off x="5219700" y="1341438"/>
          <a:ext cx="354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543" imgH="85860" progId="Equation.3">
                  <p:embed/>
                </p:oleObj>
              </mc:Choice>
              <mc:Fallback>
                <p:oleObj name="Equation" r:id="rId6" imgW="47543" imgH="8586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341438"/>
                        <a:ext cx="354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87" name="Object 55"/>
          <p:cNvGraphicFramePr>
            <a:graphicFrameLocks noChangeAspect="1"/>
          </p:cNvGraphicFramePr>
          <p:nvPr/>
        </p:nvGraphicFramePr>
        <p:xfrm>
          <a:off x="1925638" y="1539875"/>
          <a:ext cx="3190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9" imgH="104760" progId="Equation.3">
                  <p:embed/>
                </p:oleObj>
              </mc:Choice>
              <mc:Fallback>
                <p:oleObj name="Equation" r:id="rId8" imgW="38089" imgH="10476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1539875"/>
                        <a:ext cx="3190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88" name="Object 56"/>
          <p:cNvGraphicFramePr>
            <a:graphicFrameLocks noChangeAspect="1"/>
          </p:cNvGraphicFramePr>
          <p:nvPr/>
        </p:nvGraphicFramePr>
        <p:xfrm>
          <a:off x="5651500" y="2713038"/>
          <a:ext cx="3190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9" imgH="104760" progId="Equation.3">
                  <p:embed/>
                </p:oleObj>
              </mc:Choice>
              <mc:Fallback>
                <p:oleObj name="Equation" r:id="rId10" imgW="38089" imgH="10476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13038"/>
                        <a:ext cx="3190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89" name="Object 57"/>
          <p:cNvGraphicFramePr>
            <a:graphicFrameLocks noChangeAspect="1"/>
          </p:cNvGraphicFramePr>
          <p:nvPr/>
        </p:nvGraphicFramePr>
        <p:xfrm>
          <a:off x="306388" y="3086100"/>
          <a:ext cx="3540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543" imgH="85860" progId="Equation.3">
                  <p:embed/>
                </p:oleObj>
              </mc:Choice>
              <mc:Fallback>
                <p:oleObj name="Equation" r:id="rId12" imgW="47543" imgH="8586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3086100"/>
                        <a:ext cx="3540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0" name="Object 58"/>
          <p:cNvGraphicFramePr>
            <a:graphicFrameLocks noChangeAspect="1"/>
          </p:cNvGraphicFramePr>
          <p:nvPr/>
        </p:nvGraphicFramePr>
        <p:xfrm>
          <a:off x="5292725" y="2708275"/>
          <a:ext cx="3540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7543" imgH="85860" progId="Equation.3">
                  <p:embed/>
                </p:oleObj>
              </mc:Choice>
              <mc:Fallback>
                <p:oleObj name="Equation" r:id="rId14" imgW="47543" imgH="8586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708275"/>
                        <a:ext cx="3540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1" name="Object 59"/>
          <p:cNvGraphicFramePr>
            <a:graphicFrameLocks noChangeAspect="1"/>
          </p:cNvGraphicFramePr>
          <p:nvPr/>
        </p:nvGraphicFramePr>
        <p:xfrm>
          <a:off x="989013" y="3124200"/>
          <a:ext cx="3190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8089" imgH="104760" progId="Equation.3">
                  <p:embed/>
                </p:oleObj>
              </mc:Choice>
              <mc:Fallback>
                <p:oleObj name="Equation" r:id="rId16" imgW="38089" imgH="10476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3124200"/>
                        <a:ext cx="3190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2" name="Object 60"/>
          <p:cNvGraphicFramePr>
            <a:graphicFrameLocks noChangeAspect="1"/>
          </p:cNvGraphicFramePr>
          <p:nvPr/>
        </p:nvGraphicFramePr>
        <p:xfrm>
          <a:off x="5364163" y="3933825"/>
          <a:ext cx="3190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089" imgH="104760" progId="Equation.3">
                  <p:embed/>
                </p:oleObj>
              </mc:Choice>
              <mc:Fallback>
                <p:oleObj name="Equation" r:id="rId18" imgW="38089" imgH="10476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933825"/>
                        <a:ext cx="3190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3" name="Object 61"/>
          <p:cNvGraphicFramePr>
            <a:graphicFrameLocks noChangeAspect="1"/>
          </p:cNvGraphicFramePr>
          <p:nvPr/>
        </p:nvGraphicFramePr>
        <p:xfrm>
          <a:off x="1674813" y="3141663"/>
          <a:ext cx="355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7543" imgH="104760" progId="Equation.3">
                  <p:embed/>
                </p:oleObj>
              </mc:Choice>
              <mc:Fallback>
                <p:oleObj name="Equation" r:id="rId20" imgW="47543" imgH="10476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3141663"/>
                        <a:ext cx="355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4" name="Object 62"/>
          <p:cNvGraphicFramePr>
            <a:graphicFrameLocks noChangeAspect="1"/>
          </p:cNvGraphicFramePr>
          <p:nvPr/>
        </p:nvGraphicFramePr>
        <p:xfrm>
          <a:off x="5656263" y="3933825"/>
          <a:ext cx="3556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7543" imgH="104760" progId="Equation.3">
                  <p:embed/>
                </p:oleObj>
              </mc:Choice>
              <mc:Fallback>
                <p:oleObj name="Equation" r:id="rId22" imgW="47543" imgH="10476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263" y="3933825"/>
                        <a:ext cx="3556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5" name="Object 63"/>
          <p:cNvGraphicFramePr>
            <a:graphicFrameLocks noChangeAspect="1"/>
          </p:cNvGraphicFramePr>
          <p:nvPr/>
        </p:nvGraphicFramePr>
        <p:xfrm>
          <a:off x="2987675" y="188913"/>
          <a:ext cx="355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7543" imgH="104760" progId="Equation.3">
                  <p:embed/>
                </p:oleObj>
              </mc:Choice>
              <mc:Fallback>
                <p:oleObj name="Equation" r:id="rId24" imgW="47543" imgH="10476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8913"/>
                        <a:ext cx="355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6" name="Object 64"/>
          <p:cNvGraphicFramePr>
            <a:graphicFrameLocks noChangeAspect="1"/>
          </p:cNvGraphicFramePr>
          <p:nvPr/>
        </p:nvGraphicFramePr>
        <p:xfrm>
          <a:off x="7308850" y="1268413"/>
          <a:ext cx="3556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7543" imgH="104760" progId="Equation.3">
                  <p:embed/>
                </p:oleObj>
              </mc:Choice>
              <mc:Fallback>
                <p:oleObj name="Equation" r:id="rId26" imgW="47543" imgH="10476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268413"/>
                        <a:ext cx="3556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7" name="Object 65"/>
          <p:cNvGraphicFramePr>
            <a:graphicFrameLocks noChangeAspect="1"/>
          </p:cNvGraphicFramePr>
          <p:nvPr/>
        </p:nvGraphicFramePr>
        <p:xfrm>
          <a:off x="2573338" y="1557338"/>
          <a:ext cx="320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8089" imgH="104760" progId="Equation.3">
                  <p:embed/>
                </p:oleObj>
              </mc:Choice>
              <mc:Fallback>
                <p:oleObj name="Equation" r:id="rId28" imgW="38089" imgH="10476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1557338"/>
                        <a:ext cx="3206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8" name="Object 66"/>
          <p:cNvGraphicFramePr>
            <a:graphicFrameLocks noChangeAspect="1"/>
          </p:cNvGraphicFramePr>
          <p:nvPr/>
        </p:nvGraphicFramePr>
        <p:xfrm>
          <a:off x="6877050" y="2565400"/>
          <a:ext cx="3206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8089" imgH="104760" progId="Equation.3">
                  <p:embed/>
                </p:oleObj>
              </mc:Choice>
              <mc:Fallback>
                <p:oleObj name="Equation" r:id="rId30" imgW="38089" imgH="10476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2565400"/>
                        <a:ext cx="3206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99" name="Object 67"/>
          <p:cNvGraphicFramePr>
            <a:graphicFrameLocks noChangeAspect="1"/>
          </p:cNvGraphicFramePr>
          <p:nvPr/>
        </p:nvGraphicFramePr>
        <p:xfrm>
          <a:off x="3419475" y="1916113"/>
          <a:ext cx="3206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38089" imgH="104760" progId="Equation.3">
                  <p:embed/>
                </p:oleObj>
              </mc:Choice>
              <mc:Fallback>
                <p:oleObj name="Equation" r:id="rId32" imgW="38089" imgH="10476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916113"/>
                        <a:ext cx="3206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0" name="Object 68"/>
          <p:cNvGraphicFramePr>
            <a:graphicFrameLocks noChangeAspect="1"/>
          </p:cNvGraphicFramePr>
          <p:nvPr/>
        </p:nvGraphicFramePr>
        <p:xfrm>
          <a:off x="7308850" y="3644900"/>
          <a:ext cx="32067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8089" imgH="104760" progId="Equation.3">
                  <p:embed/>
                </p:oleObj>
              </mc:Choice>
              <mc:Fallback>
                <p:oleObj name="Equation" r:id="rId34" imgW="38089" imgH="10476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644900"/>
                        <a:ext cx="32067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1" name="Object 69"/>
          <p:cNvGraphicFramePr>
            <a:graphicFrameLocks noChangeAspect="1"/>
          </p:cNvGraphicFramePr>
          <p:nvPr/>
        </p:nvGraphicFramePr>
        <p:xfrm>
          <a:off x="4195763" y="1557338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04812" imgH="104760" progId="Equation.3">
                  <p:embed/>
                </p:oleObj>
              </mc:Choice>
              <mc:Fallback>
                <p:oleObj name="Equation" r:id="rId36" imgW="104812" imgH="10476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1557338"/>
                        <a:ext cx="500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2" name="Object 70"/>
          <p:cNvGraphicFramePr>
            <a:graphicFrameLocks noChangeAspect="1"/>
          </p:cNvGraphicFramePr>
          <p:nvPr/>
        </p:nvGraphicFramePr>
        <p:xfrm>
          <a:off x="7524750" y="4437063"/>
          <a:ext cx="5000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4812" imgH="104760" progId="Equation.3">
                  <p:embed/>
                </p:oleObj>
              </mc:Choice>
              <mc:Fallback>
                <p:oleObj name="Equation" r:id="rId38" imgW="104812" imgH="10476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437063"/>
                        <a:ext cx="5000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3" name="Object 71"/>
          <p:cNvGraphicFramePr>
            <a:graphicFrameLocks noChangeAspect="1"/>
          </p:cNvGraphicFramePr>
          <p:nvPr/>
        </p:nvGraphicFramePr>
        <p:xfrm>
          <a:off x="2573338" y="3230563"/>
          <a:ext cx="4651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85632" imgH="85860" progId="Equation.3">
                  <p:embed/>
                </p:oleObj>
              </mc:Choice>
              <mc:Fallback>
                <p:oleObj name="Equation" r:id="rId40" imgW="85632" imgH="8586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3230563"/>
                        <a:ext cx="46513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4" name="Object 72"/>
          <p:cNvGraphicFramePr>
            <a:graphicFrameLocks noChangeAspect="1"/>
          </p:cNvGraphicFramePr>
          <p:nvPr/>
        </p:nvGraphicFramePr>
        <p:xfrm>
          <a:off x="6227763" y="4076700"/>
          <a:ext cx="4651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85632" imgH="85860" progId="Equation.3">
                  <p:embed/>
                </p:oleObj>
              </mc:Choice>
              <mc:Fallback>
                <p:oleObj name="Equation" r:id="rId42" imgW="85632" imgH="8586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076700"/>
                        <a:ext cx="4651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5" name="Object 73"/>
          <p:cNvGraphicFramePr>
            <a:graphicFrameLocks noChangeAspect="1"/>
          </p:cNvGraphicFramePr>
          <p:nvPr/>
        </p:nvGraphicFramePr>
        <p:xfrm>
          <a:off x="3546475" y="3213100"/>
          <a:ext cx="5000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04812" imgH="85860" progId="Equation.3">
                  <p:embed/>
                </p:oleObj>
              </mc:Choice>
              <mc:Fallback>
                <p:oleObj name="Equation" r:id="rId44" imgW="104812" imgH="8586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3213100"/>
                        <a:ext cx="500063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6" name="Object 74"/>
          <p:cNvGraphicFramePr>
            <a:graphicFrameLocks noChangeAspect="1"/>
          </p:cNvGraphicFramePr>
          <p:nvPr/>
        </p:nvGraphicFramePr>
        <p:xfrm>
          <a:off x="6372225" y="5084763"/>
          <a:ext cx="5000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04812" imgH="85860" progId="Equation.3">
                  <p:embed/>
                </p:oleObj>
              </mc:Choice>
              <mc:Fallback>
                <p:oleObj name="Equation" r:id="rId46" imgW="104812" imgH="8586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084763"/>
                        <a:ext cx="500063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7" name="Object 75"/>
          <p:cNvGraphicFramePr>
            <a:graphicFrameLocks noChangeAspect="1"/>
          </p:cNvGraphicFramePr>
          <p:nvPr/>
        </p:nvGraphicFramePr>
        <p:xfrm>
          <a:off x="4211638" y="3195638"/>
          <a:ext cx="500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04812" imgH="104760" progId="Equation.3">
                  <p:embed/>
                </p:oleObj>
              </mc:Choice>
              <mc:Fallback>
                <p:oleObj name="Equation" r:id="rId48" imgW="104812" imgH="10476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195638"/>
                        <a:ext cx="500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8" name="Object 76"/>
          <p:cNvGraphicFramePr>
            <a:graphicFrameLocks noChangeAspect="1"/>
          </p:cNvGraphicFramePr>
          <p:nvPr/>
        </p:nvGraphicFramePr>
        <p:xfrm>
          <a:off x="7667625" y="5589588"/>
          <a:ext cx="5000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04812" imgH="104760" progId="Equation.3">
                  <p:embed/>
                </p:oleObj>
              </mc:Choice>
              <mc:Fallback>
                <p:oleObj name="Equation" r:id="rId50" imgW="104812" imgH="10476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5589588"/>
                        <a:ext cx="5000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09" name="Object 77"/>
          <p:cNvGraphicFramePr>
            <a:graphicFrameLocks noChangeAspect="1"/>
          </p:cNvGraphicFramePr>
          <p:nvPr/>
        </p:nvGraphicFramePr>
        <p:xfrm>
          <a:off x="1908175" y="3898900"/>
          <a:ext cx="6429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52355" imgH="123930" progId="Equation.3">
                  <p:embed/>
                </p:oleObj>
              </mc:Choice>
              <mc:Fallback>
                <p:oleObj name="Equation" r:id="rId52" imgW="152355" imgH="12393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898900"/>
                        <a:ext cx="6429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510" name="Line 78"/>
          <p:cNvSpPr>
            <a:spLocks noChangeShapeType="1"/>
          </p:cNvSpPr>
          <p:nvPr/>
        </p:nvSpPr>
        <p:spPr bwMode="auto">
          <a:xfrm flipH="1">
            <a:off x="6732588" y="1773238"/>
            <a:ext cx="287337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6511" name="Object 79"/>
          <p:cNvGraphicFramePr>
            <a:graphicFrameLocks noChangeAspect="1"/>
          </p:cNvGraphicFramePr>
          <p:nvPr/>
        </p:nvGraphicFramePr>
        <p:xfrm>
          <a:off x="6011863" y="5661025"/>
          <a:ext cx="6429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4" imgW="152355" imgH="123930" progId="Equation.3">
                  <p:embed/>
                </p:oleObj>
              </mc:Choice>
              <mc:Fallback>
                <p:oleObj name="公式" r:id="rId54" imgW="152355" imgH="12393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661025"/>
                        <a:ext cx="64293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512" name="Rectangle 80"/>
          <p:cNvSpPr>
            <a:spLocks noChangeArrowheads="1"/>
          </p:cNvSpPr>
          <p:nvPr/>
        </p:nvSpPr>
        <p:spPr bwMode="auto">
          <a:xfrm>
            <a:off x="250825" y="260350"/>
            <a:ext cx="4787900" cy="348456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0D4320-7319-AD42-9F10-BBA79484B970}"/>
              </a:ext>
            </a:extLst>
          </p:cNvPr>
          <p:cNvSpPr txBox="1"/>
          <p:nvPr/>
        </p:nvSpPr>
        <p:spPr>
          <a:xfrm>
            <a:off x="1112689" y="476672"/>
            <a:ext cx="43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4A96B99-E4DD-8C49-8608-3A758EA47B36}"/>
              </a:ext>
            </a:extLst>
          </p:cNvPr>
          <p:cNvSpPr txBox="1"/>
          <p:nvPr/>
        </p:nvSpPr>
        <p:spPr>
          <a:xfrm>
            <a:off x="5721201" y="404664"/>
            <a:ext cx="434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内容占位符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zh-CN" altLang="en-US" b="1">
                <a:latin typeface="华文楷体" pitchFamily="2" charset="-122"/>
                <a:ea typeface="华文楷体" pitchFamily="2" charset="-122"/>
              </a:rPr>
              <a:t>永远不要低估树木的智慧</a:t>
            </a:r>
            <a:r>
              <a:rPr lang="en-US" altLang="zh-CN"/>
              <a:t>: </a:t>
            </a:r>
            <a:r>
              <a:rPr lang="zh-CN" altLang="en-US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树联网与智慧</a:t>
            </a:r>
          </a:p>
          <a:p>
            <a:endParaRPr lang="zh-CN" altLang="en-US"/>
          </a:p>
        </p:txBody>
      </p:sp>
      <p:pic>
        <p:nvPicPr>
          <p:cNvPr id="14848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76425"/>
            <a:ext cx="548640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AutoShape 2"/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>
                <a:ea typeface="楷体_GB2312" pitchFamily="49" charset="-122"/>
              </a:rPr>
              <a:t>小结与作业</a:t>
            </a:r>
          </a:p>
        </p:txBody>
      </p:sp>
      <p:grpSp>
        <p:nvGrpSpPr>
          <p:cNvPr id="149508" name="Group 4"/>
          <p:cNvGrpSpPr>
            <a:grpSpLocks/>
          </p:cNvGrpSpPr>
          <p:nvPr/>
        </p:nvGrpSpPr>
        <p:grpSpPr bwMode="auto">
          <a:xfrm>
            <a:off x="1331913" y="1747838"/>
            <a:ext cx="5181600" cy="508000"/>
            <a:chOff x="1419" y="1480"/>
            <a:chExt cx="3575" cy="363"/>
          </a:xfrm>
        </p:grpSpPr>
        <p:grpSp>
          <p:nvGrpSpPr>
            <p:cNvPr id="149531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372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372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en-US" altLang="zh-CN" sz="3600" b="1" i="1">
                    <a:latin typeface="Times New Roman" pitchFamily="18" charset="0"/>
                    <a:ea typeface="楷体_GB2312" pitchFamily="49" charset="-122"/>
                  </a:rPr>
                  <a:t>m</a:t>
                </a:r>
                <a:r>
                  <a:rPr lang="zh-CN" altLang="en-US" sz="3600" b="1">
                    <a:latin typeface="Times New Roman" pitchFamily="18" charset="0"/>
                    <a:ea typeface="楷体_GB2312" pitchFamily="49" charset="-122"/>
                  </a:rPr>
                  <a:t>叉树</a:t>
                </a:r>
              </a:p>
            </p:txBody>
          </p:sp>
        </p:grpSp>
        <p:sp>
          <p:nvSpPr>
            <p:cNvPr id="1372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49533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9509" name="Group 10"/>
          <p:cNvGrpSpPr>
            <a:grpSpLocks/>
          </p:cNvGrpSpPr>
          <p:nvPr/>
        </p:nvGrpSpPr>
        <p:grpSpPr bwMode="auto">
          <a:xfrm>
            <a:off x="2144713" y="2781300"/>
            <a:ext cx="5181600" cy="508000"/>
            <a:chOff x="1419" y="1480"/>
            <a:chExt cx="3575" cy="363"/>
          </a:xfrm>
        </p:grpSpPr>
        <p:grpSp>
          <p:nvGrpSpPr>
            <p:cNvPr id="149526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372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372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600" b="1">
                    <a:latin typeface="Times New Roman" pitchFamily="18" charset="0"/>
                    <a:ea typeface="楷体_GB2312" pitchFamily="49" charset="-122"/>
                  </a:rPr>
                  <a:t>有序树</a:t>
                </a:r>
              </a:p>
            </p:txBody>
          </p:sp>
        </p:grpSp>
        <p:sp>
          <p:nvSpPr>
            <p:cNvPr id="1372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4952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9510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/>
            <a:endParaRPr kumimoji="1" lang="zh-CN" altLang="zh-CN" sz="2400" b="1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49512" name="Group 18"/>
          <p:cNvGrpSpPr>
            <a:grpSpLocks/>
          </p:cNvGrpSpPr>
          <p:nvPr/>
        </p:nvGrpSpPr>
        <p:grpSpPr bwMode="auto">
          <a:xfrm>
            <a:off x="1331913" y="5321300"/>
            <a:ext cx="5380037" cy="665163"/>
            <a:chOff x="1152" y="2845"/>
            <a:chExt cx="3408" cy="419"/>
          </a:xfrm>
        </p:grpSpPr>
        <p:grpSp>
          <p:nvGrpSpPr>
            <p:cNvPr id="149519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49523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524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38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49520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1" name="Text Box 24"/>
            <p:cNvSpPr txBox="1">
              <a:spLocks noChangeArrowheads="1"/>
            </p:cNvSpPr>
            <p:nvPr/>
          </p:nvSpPr>
          <p:spPr bwMode="auto">
            <a:xfrm>
              <a:off x="2112" y="2862"/>
              <a:ext cx="141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2800" b="1" dirty="0">
                  <a:latin typeface="Times New Roman" pitchFamily="18" charset="0"/>
                  <a:ea typeface="楷体_GB2312" pitchFamily="49" charset="-122"/>
                </a:rPr>
                <a:t>习题</a:t>
              </a:r>
              <a:r>
                <a:rPr lang="en-US" altLang="zh-CN" sz="2800" b="1" dirty="0">
                  <a:latin typeface="Times New Roman" pitchFamily="18" charset="0"/>
                  <a:ea typeface="楷体_GB2312" pitchFamily="49" charset="-122"/>
                </a:rPr>
                <a:t>7.4   </a:t>
              </a:r>
              <a:r>
                <a:rPr lang="zh-Hans" altLang="en-US" sz="2800" b="1" dirty="0">
                  <a:latin typeface="Times New Roman" pitchFamily="18" charset="0"/>
                  <a:ea typeface="楷体_GB2312" pitchFamily="49" charset="-122"/>
                </a:rPr>
                <a:t>   </a:t>
              </a:r>
              <a:r>
                <a:rPr lang="en-US" altLang="zh-Hans" sz="2800" b="1" dirty="0">
                  <a:latin typeface="Times New Roman" pitchFamily="18" charset="0"/>
                  <a:ea typeface="楷体_GB2312" pitchFamily="49" charset="-122"/>
                </a:rPr>
                <a:t>11</a:t>
              </a:r>
              <a:endParaRPr lang="en-US" altLang="zh-CN" sz="2800" b="1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49522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</a:rPr>
                <a:t>作业</a:t>
              </a:r>
            </a:p>
          </p:txBody>
        </p:sp>
      </p:grpSp>
      <p:grpSp>
        <p:nvGrpSpPr>
          <p:cNvPr id="149513" name="Group 4"/>
          <p:cNvGrpSpPr>
            <a:grpSpLocks/>
          </p:cNvGrpSpPr>
          <p:nvPr/>
        </p:nvGrpSpPr>
        <p:grpSpPr bwMode="auto">
          <a:xfrm>
            <a:off x="2138363" y="4310063"/>
            <a:ext cx="5181600" cy="508000"/>
            <a:chOff x="1419" y="1480"/>
            <a:chExt cx="3575" cy="363"/>
          </a:xfrm>
        </p:grpSpPr>
        <p:grpSp>
          <p:nvGrpSpPr>
            <p:cNvPr id="149514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1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掌握定位二叉树的定义</a:t>
                </a:r>
              </a:p>
            </p:txBody>
          </p:sp>
        </p:grpSp>
        <p:sp>
          <p:nvSpPr>
            <p:cNvPr id="28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49516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484313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第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章  几类特殊的图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068638"/>
            <a:ext cx="6400800" cy="982662"/>
          </a:xfrm>
        </p:spPr>
        <p:txBody>
          <a:bodyPr/>
          <a:lstStyle/>
          <a:p>
            <a:pPr eaLnBrk="1" hangingPunct="1"/>
            <a:r>
              <a:rPr lang="en-US" altLang="zh-CN" sz="3600" b="1">
                <a:latin typeface="Times New Roman" pitchFamily="18" charset="0"/>
                <a:ea typeface="楷体_GB2312" pitchFamily="49" charset="-122"/>
              </a:rPr>
              <a:t>7.5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7.5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51556" name="Group 4"/>
          <p:cNvGrpSpPr>
            <a:grpSpLocks/>
          </p:cNvGrpSpPr>
          <p:nvPr/>
        </p:nvGrpSpPr>
        <p:grpSpPr bwMode="auto">
          <a:xfrm>
            <a:off x="1042988" y="1365250"/>
            <a:ext cx="5616575" cy="712788"/>
            <a:chOff x="1152" y="1101"/>
            <a:chExt cx="3408" cy="449"/>
          </a:xfrm>
        </p:grpSpPr>
        <p:grpSp>
          <p:nvGrpSpPr>
            <p:cNvPr id="151582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51586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7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800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51583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84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21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平面图的有关概念</a:t>
              </a:r>
            </a:p>
          </p:txBody>
        </p:sp>
        <p:sp>
          <p:nvSpPr>
            <p:cNvPr id="151585" name="Text Box 11"/>
            <p:cNvSpPr txBox="1">
              <a:spLocks noChangeArrowheads="1"/>
            </p:cNvSpPr>
            <p:nvPr/>
          </p:nvSpPr>
          <p:spPr bwMode="gray">
            <a:xfrm>
              <a:off x="1270" y="1132"/>
              <a:ext cx="2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51557" name="Group 12"/>
          <p:cNvGrpSpPr>
            <a:grpSpLocks/>
          </p:cNvGrpSpPr>
          <p:nvPr/>
        </p:nvGrpSpPr>
        <p:grpSpPr bwMode="auto">
          <a:xfrm>
            <a:off x="1042988" y="2471738"/>
            <a:ext cx="5616575" cy="685800"/>
            <a:chOff x="1152" y="1694"/>
            <a:chExt cx="3408" cy="432"/>
          </a:xfrm>
        </p:grpSpPr>
        <p:grpSp>
          <p:nvGrpSpPr>
            <p:cNvPr id="151575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51579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80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808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51576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7" name="Text Box 18"/>
            <p:cNvSpPr txBox="1">
              <a:spLocks noChangeArrowheads="1"/>
            </p:cNvSpPr>
            <p:nvPr/>
          </p:nvSpPr>
          <p:spPr bwMode="auto">
            <a:xfrm>
              <a:off x="2112" y="1694"/>
              <a:ext cx="124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3200" b="1">
                  <a:latin typeface="Times New Roman" pitchFamily="18" charset="0"/>
                  <a:ea typeface="楷体_GB2312" pitchFamily="49" charset="-122"/>
                </a:rPr>
                <a:t>Euler</a:t>
              </a:r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公式</a:t>
              </a:r>
            </a:p>
          </p:txBody>
        </p:sp>
        <p:sp>
          <p:nvSpPr>
            <p:cNvPr id="151578" name="Text Box 19"/>
            <p:cNvSpPr txBox="1">
              <a:spLocks noChangeArrowheads="1"/>
            </p:cNvSpPr>
            <p:nvPr/>
          </p:nvSpPr>
          <p:spPr bwMode="gray">
            <a:xfrm>
              <a:off x="1270" y="1708"/>
              <a:ext cx="2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51558" name="Group 20"/>
          <p:cNvGrpSpPr>
            <a:grpSpLocks/>
          </p:cNvGrpSpPr>
          <p:nvPr/>
        </p:nvGrpSpPr>
        <p:grpSpPr bwMode="auto">
          <a:xfrm>
            <a:off x="1042988" y="3552825"/>
            <a:ext cx="5834062" cy="685800"/>
            <a:chOff x="1152" y="2256"/>
            <a:chExt cx="3408" cy="432"/>
          </a:xfrm>
        </p:grpSpPr>
        <p:grpSp>
          <p:nvGrpSpPr>
            <p:cNvPr id="151568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51572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73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816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83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51569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70" name="Text Box 26"/>
            <p:cNvSpPr txBox="1">
              <a:spLocks noChangeArrowheads="1"/>
            </p:cNvSpPr>
            <p:nvPr/>
          </p:nvSpPr>
          <p:spPr bwMode="auto">
            <a:xfrm>
              <a:off x="2112" y="2256"/>
              <a:ext cx="192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3200" b="1" dirty="0">
                  <a:latin typeface="Times New Roman" pitchFamily="18" charset="0"/>
                  <a:ea typeface="楷体_GB2312" pitchFamily="49" charset="-122"/>
                </a:rPr>
                <a:t>*</a:t>
              </a:r>
              <a:r>
                <a:rPr lang="en-US" altLang="zh-CN" sz="3200" b="1" dirty="0" err="1">
                  <a:latin typeface="Times New Roman" pitchFamily="18" charset="0"/>
                  <a:ea typeface="楷体_GB2312" pitchFamily="49" charset="-122"/>
                </a:rPr>
                <a:t>Kuratowski</a:t>
              </a:r>
              <a:r>
                <a:rPr lang="zh-CN" altLang="en-US" sz="3200" b="1" dirty="0">
                  <a:latin typeface="Times New Roman" pitchFamily="18" charset="0"/>
                  <a:ea typeface="楷体_GB2312" pitchFamily="49" charset="-122"/>
                </a:rPr>
                <a:t>定理</a:t>
              </a:r>
            </a:p>
          </p:txBody>
        </p:sp>
        <p:sp>
          <p:nvSpPr>
            <p:cNvPr id="151571" name="Text Box 27"/>
            <p:cNvSpPr txBox="1">
              <a:spLocks noChangeArrowheads="1"/>
            </p:cNvSpPr>
            <p:nvPr/>
          </p:nvSpPr>
          <p:spPr bwMode="gray">
            <a:xfrm>
              <a:off x="1288" y="2332"/>
              <a:ext cx="1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151559" name="Group 28"/>
          <p:cNvGrpSpPr>
            <a:grpSpLocks/>
          </p:cNvGrpSpPr>
          <p:nvPr/>
        </p:nvGrpSpPr>
        <p:grpSpPr bwMode="auto">
          <a:xfrm>
            <a:off x="1042988" y="4821238"/>
            <a:ext cx="5689600" cy="712787"/>
            <a:chOff x="1152" y="2815"/>
            <a:chExt cx="3408" cy="449"/>
          </a:xfrm>
        </p:grpSpPr>
        <p:grpSp>
          <p:nvGrpSpPr>
            <p:cNvPr id="151561" name="Group 2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51565" name="AutoShape 3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566" name="AutoShape 3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824" name="AutoShape 32"/>
              <p:cNvSpPr>
                <a:spLocks noChangeArrowheads="1"/>
              </p:cNvSpPr>
              <p:nvPr/>
            </p:nvSpPr>
            <p:spPr bwMode="gray">
              <a:xfrm>
                <a:off x="3263" y="2737"/>
                <a:ext cx="1350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51562" name="Line 3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563" name="Text Box 34"/>
            <p:cNvSpPr txBox="1">
              <a:spLocks noChangeArrowheads="1"/>
            </p:cNvSpPr>
            <p:nvPr/>
          </p:nvSpPr>
          <p:spPr bwMode="auto">
            <a:xfrm>
              <a:off x="2112" y="2815"/>
              <a:ext cx="223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3200" b="1" dirty="0">
                  <a:latin typeface="Times New Roman" pitchFamily="18" charset="0"/>
                  <a:ea typeface="楷体_GB2312" pitchFamily="49" charset="-122"/>
                </a:rPr>
                <a:t>*</a:t>
              </a:r>
              <a:r>
                <a:rPr lang="zh-CN" altLang="en-US" sz="3200" b="1" dirty="0">
                  <a:latin typeface="Times New Roman" pitchFamily="18" charset="0"/>
                  <a:ea typeface="楷体_GB2312" pitchFamily="49" charset="-122"/>
                </a:rPr>
                <a:t>平面图的对偶图</a:t>
              </a:r>
            </a:p>
          </p:txBody>
        </p:sp>
        <p:sp>
          <p:nvSpPr>
            <p:cNvPr id="151564" name="Text Box 35"/>
            <p:cNvSpPr txBox="1">
              <a:spLocks noChangeArrowheads="1"/>
            </p:cNvSpPr>
            <p:nvPr/>
          </p:nvSpPr>
          <p:spPr bwMode="gray">
            <a:xfrm>
              <a:off x="1286" y="2908"/>
              <a:ext cx="2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971550" y="1268413"/>
            <a:ext cx="6121400" cy="43926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7.5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</a:t>
            </a:r>
            <a:r>
              <a:rPr lang="zh-CN" altLang="en-US"/>
              <a:t> 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本节仅讨论无向图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单层印刷电路版、集成电路的布线等涉及平面图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平面图与地图着色问题也密切相关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FA57A7E-774C-80B6-5750-E59EB1C88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620688"/>
            <a:ext cx="4419687" cy="29594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85F04B4-AB58-E4CE-FD29-11D4D2B11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780928"/>
            <a:ext cx="45815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97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7.5.1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平面图的有关概念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若可将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画在一个平面上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使得任意两条边不相交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仅仅在节点处才相交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是可平面图或简称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(planar graph).</a:t>
            </a:r>
          </a:p>
          <a:p>
            <a:pPr lvl="2"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平面表示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由于一个平面图与其平面表示是同构的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因此平面图通常是指其平面表示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两个重要的非平面图的例子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(1)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(2) </a:t>
            </a: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K</a:t>
            </a:r>
            <a:r>
              <a:rPr lang="en-US" altLang="zh-CN" b="1" baseline="-25000" dirty="0">
                <a:latin typeface="Times New Roman" pitchFamily="18" charset="0"/>
                <a:ea typeface="楷体_GB2312" pitchFamily="49" charset="-122"/>
              </a:rPr>
              <a:t>3,3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54627" name="Oval 3"/>
          <p:cNvSpPr>
            <a:spLocks noChangeArrowheads="1"/>
          </p:cNvSpPr>
          <p:nvPr/>
        </p:nvSpPr>
        <p:spPr bwMode="auto">
          <a:xfrm>
            <a:off x="1403350" y="47625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28" name="Oval 4"/>
          <p:cNvSpPr>
            <a:spLocks noChangeArrowheads="1"/>
          </p:cNvSpPr>
          <p:nvPr/>
        </p:nvSpPr>
        <p:spPr bwMode="auto">
          <a:xfrm>
            <a:off x="2843213" y="47625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29" name="Oval 5"/>
          <p:cNvSpPr>
            <a:spLocks noChangeArrowheads="1"/>
          </p:cNvSpPr>
          <p:nvPr/>
        </p:nvSpPr>
        <p:spPr bwMode="auto">
          <a:xfrm>
            <a:off x="1403350" y="17002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0" name="Oval 6"/>
          <p:cNvSpPr>
            <a:spLocks noChangeArrowheads="1"/>
          </p:cNvSpPr>
          <p:nvPr/>
        </p:nvSpPr>
        <p:spPr bwMode="auto">
          <a:xfrm>
            <a:off x="2843213" y="17002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1" name="Oval 7"/>
          <p:cNvSpPr>
            <a:spLocks noChangeArrowheads="1"/>
          </p:cNvSpPr>
          <p:nvPr/>
        </p:nvSpPr>
        <p:spPr bwMode="auto">
          <a:xfrm>
            <a:off x="5148263" y="47625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2" name="Oval 8"/>
          <p:cNvSpPr>
            <a:spLocks noChangeArrowheads="1"/>
          </p:cNvSpPr>
          <p:nvPr/>
        </p:nvSpPr>
        <p:spPr bwMode="auto">
          <a:xfrm>
            <a:off x="6516688" y="47625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3" name="Oval 9"/>
          <p:cNvSpPr>
            <a:spLocks noChangeArrowheads="1"/>
          </p:cNvSpPr>
          <p:nvPr/>
        </p:nvSpPr>
        <p:spPr bwMode="auto">
          <a:xfrm>
            <a:off x="5148263" y="17732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4" name="Oval 10"/>
          <p:cNvSpPr>
            <a:spLocks noChangeArrowheads="1"/>
          </p:cNvSpPr>
          <p:nvPr/>
        </p:nvSpPr>
        <p:spPr bwMode="auto">
          <a:xfrm>
            <a:off x="6516688" y="17732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35" name="Line 11"/>
          <p:cNvSpPr>
            <a:spLocks noChangeShapeType="1"/>
          </p:cNvSpPr>
          <p:nvPr/>
        </p:nvSpPr>
        <p:spPr bwMode="auto">
          <a:xfrm>
            <a:off x="5292725" y="5492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6" name="Line 12"/>
          <p:cNvSpPr>
            <a:spLocks noChangeShapeType="1"/>
          </p:cNvSpPr>
          <p:nvPr/>
        </p:nvSpPr>
        <p:spPr bwMode="auto">
          <a:xfrm>
            <a:off x="6588125" y="620713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7" name="Line 13"/>
          <p:cNvSpPr>
            <a:spLocks noChangeShapeType="1"/>
          </p:cNvSpPr>
          <p:nvPr/>
        </p:nvSpPr>
        <p:spPr bwMode="auto">
          <a:xfrm>
            <a:off x="5219700" y="184467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8" name="Line 14"/>
          <p:cNvSpPr>
            <a:spLocks noChangeShapeType="1"/>
          </p:cNvSpPr>
          <p:nvPr/>
        </p:nvSpPr>
        <p:spPr bwMode="auto">
          <a:xfrm>
            <a:off x="5219700" y="549275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9" name="Line 15"/>
          <p:cNvSpPr>
            <a:spLocks noChangeShapeType="1"/>
          </p:cNvSpPr>
          <p:nvPr/>
        </p:nvSpPr>
        <p:spPr bwMode="auto">
          <a:xfrm>
            <a:off x="5219700" y="549275"/>
            <a:ext cx="1296988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0" name="Freeform 16"/>
          <p:cNvSpPr>
            <a:spLocks/>
          </p:cNvSpPr>
          <p:nvPr/>
        </p:nvSpPr>
        <p:spPr bwMode="auto">
          <a:xfrm>
            <a:off x="4751388" y="152400"/>
            <a:ext cx="1836737" cy="1692275"/>
          </a:xfrm>
          <a:custGeom>
            <a:avLst/>
            <a:gdLst>
              <a:gd name="T0" fmla="*/ 2147483647 w 1157"/>
              <a:gd name="T1" fmla="*/ 2147483647 h 1066"/>
              <a:gd name="T2" fmla="*/ 2147483647 w 1157"/>
              <a:gd name="T3" fmla="*/ 2147483647 h 1066"/>
              <a:gd name="T4" fmla="*/ 2147483647 w 1157"/>
              <a:gd name="T5" fmla="*/ 2147483647 h 1066"/>
              <a:gd name="T6" fmla="*/ 2147483647 w 1157"/>
              <a:gd name="T7" fmla="*/ 2147483647 h 1066"/>
              <a:gd name="T8" fmla="*/ 2147483647 w 1157"/>
              <a:gd name="T9" fmla="*/ 2147483647 h 10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7"/>
              <a:gd name="T16" fmla="*/ 0 h 1066"/>
              <a:gd name="T17" fmla="*/ 1157 w 1157"/>
              <a:gd name="T18" fmla="*/ 1066 h 10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7" h="1066">
                <a:moveTo>
                  <a:pt x="1157" y="250"/>
                </a:moveTo>
                <a:cubicBezTo>
                  <a:pt x="1013" y="174"/>
                  <a:pt x="869" y="98"/>
                  <a:pt x="703" y="68"/>
                </a:cubicBezTo>
                <a:cubicBezTo>
                  <a:pt x="537" y="38"/>
                  <a:pt x="272" y="0"/>
                  <a:pt x="159" y="68"/>
                </a:cubicBezTo>
                <a:cubicBezTo>
                  <a:pt x="46" y="136"/>
                  <a:pt x="0" y="310"/>
                  <a:pt x="23" y="476"/>
                </a:cubicBezTo>
                <a:cubicBezTo>
                  <a:pt x="46" y="642"/>
                  <a:pt x="170" y="854"/>
                  <a:pt x="295" y="10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1" name="Line 17"/>
          <p:cNvSpPr>
            <a:spLocks noChangeShapeType="1"/>
          </p:cNvSpPr>
          <p:nvPr/>
        </p:nvSpPr>
        <p:spPr bwMode="auto">
          <a:xfrm>
            <a:off x="1476375" y="620713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2" name="Line 18"/>
          <p:cNvSpPr>
            <a:spLocks noChangeShapeType="1"/>
          </p:cNvSpPr>
          <p:nvPr/>
        </p:nvSpPr>
        <p:spPr bwMode="auto">
          <a:xfrm>
            <a:off x="1547813" y="5492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3" name="Line 19"/>
          <p:cNvSpPr>
            <a:spLocks noChangeShapeType="1"/>
          </p:cNvSpPr>
          <p:nvPr/>
        </p:nvSpPr>
        <p:spPr bwMode="auto">
          <a:xfrm>
            <a:off x="2916238" y="620713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4" name="Line 20"/>
          <p:cNvSpPr>
            <a:spLocks noChangeShapeType="1"/>
          </p:cNvSpPr>
          <p:nvPr/>
        </p:nvSpPr>
        <p:spPr bwMode="auto">
          <a:xfrm>
            <a:off x="1476375" y="1773238"/>
            <a:ext cx="1439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5" name="Line 21"/>
          <p:cNvSpPr>
            <a:spLocks noChangeShapeType="1"/>
          </p:cNvSpPr>
          <p:nvPr/>
        </p:nvSpPr>
        <p:spPr bwMode="auto">
          <a:xfrm>
            <a:off x="1476375" y="549275"/>
            <a:ext cx="1439863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6" name="Line 22"/>
          <p:cNvSpPr>
            <a:spLocks noChangeShapeType="1"/>
          </p:cNvSpPr>
          <p:nvPr/>
        </p:nvSpPr>
        <p:spPr bwMode="auto">
          <a:xfrm flipH="1">
            <a:off x="1476375" y="622300"/>
            <a:ext cx="1366838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47" name="Oval 23"/>
          <p:cNvSpPr>
            <a:spLocks noChangeArrowheads="1"/>
          </p:cNvSpPr>
          <p:nvPr/>
        </p:nvSpPr>
        <p:spPr bwMode="auto">
          <a:xfrm>
            <a:off x="5580063" y="34290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48" name="Oval 24"/>
          <p:cNvSpPr>
            <a:spLocks noChangeArrowheads="1"/>
          </p:cNvSpPr>
          <p:nvPr/>
        </p:nvSpPr>
        <p:spPr bwMode="auto">
          <a:xfrm>
            <a:off x="4716463" y="40767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49" name="Oval 25"/>
          <p:cNvSpPr>
            <a:spLocks noChangeArrowheads="1"/>
          </p:cNvSpPr>
          <p:nvPr/>
        </p:nvSpPr>
        <p:spPr bwMode="auto">
          <a:xfrm>
            <a:off x="6443663" y="40767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50" name="Oval 26"/>
          <p:cNvSpPr>
            <a:spLocks noChangeArrowheads="1"/>
          </p:cNvSpPr>
          <p:nvPr/>
        </p:nvSpPr>
        <p:spPr bwMode="auto">
          <a:xfrm>
            <a:off x="5148263" y="52292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51" name="Oval 27"/>
          <p:cNvSpPr>
            <a:spLocks noChangeArrowheads="1"/>
          </p:cNvSpPr>
          <p:nvPr/>
        </p:nvSpPr>
        <p:spPr bwMode="auto">
          <a:xfrm>
            <a:off x="6011863" y="52292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52" name="Line 28"/>
          <p:cNvSpPr>
            <a:spLocks noChangeShapeType="1"/>
          </p:cNvSpPr>
          <p:nvPr/>
        </p:nvSpPr>
        <p:spPr bwMode="auto">
          <a:xfrm flipH="1">
            <a:off x="4787900" y="3500438"/>
            <a:ext cx="86360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3" name="Line 29"/>
          <p:cNvSpPr>
            <a:spLocks noChangeShapeType="1"/>
          </p:cNvSpPr>
          <p:nvPr/>
        </p:nvSpPr>
        <p:spPr bwMode="auto">
          <a:xfrm>
            <a:off x="4787900" y="4149725"/>
            <a:ext cx="431800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4" name="Line 30"/>
          <p:cNvSpPr>
            <a:spLocks noChangeShapeType="1"/>
          </p:cNvSpPr>
          <p:nvPr/>
        </p:nvSpPr>
        <p:spPr bwMode="auto">
          <a:xfrm>
            <a:off x="5219700" y="5300663"/>
            <a:ext cx="8651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5" name="Line 31"/>
          <p:cNvSpPr>
            <a:spLocks noChangeShapeType="1"/>
          </p:cNvSpPr>
          <p:nvPr/>
        </p:nvSpPr>
        <p:spPr bwMode="auto">
          <a:xfrm>
            <a:off x="5651500" y="3500438"/>
            <a:ext cx="865188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6" name="Line 32"/>
          <p:cNvSpPr>
            <a:spLocks noChangeShapeType="1"/>
          </p:cNvSpPr>
          <p:nvPr/>
        </p:nvSpPr>
        <p:spPr bwMode="auto">
          <a:xfrm flipH="1">
            <a:off x="6084888" y="4221163"/>
            <a:ext cx="43180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7" name="Line 33"/>
          <p:cNvSpPr>
            <a:spLocks noChangeShapeType="1"/>
          </p:cNvSpPr>
          <p:nvPr/>
        </p:nvSpPr>
        <p:spPr bwMode="auto">
          <a:xfrm flipH="1">
            <a:off x="5292725" y="3500438"/>
            <a:ext cx="358775" cy="1728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8" name="Line 34"/>
          <p:cNvSpPr>
            <a:spLocks noChangeShapeType="1"/>
          </p:cNvSpPr>
          <p:nvPr/>
        </p:nvSpPr>
        <p:spPr bwMode="auto">
          <a:xfrm>
            <a:off x="5651500" y="3573463"/>
            <a:ext cx="433388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59" name="Freeform 35"/>
          <p:cNvSpPr>
            <a:spLocks/>
          </p:cNvSpPr>
          <p:nvPr/>
        </p:nvSpPr>
        <p:spPr bwMode="auto">
          <a:xfrm>
            <a:off x="4751388" y="3068638"/>
            <a:ext cx="1801812" cy="1081087"/>
          </a:xfrm>
          <a:custGeom>
            <a:avLst/>
            <a:gdLst>
              <a:gd name="T0" fmla="*/ 2147483647 w 1135"/>
              <a:gd name="T1" fmla="*/ 2147483647 h 681"/>
              <a:gd name="T2" fmla="*/ 2147483647 w 1135"/>
              <a:gd name="T3" fmla="*/ 2147483647 h 681"/>
              <a:gd name="T4" fmla="*/ 2147483647 w 1135"/>
              <a:gd name="T5" fmla="*/ 2147483647 h 681"/>
              <a:gd name="T6" fmla="*/ 2147483647 w 1135"/>
              <a:gd name="T7" fmla="*/ 2147483647 h 681"/>
              <a:gd name="T8" fmla="*/ 0 60000 65536"/>
              <a:gd name="T9" fmla="*/ 0 60000 65536"/>
              <a:gd name="T10" fmla="*/ 0 60000 65536"/>
              <a:gd name="T11" fmla="*/ 0 60000 65536"/>
              <a:gd name="T12" fmla="*/ 0 w 1135"/>
              <a:gd name="T13" fmla="*/ 0 h 681"/>
              <a:gd name="T14" fmla="*/ 1135 w 1135"/>
              <a:gd name="T15" fmla="*/ 681 h 6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35" h="681">
                <a:moveTo>
                  <a:pt x="1112" y="681"/>
                </a:moveTo>
                <a:cubicBezTo>
                  <a:pt x="1123" y="457"/>
                  <a:pt x="1135" y="234"/>
                  <a:pt x="976" y="136"/>
                </a:cubicBezTo>
                <a:cubicBezTo>
                  <a:pt x="817" y="38"/>
                  <a:pt x="318" y="0"/>
                  <a:pt x="159" y="91"/>
                </a:cubicBezTo>
                <a:cubicBezTo>
                  <a:pt x="0" y="182"/>
                  <a:pt x="11" y="431"/>
                  <a:pt x="23" y="6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60" name="Line 36"/>
          <p:cNvSpPr>
            <a:spLocks noChangeShapeType="1"/>
          </p:cNvSpPr>
          <p:nvPr/>
        </p:nvSpPr>
        <p:spPr bwMode="auto">
          <a:xfrm flipH="1">
            <a:off x="5219700" y="4221163"/>
            <a:ext cx="1296988" cy="10795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61" name="Freeform 37"/>
          <p:cNvSpPr>
            <a:spLocks/>
          </p:cNvSpPr>
          <p:nvPr/>
        </p:nvSpPr>
        <p:spPr bwMode="auto">
          <a:xfrm>
            <a:off x="4017963" y="4221163"/>
            <a:ext cx="2005012" cy="1800225"/>
          </a:xfrm>
          <a:custGeom>
            <a:avLst/>
            <a:gdLst>
              <a:gd name="T0" fmla="*/ 2147483647 w 1263"/>
              <a:gd name="T1" fmla="*/ 0 h 1134"/>
              <a:gd name="T2" fmla="*/ 2147483647 w 1263"/>
              <a:gd name="T3" fmla="*/ 2147483647 h 1134"/>
              <a:gd name="T4" fmla="*/ 2147483647 w 1263"/>
              <a:gd name="T5" fmla="*/ 2147483647 h 1134"/>
              <a:gd name="T6" fmla="*/ 2147483647 w 1263"/>
              <a:gd name="T7" fmla="*/ 2147483647 h 1134"/>
              <a:gd name="T8" fmla="*/ 0 60000 65536"/>
              <a:gd name="T9" fmla="*/ 0 60000 65536"/>
              <a:gd name="T10" fmla="*/ 0 60000 65536"/>
              <a:gd name="T11" fmla="*/ 0 60000 65536"/>
              <a:gd name="T12" fmla="*/ 0 w 1263"/>
              <a:gd name="T13" fmla="*/ 0 h 1134"/>
              <a:gd name="T14" fmla="*/ 1263 w 1263"/>
              <a:gd name="T15" fmla="*/ 1134 h 11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3" h="1134">
                <a:moveTo>
                  <a:pt x="446" y="0"/>
                </a:moveTo>
                <a:cubicBezTo>
                  <a:pt x="223" y="268"/>
                  <a:pt x="0" y="537"/>
                  <a:pt x="38" y="726"/>
                </a:cubicBezTo>
                <a:cubicBezTo>
                  <a:pt x="76" y="915"/>
                  <a:pt x="469" y="1134"/>
                  <a:pt x="673" y="1134"/>
                </a:cubicBezTo>
                <a:cubicBezTo>
                  <a:pt x="877" y="1134"/>
                  <a:pt x="1070" y="930"/>
                  <a:pt x="1263" y="72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1" grpId="0" animBg="1"/>
      <p:bldP spid="154632" grpId="0" animBg="1"/>
      <p:bldP spid="154633" grpId="0" animBg="1"/>
      <p:bldP spid="154634" grpId="0" animBg="1"/>
      <p:bldP spid="154635" grpId="0" animBg="1"/>
      <p:bldP spid="154636" grpId="0" animBg="1"/>
      <p:bldP spid="154637" grpId="0" animBg="1"/>
      <p:bldP spid="154638" grpId="0" animBg="1"/>
      <p:bldP spid="154639" grpId="0" animBg="1"/>
      <p:bldP spid="15464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若干条边所围成的连通区域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(face, region),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围成面的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回路所在的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边称为面的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(boundary).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一个区域是连通的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是指其内部不包含该图的任何边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56675" name="Oval 3"/>
          <p:cNvSpPr>
            <a:spLocks noChangeArrowheads="1"/>
          </p:cNvSpPr>
          <p:nvPr/>
        </p:nvSpPr>
        <p:spPr bwMode="auto">
          <a:xfrm>
            <a:off x="3708202" y="3427834"/>
            <a:ext cx="144462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6" name="Oval 4"/>
          <p:cNvSpPr>
            <a:spLocks noChangeArrowheads="1"/>
          </p:cNvSpPr>
          <p:nvPr/>
        </p:nvSpPr>
        <p:spPr bwMode="auto">
          <a:xfrm>
            <a:off x="3708202" y="5085184"/>
            <a:ext cx="144462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7" name="Oval 5"/>
          <p:cNvSpPr>
            <a:spLocks noChangeArrowheads="1"/>
          </p:cNvSpPr>
          <p:nvPr/>
        </p:nvSpPr>
        <p:spPr bwMode="auto">
          <a:xfrm>
            <a:off x="2557264" y="4077121"/>
            <a:ext cx="144463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8" name="Oval 6"/>
          <p:cNvSpPr>
            <a:spLocks noChangeArrowheads="1"/>
          </p:cNvSpPr>
          <p:nvPr/>
        </p:nvSpPr>
        <p:spPr bwMode="auto">
          <a:xfrm>
            <a:off x="3131939" y="4077121"/>
            <a:ext cx="144463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9" name="Oval 7"/>
          <p:cNvSpPr>
            <a:spLocks noChangeArrowheads="1"/>
          </p:cNvSpPr>
          <p:nvPr/>
        </p:nvSpPr>
        <p:spPr bwMode="auto">
          <a:xfrm>
            <a:off x="5148064" y="3427834"/>
            <a:ext cx="144463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0" name="Oval 8"/>
          <p:cNvSpPr>
            <a:spLocks noChangeArrowheads="1"/>
          </p:cNvSpPr>
          <p:nvPr/>
        </p:nvSpPr>
        <p:spPr bwMode="auto">
          <a:xfrm>
            <a:off x="5148064" y="5085184"/>
            <a:ext cx="144463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1" name="Oval 9"/>
          <p:cNvSpPr>
            <a:spLocks noChangeArrowheads="1"/>
          </p:cNvSpPr>
          <p:nvPr/>
        </p:nvSpPr>
        <p:spPr bwMode="auto">
          <a:xfrm>
            <a:off x="6589514" y="4004096"/>
            <a:ext cx="144463" cy="1428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2" name="Line 10"/>
          <p:cNvSpPr>
            <a:spLocks noChangeShapeType="1"/>
          </p:cNvSpPr>
          <p:nvPr/>
        </p:nvSpPr>
        <p:spPr bwMode="auto">
          <a:xfrm>
            <a:off x="5221089" y="3572296"/>
            <a:ext cx="0" cy="1512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3" name="Line 11"/>
          <p:cNvSpPr>
            <a:spLocks noChangeShapeType="1"/>
          </p:cNvSpPr>
          <p:nvPr/>
        </p:nvSpPr>
        <p:spPr bwMode="auto">
          <a:xfrm>
            <a:off x="3781227" y="3572296"/>
            <a:ext cx="0" cy="1512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4" name="Line 12"/>
          <p:cNvSpPr>
            <a:spLocks noChangeShapeType="1"/>
          </p:cNvSpPr>
          <p:nvPr/>
        </p:nvSpPr>
        <p:spPr bwMode="auto">
          <a:xfrm>
            <a:off x="2628702" y="4148559"/>
            <a:ext cx="1152525" cy="100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5" name="Line 13"/>
          <p:cNvSpPr>
            <a:spLocks noChangeShapeType="1"/>
          </p:cNvSpPr>
          <p:nvPr/>
        </p:nvSpPr>
        <p:spPr bwMode="auto">
          <a:xfrm flipH="1">
            <a:off x="2557264" y="3500859"/>
            <a:ext cx="1223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86" name="Line 14"/>
          <p:cNvSpPr>
            <a:spLocks noChangeShapeType="1"/>
          </p:cNvSpPr>
          <p:nvPr/>
        </p:nvSpPr>
        <p:spPr bwMode="auto">
          <a:xfrm>
            <a:off x="2628702" y="4148559"/>
            <a:ext cx="576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5EA466-E249-DB6C-0ACF-A354F18BA1DE}"/>
              </a:ext>
            </a:extLst>
          </p:cNvPr>
          <p:cNvSpPr txBox="1"/>
          <p:nvPr/>
        </p:nvSpPr>
        <p:spPr>
          <a:xfrm>
            <a:off x="3528182" y="3126249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0C1B01-E926-C58F-5088-A47F3554A944}"/>
              </a:ext>
            </a:extLst>
          </p:cNvPr>
          <p:cNvSpPr txBox="1"/>
          <p:nvPr/>
        </p:nvSpPr>
        <p:spPr>
          <a:xfrm>
            <a:off x="2364981" y="3824709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3E8C90-233C-FB31-75AA-37891E04EBFE}"/>
              </a:ext>
            </a:extLst>
          </p:cNvPr>
          <p:cNvSpPr txBox="1"/>
          <p:nvPr/>
        </p:nvSpPr>
        <p:spPr>
          <a:xfrm>
            <a:off x="3204170" y="3980269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4BE5D3-1B75-D02C-B01D-76C12CB81203}"/>
              </a:ext>
            </a:extLst>
          </p:cNvPr>
          <p:cNvSpPr txBox="1"/>
          <p:nvPr/>
        </p:nvSpPr>
        <p:spPr>
          <a:xfrm>
            <a:off x="3779640" y="488976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2E80BC-FBFD-00BF-1BF3-B43E8D7ABA34}"/>
              </a:ext>
            </a:extLst>
          </p:cNvPr>
          <p:cNvSpPr txBox="1"/>
          <p:nvPr/>
        </p:nvSpPr>
        <p:spPr>
          <a:xfrm>
            <a:off x="5137388" y="310029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A910CB-C7A0-2EC1-2368-7A677BB0CB56}"/>
              </a:ext>
            </a:extLst>
          </p:cNvPr>
          <p:cNvSpPr txBox="1"/>
          <p:nvPr/>
        </p:nvSpPr>
        <p:spPr>
          <a:xfrm>
            <a:off x="5239305" y="485597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16304C-1739-25B9-3319-38C5973054DC}"/>
              </a:ext>
            </a:extLst>
          </p:cNvPr>
          <p:cNvSpPr txBox="1"/>
          <p:nvPr/>
        </p:nvSpPr>
        <p:spPr>
          <a:xfrm>
            <a:off x="6593905" y="3706201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理解平面图的面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在一张较大的纸上将平面图画上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然后用剪刀将图的所有边剪破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这张纸被分成的每一部分就是一个面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围墙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特别注意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任何平面图都有一个由若干条边往外围成的一个面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它是唯一的一个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无限面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两个面相邻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是指这两个面有公共的边界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/>
          </p:nvPr>
        </p:nvSpPr>
        <p:spPr>
          <a:xfrm>
            <a:off x="251520" y="44624"/>
            <a:ext cx="8568952" cy="698477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7.5.2 Euler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(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Euler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连通平面图的面数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对面数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1.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lang="en-US" altLang="zh-Hans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’=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时结论成立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n’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m’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连通平面图的面数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r’ 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m’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n’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+2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连通平面图，若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≥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  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存在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圈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去掉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上的一条边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– {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面数为</a:t>
            </a:r>
            <a:r>
              <a:rPr lang="zh-Hans" altLang="en-US" sz="30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      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是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Hans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lang="en-US" altLang="zh-Hans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-1)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图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满足归纳假设</a:t>
            </a:r>
            <a:endParaRPr lang="en-US" altLang="zh-CN" sz="1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– </a:t>
            </a:r>
            <a:r>
              <a:rPr lang="en-US" altLang="zh-CN" sz="3000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+2</a:t>
            </a:r>
            <a:r>
              <a:rPr lang="zh-Hans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，得证</a:t>
            </a:r>
            <a:r>
              <a:rPr lang="en-US" altLang="zh-Han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#</a:t>
            </a: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Remark  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Euler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公式中</a:t>
            </a:r>
            <a:r>
              <a:rPr lang="en-US" altLang="zh-CN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“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</a:t>
            </a:r>
            <a:r>
              <a:rPr lang="zh-CN" altLang="en-US" sz="2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”的条件是必不可少的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159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182200"/>
              </p:ext>
            </p:extLst>
          </p:nvPr>
        </p:nvGraphicFramePr>
        <p:xfrm>
          <a:off x="3152670" y="5013176"/>
          <a:ext cx="36782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7744" imgH="123930" progId="Equation.3">
                  <p:embed/>
                </p:oleObj>
              </mc:Choice>
              <mc:Fallback>
                <p:oleObj name="公式" r:id="rId2" imgW="1247744" imgH="123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670" y="5013176"/>
                        <a:ext cx="3678238" cy="5699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C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AB49680-163D-3645-BF0F-D21DD1A795F8}"/>
              </a:ext>
            </a:extLst>
          </p:cNvPr>
          <p:cNvSpPr txBox="1"/>
          <p:nvPr/>
        </p:nvSpPr>
        <p:spPr>
          <a:xfrm>
            <a:off x="5436096" y="4437112"/>
            <a:ext cx="13681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Hans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–</a:t>
            </a:r>
            <a:r>
              <a:rPr lang="zh-Hans" altLang="en-US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Hans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endParaRPr kumimoji="1" lang="zh-CN" altLang="en-US" sz="2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9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Corollary 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简单连通平面图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3,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3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- 6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b="1" i="1" dirty="0">
              <a:solidFill>
                <a:schemeClr val="folHlink"/>
              </a:solidFill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≥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3:</a:t>
            </a: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60771" name="Oval 3"/>
          <p:cNvSpPr>
            <a:spLocks noChangeArrowheads="1"/>
          </p:cNvSpPr>
          <p:nvPr/>
        </p:nvSpPr>
        <p:spPr bwMode="auto">
          <a:xfrm>
            <a:off x="3491880" y="2537742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2" name="Oval 4"/>
          <p:cNvSpPr>
            <a:spLocks noChangeArrowheads="1"/>
          </p:cNvSpPr>
          <p:nvPr/>
        </p:nvSpPr>
        <p:spPr bwMode="auto">
          <a:xfrm>
            <a:off x="5508005" y="2320254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3" name="Oval 5"/>
          <p:cNvSpPr>
            <a:spLocks noChangeArrowheads="1"/>
          </p:cNvSpPr>
          <p:nvPr/>
        </p:nvSpPr>
        <p:spPr bwMode="auto">
          <a:xfrm>
            <a:off x="5508005" y="3256879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4" name="Line 6"/>
          <p:cNvSpPr>
            <a:spLocks noChangeShapeType="1"/>
          </p:cNvSpPr>
          <p:nvPr/>
        </p:nvSpPr>
        <p:spPr bwMode="auto">
          <a:xfrm>
            <a:off x="5579442" y="2464717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0B318FDC-8D71-87FB-1E95-C875A54FD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534329"/>
              </p:ext>
            </p:extLst>
          </p:nvPr>
        </p:nvGraphicFramePr>
        <p:xfrm>
          <a:off x="2843808" y="4035079"/>
          <a:ext cx="3078162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28666" imgH="314280" progId="Equation.3">
                  <p:embed/>
                </p:oleObj>
              </mc:Choice>
              <mc:Fallback>
                <p:oleObj name="公式" r:id="rId2" imgW="1028666" imgH="314280" progId="Equation.3">
                  <p:embed/>
                  <p:pic>
                    <p:nvPicPr>
                      <p:cNvPr id="161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035079"/>
                        <a:ext cx="3078162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56668497-DEE6-1AA7-E87A-A8ED64522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344401"/>
              </p:ext>
            </p:extLst>
          </p:nvPr>
        </p:nvGraphicFramePr>
        <p:xfrm>
          <a:off x="2450479" y="5402938"/>
          <a:ext cx="2371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71500" imgH="104760" progId="Equation.3">
                  <p:embed/>
                </p:oleObj>
              </mc:Choice>
              <mc:Fallback>
                <p:oleObj name="公式" r:id="rId4" imgW="771500" imgH="104760" progId="Equation.3">
                  <p:embed/>
                  <p:pic>
                    <p:nvPicPr>
                      <p:cNvPr id="161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479" y="5402938"/>
                        <a:ext cx="2371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7-16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假设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则由推论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10 ≤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 3•5 – 6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这是一个矛盾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Corollary 2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简单连通平面图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不含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子图且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3,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- 4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7-17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 假设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3,3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则由推论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9 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2•6 – 4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这是一个矛盾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更一般的结论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: 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习题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7.5  7.</a:t>
            </a:r>
          </a:p>
        </p:txBody>
      </p:sp>
      <p:graphicFrame>
        <p:nvGraphicFramePr>
          <p:cNvPr id="163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683598"/>
              </p:ext>
            </p:extLst>
          </p:nvPr>
        </p:nvGraphicFramePr>
        <p:xfrm>
          <a:off x="2915816" y="1556792"/>
          <a:ext cx="3113088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38121" imgH="314280" progId="Equation.3">
                  <p:embed/>
                </p:oleObj>
              </mc:Choice>
              <mc:Fallback>
                <p:oleObj name="公式" r:id="rId2" imgW="1038121" imgH="314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556792"/>
                        <a:ext cx="3113088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下面的定理是证明“五色定理”的关键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任何简单平面图必存在一个度数≤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5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不妨设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 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连通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deg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 ≥6.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64867" name="Object 3"/>
          <p:cNvGraphicFramePr>
            <a:graphicFrameLocks noChangeAspect="1"/>
          </p:cNvGraphicFramePr>
          <p:nvPr/>
        </p:nvGraphicFramePr>
        <p:xfrm>
          <a:off x="2051050" y="4508500"/>
          <a:ext cx="56261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43066" imgH="266760" progId="Equation.3">
                  <p:embed/>
                </p:oleObj>
              </mc:Choice>
              <mc:Fallback>
                <p:oleObj name="公式" r:id="rId2" imgW="1943066" imgH="2667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508500"/>
                        <a:ext cx="56261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7.5.4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平面图的对偶图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对平面图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的面的研究可以转换为对其对偶图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的节点的研究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169987" name="Oval 3"/>
          <p:cNvSpPr>
            <a:spLocks noChangeArrowheads="1"/>
          </p:cNvSpPr>
          <p:nvPr/>
        </p:nvSpPr>
        <p:spPr bwMode="auto">
          <a:xfrm>
            <a:off x="1547813" y="27082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88" name="Oval 4"/>
          <p:cNvSpPr>
            <a:spLocks noChangeArrowheads="1"/>
          </p:cNvSpPr>
          <p:nvPr/>
        </p:nvSpPr>
        <p:spPr bwMode="auto">
          <a:xfrm>
            <a:off x="1547813" y="43656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89" name="Oval 5"/>
          <p:cNvSpPr>
            <a:spLocks noChangeArrowheads="1"/>
          </p:cNvSpPr>
          <p:nvPr/>
        </p:nvSpPr>
        <p:spPr bwMode="auto">
          <a:xfrm>
            <a:off x="3348038" y="42926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0" name="Oval 6"/>
          <p:cNvSpPr>
            <a:spLocks noChangeArrowheads="1"/>
          </p:cNvSpPr>
          <p:nvPr/>
        </p:nvSpPr>
        <p:spPr bwMode="auto">
          <a:xfrm>
            <a:off x="2411413" y="37163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1" name="Oval 7"/>
          <p:cNvSpPr>
            <a:spLocks noChangeArrowheads="1"/>
          </p:cNvSpPr>
          <p:nvPr/>
        </p:nvSpPr>
        <p:spPr bwMode="auto">
          <a:xfrm>
            <a:off x="2555875" y="50133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2" name="Oval 8"/>
          <p:cNvSpPr>
            <a:spLocks noChangeArrowheads="1"/>
          </p:cNvSpPr>
          <p:nvPr/>
        </p:nvSpPr>
        <p:spPr bwMode="auto">
          <a:xfrm>
            <a:off x="6372225" y="27082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3" name="Oval 9"/>
          <p:cNvSpPr>
            <a:spLocks noChangeArrowheads="1"/>
          </p:cNvSpPr>
          <p:nvPr/>
        </p:nvSpPr>
        <p:spPr bwMode="auto">
          <a:xfrm>
            <a:off x="5651500" y="45815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4" name="Oval 10"/>
          <p:cNvSpPr>
            <a:spLocks noChangeArrowheads="1"/>
          </p:cNvSpPr>
          <p:nvPr/>
        </p:nvSpPr>
        <p:spPr bwMode="auto">
          <a:xfrm>
            <a:off x="7092950" y="4508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5" name="Oval 11"/>
          <p:cNvSpPr>
            <a:spLocks noChangeArrowheads="1"/>
          </p:cNvSpPr>
          <p:nvPr/>
        </p:nvSpPr>
        <p:spPr bwMode="auto">
          <a:xfrm>
            <a:off x="6372225" y="37163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6" name="Line 12"/>
          <p:cNvSpPr>
            <a:spLocks noChangeShapeType="1"/>
          </p:cNvSpPr>
          <p:nvPr/>
        </p:nvSpPr>
        <p:spPr bwMode="auto">
          <a:xfrm>
            <a:off x="1619250" y="2781300"/>
            <a:ext cx="0" cy="165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7" name="Line 13"/>
          <p:cNvSpPr>
            <a:spLocks noChangeShapeType="1"/>
          </p:cNvSpPr>
          <p:nvPr/>
        </p:nvSpPr>
        <p:spPr bwMode="auto">
          <a:xfrm>
            <a:off x="1619250" y="4437063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8" name="Line 14"/>
          <p:cNvSpPr>
            <a:spLocks noChangeShapeType="1"/>
          </p:cNvSpPr>
          <p:nvPr/>
        </p:nvSpPr>
        <p:spPr bwMode="auto">
          <a:xfrm>
            <a:off x="2555875" y="3789363"/>
            <a:ext cx="792163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9" name="Line 15"/>
          <p:cNvSpPr>
            <a:spLocks noChangeShapeType="1"/>
          </p:cNvSpPr>
          <p:nvPr/>
        </p:nvSpPr>
        <p:spPr bwMode="auto">
          <a:xfrm flipH="1">
            <a:off x="2700338" y="4437063"/>
            <a:ext cx="719137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0" name="Line 16"/>
          <p:cNvSpPr>
            <a:spLocks noChangeShapeType="1"/>
          </p:cNvSpPr>
          <p:nvPr/>
        </p:nvSpPr>
        <p:spPr bwMode="auto">
          <a:xfrm flipH="1">
            <a:off x="1619250" y="3789363"/>
            <a:ext cx="8651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1" name="Line 17"/>
          <p:cNvSpPr>
            <a:spLocks noChangeShapeType="1"/>
          </p:cNvSpPr>
          <p:nvPr/>
        </p:nvSpPr>
        <p:spPr bwMode="auto">
          <a:xfrm>
            <a:off x="1619250" y="4437063"/>
            <a:ext cx="1008063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2" name="Line 18"/>
          <p:cNvSpPr>
            <a:spLocks noChangeShapeType="1"/>
          </p:cNvSpPr>
          <p:nvPr/>
        </p:nvSpPr>
        <p:spPr bwMode="auto">
          <a:xfrm>
            <a:off x="6443663" y="2781300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3" name="Line 19"/>
          <p:cNvSpPr>
            <a:spLocks noChangeShapeType="1"/>
          </p:cNvSpPr>
          <p:nvPr/>
        </p:nvSpPr>
        <p:spPr bwMode="auto">
          <a:xfrm flipH="1">
            <a:off x="5724525" y="2781300"/>
            <a:ext cx="719138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4" name="Line 20"/>
          <p:cNvSpPr>
            <a:spLocks noChangeShapeType="1"/>
          </p:cNvSpPr>
          <p:nvPr/>
        </p:nvSpPr>
        <p:spPr bwMode="auto">
          <a:xfrm>
            <a:off x="6443663" y="2781300"/>
            <a:ext cx="720725" cy="180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5" name="Line 21"/>
          <p:cNvSpPr>
            <a:spLocks noChangeShapeType="1"/>
          </p:cNvSpPr>
          <p:nvPr/>
        </p:nvSpPr>
        <p:spPr bwMode="auto">
          <a:xfrm>
            <a:off x="6443663" y="3789363"/>
            <a:ext cx="7207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6" name="Line 22"/>
          <p:cNvSpPr>
            <a:spLocks noChangeShapeType="1"/>
          </p:cNvSpPr>
          <p:nvPr/>
        </p:nvSpPr>
        <p:spPr bwMode="auto">
          <a:xfrm flipH="1">
            <a:off x="5651500" y="3789363"/>
            <a:ext cx="792163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7" name="Line 23"/>
          <p:cNvSpPr>
            <a:spLocks noChangeShapeType="1"/>
          </p:cNvSpPr>
          <p:nvPr/>
        </p:nvSpPr>
        <p:spPr bwMode="auto">
          <a:xfrm>
            <a:off x="5724525" y="4652963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8" name="Oval 24"/>
          <p:cNvSpPr>
            <a:spLocks noChangeArrowheads="1"/>
          </p:cNvSpPr>
          <p:nvPr/>
        </p:nvSpPr>
        <p:spPr bwMode="auto">
          <a:xfrm>
            <a:off x="2555875" y="27813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09" name="Oval 25"/>
          <p:cNvSpPr>
            <a:spLocks noChangeArrowheads="1"/>
          </p:cNvSpPr>
          <p:nvPr/>
        </p:nvSpPr>
        <p:spPr bwMode="auto">
          <a:xfrm>
            <a:off x="2482850" y="407828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0" name="Oval 26"/>
          <p:cNvSpPr>
            <a:spLocks noChangeArrowheads="1"/>
          </p:cNvSpPr>
          <p:nvPr/>
        </p:nvSpPr>
        <p:spPr bwMode="auto">
          <a:xfrm>
            <a:off x="2484438" y="46529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1" name="Oval 27"/>
          <p:cNvSpPr>
            <a:spLocks noChangeArrowheads="1"/>
          </p:cNvSpPr>
          <p:nvPr/>
        </p:nvSpPr>
        <p:spPr bwMode="auto">
          <a:xfrm>
            <a:off x="7235825" y="28527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2" name="Oval 28"/>
          <p:cNvSpPr>
            <a:spLocks noChangeArrowheads="1"/>
          </p:cNvSpPr>
          <p:nvPr/>
        </p:nvSpPr>
        <p:spPr bwMode="auto">
          <a:xfrm>
            <a:off x="6156325" y="36449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3" name="Oval 29"/>
          <p:cNvSpPr>
            <a:spLocks noChangeArrowheads="1"/>
          </p:cNvSpPr>
          <p:nvPr/>
        </p:nvSpPr>
        <p:spPr bwMode="auto">
          <a:xfrm>
            <a:off x="6588125" y="36449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4" name="Oval 30"/>
          <p:cNvSpPr>
            <a:spLocks noChangeArrowheads="1"/>
          </p:cNvSpPr>
          <p:nvPr/>
        </p:nvSpPr>
        <p:spPr bwMode="auto">
          <a:xfrm>
            <a:off x="6372225" y="422116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15" name="Freeform 31"/>
          <p:cNvSpPr>
            <a:spLocks/>
          </p:cNvSpPr>
          <p:nvPr/>
        </p:nvSpPr>
        <p:spPr bwMode="auto">
          <a:xfrm>
            <a:off x="779463" y="2081213"/>
            <a:ext cx="1833562" cy="973137"/>
          </a:xfrm>
          <a:custGeom>
            <a:avLst/>
            <a:gdLst>
              <a:gd name="T0" fmla="*/ 2147483647 w 1201"/>
              <a:gd name="T1" fmla="*/ 2147483647 h 711"/>
              <a:gd name="T2" fmla="*/ 2147483647 w 1201"/>
              <a:gd name="T3" fmla="*/ 2147483647 h 711"/>
              <a:gd name="T4" fmla="*/ 2147483647 w 1201"/>
              <a:gd name="T5" fmla="*/ 2147483647 h 711"/>
              <a:gd name="T6" fmla="*/ 2147483647 w 1201"/>
              <a:gd name="T7" fmla="*/ 2147483647 h 711"/>
              <a:gd name="T8" fmla="*/ 0 60000 65536"/>
              <a:gd name="T9" fmla="*/ 0 60000 65536"/>
              <a:gd name="T10" fmla="*/ 0 60000 65536"/>
              <a:gd name="T11" fmla="*/ 0 60000 65536"/>
              <a:gd name="T12" fmla="*/ 0 w 1201"/>
              <a:gd name="T13" fmla="*/ 0 h 711"/>
              <a:gd name="T14" fmla="*/ 1201 w 1201"/>
              <a:gd name="T15" fmla="*/ 711 h 7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1" h="711">
                <a:moveTo>
                  <a:pt x="1201" y="477"/>
                </a:moveTo>
                <a:cubicBezTo>
                  <a:pt x="906" y="238"/>
                  <a:pt x="611" y="0"/>
                  <a:pt x="430" y="23"/>
                </a:cubicBezTo>
                <a:cubicBezTo>
                  <a:pt x="249" y="46"/>
                  <a:pt x="0" y="515"/>
                  <a:pt x="113" y="613"/>
                </a:cubicBezTo>
                <a:cubicBezTo>
                  <a:pt x="226" y="711"/>
                  <a:pt x="668" y="662"/>
                  <a:pt x="1111" y="613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6" name="Freeform 32"/>
          <p:cNvSpPr>
            <a:spLocks/>
          </p:cNvSpPr>
          <p:nvPr/>
        </p:nvSpPr>
        <p:spPr bwMode="auto">
          <a:xfrm>
            <a:off x="1824038" y="2924175"/>
            <a:ext cx="731837" cy="1225550"/>
          </a:xfrm>
          <a:custGeom>
            <a:avLst/>
            <a:gdLst>
              <a:gd name="T0" fmla="*/ 2147483647 w 461"/>
              <a:gd name="T1" fmla="*/ 0 h 772"/>
              <a:gd name="T2" fmla="*/ 2147483647 w 461"/>
              <a:gd name="T3" fmla="*/ 2147483647 h 772"/>
              <a:gd name="T4" fmla="*/ 2147483647 w 461"/>
              <a:gd name="T5" fmla="*/ 2147483647 h 772"/>
              <a:gd name="T6" fmla="*/ 0 60000 65536"/>
              <a:gd name="T7" fmla="*/ 0 60000 65536"/>
              <a:gd name="T8" fmla="*/ 0 60000 65536"/>
              <a:gd name="T9" fmla="*/ 0 w 461"/>
              <a:gd name="T10" fmla="*/ 0 h 772"/>
              <a:gd name="T11" fmla="*/ 461 w 461"/>
              <a:gd name="T12" fmla="*/ 772 h 7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1" h="772">
                <a:moveTo>
                  <a:pt x="461" y="0"/>
                </a:moveTo>
                <a:cubicBezTo>
                  <a:pt x="237" y="140"/>
                  <a:pt x="14" y="280"/>
                  <a:pt x="7" y="409"/>
                </a:cubicBezTo>
                <a:cubicBezTo>
                  <a:pt x="0" y="538"/>
                  <a:pt x="208" y="655"/>
                  <a:pt x="416" y="7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7" name="Freeform 33"/>
          <p:cNvSpPr>
            <a:spLocks/>
          </p:cNvSpPr>
          <p:nvPr/>
        </p:nvSpPr>
        <p:spPr bwMode="auto">
          <a:xfrm>
            <a:off x="2627313" y="2924175"/>
            <a:ext cx="733425" cy="1225550"/>
          </a:xfrm>
          <a:custGeom>
            <a:avLst/>
            <a:gdLst>
              <a:gd name="T0" fmla="*/ 2147483647 w 462"/>
              <a:gd name="T1" fmla="*/ 0 h 772"/>
              <a:gd name="T2" fmla="*/ 2147483647 w 462"/>
              <a:gd name="T3" fmla="*/ 2147483647 h 772"/>
              <a:gd name="T4" fmla="*/ 0 w 462"/>
              <a:gd name="T5" fmla="*/ 2147483647 h 772"/>
              <a:gd name="T6" fmla="*/ 0 60000 65536"/>
              <a:gd name="T7" fmla="*/ 0 60000 65536"/>
              <a:gd name="T8" fmla="*/ 0 60000 65536"/>
              <a:gd name="T9" fmla="*/ 0 w 462"/>
              <a:gd name="T10" fmla="*/ 0 h 772"/>
              <a:gd name="T11" fmla="*/ 462 w 462"/>
              <a:gd name="T12" fmla="*/ 772 h 7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2" h="772">
                <a:moveTo>
                  <a:pt x="46" y="0"/>
                </a:moveTo>
                <a:cubicBezTo>
                  <a:pt x="254" y="117"/>
                  <a:pt x="462" y="234"/>
                  <a:pt x="454" y="363"/>
                </a:cubicBezTo>
                <a:cubicBezTo>
                  <a:pt x="446" y="492"/>
                  <a:pt x="223" y="632"/>
                  <a:pt x="0" y="7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8" name="Freeform 34"/>
          <p:cNvSpPr>
            <a:spLocks/>
          </p:cNvSpPr>
          <p:nvPr/>
        </p:nvSpPr>
        <p:spPr bwMode="auto">
          <a:xfrm>
            <a:off x="2668587" y="2791528"/>
            <a:ext cx="1776412" cy="2749550"/>
          </a:xfrm>
          <a:custGeom>
            <a:avLst/>
            <a:gdLst>
              <a:gd name="T0" fmla="*/ 0 w 1119"/>
              <a:gd name="T1" fmla="*/ 2147483647 h 1732"/>
              <a:gd name="T2" fmla="*/ 2147483647 w 1119"/>
              <a:gd name="T3" fmla="*/ 2147483647 h 1732"/>
              <a:gd name="T4" fmla="*/ 2147483647 w 1119"/>
              <a:gd name="T5" fmla="*/ 2147483647 h 1732"/>
              <a:gd name="T6" fmla="*/ 0 w 1119"/>
              <a:gd name="T7" fmla="*/ 2147483647 h 1732"/>
              <a:gd name="T8" fmla="*/ 0 60000 65536"/>
              <a:gd name="T9" fmla="*/ 0 60000 65536"/>
              <a:gd name="T10" fmla="*/ 0 60000 65536"/>
              <a:gd name="T11" fmla="*/ 0 60000 65536"/>
              <a:gd name="T12" fmla="*/ 0 w 1119"/>
              <a:gd name="T13" fmla="*/ 0 h 1732"/>
              <a:gd name="T14" fmla="*/ 1119 w 1119"/>
              <a:gd name="T15" fmla="*/ 1732 h 17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19" h="1732">
                <a:moveTo>
                  <a:pt x="0" y="30"/>
                </a:moveTo>
                <a:cubicBezTo>
                  <a:pt x="438" y="15"/>
                  <a:pt x="877" y="0"/>
                  <a:pt x="998" y="257"/>
                </a:cubicBezTo>
                <a:cubicBezTo>
                  <a:pt x="1119" y="514"/>
                  <a:pt x="891" y="1414"/>
                  <a:pt x="725" y="1573"/>
                </a:cubicBezTo>
                <a:cubicBezTo>
                  <a:pt x="559" y="1732"/>
                  <a:pt x="121" y="1270"/>
                  <a:pt x="0" y="121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9" name="Freeform 35"/>
          <p:cNvSpPr>
            <a:spLocks/>
          </p:cNvSpPr>
          <p:nvPr/>
        </p:nvSpPr>
        <p:spPr bwMode="auto">
          <a:xfrm>
            <a:off x="1966913" y="2000250"/>
            <a:ext cx="2941638" cy="3937000"/>
          </a:xfrm>
          <a:custGeom>
            <a:avLst/>
            <a:gdLst>
              <a:gd name="T0" fmla="*/ 2147483647 w 1853"/>
              <a:gd name="T1" fmla="*/ 2147483647 h 2480"/>
              <a:gd name="T2" fmla="*/ 2147483647 w 1853"/>
              <a:gd name="T3" fmla="*/ 2147483647 h 2480"/>
              <a:gd name="T4" fmla="*/ 2147483647 w 1853"/>
              <a:gd name="T5" fmla="*/ 2147483647 h 2480"/>
              <a:gd name="T6" fmla="*/ 2147483647 w 1853"/>
              <a:gd name="T7" fmla="*/ 2147483647 h 2480"/>
              <a:gd name="T8" fmla="*/ 2147483647 w 1853"/>
              <a:gd name="T9" fmla="*/ 2147483647 h 2480"/>
              <a:gd name="T10" fmla="*/ 2147483647 w 1853"/>
              <a:gd name="T11" fmla="*/ 2147483647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53"/>
              <a:gd name="T19" fmla="*/ 0 h 2480"/>
              <a:gd name="T20" fmla="*/ 1853 w 1853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53" h="2480">
                <a:moveTo>
                  <a:pt x="469" y="514"/>
                </a:moveTo>
                <a:cubicBezTo>
                  <a:pt x="957" y="257"/>
                  <a:pt x="1445" y="0"/>
                  <a:pt x="1649" y="197"/>
                </a:cubicBezTo>
                <a:cubicBezTo>
                  <a:pt x="1853" y="394"/>
                  <a:pt x="1807" y="1324"/>
                  <a:pt x="1694" y="1694"/>
                </a:cubicBezTo>
                <a:cubicBezTo>
                  <a:pt x="1581" y="2064"/>
                  <a:pt x="1233" y="2360"/>
                  <a:pt x="968" y="2420"/>
                </a:cubicBezTo>
                <a:cubicBezTo>
                  <a:pt x="703" y="2480"/>
                  <a:pt x="212" y="2178"/>
                  <a:pt x="106" y="2057"/>
                </a:cubicBezTo>
                <a:cubicBezTo>
                  <a:pt x="0" y="1936"/>
                  <a:pt x="166" y="1815"/>
                  <a:pt x="333" y="1694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0" name="Line 36"/>
          <p:cNvSpPr>
            <a:spLocks noChangeShapeType="1"/>
          </p:cNvSpPr>
          <p:nvPr/>
        </p:nvSpPr>
        <p:spPr bwMode="auto">
          <a:xfrm flipH="1">
            <a:off x="6659563" y="2997200"/>
            <a:ext cx="649287" cy="7921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1" name="Freeform 37"/>
          <p:cNvSpPr>
            <a:spLocks/>
          </p:cNvSpPr>
          <p:nvPr/>
        </p:nvSpPr>
        <p:spPr bwMode="auto">
          <a:xfrm>
            <a:off x="5484813" y="1844675"/>
            <a:ext cx="1824037" cy="1871663"/>
          </a:xfrm>
          <a:custGeom>
            <a:avLst/>
            <a:gdLst>
              <a:gd name="T0" fmla="*/ 2147483647 w 1149"/>
              <a:gd name="T1" fmla="*/ 2147483647 h 1179"/>
              <a:gd name="T2" fmla="*/ 2147483647 w 1149"/>
              <a:gd name="T3" fmla="*/ 2147483647 h 1179"/>
              <a:gd name="T4" fmla="*/ 2147483647 w 1149"/>
              <a:gd name="T5" fmla="*/ 2147483647 h 1179"/>
              <a:gd name="T6" fmla="*/ 2147483647 w 1149"/>
              <a:gd name="T7" fmla="*/ 2147483647 h 1179"/>
              <a:gd name="T8" fmla="*/ 0 60000 65536"/>
              <a:gd name="T9" fmla="*/ 0 60000 65536"/>
              <a:gd name="T10" fmla="*/ 0 60000 65536"/>
              <a:gd name="T11" fmla="*/ 0 60000 65536"/>
              <a:gd name="T12" fmla="*/ 0 w 1149"/>
              <a:gd name="T13" fmla="*/ 0 h 1179"/>
              <a:gd name="T14" fmla="*/ 1149 w 1149"/>
              <a:gd name="T15" fmla="*/ 1179 h 11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49" h="1179">
                <a:moveTo>
                  <a:pt x="1149" y="680"/>
                </a:moveTo>
                <a:cubicBezTo>
                  <a:pt x="858" y="340"/>
                  <a:pt x="567" y="0"/>
                  <a:pt x="378" y="45"/>
                </a:cubicBezTo>
                <a:cubicBezTo>
                  <a:pt x="189" y="90"/>
                  <a:pt x="0" y="764"/>
                  <a:pt x="15" y="953"/>
                </a:cubicBezTo>
                <a:cubicBezTo>
                  <a:pt x="30" y="1142"/>
                  <a:pt x="249" y="1160"/>
                  <a:pt x="468" y="1179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2" name="Freeform 38"/>
          <p:cNvSpPr>
            <a:spLocks/>
          </p:cNvSpPr>
          <p:nvPr/>
        </p:nvSpPr>
        <p:spPr bwMode="auto">
          <a:xfrm>
            <a:off x="6366668" y="2858748"/>
            <a:ext cx="1908175" cy="2592388"/>
          </a:xfrm>
          <a:custGeom>
            <a:avLst/>
            <a:gdLst>
              <a:gd name="T0" fmla="*/ 2147483647 w 1202"/>
              <a:gd name="T1" fmla="*/ 0 h 1633"/>
              <a:gd name="T2" fmla="*/ 2147483647 w 1202"/>
              <a:gd name="T3" fmla="*/ 2147483647 h 1633"/>
              <a:gd name="T4" fmla="*/ 2147483647 w 1202"/>
              <a:gd name="T5" fmla="*/ 2147483647 h 1633"/>
              <a:gd name="T6" fmla="*/ 2147483647 w 1202"/>
              <a:gd name="T7" fmla="*/ 2147483647 h 1633"/>
              <a:gd name="T8" fmla="*/ 0 60000 65536"/>
              <a:gd name="T9" fmla="*/ 0 60000 65536"/>
              <a:gd name="T10" fmla="*/ 0 60000 65536"/>
              <a:gd name="T11" fmla="*/ 0 60000 65536"/>
              <a:gd name="T12" fmla="*/ 0 w 1202"/>
              <a:gd name="T13" fmla="*/ 0 h 1633"/>
              <a:gd name="T14" fmla="*/ 1202 w 1202"/>
              <a:gd name="T15" fmla="*/ 1633 h 16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2" h="1633">
                <a:moveTo>
                  <a:pt x="590" y="0"/>
                </a:moveTo>
                <a:cubicBezTo>
                  <a:pt x="896" y="340"/>
                  <a:pt x="1202" y="681"/>
                  <a:pt x="1134" y="953"/>
                </a:cubicBezTo>
                <a:cubicBezTo>
                  <a:pt x="1066" y="1225"/>
                  <a:pt x="362" y="1633"/>
                  <a:pt x="181" y="1633"/>
                </a:cubicBezTo>
                <a:cubicBezTo>
                  <a:pt x="0" y="1633"/>
                  <a:pt x="22" y="1293"/>
                  <a:pt x="45" y="953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3" name="Freeform 39"/>
          <p:cNvSpPr>
            <a:spLocks/>
          </p:cNvSpPr>
          <p:nvPr/>
        </p:nvSpPr>
        <p:spPr bwMode="auto">
          <a:xfrm>
            <a:off x="6227763" y="3284538"/>
            <a:ext cx="431800" cy="431800"/>
          </a:xfrm>
          <a:custGeom>
            <a:avLst/>
            <a:gdLst>
              <a:gd name="T0" fmla="*/ 0 w 272"/>
              <a:gd name="T1" fmla="*/ 2147483647 h 272"/>
              <a:gd name="T2" fmla="*/ 2147483647 w 272"/>
              <a:gd name="T3" fmla="*/ 0 h 272"/>
              <a:gd name="T4" fmla="*/ 2147483647 w 272"/>
              <a:gd name="T5" fmla="*/ 2147483647 h 272"/>
              <a:gd name="T6" fmla="*/ 0 60000 65536"/>
              <a:gd name="T7" fmla="*/ 0 60000 65536"/>
              <a:gd name="T8" fmla="*/ 0 60000 65536"/>
              <a:gd name="T9" fmla="*/ 0 w 272"/>
              <a:gd name="T10" fmla="*/ 0 h 272"/>
              <a:gd name="T11" fmla="*/ 272 w 272"/>
              <a:gd name="T12" fmla="*/ 272 h 2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272">
                <a:moveTo>
                  <a:pt x="0" y="272"/>
                </a:moveTo>
                <a:cubicBezTo>
                  <a:pt x="45" y="136"/>
                  <a:pt x="91" y="0"/>
                  <a:pt x="136" y="0"/>
                </a:cubicBezTo>
                <a:cubicBezTo>
                  <a:pt x="181" y="0"/>
                  <a:pt x="226" y="136"/>
                  <a:pt x="272" y="2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4" name="Line 40"/>
          <p:cNvSpPr>
            <a:spLocks noChangeShapeType="1"/>
          </p:cNvSpPr>
          <p:nvPr/>
        </p:nvSpPr>
        <p:spPr bwMode="auto">
          <a:xfrm flipH="1">
            <a:off x="6443663" y="3716338"/>
            <a:ext cx="215900" cy="5762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5" name="Line 41"/>
          <p:cNvSpPr>
            <a:spLocks noChangeShapeType="1"/>
          </p:cNvSpPr>
          <p:nvPr/>
        </p:nvSpPr>
        <p:spPr bwMode="auto">
          <a:xfrm>
            <a:off x="6227763" y="3716338"/>
            <a:ext cx="144462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11" grpId="0" animBg="1"/>
      <p:bldP spid="170012" grpId="0" animBg="1"/>
      <p:bldP spid="170013" grpId="0" animBg="1"/>
      <p:bldP spid="170014" grpId="0" animBg="1"/>
      <p:bldP spid="170020" grpId="0" animBg="1"/>
      <p:bldP spid="170021" grpId="0" animBg="1"/>
      <p:bldP spid="170022" grpId="0" animBg="1"/>
      <p:bldP spid="170023" grpId="0" animBg="1"/>
      <p:bldP spid="170024" grpId="0" animBg="1"/>
      <p:bldP spid="1700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根据定义知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任意平面图的对偶图是平面图且是连通的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连通平面图</a:t>
            </a:r>
            <a:r>
              <a:rPr lang="en-US" altLang="zh-CN" b="1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其对偶图为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这时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的对偶图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为本身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非连通平面图</a:t>
            </a:r>
            <a:r>
              <a:rPr lang="en-US" altLang="zh-CN" b="1" i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**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/>
          </a:p>
          <a:p>
            <a:pPr eaLnBrk="1" hangingPunct="1">
              <a:lnSpc>
                <a:spcPct val="120000"/>
              </a:lnSpc>
            </a:pPr>
            <a:endParaRPr lang="en-US" altLang="zh-CN"/>
          </a:p>
          <a:p>
            <a:pPr eaLnBrk="1" hangingPunct="1">
              <a:lnSpc>
                <a:spcPct val="120000"/>
              </a:lnSpc>
            </a:pPr>
            <a:endParaRPr lang="en-US" altLang="zh-CN"/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  <p:pic>
        <p:nvPicPr>
          <p:cNvPr id="172035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268413"/>
            <a:ext cx="72009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AutoShape 2"/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>
                <a:ea typeface="楷体_GB2312" pitchFamily="49" charset="-122"/>
              </a:rPr>
              <a:t>小结与作业</a:t>
            </a:r>
          </a:p>
        </p:txBody>
      </p:sp>
      <p:grpSp>
        <p:nvGrpSpPr>
          <p:cNvPr id="173060" name="Group 4"/>
          <p:cNvGrpSpPr>
            <a:grpSpLocks/>
          </p:cNvGrpSpPr>
          <p:nvPr/>
        </p:nvGrpSpPr>
        <p:grpSpPr bwMode="auto">
          <a:xfrm>
            <a:off x="1476375" y="1773238"/>
            <a:ext cx="5181600" cy="508000"/>
            <a:chOff x="1419" y="1480"/>
            <a:chExt cx="3575" cy="363"/>
          </a:xfrm>
        </p:grpSpPr>
        <p:grpSp>
          <p:nvGrpSpPr>
            <p:cNvPr id="173089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0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8330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理解平面图的有关概念</a:t>
                </a:r>
              </a:p>
            </p:txBody>
          </p:sp>
        </p:grpSp>
        <p:sp>
          <p:nvSpPr>
            <p:cNvPr id="18330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73091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3061" name="Group 10"/>
          <p:cNvGrpSpPr>
            <a:grpSpLocks/>
          </p:cNvGrpSpPr>
          <p:nvPr/>
        </p:nvGrpSpPr>
        <p:grpSpPr bwMode="auto">
          <a:xfrm>
            <a:off x="1979613" y="2636838"/>
            <a:ext cx="5400675" cy="508000"/>
            <a:chOff x="1419" y="1480"/>
            <a:chExt cx="3575" cy="363"/>
          </a:xfrm>
        </p:grpSpPr>
        <p:grpSp>
          <p:nvGrpSpPr>
            <p:cNvPr id="173084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0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8330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掌握</a:t>
                </a:r>
                <a:r>
                  <a:rPr lang="en-US" altLang="zh-CN" sz="3200" b="1">
                    <a:latin typeface="Times New Roman" pitchFamily="18" charset="0"/>
                    <a:ea typeface="楷体_GB2312" pitchFamily="49" charset="-122"/>
                  </a:rPr>
                  <a:t>Euler</a:t>
                </a: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公式及其推论</a:t>
                </a:r>
              </a:p>
            </p:txBody>
          </p:sp>
        </p:grpSp>
        <p:sp>
          <p:nvSpPr>
            <p:cNvPr id="18331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73086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3062" name="Group 16"/>
          <p:cNvGrpSpPr>
            <a:grpSpLocks/>
          </p:cNvGrpSpPr>
          <p:nvPr/>
        </p:nvGrpSpPr>
        <p:grpSpPr bwMode="auto">
          <a:xfrm>
            <a:off x="2251075" y="3573463"/>
            <a:ext cx="5345113" cy="508000"/>
            <a:chOff x="1419" y="1480"/>
            <a:chExt cx="3575" cy="363"/>
          </a:xfrm>
        </p:grpSpPr>
        <p:grpSp>
          <p:nvGrpSpPr>
            <p:cNvPr id="173079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14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83315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了解</a:t>
                </a:r>
                <a:r>
                  <a:rPr lang="en-US" altLang="zh-CN" sz="3200" b="1">
                    <a:latin typeface="Times New Roman" pitchFamily="18" charset="0"/>
                    <a:ea typeface="楷体_GB2312" pitchFamily="49" charset="-122"/>
                  </a:rPr>
                  <a:t>Kuratowski</a:t>
                </a: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定理</a:t>
                </a:r>
              </a:p>
            </p:txBody>
          </p:sp>
        </p:grpSp>
        <p:sp>
          <p:nvSpPr>
            <p:cNvPr id="183316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73081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3063" name="Group 22"/>
          <p:cNvGrpSpPr>
            <a:grpSpLocks/>
          </p:cNvGrpSpPr>
          <p:nvPr/>
        </p:nvGrpSpPr>
        <p:grpSpPr bwMode="auto">
          <a:xfrm>
            <a:off x="2051050" y="4581525"/>
            <a:ext cx="5400675" cy="508000"/>
            <a:chOff x="1419" y="1480"/>
            <a:chExt cx="3575" cy="363"/>
          </a:xfrm>
        </p:grpSpPr>
        <p:grpSp>
          <p:nvGrpSpPr>
            <p:cNvPr id="173074" name="Group 23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83320" name="Oval 24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83321" name="AutoShape 25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理解平面图的对偶图</a:t>
                </a:r>
              </a:p>
            </p:txBody>
          </p:sp>
        </p:grpSp>
        <p:sp>
          <p:nvSpPr>
            <p:cNvPr id="183322" name="Oval 26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73076" name="Oval 27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306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/>
            <a:endParaRPr kumimoji="1" lang="zh-CN" altLang="zh-CN" sz="2400" b="1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73066" name="Group 30"/>
          <p:cNvGrpSpPr>
            <a:grpSpLocks/>
          </p:cNvGrpSpPr>
          <p:nvPr/>
        </p:nvGrpSpPr>
        <p:grpSpPr bwMode="auto">
          <a:xfrm>
            <a:off x="1331913" y="5321300"/>
            <a:ext cx="5380037" cy="665163"/>
            <a:chOff x="1152" y="2845"/>
            <a:chExt cx="3408" cy="419"/>
          </a:xfrm>
        </p:grpSpPr>
        <p:grpSp>
          <p:nvGrpSpPr>
            <p:cNvPr id="173067" name="Group 31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73071" name="AutoShape 32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072" name="AutoShape 33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30" name="AutoShape 34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73068" name="Line 35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70" name="Text Box 37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1412875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第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章  几类特殊的图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068638"/>
            <a:ext cx="6400800" cy="865187"/>
          </a:xfrm>
        </p:spPr>
        <p:txBody>
          <a:bodyPr/>
          <a:lstStyle/>
          <a:p>
            <a:pPr eaLnBrk="1" hangingPunct="1"/>
            <a:r>
              <a:rPr lang="en-US" altLang="zh-CN" sz="3600" b="1">
                <a:latin typeface="Times New Roman" pitchFamily="18" charset="0"/>
                <a:ea typeface="楷体_GB2312" pitchFamily="49" charset="-122"/>
              </a:rPr>
              <a:t>7.6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平面图的面着色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800" b="1">
                <a:latin typeface="Times New Roman" pitchFamily="18" charset="0"/>
                <a:ea typeface="楷体_GB2312" pitchFamily="49" charset="-122"/>
              </a:rPr>
              <a:t>7.6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平面图的面着色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75108" name="Group 4"/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175126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75130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31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52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75127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28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平面图的面着色</a:t>
              </a:r>
            </a:p>
          </p:txBody>
        </p:sp>
        <p:sp>
          <p:nvSpPr>
            <p:cNvPr id="175129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75109" name="Group 12"/>
          <p:cNvGrpSpPr>
            <a:grpSpLocks/>
          </p:cNvGrpSpPr>
          <p:nvPr/>
        </p:nvGrpSpPr>
        <p:grpSpPr bwMode="auto">
          <a:xfrm>
            <a:off x="1042988" y="2565400"/>
            <a:ext cx="5788025" cy="712788"/>
            <a:chOff x="1152" y="1677"/>
            <a:chExt cx="3646" cy="449"/>
          </a:xfrm>
        </p:grpSpPr>
        <p:grpSp>
          <p:nvGrpSpPr>
            <p:cNvPr id="175119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75123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24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0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75120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21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268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任意无向图的节点着色</a:t>
              </a:r>
            </a:p>
          </p:txBody>
        </p:sp>
        <p:sp>
          <p:nvSpPr>
            <p:cNvPr id="175122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grpSp>
        <p:nvGrpSpPr>
          <p:cNvPr id="175110" name="Group 20"/>
          <p:cNvGrpSpPr>
            <a:grpSpLocks/>
          </p:cNvGrpSpPr>
          <p:nvPr/>
        </p:nvGrpSpPr>
        <p:grpSpPr bwMode="auto">
          <a:xfrm>
            <a:off x="1042988" y="3789363"/>
            <a:ext cx="5410200" cy="712787"/>
            <a:chOff x="1152" y="2239"/>
            <a:chExt cx="3408" cy="449"/>
          </a:xfrm>
        </p:grpSpPr>
        <p:grpSp>
          <p:nvGrpSpPr>
            <p:cNvPr id="175112" name="Group 21"/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175116" name="AutoShape 22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17" name="AutoShape 23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368" name="AutoShape 24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75113" name="Line 25"/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4" name="Text Box 26"/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任意</a:t>
              </a:r>
              <a:r>
                <a:rPr lang="zh-CN" altLang="en-US" sz="3200" b="1">
                  <a:ea typeface="楷体_GB2312" pitchFamily="49" charset="-122"/>
                </a:rPr>
                <a:t>无向</a:t>
              </a:r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图的边着色</a:t>
              </a:r>
            </a:p>
          </p:txBody>
        </p:sp>
        <p:sp>
          <p:nvSpPr>
            <p:cNvPr id="175115" name="Text Box 27"/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042988" y="1268413"/>
            <a:ext cx="5976937" cy="36004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7.6 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平面图的面着色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四色猜想”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4CC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Four Color Conjecture).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本节主要内容是平面图的面着色问题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顺便介绍任意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无向图的节点着色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以及边着色等有关内容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内容占位符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CN"/>
              <a:t> </a:t>
            </a:r>
            <a:endParaRPr lang="zh-CN" altLang="en-US"/>
          </a:p>
        </p:txBody>
      </p:sp>
      <p:pic>
        <p:nvPicPr>
          <p:cNvPr id="177155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366713"/>
            <a:ext cx="8362950" cy="612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7.6.1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平面图的面着色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的每个面涂上一种颜色且相邻的面出现不同的颜色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则称对该平面图的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(face coloring),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所需颜色的最少种数称为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面着色数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(region chromatic number).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Remark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任意平面图均有无限面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9203" name="Oval 3"/>
          <p:cNvSpPr>
            <a:spLocks noChangeArrowheads="1"/>
          </p:cNvSpPr>
          <p:nvPr/>
        </p:nvSpPr>
        <p:spPr bwMode="auto">
          <a:xfrm>
            <a:off x="1692275" y="14128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4" name="Oval 4"/>
          <p:cNvSpPr>
            <a:spLocks noChangeArrowheads="1"/>
          </p:cNvSpPr>
          <p:nvPr/>
        </p:nvSpPr>
        <p:spPr bwMode="auto">
          <a:xfrm>
            <a:off x="900113" y="24209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5" name="Oval 5"/>
          <p:cNvSpPr>
            <a:spLocks noChangeArrowheads="1"/>
          </p:cNvSpPr>
          <p:nvPr/>
        </p:nvSpPr>
        <p:spPr bwMode="auto">
          <a:xfrm>
            <a:off x="2484438" y="24209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6" name="Oval 6"/>
          <p:cNvSpPr>
            <a:spLocks noChangeArrowheads="1"/>
          </p:cNvSpPr>
          <p:nvPr/>
        </p:nvSpPr>
        <p:spPr bwMode="auto">
          <a:xfrm>
            <a:off x="4427538" y="18446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7" name="Oval 7"/>
          <p:cNvSpPr>
            <a:spLocks noChangeArrowheads="1"/>
          </p:cNvSpPr>
          <p:nvPr/>
        </p:nvSpPr>
        <p:spPr bwMode="auto">
          <a:xfrm>
            <a:off x="5219700" y="18446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8" name="Oval 8"/>
          <p:cNvSpPr>
            <a:spLocks noChangeArrowheads="1"/>
          </p:cNvSpPr>
          <p:nvPr/>
        </p:nvSpPr>
        <p:spPr bwMode="auto">
          <a:xfrm>
            <a:off x="5867400" y="18462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9" name="Oval 9"/>
          <p:cNvSpPr>
            <a:spLocks noChangeArrowheads="1"/>
          </p:cNvSpPr>
          <p:nvPr/>
        </p:nvSpPr>
        <p:spPr bwMode="auto">
          <a:xfrm>
            <a:off x="3492500" y="18446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0" name="Oval 10"/>
          <p:cNvSpPr>
            <a:spLocks noChangeArrowheads="1"/>
          </p:cNvSpPr>
          <p:nvPr/>
        </p:nvSpPr>
        <p:spPr bwMode="auto">
          <a:xfrm>
            <a:off x="900113" y="36449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1" name="Oval 11"/>
          <p:cNvSpPr>
            <a:spLocks noChangeArrowheads="1"/>
          </p:cNvSpPr>
          <p:nvPr/>
        </p:nvSpPr>
        <p:spPr bwMode="auto">
          <a:xfrm>
            <a:off x="2462213" y="36560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2" name="Oval 12"/>
          <p:cNvSpPr>
            <a:spLocks noChangeArrowheads="1"/>
          </p:cNvSpPr>
          <p:nvPr/>
        </p:nvSpPr>
        <p:spPr bwMode="auto">
          <a:xfrm>
            <a:off x="1692275" y="4508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3" name="Oval 13"/>
          <p:cNvSpPr>
            <a:spLocks noChangeArrowheads="1"/>
          </p:cNvSpPr>
          <p:nvPr/>
        </p:nvSpPr>
        <p:spPr bwMode="auto">
          <a:xfrm>
            <a:off x="1692275" y="30686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4" name="Oval 14"/>
          <p:cNvSpPr>
            <a:spLocks noChangeArrowheads="1"/>
          </p:cNvSpPr>
          <p:nvPr/>
        </p:nvSpPr>
        <p:spPr bwMode="auto">
          <a:xfrm>
            <a:off x="6948488" y="34290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5" name="Oval 15"/>
          <p:cNvSpPr>
            <a:spLocks noChangeArrowheads="1"/>
          </p:cNvSpPr>
          <p:nvPr/>
        </p:nvSpPr>
        <p:spPr bwMode="auto">
          <a:xfrm>
            <a:off x="8243888" y="35004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6" name="Oval 16"/>
          <p:cNvSpPr>
            <a:spLocks noChangeArrowheads="1"/>
          </p:cNvSpPr>
          <p:nvPr/>
        </p:nvSpPr>
        <p:spPr bwMode="auto">
          <a:xfrm>
            <a:off x="7596188" y="19161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7" name="Oval 17"/>
          <p:cNvSpPr>
            <a:spLocks noChangeArrowheads="1"/>
          </p:cNvSpPr>
          <p:nvPr/>
        </p:nvSpPr>
        <p:spPr bwMode="auto">
          <a:xfrm>
            <a:off x="3492500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8" name="Oval 18"/>
          <p:cNvSpPr>
            <a:spLocks noChangeArrowheads="1"/>
          </p:cNvSpPr>
          <p:nvPr/>
        </p:nvSpPr>
        <p:spPr bwMode="auto">
          <a:xfrm>
            <a:off x="3492500" y="39338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19" name="Line 19"/>
          <p:cNvSpPr>
            <a:spLocks noChangeShapeType="1"/>
          </p:cNvSpPr>
          <p:nvPr/>
        </p:nvSpPr>
        <p:spPr bwMode="auto">
          <a:xfrm>
            <a:off x="1763713" y="1484313"/>
            <a:ext cx="0" cy="3097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0" name="Line 20"/>
          <p:cNvSpPr>
            <a:spLocks noChangeShapeType="1"/>
          </p:cNvSpPr>
          <p:nvPr/>
        </p:nvSpPr>
        <p:spPr bwMode="auto">
          <a:xfrm>
            <a:off x="971550" y="2492375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1" name="Line 21"/>
          <p:cNvSpPr>
            <a:spLocks noChangeShapeType="1"/>
          </p:cNvSpPr>
          <p:nvPr/>
        </p:nvSpPr>
        <p:spPr bwMode="auto">
          <a:xfrm>
            <a:off x="2555875" y="2492375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2" name="Line 22"/>
          <p:cNvSpPr>
            <a:spLocks noChangeShapeType="1"/>
          </p:cNvSpPr>
          <p:nvPr/>
        </p:nvSpPr>
        <p:spPr bwMode="auto">
          <a:xfrm>
            <a:off x="971550" y="2565400"/>
            <a:ext cx="1512888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3" name="Line 23"/>
          <p:cNvSpPr>
            <a:spLocks noChangeShapeType="1"/>
          </p:cNvSpPr>
          <p:nvPr/>
        </p:nvSpPr>
        <p:spPr bwMode="auto">
          <a:xfrm flipH="1">
            <a:off x="971550" y="2492375"/>
            <a:ext cx="158432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4" name="Line 24"/>
          <p:cNvSpPr>
            <a:spLocks noChangeShapeType="1"/>
          </p:cNvSpPr>
          <p:nvPr/>
        </p:nvSpPr>
        <p:spPr bwMode="auto">
          <a:xfrm flipH="1">
            <a:off x="971550" y="1557338"/>
            <a:ext cx="792163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5" name="Line 25"/>
          <p:cNvSpPr>
            <a:spLocks noChangeShapeType="1"/>
          </p:cNvSpPr>
          <p:nvPr/>
        </p:nvSpPr>
        <p:spPr bwMode="auto">
          <a:xfrm>
            <a:off x="1763713" y="1484313"/>
            <a:ext cx="792162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6" name="Line 26"/>
          <p:cNvSpPr>
            <a:spLocks noChangeShapeType="1"/>
          </p:cNvSpPr>
          <p:nvPr/>
        </p:nvSpPr>
        <p:spPr bwMode="auto">
          <a:xfrm>
            <a:off x="900113" y="3716338"/>
            <a:ext cx="7921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7" name="Line 27"/>
          <p:cNvSpPr>
            <a:spLocks noChangeShapeType="1"/>
          </p:cNvSpPr>
          <p:nvPr/>
        </p:nvSpPr>
        <p:spPr bwMode="auto">
          <a:xfrm flipH="1">
            <a:off x="1763713" y="3716338"/>
            <a:ext cx="7921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8" name="Oval 28"/>
          <p:cNvSpPr>
            <a:spLocks noChangeArrowheads="1"/>
          </p:cNvSpPr>
          <p:nvPr/>
        </p:nvSpPr>
        <p:spPr bwMode="auto">
          <a:xfrm>
            <a:off x="6948488" y="1989138"/>
            <a:ext cx="1439862" cy="21605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29" name="Line 29"/>
          <p:cNvSpPr>
            <a:spLocks noChangeShapeType="1"/>
          </p:cNvSpPr>
          <p:nvPr/>
        </p:nvSpPr>
        <p:spPr bwMode="auto">
          <a:xfrm flipH="1">
            <a:off x="7019925" y="1989138"/>
            <a:ext cx="64770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0" name="Line 30"/>
          <p:cNvSpPr>
            <a:spLocks noChangeShapeType="1"/>
          </p:cNvSpPr>
          <p:nvPr/>
        </p:nvSpPr>
        <p:spPr bwMode="auto">
          <a:xfrm>
            <a:off x="7667625" y="1989138"/>
            <a:ext cx="720725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1" name="Line 31"/>
          <p:cNvSpPr>
            <a:spLocks noChangeShapeType="1"/>
          </p:cNvSpPr>
          <p:nvPr/>
        </p:nvSpPr>
        <p:spPr bwMode="auto">
          <a:xfrm>
            <a:off x="7019925" y="3541713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2" name="Line 32"/>
          <p:cNvSpPr>
            <a:spLocks noChangeShapeType="1"/>
          </p:cNvSpPr>
          <p:nvPr/>
        </p:nvSpPr>
        <p:spPr bwMode="auto">
          <a:xfrm>
            <a:off x="3563938" y="1916113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3" name="Line 33"/>
          <p:cNvSpPr>
            <a:spLocks noChangeShapeType="1"/>
          </p:cNvSpPr>
          <p:nvPr/>
        </p:nvSpPr>
        <p:spPr bwMode="auto">
          <a:xfrm>
            <a:off x="3563938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4" name="Line 34"/>
          <p:cNvSpPr>
            <a:spLocks noChangeShapeType="1"/>
          </p:cNvSpPr>
          <p:nvPr/>
        </p:nvSpPr>
        <p:spPr bwMode="auto">
          <a:xfrm>
            <a:off x="3563938" y="4005263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5" name="Line 35"/>
          <p:cNvSpPr>
            <a:spLocks noChangeShapeType="1"/>
          </p:cNvSpPr>
          <p:nvPr/>
        </p:nvSpPr>
        <p:spPr bwMode="auto">
          <a:xfrm>
            <a:off x="5940425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6" name="Line 36"/>
          <p:cNvSpPr>
            <a:spLocks noChangeShapeType="1"/>
          </p:cNvSpPr>
          <p:nvPr/>
        </p:nvSpPr>
        <p:spPr bwMode="auto">
          <a:xfrm>
            <a:off x="3563938" y="2997200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7" name="Oval 37"/>
          <p:cNvSpPr>
            <a:spLocks noChangeArrowheads="1"/>
          </p:cNvSpPr>
          <p:nvPr/>
        </p:nvSpPr>
        <p:spPr bwMode="auto">
          <a:xfrm>
            <a:off x="5867400" y="38608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38" name="Line 38"/>
          <p:cNvSpPr>
            <a:spLocks noChangeShapeType="1"/>
          </p:cNvSpPr>
          <p:nvPr/>
        </p:nvSpPr>
        <p:spPr bwMode="auto">
          <a:xfrm>
            <a:off x="4500563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9" name="Line 39"/>
          <p:cNvSpPr>
            <a:spLocks noChangeShapeType="1"/>
          </p:cNvSpPr>
          <p:nvPr/>
        </p:nvSpPr>
        <p:spPr bwMode="auto">
          <a:xfrm>
            <a:off x="5292725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40" name="Oval 40"/>
          <p:cNvSpPr>
            <a:spLocks noChangeArrowheads="1"/>
          </p:cNvSpPr>
          <p:nvPr/>
        </p:nvSpPr>
        <p:spPr bwMode="auto">
          <a:xfrm>
            <a:off x="5219700" y="39338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41" name="Oval 41"/>
          <p:cNvSpPr>
            <a:spLocks noChangeArrowheads="1"/>
          </p:cNvSpPr>
          <p:nvPr/>
        </p:nvSpPr>
        <p:spPr bwMode="auto">
          <a:xfrm>
            <a:off x="4427538" y="39338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42" name="Oval 42"/>
          <p:cNvSpPr>
            <a:spLocks noChangeArrowheads="1"/>
          </p:cNvSpPr>
          <p:nvPr/>
        </p:nvSpPr>
        <p:spPr bwMode="auto">
          <a:xfrm>
            <a:off x="5219700" y="29257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43" name="Oval 43"/>
          <p:cNvSpPr>
            <a:spLocks noChangeArrowheads="1"/>
          </p:cNvSpPr>
          <p:nvPr/>
        </p:nvSpPr>
        <p:spPr bwMode="auto">
          <a:xfrm>
            <a:off x="5867400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44" name="Oval 44"/>
          <p:cNvSpPr>
            <a:spLocks noChangeArrowheads="1"/>
          </p:cNvSpPr>
          <p:nvPr/>
        </p:nvSpPr>
        <p:spPr bwMode="auto">
          <a:xfrm>
            <a:off x="4427538" y="29241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9245" name="Object 45"/>
          <p:cNvGraphicFramePr>
            <a:graphicFrameLocks noChangeAspect="1"/>
          </p:cNvGraphicFramePr>
          <p:nvPr/>
        </p:nvGraphicFramePr>
        <p:xfrm>
          <a:off x="1258888" y="1989138"/>
          <a:ext cx="3889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89138"/>
                        <a:ext cx="38893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46" name="Object 46"/>
          <p:cNvGraphicFramePr>
            <a:graphicFrameLocks noChangeAspect="1"/>
          </p:cNvGraphicFramePr>
          <p:nvPr/>
        </p:nvGraphicFramePr>
        <p:xfrm>
          <a:off x="3779838" y="2205038"/>
          <a:ext cx="3889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42830" progId="Equation.3">
                  <p:embed/>
                </p:oleObj>
              </mc:Choice>
              <mc:Fallback>
                <p:oleObj name="Equation" r:id="rId4" imgW="66723" imgH="14283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2205038"/>
                        <a:ext cx="38893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47" name="Object 47"/>
          <p:cNvGraphicFramePr>
            <a:graphicFrameLocks noChangeAspect="1"/>
          </p:cNvGraphicFramePr>
          <p:nvPr/>
        </p:nvGraphicFramePr>
        <p:xfrm>
          <a:off x="7496175" y="2708275"/>
          <a:ext cx="3889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723" imgH="142830" progId="Equation.3">
                  <p:embed/>
                </p:oleObj>
              </mc:Choice>
              <mc:Fallback>
                <p:oleObj name="Equation" r:id="rId6" imgW="66723" imgH="14283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175" y="2708275"/>
                        <a:ext cx="38893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48" name="Object 48"/>
          <p:cNvGraphicFramePr>
            <a:graphicFrameLocks noChangeAspect="1"/>
          </p:cNvGraphicFramePr>
          <p:nvPr/>
        </p:nvGraphicFramePr>
        <p:xfrm>
          <a:off x="1258888" y="3500438"/>
          <a:ext cx="3889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42830" progId="Equation.3">
                  <p:embed/>
                </p:oleObj>
              </mc:Choice>
              <mc:Fallback>
                <p:oleObj name="Equation" r:id="rId8" imgW="66723" imgH="14283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500438"/>
                        <a:ext cx="38893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49" name="Object 49"/>
          <p:cNvGraphicFramePr>
            <a:graphicFrameLocks noChangeAspect="1"/>
          </p:cNvGraphicFramePr>
          <p:nvPr/>
        </p:nvGraphicFramePr>
        <p:xfrm>
          <a:off x="2124075" y="2852738"/>
          <a:ext cx="3889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723" imgH="142830" progId="Equation.3">
                  <p:embed/>
                </p:oleObj>
              </mc:Choice>
              <mc:Fallback>
                <p:oleObj name="Equation" r:id="rId10" imgW="66723" imgH="14283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852738"/>
                        <a:ext cx="38893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0" name="Object 50"/>
          <p:cNvGraphicFramePr>
            <a:graphicFrameLocks noChangeAspect="1"/>
          </p:cNvGraphicFramePr>
          <p:nvPr/>
        </p:nvGraphicFramePr>
        <p:xfrm>
          <a:off x="7524750" y="1125538"/>
          <a:ext cx="3889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42830" progId="Equation.3">
                  <p:embed/>
                </p:oleObj>
              </mc:Choice>
              <mc:Fallback>
                <p:oleObj name="Equation" r:id="rId12" imgW="66723" imgH="14283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1125538"/>
                        <a:ext cx="38893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1" name="Object 51"/>
          <p:cNvGraphicFramePr>
            <a:graphicFrameLocks noChangeAspect="1"/>
          </p:cNvGraphicFramePr>
          <p:nvPr/>
        </p:nvGraphicFramePr>
        <p:xfrm>
          <a:off x="5435600" y="2205038"/>
          <a:ext cx="38893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42830" progId="Equation.3">
                  <p:embed/>
                </p:oleObj>
              </mc:Choice>
              <mc:Fallback>
                <p:oleObj name="Equation" r:id="rId14" imgW="66723" imgH="14283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05038"/>
                        <a:ext cx="38893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2" name="Object 52"/>
          <p:cNvGraphicFramePr>
            <a:graphicFrameLocks noChangeAspect="1"/>
          </p:cNvGraphicFramePr>
          <p:nvPr/>
        </p:nvGraphicFramePr>
        <p:xfrm>
          <a:off x="4643438" y="3213100"/>
          <a:ext cx="38893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23" imgH="142830" progId="Equation.3">
                  <p:embed/>
                </p:oleObj>
              </mc:Choice>
              <mc:Fallback>
                <p:oleObj name="Equation" r:id="rId16" imgW="66723" imgH="14283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213100"/>
                        <a:ext cx="388937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3" name="Object 53"/>
          <p:cNvGraphicFramePr>
            <a:graphicFrameLocks noChangeAspect="1"/>
          </p:cNvGraphicFramePr>
          <p:nvPr/>
        </p:nvGraphicFramePr>
        <p:xfrm>
          <a:off x="1835150" y="1989138"/>
          <a:ext cx="4587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5632" imgH="142830" progId="Equation.3">
                  <p:embed/>
                </p:oleObj>
              </mc:Choice>
              <mc:Fallback>
                <p:oleObj name="Equation" r:id="rId18" imgW="85632" imgH="14283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989138"/>
                        <a:ext cx="4587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4" name="Object 54"/>
          <p:cNvGraphicFramePr>
            <a:graphicFrameLocks noChangeAspect="1"/>
          </p:cNvGraphicFramePr>
          <p:nvPr/>
        </p:nvGraphicFramePr>
        <p:xfrm>
          <a:off x="4643438" y="2205038"/>
          <a:ext cx="4587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5632" imgH="142830" progId="Equation.3">
                  <p:embed/>
                </p:oleObj>
              </mc:Choice>
              <mc:Fallback>
                <p:oleObj name="Equation" r:id="rId20" imgW="85632" imgH="14283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205038"/>
                        <a:ext cx="45878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5" name="Object 55"/>
          <p:cNvGraphicFramePr>
            <a:graphicFrameLocks noChangeAspect="1"/>
          </p:cNvGraphicFramePr>
          <p:nvPr/>
        </p:nvGraphicFramePr>
        <p:xfrm>
          <a:off x="1042988" y="2852738"/>
          <a:ext cx="4587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5632" imgH="142830" progId="Equation.3">
                  <p:embed/>
                </p:oleObj>
              </mc:Choice>
              <mc:Fallback>
                <p:oleObj name="Equation" r:id="rId22" imgW="85632" imgH="14283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852738"/>
                        <a:ext cx="45878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6" name="Object 56"/>
          <p:cNvGraphicFramePr>
            <a:graphicFrameLocks noChangeAspect="1"/>
          </p:cNvGraphicFramePr>
          <p:nvPr/>
        </p:nvGraphicFramePr>
        <p:xfrm>
          <a:off x="1835150" y="3500438"/>
          <a:ext cx="4587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5632" imgH="142830" progId="Equation.3">
                  <p:embed/>
                </p:oleObj>
              </mc:Choice>
              <mc:Fallback>
                <p:oleObj name="Equation" r:id="rId24" imgW="85632" imgH="14283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00438"/>
                        <a:ext cx="4587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7" name="Object 57"/>
          <p:cNvGraphicFramePr>
            <a:graphicFrameLocks noChangeAspect="1"/>
          </p:cNvGraphicFramePr>
          <p:nvPr/>
        </p:nvGraphicFramePr>
        <p:xfrm>
          <a:off x="7524750" y="3573463"/>
          <a:ext cx="4587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5632" imgH="142830" progId="Equation.3">
                  <p:embed/>
                </p:oleObj>
              </mc:Choice>
              <mc:Fallback>
                <p:oleObj name="Equation" r:id="rId26" imgW="85632" imgH="14283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3573463"/>
                        <a:ext cx="4587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8" name="Object 58"/>
          <p:cNvGraphicFramePr>
            <a:graphicFrameLocks noChangeAspect="1"/>
          </p:cNvGraphicFramePr>
          <p:nvPr/>
        </p:nvGraphicFramePr>
        <p:xfrm>
          <a:off x="8001000" y="2349500"/>
          <a:ext cx="4587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5632" imgH="142830" progId="Equation.3">
                  <p:embed/>
                </p:oleObj>
              </mc:Choice>
              <mc:Fallback>
                <p:oleObj name="Equation" r:id="rId28" imgW="85632" imgH="14283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2349500"/>
                        <a:ext cx="45878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59" name="Object 59"/>
          <p:cNvGraphicFramePr>
            <a:graphicFrameLocks noChangeAspect="1"/>
          </p:cNvGraphicFramePr>
          <p:nvPr/>
        </p:nvGraphicFramePr>
        <p:xfrm>
          <a:off x="6992938" y="2205038"/>
          <a:ext cx="4587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5632" imgH="142830" progId="Equation.3">
                  <p:embed/>
                </p:oleObj>
              </mc:Choice>
              <mc:Fallback>
                <p:oleObj name="Equation" r:id="rId30" imgW="85632" imgH="14283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938" y="2205038"/>
                        <a:ext cx="45878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60" name="Object 60"/>
          <p:cNvGraphicFramePr>
            <a:graphicFrameLocks noChangeAspect="1"/>
          </p:cNvGraphicFramePr>
          <p:nvPr/>
        </p:nvGraphicFramePr>
        <p:xfrm>
          <a:off x="5435600" y="3141663"/>
          <a:ext cx="458788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5632" imgH="142830" progId="Equation.3">
                  <p:embed/>
                </p:oleObj>
              </mc:Choice>
              <mc:Fallback>
                <p:oleObj name="Equation" r:id="rId32" imgW="85632" imgH="14283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141663"/>
                        <a:ext cx="458788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61" name="Object 61"/>
          <p:cNvGraphicFramePr>
            <a:graphicFrameLocks noChangeAspect="1"/>
          </p:cNvGraphicFramePr>
          <p:nvPr/>
        </p:nvGraphicFramePr>
        <p:xfrm>
          <a:off x="3779838" y="3141663"/>
          <a:ext cx="45878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5632" imgH="142830" progId="Equation.3">
                  <p:embed/>
                </p:oleObj>
              </mc:Choice>
              <mc:Fallback>
                <p:oleObj name="Equation" r:id="rId34" imgW="85632" imgH="14283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141663"/>
                        <a:ext cx="458787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62" name="Object 62"/>
          <p:cNvGraphicFramePr>
            <a:graphicFrameLocks noChangeAspect="1"/>
          </p:cNvGraphicFramePr>
          <p:nvPr/>
        </p:nvGraphicFramePr>
        <p:xfrm>
          <a:off x="4445000" y="1060450"/>
          <a:ext cx="4238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76177" imgH="152280" progId="Equation.3">
                  <p:embed/>
                </p:oleObj>
              </mc:Choice>
              <mc:Fallback>
                <p:oleObj name="Equation" r:id="rId36" imgW="76177" imgH="15228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1060450"/>
                        <a:ext cx="4238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63" name="Object 63"/>
          <p:cNvGraphicFramePr>
            <a:graphicFrameLocks noChangeAspect="1"/>
          </p:cNvGraphicFramePr>
          <p:nvPr/>
        </p:nvGraphicFramePr>
        <p:xfrm>
          <a:off x="827088" y="908050"/>
          <a:ext cx="4238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76177" imgH="152280" progId="Equation.3">
                  <p:embed/>
                </p:oleObj>
              </mc:Choice>
              <mc:Fallback>
                <p:oleObj name="Equation" r:id="rId38" imgW="76177" imgH="15228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08050"/>
                        <a:ext cx="4238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7.6.2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任意无向图的节点着色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无向图的节点着色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是任意无向图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的每个节点涂上一种颜色且相邻的节点出现不同的颜色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则称对该图的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(vertex coloring),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简称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(coloring),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所需颜色的最少种数称为节点着色数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简称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着色数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(chromatic number),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记为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80227" name="Object 3"/>
          <p:cNvGraphicFramePr>
            <a:graphicFrameLocks noChangeAspect="1"/>
          </p:cNvGraphicFramePr>
          <p:nvPr/>
        </p:nvGraphicFramePr>
        <p:xfrm>
          <a:off x="3276600" y="4652963"/>
          <a:ext cx="109696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4435" imgH="123930" progId="Equation.3">
                  <p:embed/>
                </p:oleObj>
              </mc:Choice>
              <mc:Fallback>
                <p:oleObj name="公式" r:id="rId2" imgW="314435" imgH="123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52963"/>
                        <a:ext cx="1096963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030225"/>
              </p:ext>
            </p:extLst>
          </p:nvPr>
        </p:nvGraphicFramePr>
        <p:xfrm>
          <a:off x="899592" y="5192747"/>
          <a:ext cx="139541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228600" progId="Equation.DSMT4">
                  <p:embed/>
                </p:oleObj>
              </mc:Choice>
              <mc:Fallback>
                <p:oleObj name="Equation" r:id="rId4" imgW="5587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192747"/>
                        <a:ext cx="1395412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8C5A34B-5B1D-F25A-70A9-8DC39CA65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403998"/>
              </p:ext>
            </p:extLst>
          </p:nvPr>
        </p:nvGraphicFramePr>
        <p:xfrm>
          <a:off x="2393938" y="5345724"/>
          <a:ext cx="449870" cy="412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39680" progId="Equation.DSMT4">
                  <p:embed/>
                </p:oleObj>
              </mc:Choice>
              <mc:Fallback>
                <p:oleObj name="Equation" r:id="rId6" imgW="1522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93938" y="5345724"/>
                        <a:ext cx="449870" cy="412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81251" name="Oval 3"/>
          <p:cNvSpPr>
            <a:spLocks noChangeArrowheads="1"/>
          </p:cNvSpPr>
          <p:nvPr/>
        </p:nvSpPr>
        <p:spPr bwMode="auto">
          <a:xfrm>
            <a:off x="1692275" y="14128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2" name="Oval 4"/>
          <p:cNvSpPr>
            <a:spLocks noChangeArrowheads="1"/>
          </p:cNvSpPr>
          <p:nvPr/>
        </p:nvSpPr>
        <p:spPr bwMode="auto">
          <a:xfrm>
            <a:off x="900113" y="24209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3" name="Oval 5"/>
          <p:cNvSpPr>
            <a:spLocks noChangeArrowheads="1"/>
          </p:cNvSpPr>
          <p:nvPr/>
        </p:nvSpPr>
        <p:spPr bwMode="auto">
          <a:xfrm>
            <a:off x="2484438" y="24209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4" name="Oval 6"/>
          <p:cNvSpPr>
            <a:spLocks noChangeArrowheads="1"/>
          </p:cNvSpPr>
          <p:nvPr/>
        </p:nvSpPr>
        <p:spPr bwMode="auto">
          <a:xfrm>
            <a:off x="4427538" y="18446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5" name="Oval 7"/>
          <p:cNvSpPr>
            <a:spLocks noChangeArrowheads="1"/>
          </p:cNvSpPr>
          <p:nvPr/>
        </p:nvSpPr>
        <p:spPr bwMode="auto">
          <a:xfrm>
            <a:off x="5219700" y="18446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6" name="Oval 8"/>
          <p:cNvSpPr>
            <a:spLocks noChangeArrowheads="1"/>
          </p:cNvSpPr>
          <p:nvPr/>
        </p:nvSpPr>
        <p:spPr bwMode="auto">
          <a:xfrm>
            <a:off x="5867400" y="18462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7" name="Oval 9"/>
          <p:cNvSpPr>
            <a:spLocks noChangeArrowheads="1"/>
          </p:cNvSpPr>
          <p:nvPr/>
        </p:nvSpPr>
        <p:spPr bwMode="auto">
          <a:xfrm>
            <a:off x="3492500" y="18446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8" name="Oval 10"/>
          <p:cNvSpPr>
            <a:spLocks noChangeArrowheads="1"/>
          </p:cNvSpPr>
          <p:nvPr/>
        </p:nvSpPr>
        <p:spPr bwMode="auto">
          <a:xfrm>
            <a:off x="900113" y="36449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9" name="Oval 11"/>
          <p:cNvSpPr>
            <a:spLocks noChangeArrowheads="1"/>
          </p:cNvSpPr>
          <p:nvPr/>
        </p:nvSpPr>
        <p:spPr bwMode="auto">
          <a:xfrm>
            <a:off x="2462213" y="36560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0" name="Oval 12"/>
          <p:cNvSpPr>
            <a:spLocks noChangeArrowheads="1"/>
          </p:cNvSpPr>
          <p:nvPr/>
        </p:nvSpPr>
        <p:spPr bwMode="auto">
          <a:xfrm>
            <a:off x="1692275" y="4508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1" name="Oval 13"/>
          <p:cNvSpPr>
            <a:spLocks noChangeArrowheads="1"/>
          </p:cNvSpPr>
          <p:nvPr/>
        </p:nvSpPr>
        <p:spPr bwMode="auto">
          <a:xfrm>
            <a:off x="1692275" y="306863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2" name="Oval 14"/>
          <p:cNvSpPr>
            <a:spLocks noChangeArrowheads="1"/>
          </p:cNvSpPr>
          <p:nvPr/>
        </p:nvSpPr>
        <p:spPr bwMode="auto">
          <a:xfrm>
            <a:off x="6948488" y="34290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3" name="Oval 15"/>
          <p:cNvSpPr>
            <a:spLocks noChangeArrowheads="1"/>
          </p:cNvSpPr>
          <p:nvPr/>
        </p:nvSpPr>
        <p:spPr bwMode="auto">
          <a:xfrm>
            <a:off x="8243888" y="3500438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4" name="Oval 16"/>
          <p:cNvSpPr>
            <a:spLocks noChangeArrowheads="1"/>
          </p:cNvSpPr>
          <p:nvPr/>
        </p:nvSpPr>
        <p:spPr bwMode="auto">
          <a:xfrm>
            <a:off x="7596188" y="191611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5" name="Oval 17"/>
          <p:cNvSpPr>
            <a:spLocks noChangeArrowheads="1"/>
          </p:cNvSpPr>
          <p:nvPr/>
        </p:nvSpPr>
        <p:spPr bwMode="auto">
          <a:xfrm>
            <a:off x="3492500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6" name="Oval 18"/>
          <p:cNvSpPr>
            <a:spLocks noChangeArrowheads="1"/>
          </p:cNvSpPr>
          <p:nvPr/>
        </p:nvSpPr>
        <p:spPr bwMode="auto">
          <a:xfrm>
            <a:off x="3492500" y="39338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7" name="Line 19"/>
          <p:cNvSpPr>
            <a:spLocks noChangeShapeType="1"/>
          </p:cNvSpPr>
          <p:nvPr/>
        </p:nvSpPr>
        <p:spPr bwMode="auto">
          <a:xfrm>
            <a:off x="1763713" y="1484313"/>
            <a:ext cx="0" cy="3097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8" name="Line 20"/>
          <p:cNvSpPr>
            <a:spLocks noChangeShapeType="1"/>
          </p:cNvSpPr>
          <p:nvPr/>
        </p:nvSpPr>
        <p:spPr bwMode="auto">
          <a:xfrm>
            <a:off x="971550" y="2492375"/>
            <a:ext cx="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69" name="Line 21"/>
          <p:cNvSpPr>
            <a:spLocks noChangeShapeType="1"/>
          </p:cNvSpPr>
          <p:nvPr/>
        </p:nvSpPr>
        <p:spPr bwMode="auto">
          <a:xfrm>
            <a:off x="2555875" y="2492375"/>
            <a:ext cx="0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0" name="Line 22"/>
          <p:cNvSpPr>
            <a:spLocks noChangeShapeType="1"/>
          </p:cNvSpPr>
          <p:nvPr/>
        </p:nvSpPr>
        <p:spPr bwMode="auto">
          <a:xfrm>
            <a:off x="971550" y="2565400"/>
            <a:ext cx="1512888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1" name="Line 23"/>
          <p:cNvSpPr>
            <a:spLocks noChangeShapeType="1"/>
          </p:cNvSpPr>
          <p:nvPr/>
        </p:nvSpPr>
        <p:spPr bwMode="auto">
          <a:xfrm flipH="1">
            <a:off x="971550" y="2492375"/>
            <a:ext cx="1584325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2" name="Line 24"/>
          <p:cNvSpPr>
            <a:spLocks noChangeShapeType="1"/>
          </p:cNvSpPr>
          <p:nvPr/>
        </p:nvSpPr>
        <p:spPr bwMode="auto">
          <a:xfrm flipH="1">
            <a:off x="971550" y="1557338"/>
            <a:ext cx="792163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3" name="Line 25"/>
          <p:cNvSpPr>
            <a:spLocks noChangeShapeType="1"/>
          </p:cNvSpPr>
          <p:nvPr/>
        </p:nvSpPr>
        <p:spPr bwMode="auto">
          <a:xfrm>
            <a:off x="1763713" y="1484313"/>
            <a:ext cx="792162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4" name="Line 26"/>
          <p:cNvSpPr>
            <a:spLocks noChangeShapeType="1"/>
          </p:cNvSpPr>
          <p:nvPr/>
        </p:nvSpPr>
        <p:spPr bwMode="auto">
          <a:xfrm>
            <a:off x="900113" y="3716338"/>
            <a:ext cx="7921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5" name="Line 27"/>
          <p:cNvSpPr>
            <a:spLocks noChangeShapeType="1"/>
          </p:cNvSpPr>
          <p:nvPr/>
        </p:nvSpPr>
        <p:spPr bwMode="auto">
          <a:xfrm flipH="1">
            <a:off x="1763713" y="3716338"/>
            <a:ext cx="792162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6" name="Oval 28"/>
          <p:cNvSpPr>
            <a:spLocks noChangeArrowheads="1"/>
          </p:cNvSpPr>
          <p:nvPr/>
        </p:nvSpPr>
        <p:spPr bwMode="auto">
          <a:xfrm>
            <a:off x="6948488" y="1989138"/>
            <a:ext cx="1439862" cy="21605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77" name="Line 29"/>
          <p:cNvSpPr>
            <a:spLocks noChangeShapeType="1"/>
          </p:cNvSpPr>
          <p:nvPr/>
        </p:nvSpPr>
        <p:spPr bwMode="auto">
          <a:xfrm flipH="1">
            <a:off x="7019925" y="1989138"/>
            <a:ext cx="64770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8" name="Line 30"/>
          <p:cNvSpPr>
            <a:spLocks noChangeShapeType="1"/>
          </p:cNvSpPr>
          <p:nvPr/>
        </p:nvSpPr>
        <p:spPr bwMode="auto">
          <a:xfrm>
            <a:off x="7667625" y="1989138"/>
            <a:ext cx="720725" cy="1655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79" name="Line 31"/>
          <p:cNvSpPr>
            <a:spLocks noChangeShapeType="1"/>
          </p:cNvSpPr>
          <p:nvPr/>
        </p:nvSpPr>
        <p:spPr bwMode="auto">
          <a:xfrm>
            <a:off x="7019925" y="3541713"/>
            <a:ext cx="1296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0" name="Line 32"/>
          <p:cNvSpPr>
            <a:spLocks noChangeShapeType="1"/>
          </p:cNvSpPr>
          <p:nvPr/>
        </p:nvSpPr>
        <p:spPr bwMode="auto">
          <a:xfrm>
            <a:off x="3563938" y="1916113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1" name="Line 33"/>
          <p:cNvSpPr>
            <a:spLocks noChangeShapeType="1"/>
          </p:cNvSpPr>
          <p:nvPr/>
        </p:nvSpPr>
        <p:spPr bwMode="auto">
          <a:xfrm>
            <a:off x="3563938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2" name="Line 34"/>
          <p:cNvSpPr>
            <a:spLocks noChangeShapeType="1"/>
          </p:cNvSpPr>
          <p:nvPr/>
        </p:nvSpPr>
        <p:spPr bwMode="auto">
          <a:xfrm>
            <a:off x="3563938" y="4005263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3" name="Line 35"/>
          <p:cNvSpPr>
            <a:spLocks noChangeShapeType="1"/>
          </p:cNvSpPr>
          <p:nvPr/>
        </p:nvSpPr>
        <p:spPr bwMode="auto">
          <a:xfrm>
            <a:off x="5940425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4" name="Line 36"/>
          <p:cNvSpPr>
            <a:spLocks noChangeShapeType="1"/>
          </p:cNvSpPr>
          <p:nvPr/>
        </p:nvSpPr>
        <p:spPr bwMode="auto">
          <a:xfrm>
            <a:off x="3563938" y="2997200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5" name="Oval 37"/>
          <p:cNvSpPr>
            <a:spLocks noChangeArrowheads="1"/>
          </p:cNvSpPr>
          <p:nvPr/>
        </p:nvSpPr>
        <p:spPr bwMode="auto">
          <a:xfrm>
            <a:off x="5867400" y="38608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86" name="Line 38"/>
          <p:cNvSpPr>
            <a:spLocks noChangeShapeType="1"/>
          </p:cNvSpPr>
          <p:nvPr/>
        </p:nvSpPr>
        <p:spPr bwMode="auto">
          <a:xfrm>
            <a:off x="4500563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7" name="Line 39"/>
          <p:cNvSpPr>
            <a:spLocks noChangeShapeType="1"/>
          </p:cNvSpPr>
          <p:nvPr/>
        </p:nvSpPr>
        <p:spPr bwMode="auto">
          <a:xfrm>
            <a:off x="5292725" y="1916113"/>
            <a:ext cx="0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288" name="Oval 40"/>
          <p:cNvSpPr>
            <a:spLocks noChangeArrowheads="1"/>
          </p:cNvSpPr>
          <p:nvPr/>
        </p:nvSpPr>
        <p:spPr bwMode="auto">
          <a:xfrm>
            <a:off x="5219700" y="393382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89" name="Oval 41"/>
          <p:cNvSpPr>
            <a:spLocks noChangeArrowheads="1"/>
          </p:cNvSpPr>
          <p:nvPr/>
        </p:nvSpPr>
        <p:spPr bwMode="auto">
          <a:xfrm>
            <a:off x="4427538" y="393382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90" name="Oval 42"/>
          <p:cNvSpPr>
            <a:spLocks noChangeArrowheads="1"/>
          </p:cNvSpPr>
          <p:nvPr/>
        </p:nvSpPr>
        <p:spPr bwMode="auto">
          <a:xfrm>
            <a:off x="5219700" y="292576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91" name="Oval 43"/>
          <p:cNvSpPr>
            <a:spLocks noChangeArrowheads="1"/>
          </p:cNvSpPr>
          <p:nvPr/>
        </p:nvSpPr>
        <p:spPr bwMode="auto">
          <a:xfrm>
            <a:off x="5867400" y="29241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92" name="Oval 44"/>
          <p:cNvSpPr>
            <a:spLocks noChangeArrowheads="1"/>
          </p:cNvSpPr>
          <p:nvPr/>
        </p:nvSpPr>
        <p:spPr bwMode="auto">
          <a:xfrm>
            <a:off x="4427538" y="29241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1293" name="Object 45"/>
          <p:cNvGraphicFramePr>
            <a:graphicFrameLocks noChangeAspect="1"/>
          </p:cNvGraphicFramePr>
          <p:nvPr/>
        </p:nvGraphicFramePr>
        <p:xfrm>
          <a:off x="1636713" y="854075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854075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4" name="Object 46"/>
          <p:cNvGraphicFramePr>
            <a:graphicFrameLocks noChangeAspect="1"/>
          </p:cNvGraphicFramePr>
          <p:nvPr/>
        </p:nvGraphicFramePr>
        <p:xfrm>
          <a:off x="468313" y="3500438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723" imgH="142830" progId="Equation.3">
                  <p:embed/>
                </p:oleObj>
              </mc:Choice>
              <mc:Fallback>
                <p:oleObj name="Equation" r:id="rId4" imgW="66723" imgH="14283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00438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608359"/>
              </p:ext>
            </p:extLst>
          </p:nvPr>
        </p:nvGraphicFramePr>
        <p:xfrm>
          <a:off x="2627784" y="3501008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723" imgH="142830" progId="Equation.3">
                  <p:embed/>
                </p:oleObj>
              </mc:Choice>
              <mc:Fallback>
                <p:oleObj name="Equation" r:id="rId6" imgW="66723" imgH="14283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501008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6" name="Object 48"/>
          <p:cNvGraphicFramePr>
            <a:graphicFrameLocks noChangeAspect="1"/>
          </p:cNvGraphicFramePr>
          <p:nvPr/>
        </p:nvGraphicFramePr>
        <p:xfrm>
          <a:off x="3348038" y="1268413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723" imgH="142830" progId="Equation.3">
                  <p:embed/>
                </p:oleObj>
              </mc:Choice>
              <mc:Fallback>
                <p:oleObj name="Equation" r:id="rId8" imgW="66723" imgH="14283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268413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7" name="Object 49"/>
          <p:cNvGraphicFramePr>
            <a:graphicFrameLocks noChangeAspect="1"/>
          </p:cNvGraphicFramePr>
          <p:nvPr/>
        </p:nvGraphicFramePr>
        <p:xfrm>
          <a:off x="360363" y="2060575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5632" imgH="142830" progId="Equation.3">
                  <p:embed/>
                </p:oleObj>
              </mc:Choice>
              <mc:Fallback>
                <p:oleObj name="Equation" r:id="rId10" imgW="85632" imgH="14283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2060575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8" name="Object 50"/>
          <p:cNvGraphicFramePr>
            <a:graphicFrameLocks noChangeAspect="1"/>
          </p:cNvGraphicFramePr>
          <p:nvPr/>
        </p:nvGraphicFramePr>
        <p:xfrm>
          <a:off x="4067175" y="2420938"/>
          <a:ext cx="388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723" imgH="142830" progId="Equation.3">
                  <p:embed/>
                </p:oleObj>
              </mc:Choice>
              <mc:Fallback>
                <p:oleObj name="Equation" r:id="rId12" imgW="66723" imgH="14283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420938"/>
                        <a:ext cx="388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99" name="Object 51"/>
          <p:cNvGraphicFramePr>
            <a:graphicFrameLocks noChangeAspect="1"/>
          </p:cNvGraphicFramePr>
          <p:nvPr/>
        </p:nvGraphicFramePr>
        <p:xfrm>
          <a:off x="6011863" y="2636838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6723" imgH="142830" progId="Equation.3">
                  <p:embed/>
                </p:oleObj>
              </mc:Choice>
              <mc:Fallback>
                <p:oleObj name="Equation" r:id="rId14" imgW="66723" imgH="14283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2636838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186893"/>
              </p:ext>
            </p:extLst>
          </p:nvPr>
        </p:nvGraphicFramePr>
        <p:xfrm>
          <a:off x="5076825" y="4005064"/>
          <a:ext cx="388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6723" imgH="142830" progId="Equation.3">
                  <p:embed/>
                </p:oleObj>
              </mc:Choice>
              <mc:Fallback>
                <p:oleObj name="Equation" r:id="rId16" imgW="66723" imgH="142830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005064"/>
                        <a:ext cx="388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80541"/>
              </p:ext>
            </p:extLst>
          </p:nvPr>
        </p:nvGraphicFramePr>
        <p:xfrm>
          <a:off x="3318966" y="4005064"/>
          <a:ext cx="388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6723" imgH="142830" progId="Equation.3">
                  <p:embed/>
                </p:oleObj>
              </mc:Choice>
              <mc:Fallback>
                <p:oleObj name="Equation" r:id="rId18" imgW="66723" imgH="142830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966" y="4005064"/>
                        <a:ext cx="388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2" name="Object 54"/>
          <p:cNvGraphicFramePr>
            <a:graphicFrameLocks noChangeAspect="1"/>
          </p:cNvGraphicFramePr>
          <p:nvPr/>
        </p:nvGraphicFramePr>
        <p:xfrm>
          <a:off x="5076825" y="1268413"/>
          <a:ext cx="388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6723" imgH="142830" progId="Equation.3">
                  <p:embed/>
                </p:oleObj>
              </mc:Choice>
              <mc:Fallback>
                <p:oleObj name="Equation" r:id="rId20" imgW="66723" imgH="14283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268413"/>
                        <a:ext cx="388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3" name="Object 55"/>
          <p:cNvGraphicFramePr>
            <a:graphicFrameLocks noChangeAspect="1"/>
          </p:cNvGraphicFramePr>
          <p:nvPr/>
        </p:nvGraphicFramePr>
        <p:xfrm>
          <a:off x="6588125" y="3284538"/>
          <a:ext cx="38893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6723" imgH="142830" progId="Equation.3">
                  <p:embed/>
                </p:oleObj>
              </mc:Choice>
              <mc:Fallback>
                <p:oleObj name="Equation" r:id="rId22" imgW="66723" imgH="14283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3284538"/>
                        <a:ext cx="38893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4" name="Object 56"/>
          <p:cNvGraphicFramePr>
            <a:graphicFrameLocks noChangeAspect="1"/>
          </p:cNvGraphicFramePr>
          <p:nvPr/>
        </p:nvGraphicFramePr>
        <p:xfrm>
          <a:off x="2700338" y="2205038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5632" imgH="142830" progId="Equation.3">
                  <p:embed/>
                </p:oleObj>
              </mc:Choice>
              <mc:Fallback>
                <p:oleObj name="Equation" r:id="rId24" imgW="85632" imgH="14283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205038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745508"/>
              </p:ext>
            </p:extLst>
          </p:nvPr>
        </p:nvGraphicFramePr>
        <p:xfrm>
          <a:off x="1547813" y="4581128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5632" imgH="142830" progId="Equation.3">
                  <p:embed/>
                </p:oleObj>
              </mc:Choice>
              <mc:Fallback>
                <p:oleObj name="Equation" r:id="rId26" imgW="85632" imgH="14283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581128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6" name="Object 58"/>
          <p:cNvGraphicFramePr>
            <a:graphicFrameLocks noChangeAspect="1"/>
          </p:cNvGraphicFramePr>
          <p:nvPr/>
        </p:nvGraphicFramePr>
        <p:xfrm>
          <a:off x="3132138" y="2708275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5632" imgH="142830" progId="Equation.3">
                  <p:embed/>
                </p:oleObj>
              </mc:Choice>
              <mc:Fallback>
                <p:oleObj name="Equation" r:id="rId28" imgW="85632" imgH="14283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708275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7" name="Object 59"/>
          <p:cNvGraphicFramePr>
            <a:graphicFrameLocks noChangeAspect="1"/>
          </p:cNvGraphicFramePr>
          <p:nvPr/>
        </p:nvGraphicFramePr>
        <p:xfrm>
          <a:off x="4284663" y="1268413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5632" imgH="142830" progId="Equation.3">
                  <p:embed/>
                </p:oleObj>
              </mc:Choice>
              <mc:Fallback>
                <p:oleObj name="Equation" r:id="rId30" imgW="85632" imgH="14283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268413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8" name="Object 60"/>
          <p:cNvGraphicFramePr>
            <a:graphicFrameLocks noChangeAspect="1"/>
          </p:cNvGraphicFramePr>
          <p:nvPr/>
        </p:nvGraphicFramePr>
        <p:xfrm>
          <a:off x="5867400" y="1268413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5632" imgH="142830" progId="Equation.3">
                  <p:embed/>
                </p:oleObj>
              </mc:Choice>
              <mc:Fallback>
                <p:oleObj name="Equation" r:id="rId32" imgW="85632" imgH="14283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68413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09" name="Object 61"/>
          <p:cNvGraphicFramePr>
            <a:graphicFrameLocks noChangeAspect="1"/>
          </p:cNvGraphicFramePr>
          <p:nvPr/>
        </p:nvGraphicFramePr>
        <p:xfrm>
          <a:off x="5292725" y="2420938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85632" imgH="142830" progId="Equation.3">
                  <p:embed/>
                </p:oleObj>
              </mc:Choice>
              <mc:Fallback>
                <p:oleObj name="Equation" r:id="rId34" imgW="85632" imgH="142830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420938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10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848380"/>
              </p:ext>
            </p:extLst>
          </p:nvPr>
        </p:nvGraphicFramePr>
        <p:xfrm>
          <a:off x="4255641" y="4005064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5632" imgH="142830" progId="Equation.3">
                  <p:embed/>
                </p:oleObj>
              </mc:Choice>
              <mc:Fallback>
                <p:oleObj name="Equation" r:id="rId36" imgW="85632" imgH="14283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641" y="4005064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11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124091"/>
              </p:ext>
            </p:extLst>
          </p:nvPr>
        </p:nvGraphicFramePr>
        <p:xfrm>
          <a:off x="5796136" y="4005064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5632" imgH="142830" progId="Equation.3">
                  <p:embed/>
                </p:oleObj>
              </mc:Choice>
              <mc:Fallback>
                <p:oleObj name="Equation" r:id="rId38" imgW="85632" imgH="14283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4005064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12" name="Object 64"/>
          <p:cNvGraphicFramePr>
            <a:graphicFrameLocks noChangeAspect="1"/>
          </p:cNvGraphicFramePr>
          <p:nvPr/>
        </p:nvGraphicFramePr>
        <p:xfrm>
          <a:off x="7451725" y="1341438"/>
          <a:ext cx="460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85632" imgH="142830" progId="Equation.3">
                  <p:embed/>
                </p:oleObj>
              </mc:Choice>
              <mc:Fallback>
                <p:oleObj name="Equation" r:id="rId40" imgW="85632" imgH="14283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341438"/>
                        <a:ext cx="4603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1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243053"/>
              </p:ext>
            </p:extLst>
          </p:nvPr>
        </p:nvGraphicFramePr>
        <p:xfrm>
          <a:off x="8388424" y="3356992"/>
          <a:ext cx="4254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76177" imgH="152280" progId="Equation.3">
                  <p:embed/>
                </p:oleObj>
              </mc:Choice>
              <mc:Fallback>
                <p:oleObj name="Equation" r:id="rId42" imgW="76177" imgH="15228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424" y="3356992"/>
                        <a:ext cx="4254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314" name="Object 66"/>
          <p:cNvGraphicFramePr>
            <a:graphicFrameLocks noChangeAspect="1"/>
          </p:cNvGraphicFramePr>
          <p:nvPr/>
        </p:nvGraphicFramePr>
        <p:xfrm>
          <a:off x="1763713" y="2492375"/>
          <a:ext cx="4254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76177" imgH="152280" progId="Equation.3">
                  <p:embed/>
                </p:oleObj>
              </mc:Choice>
              <mc:Fallback>
                <p:oleObj name="Equation" r:id="rId44" imgW="76177" imgH="15228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492375"/>
                        <a:ext cx="4254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7-13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无自环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可以利用韦尔奇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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鲍威尔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(Welch Powell)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算法对图的节点着色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进而求出的上界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82275" name="Object 3"/>
          <p:cNvGraphicFramePr>
            <a:graphicFrameLocks noChangeAspect="1"/>
          </p:cNvGraphicFramePr>
          <p:nvPr/>
        </p:nvGraphicFramePr>
        <p:xfrm>
          <a:off x="3221038" y="1196975"/>
          <a:ext cx="293846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81123" imgH="123930" progId="Equation.3">
                  <p:embed/>
                </p:oleObj>
              </mc:Choice>
              <mc:Fallback>
                <p:oleObj name="公式" r:id="rId2" imgW="981123" imgH="123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38" y="1196975"/>
                        <a:ext cx="2938462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着色算法：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 1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将节点按度数从大到小的顺序排列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 2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用第一种颜色对第一个节点着色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并且按照其余未着色节点顺序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对不邻接的每一个节点着上同样的颜色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 3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用第二种颜色对尚未着色的节点重复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Step 2,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继续下去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直到所有的点都着色为止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8-19</a:t>
            </a:r>
          </a:p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184323" name="Oval 3"/>
          <p:cNvSpPr>
            <a:spLocks noChangeArrowheads="1"/>
          </p:cNvSpPr>
          <p:nvPr/>
        </p:nvSpPr>
        <p:spPr bwMode="auto">
          <a:xfrm>
            <a:off x="2555875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4" name="Oval 4"/>
          <p:cNvSpPr>
            <a:spLocks noChangeArrowheads="1"/>
          </p:cNvSpPr>
          <p:nvPr/>
        </p:nvSpPr>
        <p:spPr bwMode="auto">
          <a:xfrm>
            <a:off x="4140200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5" name="Oval 5"/>
          <p:cNvSpPr>
            <a:spLocks noChangeArrowheads="1"/>
          </p:cNvSpPr>
          <p:nvPr/>
        </p:nvSpPr>
        <p:spPr bwMode="auto">
          <a:xfrm>
            <a:off x="5724525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6" name="Oval 6"/>
          <p:cNvSpPr>
            <a:spLocks noChangeArrowheads="1"/>
          </p:cNvSpPr>
          <p:nvPr/>
        </p:nvSpPr>
        <p:spPr bwMode="auto">
          <a:xfrm>
            <a:off x="255587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7" name="Oval 7"/>
          <p:cNvSpPr>
            <a:spLocks noChangeArrowheads="1"/>
          </p:cNvSpPr>
          <p:nvPr/>
        </p:nvSpPr>
        <p:spPr bwMode="auto">
          <a:xfrm>
            <a:off x="4140200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8" name="Oval 8"/>
          <p:cNvSpPr>
            <a:spLocks noChangeArrowheads="1"/>
          </p:cNvSpPr>
          <p:nvPr/>
        </p:nvSpPr>
        <p:spPr bwMode="auto">
          <a:xfrm>
            <a:off x="572452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29" name="Oval 9"/>
          <p:cNvSpPr>
            <a:spLocks noChangeArrowheads="1"/>
          </p:cNvSpPr>
          <p:nvPr/>
        </p:nvSpPr>
        <p:spPr bwMode="auto">
          <a:xfrm>
            <a:off x="3348038" y="42926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0" name="Oval 10"/>
          <p:cNvSpPr>
            <a:spLocks noChangeArrowheads="1"/>
          </p:cNvSpPr>
          <p:nvPr/>
        </p:nvSpPr>
        <p:spPr bwMode="auto">
          <a:xfrm>
            <a:off x="5076825" y="42926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1" name="Line 11"/>
          <p:cNvSpPr>
            <a:spLocks noChangeShapeType="1"/>
          </p:cNvSpPr>
          <p:nvPr/>
        </p:nvSpPr>
        <p:spPr bwMode="auto">
          <a:xfrm>
            <a:off x="2700338" y="1773238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2" name="Line 12"/>
          <p:cNvSpPr>
            <a:spLocks noChangeShapeType="1"/>
          </p:cNvSpPr>
          <p:nvPr/>
        </p:nvSpPr>
        <p:spPr bwMode="auto">
          <a:xfrm>
            <a:off x="4211638" y="17732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3" name="Freeform 13"/>
          <p:cNvSpPr>
            <a:spLocks/>
          </p:cNvSpPr>
          <p:nvPr/>
        </p:nvSpPr>
        <p:spPr bwMode="auto">
          <a:xfrm>
            <a:off x="2700338" y="1039813"/>
            <a:ext cx="3024187" cy="733425"/>
          </a:xfrm>
          <a:custGeom>
            <a:avLst/>
            <a:gdLst>
              <a:gd name="T0" fmla="*/ 0 w 1905"/>
              <a:gd name="T1" fmla="*/ 2147483647 h 462"/>
              <a:gd name="T2" fmla="*/ 2147483647 w 1905"/>
              <a:gd name="T3" fmla="*/ 2147483647 h 462"/>
              <a:gd name="T4" fmla="*/ 2147483647 w 1905"/>
              <a:gd name="T5" fmla="*/ 2147483647 h 462"/>
              <a:gd name="T6" fmla="*/ 0 60000 65536"/>
              <a:gd name="T7" fmla="*/ 0 60000 65536"/>
              <a:gd name="T8" fmla="*/ 0 60000 65536"/>
              <a:gd name="T9" fmla="*/ 0 w 1905"/>
              <a:gd name="T10" fmla="*/ 0 h 462"/>
              <a:gd name="T11" fmla="*/ 1905 w 1905"/>
              <a:gd name="T12" fmla="*/ 462 h 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" h="462">
                <a:moveTo>
                  <a:pt x="0" y="462"/>
                </a:moveTo>
                <a:cubicBezTo>
                  <a:pt x="295" y="239"/>
                  <a:pt x="590" y="16"/>
                  <a:pt x="907" y="8"/>
                </a:cubicBezTo>
                <a:cubicBezTo>
                  <a:pt x="1224" y="0"/>
                  <a:pt x="1739" y="348"/>
                  <a:pt x="1905" y="4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4" name="Line 14"/>
          <p:cNvSpPr>
            <a:spLocks noChangeShapeType="1"/>
          </p:cNvSpPr>
          <p:nvPr/>
        </p:nvSpPr>
        <p:spPr bwMode="auto">
          <a:xfrm>
            <a:off x="2627313" y="17732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5" name="Line 15"/>
          <p:cNvSpPr>
            <a:spLocks noChangeShapeType="1"/>
          </p:cNvSpPr>
          <p:nvPr/>
        </p:nvSpPr>
        <p:spPr bwMode="auto">
          <a:xfrm>
            <a:off x="2627313" y="3213100"/>
            <a:ext cx="165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6" name="Line 16"/>
          <p:cNvSpPr>
            <a:spLocks noChangeShapeType="1"/>
          </p:cNvSpPr>
          <p:nvPr/>
        </p:nvSpPr>
        <p:spPr bwMode="auto">
          <a:xfrm>
            <a:off x="4211638" y="17732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7" name="Line 17"/>
          <p:cNvSpPr>
            <a:spLocks noChangeShapeType="1"/>
          </p:cNvSpPr>
          <p:nvPr/>
        </p:nvSpPr>
        <p:spPr bwMode="auto">
          <a:xfrm>
            <a:off x="5795963" y="1773238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8" name="Line 18"/>
          <p:cNvSpPr>
            <a:spLocks noChangeShapeType="1"/>
          </p:cNvSpPr>
          <p:nvPr/>
        </p:nvSpPr>
        <p:spPr bwMode="auto">
          <a:xfrm flipH="1">
            <a:off x="4211638" y="321310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39" name="Line 19"/>
          <p:cNvSpPr>
            <a:spLocks noChangeShapeType="1"/>
          </p:cNvSpPr>
          <p:nvPr/>
        </p:nvSpPr>
        <p:spPr bwMode="auto">
          <a:xfrm flipV="1">
            <a:off x="2627313" y="1773238"/>
            <a:ext cx="1584325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0" name="Line 20"/>
          <p:cNvSpPr>
            <a:spLocks noChangeShapeType="1"/>
          </p:cNvSpPr>
          <p:nvPr/>
        </p:nvSpPr>
        <p:spPr bwMode="auto">
          <a:xfrm flipV="1">
            <a:off x="4211638" y="1844675"/>
            <a:ext cx="15128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1" name="Line 21"/>
          <p:cNvSpPr>
            <a:spLocks noChangeShapeType="1"/>
          </p:cNvSpPr>
          <p:nvPr/>
        </p:nvSpPr>
        <p:spPr bwMode="auto">
          <a:xfrm>
            <a:off x="2555875" y="3213100"/>
            <a:ext cx="8636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2" name="Line 22"/>
          <p:cNvSpPr>
            <a:spLocks noChangeShapeType="1"/>
          </p:cNvSpPr>
          <p:nvPr/>
        </p:nvSpPr>
        <p:spPr bwMode="auto">
          <a:xfrm>
            <a:off x="2627313" y="1773238"/>
            <a:ext cx="792162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3" name="Line 23"/>
          <p:cNvSpPr>
            <a:spLocks noChangeShapeType="1"/>
          </p:cNvSpPr>
          <p:nvPr/>
        </p:nvSpPr>
        <p:spPr bwMode="auto">
          <a:xfrm flipH="1">
            <a:off x="3419475" y="3213100"/>
            <a:ext cx="7921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4" name="Line 24"/>
          <p:cNvSpPr>
            <a:spLocks noChangeShapeType="1"/>
          </p:cNvSpPr>
          <p:nvPr/>
        </p:nvSpPr>
        <p:spPr bwMode="auto">
          <a:xfrm>
            <a:off x="3419475" y="4365625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5" name="Line 25"/>
          <p:cNvSpPr>
            <a:spLocks noChangeShapeType="1"/>
          </p:cNvSpPr>
          <p:nvPr/>
        </p:nvSpPr>
        <p:spPr bwMode="auto">
          <a:xfrm flipH="1">
            <a:off x="5148263" y="3213100"/>
            <a:ext cx="57626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6" name="Line 26"/>
          <p:cNvSpPr>
            <a:spLocks noChangeShapeType="1"/>
          </p:cNvSpPr>
          <p:nvPr/>
        </p:nvSpPr>
        <p:spPr bwMode="auto">
          <a:xfrm>
            <a:off x="4211638" y="3213100"/>
            <a:ext cx="9366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47" name="Freeform 27"/>
          <p:cNvSpPr>
            <a:spLocks/>
          </p:cNvSpPr>
          <p:nvPr/>
        </p:nvSpPr>
        <p:spPr bwMode="auto">
          <a:xfrm>
            <a:off x="3419475" y="1773238"/>
            <a:ext cx="2376488" cy="2592387"/>
          </a:xfrm>
          <a:custGeom>
            <a:avLst/>
            <a:gdLst>
              <a:gd name="T0" fmla="*/ 2147483647 w 1497"/>
              <a:gd name="T1" fmla="*/ 0 h 1633"/>
              <a:gd name="T2" fmla="*/ 2147483647 w 1497"/>
              <a:gd name="T3" fmla="*/ 2147483647 h 1633"/>
              <a:gd name="T4" fmla="*/ 0 w 1497"/>
              <a:gd name="T5" fmla="*/ 2147483647 h 1633"/>
              <a:gd name="T6" fmla="*/ 0 60000 65536"/>
              <a:gd name="T7" fmla="*/ 0 60000 65536"/>
              <a:gd name="T8" fmla="*/ 0 60000 65536"/>
              <a:gd name="T9" fmla="*/ 0 w 1497"/>
              <a:gd name="T10" fmla="*/ 0 h 1633"/>
              <a:gd name="T11" fmla="*/ 1497 w 1497"/>
              <a:gd name="T12" fmla="*/ 1633 h 1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7" h="1633">
                <a:moveTo>
                  <a:pt x="1497" y="0"/>
                </a:moveTo>
                <a:cubicBezTo>
                  <a:pt x="1395" y="385"/>
                  <a:pt x="1293" y="771"/>
                  <a:pt x="1044" y="1043"/>
                </a:cubicBezTo>
                <a:cubicBezTo>
                  <a:pt x="795" y="1315"/>
                  <a:pt x="397" y="1474"/>
                  <a:pt x="0" y="163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348" name="Object 28"/>
          <p:cNvGraphicFramePr>
            <a:graphicFrameLocks noChangeAspect="1"/>
          </p:cNvGraphicFramePr>
          <p:nvPr/>
        </p:nvGraphicFramePr>
        <p:xfrm>
          <a:off x="2268538" y="981075"/>
          <a:ext cx="4778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723" imgH="142830" progId="Equation.3">
                  <p:embed/>
                </p:oleObj>
              </mc:Choice>
              <mc:Fallback>
                <p:oleObj name="公式" r:id="rId2" imgW="66723" imgH="1428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981075"/>
                        <a:ext cx="4778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49" name="Object 29"/>
          <p:cNvGraphicFramePr>
            <a:graphicFrameLocks noChangeAspect="1"/>
          </p:cNvGraphicFramePr>
          <p:nvPr/>
        </p:nvGraphicFramePr>
        <p:xfrm>
          <a:off x="3952875" y="1052513"/>
          <a:ext cx="5635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632" imgH="142830" progId="Equation.3">
                  <p:embed/>
                </p:oleObj>
              </mc:Choice>
              <mc:Fallback>
                <p:oleObj name="公式" r:id="rId4" imgW="85632" imgH="1428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1052513"/>
                        <a:ext cx="5635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0" name="Object 30"/>
          <p:cNvGraphicFramePr>
            <a:graphicFrameLocks noChangeAspect="1"/>
          </p:cNvGraphicFramePr>
          <p:nvPr/>
        </p:nvGraphicFramePr>
        <p:xfrm>
          <a:off x="5846763" y="1104900"/>
          <a:ext cx="52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177" imgH="152280" progId="Equation.3">
                  <p:embed/>
                </p:oleObj>
              </mc:Choice>
              <mc:Fallback>
                <p:oleObj name="公式" r:id="rId6" imgW="76177" imgH="1522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1104900"/>
                        <a:ext cx="52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1" name="Object 31"/>
          <p:cNvGraphicFramePr>
            <a:graphicFrameLocks noChangeAspect="1"/>
          </p:cNvGraphicFramePr>
          <p:nvPr/>
        </p:nvGraphicFramePr>
        <p:xfrm>
          <a:off x="2008188" y="2708275"/>
          <a:ext cx="5651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632" imgH="142830" progId="Equation.3">
                  <p:embed/>
                </p:oleObj>
              </mc:Choice>
              <mc:Fallback>
                <p:oleObj name="公式" r:id="rId8" imgW="85632" imgH="14283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2708275"/>
                        <a:ext cx="5651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2" name="Object 32"/>
          <p:cNvGraphicFramePr>
            <a:graphicFrameLocks noChangeAspect="1"/>
          </p:cNvGraphicFramePr>
          <p:nvPr/>
        </p:nvGraphicFramePr>
        <p:xfrm>
          <a:off x="3686175" y="2400300"/>
          <a:ext cx="522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6177" imgH="152280" progId="Equation.3">
                  <p:embed/>
                </p:oleObj>
              </mc:Choice>
              <mc:Fallback>
                <p:oleObj name="公式" r:id="rId10" imgW="76177" imgH="1522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2400300"/>
                        <a:ext cx="5222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3" name="Object 33"/>
          <p:cNvGraphicFramePr>
            <a:graphicFrameLocks noChangeAspect="1"/>
          </p:cNvGraphicFramePr>
          <p:nvPr/>
        </p:nvGraphicFramePr>
        <p:xfrm>
          <a:off x="5867400" y="2636838"/>
          <a:ext cx="5651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5632" imgH="152280" progId="Equation.3">
                  <p:embed/>
                </p:oleObj>
              </mc:Choice>
              <mc:Fallback>
                <p:oleObj name="公式" r:id="rId12" imgW="85632" imgH="1522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36838"/>
                        <a:ext cx="5651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4" name="Object 34"/>
          <p:cNvGraphicFramePr>
            <a:graphicFrameLocks noChangeAspect="1"/>
          </p:cNvGraphicFramePr>
          <p:nvPr/>
        </p:nvGraphicFramePr>
        <p:xfrm>
          <a:off x="2873375" y="4344988"/>
          <a:ext cx="565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5632" imgH="152280" progId="Equation.3">
                  <p:embed/>
                </p:oleObj>
              </mc:Choice>
              <mc:Fallback>
                <p:oleObj name="公式" r:id="rId14" imgW="85632" imgH="1522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344988"/>
                        <a:ext cx="565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5" name="Object 35"/>
          <p:cNvGraphicFramePr>
            <a:graphicFrameLocks noChangeAspect="1"/>
          </p:cNvGraphicFramePr>
          <p:nvPr/>
        </p:nvGraphicFramePr>
        <p:xfrm>
          <a:off x="5076825" y="4365625"/>
          <a:ext cx="5207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6177" imgH="152280" progId="Equation.3">
                  <p:embed/>
                </p:oleObj>
              </mc:Choice>
              <mc:Fallback>
                <p:oleObj name="公式" r:id="rId16" imgW="76177" imgH="1522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4365625"/>
                        <a:ext cx="5207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dirty="0"/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651763"/>
              </p:ext>
            </p:extLst>
          </p:nvPr>
        </p:nvGraphicFramePr>
        <p:xfrm>
          <a:off x="2147175" y="3716545"/>
          <a:ext cx="48244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33376" imgH="152280" progId="Equation.3">
                  <p:embed/>
                </p:oleObj>
              </mc:Choice>
              <mc:Fallback>
                <p:oleObj name="公式" r:id="rId2" imgW="1333376" imgH="152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175" y="3716545"/>
                        <a:ext cx="48244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5348" name="Object 4"/>
              <p:cNvSpPr txBox="1"/>
              <p:nvPr/>
            </p:nvSpPr>
            <p:spPr bwMode="auto">
              <a:xfrm>
                <a:off x="2147274" y="5155911"/>
                <a:ext cx="5832648" cy="936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18534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7274" y="5155911"/>
                <a:ext cx="5832648" cy="936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349" name="Line 5"/>
          <p:cNvSpPr>
            <a:spLocks noChangeShapeType="1"/>
          </p:cNvSpPr>
          <p:nvPr/>
        </p:nvSpPr>
        <p:spPr bwMode="auto">
          <a:xfrm>
            <a:off x="2363075" y="4364245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0" name="Line 6"/>
          <p:cNvSpPr>
            <a:spLocks noChangeShapeType="1"/>
          </p:cNvSpPr>
          <p:nvPr/>
        </p:nvSpPr>
        <p:spPr bwMode="auto">
          <a:xfrm>
            <a:off x="2939337" y="4364245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1" name="Line 7"/>
          <p:cNvSpPr>
            <a:spLocks noChangeShapeType="1"/>
          </p:cNvSpPr>
          <p:nvPr/>
        </p:nvSpPr>
        <p:spPr bwMode="auto">
          <a:xfrm>
            <a:off x="3587037" y="4363823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2" name="Line 8"/>
          <p:cNvSpPr>
            <a:spLocks noChangeShapeType="1"/>
          </p:cNvSpPr>
          <p:nvPr/>
        </p:nvSpPr>
        <p:spPr bwMode="auto">
          <a:xfrm>
            <a:off x="4235506" y="4363823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3" name="Line 9"/>
          <p:cNvSpPr>
            <a:spLocks noChangeShapeType="1"/>
          </p:cNvSpPr>
          <p:nvPr/>
        </p:nvSpPr>
        <p:spPr bwMode="auto">
          <a:xfrm>
            <a:off x="4811000" y="4363823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4" name="Line 10"/>
          <p:cNvSpPr>
            <a:spLocks noChangeShapeType="1"/>
          </p:cNvSpPr>
          <p:nvPr/>
        </p:nvSpPr>
        <p:spPr bwMode="auto">
          <a:xfrm>
            <a:off x="5459642" y="4363823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5" name="Line 11"/>
          <p:cNvSpPr>
            <a:spLocks noChangeShapeType="1"/>
          </p:cNvSpPr>
          <p:nvPr/>
        </p:nvSpPr>
        <p:spPr bwMode="auto">
          <a:xfrm>
            <a:off x="6034962" y="4363823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56" name="Line 12"/>
          <p:cNvSpPr>
            <a:spLocks noChangeShapeType="1"/>
          </p:cNvSpPr>
          <p:nvPr/>
        </p:nvSpPr>
        <p:spPr bwMode="auto">
          <a:xfrm>
            <a:off x="6683778" y="4363823"/>
            <a:ext cx="0" cy="935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29F1F017-ECB1-D233-0A67-8419F7E2EFA9}"/>
                  </a:ext>
                </a:extLst>
              </p:cNvPr>
              <p:cNvSpPr txBox="1"/>
              <p:nvPr/>
            </p:nvSpPr>
            <p:spPr bwMode="auto">
              <a:xfrm>
                <a:off x="3224155" y="5155911"/>
                <a:ext cx="5832648" cy="936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29F1F017-ECB1-D233-0A67-8419F7E2E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4155" y="5155911"/>
                <a:ext cx="5832648" cy="936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832CF432-B493-E71B-7F4C-5720794A9E2F}"/>
                  </a:ext>
                </a:extLst>
              </p:cNvPr>
              <p:cNvSpPr txBox="1"/>
              <p:nvPr/>
            </p:nvSpPr>
            <p:spPr bwMode="auto">
              <a:xfrm>
                <a:off x="2195736" y="5157192"/>
                <a:ext cx="5832648" cy="9361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zh-CN" altLang="en-US" sz="3600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3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832CF432-B493-E71B-7F4C-5720794A9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5157192"/>
                <a:ext cx="5832648" cy="9361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3">
            <a:extLst>
              <a:ext uri="{FF2B5EF4-FFF2-40B4-BE49-F238E27FC236}">
                <a16:creationId xmlns:a16="http://schemas.microsoft.com/office/drawing/2014/main" id="{D1AB9578-60AA-FF7A-0AE1-78A1C2B5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33" y="66040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2" name="Oval 4">
            <a:extLst>
              <a:ext uri="{FF2B5EF4-FFF2-40B4-BE49-F238E27FC236}">
                <a16:creationId xmlns:a16="http://schemas.microsoft.com/office/drawing/2014/main" id="{B980872B-1796-626A-BE3F-784ADDB3D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58" y="66040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3" name="Oval 5">
            <a:extLst>
              <a:ext uri="{FF2B5EF4-FFF2-40B4-BE49-F238E27FC236}">
                <a16:creationId xmlns:a16="http://schemas.microsoft.com/office/drawing/2014/main" id="{05E6B625-5807-3C68-152A-E51CB38B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183" y="66040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4" name="Oval 6">
            <a:extLst>
              <a:ext uri="{FF2B5EF4-FFF2-40B4-BE49-F238E27FC236}">
                <a16:creationId xmlns:a16="http://schemas.microsoft.com/office/drawing/2014/main" id="{6EF35D5A-CB9F-CBC0-5541-DBAA80E06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33" y="210185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5" name="Oval 7">
            <a:extLst>
              <a:ext uri="{FF2B5EF4-FFF2-40B4-BE49-F238E27FC236}">
                <a16:creationId xmlns:a16="http://schemas.microsoft.com/office/drawing/2014/main" id="{D77473E3-87A5-E19D-B024-4B8F684B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58" y="210185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6" name="Oval 8">
            <a:extLst>
              <a:ext uri="{FF2B5EF4-FFF2-40B4-BE49-F238E27FC236}">
                <a16:creationId xmlns:a16="http://schemas.microsoft.com/office/drawing/2014/main" id="{1EB89698-3AE1-B43B-16A2-75BC1484B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183" y="2101850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7" name="Oval 9">
            <a:extLst>
              <a:ext uri="{FF2B5EF4-FFF2-40B4-BE49-F238E27FC236}">
                <a16:creationId xmlns:a16="http://schemas.microsoft.com/office/drawing/2014/main" id="{DC6ED233-4ED8-F6F6-4F04-57872FE7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696" y="3252787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8" name="Oval 10">
            <a:extLst>
              <a:ext uri="{FF2B5EF4-FFF2-40B4-BE49-F238E27FC236}">
                <a16:creationId xmlns:a16="http://schemas.microsoft.com/office/drawing/2014/main" id="{DE7AB85C-F53D-9EA8-ABA8-25458D1BA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483" y="3252787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49" name="Line 11">
            <a:extLst>
              <a:ext uri="{FF2B5EF4-FFF2-40B4-BE49-F238E27FC236}">
                <a16:creationId xmlns:a16="http://schemas.microsoft.com/office/drawing/2014/main" id="{154E90C0-CDAA-1768-4A35-D5A883193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996" y="733425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0" name="Line 12">
            <a:extLst>
              <a:ext uri="{FF2B5EF4-FFF2-40B4-BE49-F238E27FC236}">
                <a16:creationId xmlns:a16="http://schemas.microsoft.com/office/drawing/2014/main" id="{A5471227-0509-55CA-3D21-F2F7098C1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296" y="73342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1" name="Freeform 13">
            <a:extLst>
              <a:ext uri="{FF2B5EF4-FFF2-40B4-BE49-F238E27FC236}">
                <a16:creationId xmlns:a16="http://schemas.microsoft.com/office/drawing/2014/main" id="{8E35B3BA-5BB4-1688-0BEA-5CA44D6A1BF6}"/>
              </a:ext>
            </a:extLst>
          </p:cNvPr>
          <p:cNvSpPr>
            <a:spLocks/>
          </p:cNvSpPr>
          <p:nvPr/>
        </p:nvSpPr>
        <p:spPr bwMode="auto">
          <a:xfrm>
            <a:off x="1215996" y="31279"/>
            <a:ext cx="3024187" cy="733425"/>
          </a:xfrm>
          <a:custGeom>
            <a:avLst/>
            <a:gdLst>
              <a:gd name="T0" fmla="*/ 0 w 1905"/>
              <a:gd name="T1" fmla="*/ 2147483647 h 462"/>
              <a:gd name="T2" fmla="*/ 2147483647 w 1905"/>
              <a:gd name="T3" fmla="*/ 2147483647 h 462"/>
              <a:gd name="T4" fmla="*/ 2147483647 w 1905"/>
              <a:gd name="T5" fmla="*/ 2147483647 h 462"/>
              <a:gd name="T6" fmla="*/ 0 60000 65536"/>
              <a:gd name="T7" fmla="*/ 0 60000 65536"/>
              <a:gd name="T8" fmla="*/ 0 60000 65536"/>
              <a:gd name="T9" fmla="*/ 0 w 1905"/>
              <a:gd name="T10" fmla="*/ 0 h 462"/>
              <a:gd name="T11" fmla="*/ 1905 w 1905"/>
              <a:gd name="T12" fmla="*/ 462 h 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" h="462">
                <a:moveTo>
                  <a:pt x="0" y="462"/>
                </a:moveTo>
                <a:cubicBezTo>
                  <a:pt x="295" y="239"/>
                  <a:pt x="590" y="16"/>
                  <a:pt x="907" y="8"/>
                </a:cubicBezTo>
                <a:cubicBezTo>
                  <a:pt x="1224" y="0"/>
                  <a:pt x="1739" y="348"/>
                  <a:pt x="1905" y="4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2" name="Line 14">
            <a:extLst>
              <a:ext uri="{FF2B5EF4-FFF2-40B4-BE49-F238E27FC236}">
                <a16:creationId xmlns:a16="http://schemas.microsoft.com/office/drawing/2014/main" id="{9CEAD42D-3C50-4D6D-D0A3-F522322B1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2971" y="733425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3" name="Line 15">
            <a:extLst>
              <a:ext uri="{FF2B5EF4-FFF2-40B4-BE49-F238E27FC236}">
                <a16:creationId xmlns:a16="http://schemas.microsoft.com/office/drawing/2014/main" id="{2D7E773A-0559-F35E-5ADD-C119D03BAF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2971" y="2173287"/>
            <a:ext cx="165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4" name="Line 16">
            <a:extLst>
              <a:ext uri="{FF2B5EF4-FFF2-40B4-BE49-F238E27FC236}">
                <a16:creationId xmlns:a16="http://schemas.microsoft.com/office/drawing/2014/main" id="{0E09F5F3-890C-22B4-3BC6-917D9EF9E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296" y="733425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5" name="Line 17">
            <a:extLst>
              <a:ext uri="{FF2B5EF4-FFF2-40B4-BE49-F238E27FC236}">
                <a16:creationId xmlns:a16="http://schemas.microsoft.com/office/drawing/2014/main" id="{62DC828E-495E-2A85-C27E-DA89F629B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21" y="733425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6" name="Line 18">
            <a:extLst>
              <a:ext uri="{FF2B5EF4-FFF2-40B4-BE49-F238E27FC236}">
                <a16:creationId xmlns:a16="http://schemas.microsoft.com/office/drawing/2014/main" id="{951ED49D-2DA6-6265-9B1F-D234ABF4FE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27296" y="2173287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7" name="Line 19">
            <a:extLst>
              <a:ext uri="{FF2B5EF4-FFF2-40B4-BE49-F238E27FC236}">
                <a16:creationId xmlns:a16="http://schemas.microsoft.com/office/drawing/2014/main" id="{579181B3-2B8D-F702-12AF-657DD39CC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2971" y="733425"/>
            <a:ext cx="1584325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8" name="Line 20">
            <a:extLst>
              <a:ext uri="{FF2B5EF4-FFF2-40B4-BE49-F238E27FC236}">
                <a16:creationId xmlns:a16="http://schemas.microsoft.com/office/drawing/2014/main" id="{A2DBF71A-7EFF-4438-EA82-BA733DF9E1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7296" y="804862"/>
            <a:ext cx="15128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59" name="Line 21">
            <a:extLst>
              <a:ext uri="{FF2B5EF4-FFF2-40B4-BE49-F238E27FC236}">
                <a16:creationId xmlns:a16="http://schemas.microsoft.com/office/drawing/2014/main" id="{D8B00CD2-CF54-0196-14E6-46055D6F4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1533" y="2173287"/>
            <a:ext cx="8636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0" name="Line 22">
            <a:extLst>
              <a:ext uri="{FF2B5EF4-FFF2-40B4-BE49-F238E27FC236}">
                <a16:creationId xmlns:a16="http://schemas.microsoft.com/office/drawing/2014/main" id="{52EDCDB4-26B9-9FFC-58AD-FAA485A2C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2971" y="733425"/>
            <a:ext cx="792162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1" name="Line 23">
            <a:extLst>
              <a:ext uri="{FF2B5EF4-FFF2-40B4-BE49-F238E27FC236}">
                <a16:creationId xmlns:a16="http://schemas.microsoft.com/office/drawing/2014/main" id="{F1EA3CE0-542B-D07A-A3FF-342C0D728D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35133" y="2173287"/>
            <a:ext cx="7921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2" name="Line 24">
            <a:extLst>
              <a:ext uri="{FF2B5EF4-FFF2-40B4-BE49-F238E27FC236}">
                <a16:creationId xmlns:a16="http://schemas.microsoft.com/office/drawing/2014/main" id="{C58F765C-4A53-3966-C721-C0162CE65D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5133" y="3325812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63" name="Line 25">
            <a:extLst>
              <a:ext uri="{FF2B5EF4-FFF2-40B4-BE49-F238E27FC236}">
                <a16:creationId xmlns:a16="http://schemas.microsoft.com/office/drawing/2014/main" id="{57C58179-3F1C-0E51-3DB9-4E25029240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63921" y="2173287"/>
            <a:ext cx="57626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185344" name="Line 26">
            <a:extLst>
              <a:ext uri="{FF2B5EF4-FFF2-40B4-BE49-F238E27FC236}">
                <a16:creationId xmlns:a16="http://schemas.microsoft.com/office/drawing/2014/main" id="{800A45BA-F811-D05A-B308-DF41A02A2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296" y="2173287"/>
            <a:ext cx="9366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sp>
        <p:nvSpPr>
          <p:cNvPr id="185345" name="Freeform 27">
            <a:extLst>
              <a:ext uri="{FF2B5EF4-FFF2-40B4-BE49-F238E27FC236}">
                <a16:creationId xmlns:a16="http://schemas.microsoft.com/office/drawing/2014/main" id="{D493926C-18A6-5519-40C1-98898DF530C0}"/>
              </a:ext>
            </a:extLst>
          </p:cNvPr>
          <p:cNvSpPr>
            <a:spLocks/>
          </p:cNvSpPr>
          <p:nvPr/>
        </p:nvSpPr>
        <p:spPr bwMode="auto">
          <a:xfrm>
            <a:off x="1935133" y="733425"/>
            <a:ext cx="2376488" cy="2592387"/>
          </a:xfrm>
          <a:custGeom>
            <a:avLst/>
            <a:gdLst>
              <a:gd name="T0" fmla="*/ 2147483647 w 1497"/>
              <a:gd name="T1" fmla="*/ 0 h 1633"/>
              <a:gd name="T2" fmla="*/ 2147483647 w 1497"/>
              <a:gd name="T3" fmla="*/ 2147483647 h 1633"/>
              <a:gd name="T4" fmla="*/ 0 w 1497"/>
              <a:gd name="T5" fmla="*/ 2147483647 h 1633"/>
              <a:gd name="T6" fmla="*/ 0 60000 65536"/>
              <a:gd name="T7" fmla="*/ 0 60000 65536"/>
              <a:gd name="T8" fmla="*/ 0 60000 65536"/>
              <a:gd name="T9" fmla="*/ 0 w 1497"/>
              <a:gd name="T10" fmla="*/ 0 h 1633"/>
              <a:gd name="T11" fmla="*/ 1497 w 1497"/>
              <a:gd name="T12" fmla="*/ 1633 h 1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7" h="1633">
                <a:moveTo>
                  <a:pt x="1497" y="0"/>
                </a:moveTo>
                <a:cubicBezTo>
                  <a:pt x="1395" y="385"/>
                  <a:pt x="1293" y="771"/>
                  <a:pt x="1044" y="1043"/>
                </a:cubicBezTo>
                <a:cubicBezTo>
                  <a:pt x="795" y="1315"/>
                  <a:pt x="397" y="1474"/>
                  <a:pt x="0" y="163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  <p:graphicFrame>
        <p:nvGraphicFramePr>
          <p:cNvPr id="185357" name="Object 28">
            <a:extLst>
              <a:ext uri="{FF2B5EF4-FFF2-40B4-BE49-F238E27FC236}">
                <a16:creationId xmlns:a16="http://schemas.microsoft.com/office/drawing/2014/main" id="{C7621106-5110-3C77-B5AB-E852D21FD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85970"/>
              </p:ext>
            </p:extLst>
          </p:nvPr>
        </p:nvGraphicFramePr>
        <p:xfrm>
          <a:off x="784196" y="-58738"/>
          <a:ext cx="4778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6723" imgH="142830" progId="Equation.3">
                  <p:embed/>
                </p:oleObj>
              </mc:Choice>
              <mc:Fallback>
                <p:oleObj name="公式" r:id="rId7" imgW="66723" imgH="142830" progId="Equation.3">
                  <p:embed/>
                  <p:pic>
                    <p:nvPicPr>
                      <p:cNvPr id="18434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196" y="-58738"/>
                        <a:ext cx="4778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8" name="Object 29">
            <a:extLst>
              <a:ext uri="{FF2B5EF4-FFF2-40B4-BE49-F238E27FC236}">
                <a16:creationId xmlns:a16="http://schemas.microsoft.com/office/drawing/2014/main" id="{D72E4A74-FD6C-CF9C-C60F-E6579C29F7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926693"/>
              </p:ext>
            </p:extLst>
          </p:nvPr>
        </p:nvGraphicFramePr>
        <p:xfrm>
          <a:off x="2468533" y="12700"/>
          <a:ext cx="5635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5632" imgH="142830" progId="Equation.3">
                  <p:embed/>
                </p:oleObj>
              </mc:Choice>
              <mc:Fallback>
                <p:oleObj name="公式" r:id="rId9" imgW="85632" imgH="142830" progId="Equation.3">
                  <p:embed/>
                  <p:pic>
                    <p:nvPicPr>
                      <p:cNvPr id="18434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33" y="12700"/>
                        <a:ext cx="5635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9" name="Object 30">
            <a:extLst>
              <a:ext uri="{FF2B5EF4-FFF2-40B4-BE49-F238E27FC236}">
                <a16:creationId xmlns:a16="http://schemas.microsoft.com/office/drawing/2014/main" id="{06C2BCE3-4AAB-2670-D009-CFEB28D30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971695"/>
              </p:ext>
            </p:extLst>
          </p:nvPr>
        </p:nvGraphicFramePr>
        <p:xfrm>
          <a:off x="4362421" y="65087"/>
          <a:ext cx="52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6177" imgH="152280" progId="Equation.3">
                  <p:embed/>
                </p:oleObj>
              </mc:Choice>
              <mc:Fallback>
                <p:oleObj name="公式" r:id="rId11" imgW="76177" imgH="152280" progId="Equation.3">
                  <p:embed/>
                  <p:pic>
                    <p:nvPicPr>
                      <p:cNvPr id="18435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21" y="65087"/>
                        <a:ext cx="52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0" name="Object 31">
            <a:extLst>
              <a:ext uri="{FF2B5EF4-FFF2-40B4-BE49-F238E27FC236}">
                <a16:creationId xmlns:a16="http://schemas.microsoft.com/office/drawing/2014/main" id="{E9020B7B-7FC8-9D27-1271-DE5C2D044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458647"/>
              </p:ext>
            </p:extLst>
          </p:nvPr>
        </p:nvGraphicFramePr>
        <p:xfrm>
          <a:off x="523846" y="1668462"/>
          <a:ext cx="5651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5632" imgH="142830" progId="Equation.3">
                  <p:embed/>
                </p:oleObj>
              </mc:Choice>
              <mc:Fallback>
                <p:oleObj name="公式" r:id="rId13" imgW="85632" imgH="142830" progId="Equation.3">
                  <p:embed/>
                  <p:pic>
                    <p:nvPicPr>
                      <p:cNvPr id="18435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46" y="1668462"/>
                        <a:ext cx="5651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1" name="Object 32">
            <a:extLst>
              <a:ext uri="{FF2B5EF4-FFF2-40B4-BE49-F238E27FC236}">
                <a16:creationId xmlns:a16="http://schemas.microsoft.com/office/drawing/2014/main" id="{90BBDBEC-F67B-384B-4D9F-09FEF0A1B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02230"/>
              </p:ext>
            </p:extLst>
          </p:nvPr>
        </p:nvGraphicFramePr>
        <p:xfrm>
          <a:off x="2201833" y="1360487"/>
          <a:ext cx="522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76177" imgH="152280" progId="Equation.3">
                  <p:embed/>
                </p:oleObj>
              </mc:Choice>
              <mc:Fallback>
                <p:oleObj name="公式" r:id="rId15" imgW="76177" imgH="152280" progId="Equation.3">
                  <p:embed/>
                  <p:pic>
                    <p:nvPicPr>
                      <p:cNvPr id="18435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33" y="1360487"/>
                        <a:ext cx="5222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2" name="Object 33">
            <a:extLst>
              <a:ext uri="{FF2B5EF4-FFF2-40B4-BE49-F238E27FC236}">
                <a16:creationId xmlns:a16="http://schemas.microsoft.com/office/drawing/2014/main" id="{7B588CB7-6069-84F2-DD17-AE9D13BC3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247776"/>
              </p:ext>
            </p:extLst>
          </p:nvPr>
        </p:nvGraphicFramePr>
        <p:xfrm>
          <a:off x="4383058" y="1597025"/>
          <a:ext cx="5651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85632" imgH="152280" progId="Equation.3">
                  <p:embed/>
                </p:oleObj>
              </mc:Choice>
              <mc:Fallback>
                <p:oleObj name="公式" r:id="rId17" imgW="85632" imgH="152280" progId="Equation.3">
                  <p:embed/>
                  <p:pic>
                    <p:nvPicPr>
                      <p:cNvPr id="18435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58" y="1597025"/>
                        <a:ext cx="5651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3" name="Object 34">
            <a:extLst>
              <a:ext uri="{FF2B5EF4-FFF2-40B4-BE49-F238E27FC236}">
                <a16:creationId xmlns:a16="http://schemas.microsoft.com/office/drawing/2014/main" id="{5E33235C-394F-9983-D72B-B4DE9C3D9A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431859"/>
              </p:ext>
            </p:extLst>
          </p:nvPr>
        </p:nvGraphicFramePr>
        <p:xfrm>
          <a:off x="1368049" y="2927557"/>
          <a:ext cx="565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5632" imgH="152280" progId="Equation.3">
                  <p:embed/>
                </p:oleObj>
              </mc:Choice>
              <mc:Fallback>
                <p:oleObj name="公式" r:id="rId19" imgW="85632" imgH="152280" progId="Equation.3">
                  <p:embed/>
                  <p:pic>
                    <p:nvPicPr>
                      <p:cNvPr id="18435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049" y="2927557"/>
                        <a:ext cx="565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64" name="Object 35">
            <a:extLst>
              <a:ext uri="{FF2B5EF4-FFF2-40B4-BE49-F238E27FC236}">
                <a16:creationId xmlns:a16="http://schemas.microsoft.com/office/drawing/2014/main" id="{F89971A6-D21F-B05F-0F54-4252D152A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935357"/>
              </p:ext>
            </p:extLst>
          </p:nvPr>
        </p:nvGraphicFramePr>
        <p:xfrm>
          <a:off x="3790920" y="2956718"/>
          <a:ext cx="5207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76177" imgH="152280" progId="Equation.3">
                  <p:embed/>
                </p:oleObj>
              </mc:Choice>
              <mc:Fallback>
                <p:oleObj name="公式" r:id="rId21" imgW="76177" imgH="152280" progId="Equation.3">
                  <p:embed/>
                  <p:pic>
                    <p:nvPicPr>
                      <p:cNvPr id="18435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20" y="2956718"/>
                        <a:ext cx="5207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5" name="Oval 36">
            <a:extLst>
              <a:ext uri="{FF2B5EF4-FFF2-40B4-BE49-F238E27FC236}">
                <a16:creationId xmlns:a16="http://schemas.microsoft.com/office/drawing/2014/main" id="{04AAFE6E-AD66-528F-F3E5-4EC24540E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270" y="208970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6" name="Oval 37">
            <a:extLst>
              <a:ext uri="{FF2B5EF4-FFF2-40B4-BE49-F238E27FC236}">
                <a16:creationId xmlns:a16="http://schemas.microsoft.com/office/drawing/2014/main" id="{45FC91B8-67E8-6F65-D2FC-62E35B9B7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45" y="64825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7" name="Oval 38">
            <a:extLst>
              <a:ext uri="{FF2B5EF4-FFF2-40B4-BE49-F238E27FC236}">
                <a16:creationId xmlns:a16="http://schemas.microsoft.com/office/drawing/2014/main" id="{F8B3F753-1CBA-08CD-B9C2-CB03D3C89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9389" y="680530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8" name="Oval 39">
            <a:extLst>
              <a:ext uri="{FF2B5EF4-FFF2-40B4-BE49-F238E27FC236}">
                <a16:creationId xmlns:a16="http://schemas.microsoft.com/office/drawing/2014/main" id="{D0349AEF-35AA-6F3B-B682-6B83488BD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164" y="2107692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9" name="Oval 40">
            <a:extLst>
              <a:ext uri="{FF2B5EF4-FFF2-40B4-BE49-F238E27FC236}">
                <a16:creationId xmlns:a16="http://schemas.microsoft.com/office/drawing/2014/main" id="{83FEF4D9-DAE3-864C-0BA2-1D739301A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1689" y="3272917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70" name="Oval 41">
            <a:extLst>
              <a:ext uri="{FF2B5EF4-FFF2-40B4-BE49-F238E27FC236}">
                <a16:creationId xmlns:a16="http://schemas.microsoft.com/office/drawing/2014/main" id="{E9EA7F02-17AD-9A7F-80A2-0B48BD70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749" y="670926"/>
            <a:ext cx="144463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71" name="Oval 42">
            <a:extLst>
              <a:ext uri="{FF2B5EF4-FFF2-40B4-BE49-F238E27FC236}">
                <a16:creationId xmlns:a16="http://schemas.microsoft.com/office/drawing/2014/main" id="{FFE54B62-0EC4-263B-BAA9-5D0F5BB3B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074" y="2110788"/>
            <a:ext cx="144463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72" name="Oval 43">
            <a:extLst>
              <a:ext uri="{FF2B5EF4-FFF2-40B4-BE49-F238E27FC236}">
                <a16:creationId xmlns:a16="http://schemas.microsoft.com/office/drawing/2014/main" id="{57C84F61-C115-661A-A699-B90B16E3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587" y="3263313"/>
            <a:ext cx="144462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5373" name="对象 185372">
            <a:extLst>
              <a:ext uri="{FF2B5EF4-FFF2-40B4-BE49-F238E27FC236}">
                <a16:creationId xmlns:a16="http://schemas.microsoft.com/office/drawing/2014/main" id="{28F598A1-F57C-FA20-0BA6-74B2C70200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990997"/>
              </p:ext>
            </p:extLst>
          </p:nvPr>
        </p:nvGraphicFramePr>
        <p:xfrm>
          <a:off x="6452343" y="1711325"/>
          <a:ext cx="19939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93469" imgH="701305" progId="Equation.DSMT4">
                  <p:embed/>
                </p:oleObj>
              </mc:Choice>
              <mc:Fallback>
                <p:oleObj name="Equation" r:id="rId23" imgW="1993469" imgH="7013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52343" y="1711325"/>
                        <a:ext cx="199390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74" name="箭头: 右 185373">
            <a:extLst>
              <a:ext uri="{FF2B5EF4-FFF2-40B4-BE49-F238E27FC236}">
                <a16:creationId xmlns:a16="http://schemas.microsoft.com/office/drawing/2014/main" id="{99052B74-DB7A-186C-25A5-155D367212C3}"/>
              </a:ext>
            </a:extLst>
          </p:cNvPr>
          <p:cNvSpPr/>
          <p:nvPr/>
        </p:nvSpPr>
        <p:spPr>
          <a:xfrm>
            <a:off x="5434657" y="1951337"/>
            <a:ext cx="565150" cy="2547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8" grpId="0"/>
      <p:bldP spid="6" grpId="0"/>
      <p:bldP spid="7" grpId="0"/>
      <p:bldP spid="185365" grpId="0" animBg="1"/>
      <p:bldP spid="185366" grpId="0" animBg="1"/>
      <p:bldP spid="185367" grpId="0" animBg="1"/>
      <p:bldP spid="185368" grpId="0" animBg="1"/>
      <p:bldP spid="185369" grpId="0" animBg="1"/>
      <p:bldP spid="185370" grpId="0" animBg="1"/>
      <p:bldP spid="185371" grpId="0" animBg="1"/>
      <p:bldP spid="185372" grpId="0" animBg="1"/>
      <p:bldP spid="18537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  <p:sp>
        <p:nvSpPr>
          <p:cNvPr id="186371" name="Oval 3"/>
          <p:cNvSpPr>
            <a:spLocks noChangeArrowheads="1"/>
          </p:cNvSpPr>
          <p:nvPr/>
        </p:nvSpPr>
        <p:spPr bwMode="auto">
          <a:xfrm>
            <a:off x="2555875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2" name="Oval 4"/>
          <p:cNvSpPr>
            <a:spLocks noChangeArrowheads="1"/>
          </p:cNvSpPr>
          <p:nvPr/>
        </p:nvSpPr>
        <p:spPr bwMode="auto">
          <a:xfrm>
            <a:off x="4140200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3" name="Oval 5"/>
          <p:cNvSpPr>
            <a:spLocks noChangeArrowheads="1"/>
          </p:cNvSpPr>
          <p:nvPr/>
        </p:nvSpPr>
        <p:spPr bwMode="auto">
          <a:xfrm>
            <a:off x="5724525" y="170021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4" name="Oval 6"/>
          <p:cNvSpPr>
            <a:spLocks noChangeArrowheads="1"/>
          </p:cNvSpPr>
          <p:nvPr/>
        </p:nvSpPr>
        <p:spPr bwMode="auto">
          <a:xfrm>
            <a:off x="255587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5" name="Oval 7"/>
          <p:cNvSpPr>
            <a:spLocks noChangeArrowheads="1"/>
          </p:cNvSpPr>
          <p:nvPr/>
        </p:nvSpPr>
        <p:spPr bwMode="auto">
          <a:xfrm>
            <a:off x="4140200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6" name="Oval 8"/>
          <p:cNvSpPr>
            <a:spLocks noChangeArrowheads="1"/>
          </p:cNvSpPr>
          <p:nvPr/>
        </p:nvSpPr>
        <p:spPr bwMode="auto">
          <a:xfrm>
            <a:off x="5724525" y="3141663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7" name="Oval 9"/>
          <p:cNvSpPr>
            <a:spLocks noChangeArrowheads="1"/>
          </p:cNvSpPr>
          <p:nvPr/>
        </p:nvSpPr>
        <p:spPr bwMode="auto">
          <a:xfrm>
            <a:off x="3348038" y="42926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8" name="Oval 10"/>
          <p:cNvSpPr>
            <a:spLocks noChangeArrowheads="1"/>
          </p:cNvSpPr>
          <p:nvPr/>
        </p:nvSpPr>
        <p:spPr bwMode="auto">
          <a:xfrm>
            <a:off x="5076825" y="42926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379" name="Line 11"/>
          <p:cNvSpPr>
            <a:spLocks noChangeShapeType="1"/>
          </p:cNvSpPr>
          <p:nvPr/>
        </p:nvSpPr>
        <p:spPr bwMode="auto">
          <a:xfrm>
            <a:off x="2700338" y="1773238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0" name="Line 12"/>
          <p:cNvSpPr>
            <a:spLocks noChangeShapeType="1"/>
          </p:cNvSpPr>
          <p:nvPr/>
        </p:nvSpPr>
        <p:spPr bwMode="auto">
          <a:xfrm>
            <a:off x="4211638" y="17732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1" name="Freeform 13"/>
          <p:cNvSpPr>
            <a:spLocks/>
          </p:cNvSpPr>
          <p:nvPr/>
        </p:nvSpPr>
        <p:spPr bwMode="auto">
          <a:xfrm>
            <a:off x="2700338" y="1039813"/>
            <a:ext cx="3024187" cy="733425"/>
          </a:xfrm>
          <a:custGeom>
            <a:avLst/>
            <a:gdLst>
              <a:gd name="T0" fmla="*/ 0 w 1905"/>
              <a:gd name="T1" fmla="*/ 2147483647 h 462"/>
              <a:gd name="T2" fmla="*/ 2147483647 w 1905"/>
              <a:gd name="T3" fmla="*/ 2147483647 h 462"/>
              <a:gd name="T4" fmla="*/ 2147483647 w 1905"/>
              <a:gd name="T5" fmla="*/ 2147483647 h 462"/>
              <a:gd name="T6" fmla="*/ 0 60000 65536"/>
              <a:gd name="T7" fmla="*/ 0 60000 65536"/>
              <a:gd name="T8" fmla="*/ 0 60000 65536"/>
              <a:gd name="T9" fmla="*/ 0 w 1905"/>
              <a:gd name="T10" fmla="*/ 0 h 462"/>
              <a:gd name="T11" fmla="*/ 1905 w 1905"/>
              <a:gd name="T12" fmla="*/ 462 h 4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5" h="462">
                <a:moveTo>
                  <a:pt x="0" y="462"/>
                </a:moveTo>
                <a:cubicBezTo>
                  <a:pt x="295" y="239"/>
                  <a:pt x="590" y="16"/>
                  <a:pt x="907" y="8"/>
                </a:cubicBezTo>
                <a:cubicBezTo>
                  <a:pt x="1224" y="0"/>
                  <a:pt x="1739" y="348"/>
                  <a:pt x="1905" y="4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2" name="Line 14"/>
          <p:cNvSpPr>
            <a:spLocks noChangeShapeType="1"/>
          </p:cNvSpPr>
          <p:nvPr/>
        </p:nvSpPr>
        <p:spPr bwMode="auto">
          <a:xfrm>
            <a:off x="2627313" y="17732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3" name="Line 15"/>
          <p:cNvSpPr>
            <a:spLocks noChangeShapeType="1"/>
          </p:cNvSpPr>
          <p:nvPr/>
        </p:nvSpPr>
        <p:spPr bwMode="auto">
          <a:xfrm>
            <a:off x="2627313" y="3213100"/>
            <a:ext cx="1657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4" name="Line 16"/>
          <p:cNvSpPr>
            <a:spLocks noChangeShapeType="1"/>
          </p:cNvSpPr>
          <p:nvPr/>
        </p:nvSpPr>
        <p:spPr bwMode="auto">
          <a:xfrm>
            <a:off x="4211638" y="1773238"/>
            <a:ext cx="0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5" name="Line 17"/>
          <p:cNvSpPr>
            <a:spLocks noChangeShapeType="1"/>
          </p:cNvSpPr>
          <p:nvPr/>
        </p:nvSpPr>
        <p:spPr bwMode="auto">
          <a:xfrm>
            <a:off x="5795963" y="1773238"/>
            <a:ext cx="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6" name="Line 18"/>
          <p:cNvSpPr>
            <a:spLocks noChangeShapeType="1"/>
          </p:cNvSpPr>
          <p:nvPr/>
        </p:nvSpPr>
        <p:spPr bwMode="auto">
          <a:xfrm flipH="1">
            <a:off x="4211638" y="321310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7" name="Line 19"/>
          <p:cNvSpPr>
            <a:spLocks noChangeShapeType="1"/>
          </p:cNvSpPr>
          <p:nvPr/>
        </p:nvSpPr>
        <p:spPr bwMode="auto">
          <a:xfrm flipV="1">
            <a:off x="2627313" y="1773238"/>
            <a:ext cx="1584325" cy="143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8" name="Line 20"/>
          <p:cNvSpPr>
            <a:spLocks noChangeShapeType="1"/>
          </p:cNvSpPr>
          <p:nvPr/>
        </p:nvSpPr>
        <p:spPr bwMode="auto">
          <a:xfrm flipV="1">
            <a:off x="4211638" y="1844675"/>
            <a:ext cx="1512887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89" name="Line 21"/>
          <p:cNvSpPr>
            <a:spLocks noChangeShapeType="1"/>
          </p:cNvSpPr>
          <p:nvPr/>
        </p:nvSpPr>
        <p:spPr bwMode="auto">
          <a:xfrm>
            <a:off x="2555875" y="3213100"/>
            <a:ext cx="8636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0" name="Line 22"/>
          <p:cNvSpPr>
            <a:spLocks noChangeShapeType="1"/>
          </p:cNvSpPr>
          <p:nvPr/>
        </p:nvSpPr>
        <p:spPr bwMode="auto">
          <a:xfrm>
            <a:off x="2627313" y="1773238"/>
            <a:ext cx="792162" cy="259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1" name="Line 23"/>
          <p:cNvSpPr>
            <a:spLocks noChangeShapeType="1"/>
          </p:cNvSpPr>
          <p:nvPr/>
        </p:nvSpPr>
        <p:spPr bwMode="auto">
          <a:xfrm flipH="1">
            <a:off x="3419475" y="3213100"/>
            <a:ext cx="7921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2" name="Line 24"/>
          <p:cNvSpPr>
            <a:spLocks noChangeShapeType="1"/>
          </p:cNvSpPr>
          <p:nvPr/>
        </p:nvSpPr>
        <p:spPr bwMode="auto">
          <a:xfrm>
            <a:off x="3419475" y="4365625"/>
            <a:ext cx="172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3" name="Line 25"/>
          <p:cNvSpPr>
            <a:spLocks noChangeShapeType="1"/>
          </p:cNvSpPr>
          <p:nvPr/>
        </p:nvSpPr>
        <p:spPr bwMode="auto">
          <a:xfrm flipH="1">
            <a:off x="5148263" y="3213100"/>
            <a:ext cx="57626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4" name="Line 26"/>
          <p:cNvSpPr>
            <a:spLocks noChangeShapeType="1"/>
          </p:cNvSpPr>
          <p:nvPr/>
        </p:nvSpPr>
        <p:spPr bwMode="auto">
          <a:xfrm>
            <a:off x="4211638" y="3213100"/>
            <a:ext cx="9366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395" name="Freeform 27"/>
          <p:cNvSpPr>
            <a:spLocks/>
          </p:cNvSpPr>
          <p:nvPr/>
        </p:nvSpPr>
        <p:spPr bwMode="auto">
          <a:xfrm>
            <a:off x="3419475" y="1773238"/>
            <a:ext cx="2376488" cy="2592387"/>
          </a:xfrm>
          <a:custGeom>
            <a:avLst/>
            <a:gdLst>
              <a:gd name="T0" fmla="*/ 2147483647 w 1497"/>
              <a:gd name="T1" fmla="*/ 0 h 1633"/>
              <a:gd name="T2" fmla="*/ 2147483647 w 1497"/>
              <a:gd name="T3" fmla="*/ 2147483647 h 1633"/>
              <a:gd name="T4" fmla="*/ 0 w 1497"/>
              <a:gd name="T5" fmla="*/ 2147483647 h 1633"/>
              <a:gd name="T6" fmla="*/ 0 60000 65536"/>
              <a:gd name="T7" fmla="*/ 0 60000 65536"/>
              <a:gd name="T8" fmla="*/ 0 60000 65536"/>
              <a:gd name="T9" fmla="*/ 0 w 1497"/>
              <a:gd name="T10" fmla="*/ 0 h 1633"/>
              <a:gd name="T11" fmla="*/ 1497 w 1497"/>
              <a:gd name="T12" fmla="*/ 1633 h 1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7" h="1633">
                <a:moveTo>
                  <a:pt x="1497" y="0"/>
                </a:moveTo>
                <a:cubicBezTo>
                  <a:pt x="1395" y="385"/>
                  <a:pt x="1293" y="771"/>
                  <a:pt x="1044" y="1043"/>
                </a:cubicBezTo>
                <a:cubicBezTo>
                  <a:pt x="795" y="1315"/>
                  <a:pt x="397" y="1474"/>
                  <a:pt x="0" y="163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6396" name="Object 28"/>
          <p:cNvGraphicFramePr>
            <a:graphicFrameLocks noChangeAspect="1"/>
          </p:cNvGraphicFramePr>
          <p:nvPr/>
        </p:nvGraphicFramePr>
        <p:xfrm>
          <a:off x="2268538" y="981075"/>
          <a:ext cx="47783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723" imgH="142830" progId="Equation.3">
                  <p:embed/>
                </p:oleObj>
              </mc:Choice>
              <mc:Fallback>
                <p:oleObj name="公式" r:id="rId2" imgW="66723" imgH="1428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981075"/>
                        <a:ext cx="47783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7" name="Object 29"/>
          <p:cNvGraphicFramePr>
            <a:graphicFrameLocks noChangeAspect="1"/>
          </p:cNvGraphicFramePr>
          <p:nvPr/>
        </p:nvGraphicFramePr>
        <p:xfrm>
          <a:off x="3952875" y="1052513"/>
          <a:ext cx="56356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632" imgH="142830" progId="Equation.3">
                  <p:embed/>
                </p:oleObj>
              </mc:Choice>
              <mc:Fallback>
                <p:oleObj name="公式" r:id="rId4" imgW="85632" imgH="1428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1052513"/>
                        <a:ext cx="56356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8" name="Object 30"/>
          <p:cNvGraphicFramePr>
            <a:graphicFrameLocks noChangeAspect="1"/>
          </p:cNvGraphicFramePr>
          <p:nvPr/>
        </p:nvGraphicFramePr>
        <p:xfrm>
          <a:off x="5846763" y="1104900"/>
          <a:ext cx="52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6177" imgH="152280" progId="Equation.3">
                  <p:embed/>
                </p:oleObj>
              </mc:Choice>
              <mc:Fallback>
                <p:oleObj name="公式" r:id="rId6" imgW="76177" imgH="1522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1104900"/>
                        <a:ext cx="52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9" name="Object 31"/>
          <p:cNvGraphicFramePr>
            <a:graphicFrameLocks noChangeAspect="1"/>
          </p:cNvGraphicFramePr>
          <p:nvPr/>
        </p:nvGraphicFramePr>
        <p:xfrm>
          <a:off x="2008188" y="2708275"/>
          <a:ext cx="5651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5632" imgH="142830" progId="Equation.3">
                  <p:embed/>
                </p:oleObj>
              </mc:Choice>
              <mc:Fallback>
                <p:oleObj name="公式" r:id="rId8" imgW="85632" imgH="14283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2708275"/>
                        <a:ext cx="5651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00" name="Object 32"/>
          <p:cNvGraphicFramePr>
            <a:graphicFrameLocks noChangeAspect="1"/>
          </p:cNvGraphicFramePr>
          <p:nvPr/>
        </p:nvGraphicFramePr>
        <p:xfrm>
          <a:off x="3686175" y="2401888"/>
          <a:ext cx="5222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6177" imgH="152280" progId="Equation.3">
                  <p:embed/>
                </p:oleObj>
              </mc:Choice>
              <mc:Fallback>
                <p:oleObj name="公式" r:id="rId10" imgW="76177" imgH="15228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2401888"/>
                        <a:ext cx="5222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01" name="Object 33"/>
          <p:cNvGraphicFramePr>
            <a:graphicFrameLocks noChangeAspect="1"/>
          </p:cNvGraphicFramePr>
          <p:nvPr/>
        </p:nvGraphicFramePr>
        <p:xfrm>
          <a:off x="5867400" y="2636838"/>
          <a:ext cx="565150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5632" imgH="152280" progId="Equation.3">
                  <p:embed/>
                </p:oleObj>
              </mc:Choice>
              <mc:Fallback>
                <p:oleObj name="公式" r:id="rId12" imgW="85632" imgH="15228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36838"/>
                        <a:ext cx="565150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02" name="Object 34"/>
          <p:cNvGraphicFramePr>
            <a:graphicFrameLocks noChangeAspect="1"/>
          </p:cNvGraphicFramePr>
          <p:nvPr/>
        </p:nvGraphicFramePr>
        <p:xfrm>
          <a:off x="2873375" y="4344988"/>
          <a:ext cx="565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85632" imgH="152280" progId="Equation.3">
                  <p:embed/>
                </p:oleObj>
              </mc:Choice>
              <mc:Fallback>
                <p:oleObj name="公式" r:id="rId14" imgW="85632" imgH="15228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344988"/>
                        <a:ext cx="565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03" name="Object 35"/>
          <p:cNvGraphicFramePr>
            <a:graphicFrameLocks noChangeAspect="1"/>
          </p:cNvGraphicFramePr>
          <p:nvPr/>
        </p:nvGraphicFramePr>
        <p:xfrm>
          <a:off x="5003800" y="4365625"/>
          <a:ext cx="5207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76177" imgH="152280" progId="Equation.3">
                  <p:embed/>
                </p:oleObj>
              </mc:Choice>
              <mc:Fallback>
                <p:oleObj name="公式" r:id="rId16" imgW="76177" imgH="15228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365625"/>
                        <a:ext cx="5207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04" name="Oval 36"/>
          <p:cNvSpPr>
            <a:spLocks noChangeArrowheads="1"/>
          </p:cNvSpPr>
          <p:nvPr/>
        </p:nvSpPr>
        <p:spPr bwMode="auto">
          <a:xfrm>
            <a:off x="4140200" y="314166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05" name="Oval 37"/>
          <p:cNvSpPr>
            <a:spLocks noChangeArrowheads="1"/>
          </p:cNvSpPr>
          <p:nvPr/>
        </p:nvSpPr>
        <p:spPr bwMode="auto">
          <a:xfrm>
            <a:off x="2555875" y="170021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06" name="Oval 38"/>
          <p:cNvSpPr>
            <a:spLocks noChangeArrowheads="1"/>
          </p:cNvSpPr>
          <p:nvPr/>
        </p:nvSpPr>
        <p:spPr bwMode="auto">
          <a:xfrm>
            <a:off x="5724525" y="1700213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07" name="Oval 39"/>
          <p:cNvSpPr>
            <a:spLocks noChangeArrowheads="1"/>
          </p:cNvSpPr>
          <p:nvPr/>
        </p:nvSpPr>
        <p:spPr bwMode="auto">
          <a:xfrm>
            <a:off x="2527300" y="3127375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08" name="Oval 40"/>
          <p:cNvSpPr>
            <a:spLocks noChangeArrowheads="1"/>
          </p:cNvSpPr>
          <p:nvPr/>
        </p:nvSpPr>
        <p:spPr bwMode="auto">
          <a:xfrm>
            <a:off x="5076825" y="4292600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09" name="Oval 41"/>
          <p:cNvSpPr>
            <a:spLocks noChangeArrowheads="1"/>
          </p:cNvSpPr>
          <p:nvPr/>
        </p:nvSpPr>
        <p:spPr bwMode="auto">
          <a:xfrm>
            <a:off x="4140200" y="1700213"/>
            <a:ext cx="144463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10" name="Oval 42"/>
          <p:cNvSpPr>
            <a:spLocks noChangeArrowheads="1"/>
          </p:cNvSpPr>
          <p:nvPr/>
        </p:nvSpPr>
        <p:spPr bwMode="auto">
          <a:xfrm>
            <a:off x="5724525" y="3140075"/>
            <a:ext cx="144463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11" name="Oval 43"/>
          <p:cNvSpPr>
            <a:spLocks noChangeArrowheads="1"/>
          </p:cNvSpPr>
          <p:nvPr/>
        </p:nvSpPr>
        <p:spPr bwMode="auto">
          <a:xfrm>
            <a:off x="3348038" y="4292600"/>
            <a:ext cx="144462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6412" name="Object 44"/>
          <p:cNvGraphicFramePr>
            <a:graphicFrameLocks noChangeAspect="1"/>
          </p:cNvGraphicFramePr>
          <p:nvPr/>
        </p:nvGraphicFramePr>
        <p:xfrm>
          <a:off x="3276600" y="5300663"/>
          <a:ext cx="1993900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04878" imgH="123930" progId="Equation.3">
                  <p:embed/>
                </p:oleObj>
              </mc:Choice>
              <mc:Fallback>
                <p:oleObj name="公式" r:id="rId18" imgW="504878" imgH="12393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00663"/>
                        <a:ext cx="1993900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6C6E41F-AE56-2B82-F2C0-68079A5F9BD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7504" y="217853"/>
            <a:ext cx="8928992" cy="5851525"/>
          </a:xfrm>
        </p:spPr>
        <p:txBody>
          <a:bodyPr/>
          <a:lstStyle/>
          <a:p>
            <a:r>
              <a:rPr lang="zh-CN" altLang="en-US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例题：</a:t>
            </a:r>
            <a:r>
              <a:rPr lang="zh-CN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通常两个通信基站在</a:t>
            </a:r>
            <a:r>
              <a:rPr lang="en-US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150</a:t>
            </a:r>
            <a:r>
              <a:rPr lang="zh-CN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英里范围内不能使用同一频段。你作为工程师</a:t>
            </a:r>
            <a:r>
              <a:rPr lang="zh-CN" altLang="en-US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需为</a:t>
            </a:r>
            <a:r>
              <a:rPr lang="zh-CN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单位部署六个基站</a:t>
            </a:r>
            <a:r>
              <a:rPr lang="zh-CN" altLang="en-US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频段</a:t>
            </a:r>
            <a:r>
              <a:rPr lang="zh-CN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，基站之间的距离关系如下表所示（单位英里），请</a:t>
            </a: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为冲突得情况建立图论的模型，并分析</a:t>
            </a:r>
            <a:r>
              <a:rPr lang="zh-CN" altLang="en-US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至少</a:t>
            </a:r>
            <a:r>
              <a:rPr lang="zh-CN" altLang="zh-CN" sz="2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需要使用多少个不同的频段</a:t>
            </a:r>
            <a:r>
              <a:rPr lang="en-US" altLang="zh-CN" sz="2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C17654-4BCD-881C-DACE-CE3C0075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57884"/>
            <a:ext cx="4680520" cy="345754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76DC4BA3-0024-D8FC-7B0D-B109970B94E5}"/>
              </a:ext>
            </a:extLst>
          </p:cNvPr>
          <p:cNvSpPr/>
          <p:nvPr/>
        </p:nvSpPr>
        <p:spPr>
          <a:xfrm>
            <a:off x="2195736" y="2605956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88F0E64-25A7-7EB7-DAB5-8AB469C913E0}"/>
              </a:ext>
            </a:extLst>
          </p:cNvPr>
          <p:cNvSpPr/>
          <p:nvPr/>
        </p:nvSpPr>
        <p:spPr>
          <a:xfrm>
            <a:off x="4048708" y="2605956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525F6D-7D74-6AF8-3B2D-91F7776A161D}"/>
              </a:ext>
            </a:extLst>
          </p:cNvPr>
          <p:cNvSpPr/>
          <p:nvPr/>
        </p:nvSpPr>
        <p:spPr>
          <a:xfrm>
            <a:off x="4644008" y="2605956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DCC0D7-6BBB-F00E-44BB-4A2DB419808F}"/>
              </a:ext>
            </a:extLst>
          </p:cNvPr>
          <p:cNvSpPr/>
          <p:nvPr/>
        </p:nvSpPr>
        <p:spPr>
          <a:xfrm>
            <a:off x="2843808" y="3025428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5677E84-2D42-5065-62FC-ECCAD2E8EDF0}"/>
              </a:ext>
            </a:extLst>
          </p:cNvPr>
          <p:cNvSpPr/>
          <p:nvPr/>
        </p:nvSpPr>
        <p:spPr>
          <a:xfrm>
            <a:off x="4051689" y="3025887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277733-2A5D-07B8-47EB-8D001650D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154" y="5054809"/>
            <a:ext cx="4035404" cy="1585338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340F071-9C6C-C5B8-ADB1-FB98CEEB1EB2}"/>
              </a:ext>
            </a:extLst>
          </p:cNvPr>
          <p:cNvSpPr/>
          <p:nvPr/>
        </p:nvSpPr>
        <p:spPr>
          <a:xfrm>
            <a:off x="3419872" y="3470052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DE2A02-DA5A-877F-987B-05EDA1F797EF}"/>
              </a:ext>
            </a:extLst>
          </p:cNvPr>
          <p:cNvSpPr/>
          <p:nvPr/>
        </p:nvSpPr>
        <p:spPr>
          <a:xfrm>
            <a:off x="4716016" y="4334148"/>
            <a:ext cx="504056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平面图的节点着色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平面图的节点着色与一般无向图的节点着色是相同的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平面图的面着色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可以转换为其对偶图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也是平面图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7-14(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五色定理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是简单平面图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Hint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的节点个数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归纳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1331913" y="3500438"/>
          <a:ext cx="17335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42967" imgH="123930" progId="Equation.3">
                  <p:embed/>
                </p:oleObj>
              </mc:Choice>
              <mc:Fallback>
                <p:oleObj name="公式" r:id="rId2" imgW="542967" imgH="123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00438"/>
                        <a:ext cx="17335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7.6.3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任意无向图的边着色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是任意无向图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的每条边涂上一种颜色且相邻的边出现不同的颜色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则称对该图的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边着色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(edge coloring),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所需颜色的最少种数称为边着色数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(edge-chromatic number).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图中的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两条边相邻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是指它们有公共的节点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AutoShape 2"/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>
                <a:ea typeface="楷体_GB2312" pitchFamily="49" charset="-122"/>
              </a:rPr>
              <a:t>小结与作业</a:t>
            </a:r>
          </a:p>
        </p:txBody>
      </p:sp>
      <p:grpSp>
        <p:nvGrpSpPr>
          <p:cNvPr id="194564" name="Group 4"/>
          <p:cNvGrpSpPr>
            <a:grpSpLocks/>
          </p:cNvGrpSpPr>
          <p:nvPr/>
        </p:nvGrpSpPr>
        <p:grpSpPr bwMode="auto">
          <a:xfrm>
            <a:off x="1331913" y="1773238"/>
            <a:ext cx="5181600" cy="508000"/>
            <a:chOff x="1419" y="1480"/>
            <a:chExt cx="3575" cy="363"/>
          </a:xfrm>
        </p:grpSpPr>
        <p:grpSp>
          <p:nvGrpSpPr>
            <p:cNvPr id="194587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378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378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平面图的面着色</a:t>
                </a:r>
              </a:p>
            </p:txBody>
          </p:sp>
        </p:grpSp>
        <p:sp>
          <p:nvSpPr>
            <p:cNvPr id="20378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94589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65" name="Group 10"/>
          <p:cNvGrpSpPr>
            <a:grpSpLocks/>
          </p:cNvGrpSpPr>
          <p:nvPr/>
        </p:nvGrpSpPr>
        <p:grpSpPr bwMode="auto">
          <a:xfrm>
            <a:off x="2124075" y="2997200"/>
            <a:ext cx="5181600" cy="508000"/>
            <a:chOff x="1419" y="1480"/>
            <a:chExt cx="3575" cy="363"/>
          </a:xfrm>
        </p:grpSpPr>
        <p:grpSp>
          <p:nvGrpSpPr>
            <p:cNvPr id="194582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378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378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任意图的节点着色</a:t>
                </a:r>
              </a:p>
            </p:txBody>
          </p:sp>
        </p:grpSp>
        <p:sp>
          <p:nvSpPr>
            <p:cNvPr id="20379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94584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66" name="Group 16"/>
          <p:cNvGrpSpPr>
            <a:grpSpLocks/>
          </p:cNvGrpSpPr>
          <p:nvPr/>
        </p:nvGrpSpPr>
        <p:grpSpPr bwMode="auto">
          <a:xfrm>
            <a:off x="2411413" y="4221163"/>
            <a:ext cx="5181600" cy="508000"/>
            <a:chOff x="1419" y="1480"/>
            <a:chExt cx="3575" cy="363"/>
          </a:xfrm>
        </p:grpSpPr>
        <p:grpSp>
          <p:nvGrpSpPr>
            <p:cNvPr id="194577" name="Group 17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03794" name="Oval 18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3795" name="AutoShape 19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任意图的边着色</a:t>
                </a:r>
              </a:p>
            </p:txBody>
          </p:sp>
        </p:grpSp>
        <p:sp>
          <p:nvSpPr>
            <p:cNvPr id="203796" name="Oval 20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194579" name="Oval 21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567" name="AutoShape 22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/>
            <a:endParaRPr kumimoji="1" lang="zh-CN" altLang="zh-CN" sz="2400" b="1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194569" name="Group 24"/>
          <p:cNvGrpSpPr>
            <a:grpSpLocks/>
          </p:cNvGrpSpPr>
          <p:nvPr/>
        </p:nvGrpSpPr>
        <p:grpSpPr bwMode="auto">
          <a:xfrm>
            <a:off x="1331913" y="5321300"/>
            <a:ext cx="5380037" cy="665163"/>
            <a:chOff x="1152" y="2845"/>
            <a:chExt cx="3408" cy="419"/>
          </a:xfrm>
        </p:grpSpPr>
        <p:grpSp>
          <p:nvGrpSpPr>
            <p:cNvPr id="194570" name="Group 25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194574" name="AutoShape 26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75" name="AutoShape 27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804" name="AutoShape 28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94571" name="Line 29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2" name="Text Box 30"/>
            <p:cNvSpPr txBox="1">
              <a:spLocks noChangeArrowheads="1"/>
            </p:cNvSpPr>
            <p:nvPr/>
          </p:nvSpPr>
          <p:spPr bwMode="auto">
            <a:xfrm>
              <a:off x="2112" y="2862"/>
              <a:ext cx="14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2800" b="1" dirty="0">
                  <a:latin typeface="Times New Roman" pitchFamily="18" charset="0"/>
                </a:rPr>
                <a:t>习题</a:t>
              </a:r>
              <a:r>
                <a:rPr lang="en-US" altLang="zh-CN" sz="2800" b="1" dirty="0">
                  <a:latin typeface="Times New Roman" pitchFamily="18" charset="0"/>
                </a:rPr>
                <a:t>7.6  </a:t>
              </a:r>
              <a:r>
                <a:rPr lang="zh-Hans" altLang="en-US" sz="2800" b="1" dirty="0">
                  <a:latin typeface="Times New Roman" pitchFamily="18" charset="0"/>
                </a:rPr>
                <a:t>      </a:t>
              </a:r>
              <a:r>
                <a:rPr lang="en-US" altLang="zh-CN" sz="2800" b="1" dirty="0">
                  <a:latin typeface="Times New Roman" pitchFamily="18" charset="0"/>
                </a:rPr>
                <a:t> 7</a:t>
              </a:r>
              <a:endParaRPr lang="en-US" altLang="zh-CN" sz="2800" b="1" dirty="0">
                <a:latin typeface="+mj-ea"/>
                <a:ea typeface="+mj-ea"/>
              </a:endParaRPr>
            </a:p>
          </p:txBody>
        </p:sp>
        <p:sp>
          <p:nvSpPr>
            <p:cNvPr id="194573" name="Text Box 31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</a:rPr>
                <a:t>作业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557338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第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章  几类特殊的图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141663"/>
            <a:ext cx="6400800" cy="1079500"/>
          </a:xfrm>
        </p:spPr>
        <p:txBody>
          <a:bodyPr/>
          <a:lstStyle/>
          <a:p>
            <a:pPr eaLnBrk="1" hangingPunct="1"/>
            <a:r>
              <a:rPr lang="en-US" altLang="zh-CN" sz="3600" b="1">
                <a:latin typeface="Times New Roman" pitchFamily="18" charset="0"/>
                <a:ea typeface="楷体_GB2312" pitchFamily="49" charset="-122"/>
              </a:rPr>
              <a:t>7.7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二部图及其匹配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4800" b="1">
                <a:latin typeface="Times New Roman" pitchFamily="18" charset="0"/>
                <a:ea typeface="楷体_GB2312" pitchFamily="49" charset="-122"/>
              </a:rPr>
              <a:t>7.7 </a:t>
            </a:r>
            <a:r>
              <a:rPr lang="en-US" altLang="zh-CN" b="1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二部图及其匹配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196612" name="Group 4"/>
          <p:cNvGrpSpPr>
            <a:grpSpLocks/>
          </p:cNvGrpSpPr>
          <p:nvPr/>
        </p:nvGrpSpPr>
        <p:grpSpPr bwMode="auto">
          <a:xfrm>
            <a:off x="1042988" y="1844675"/>
            <a:ext cx="5410200" cy="712788"/>
            <a:chOff x="1152" y="1101"/>
            <a:chExt cx="3408" cy="449"/>
          </a:xfrm>
        </p:grpSpPr>
        <p:grpSp>
          <p:nvGrpSpPr>
            <p:cNvPr id="196622" name="Group 5"/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196626" name="AutoShape 6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627" name="AutoShape 7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32" name="AutoShape 8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96623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24" name="Text Box 10"/>
            <p:cNvSpPr txBox="1">
              <a:spLocks noChangeArrowheads="1"/>
            </p:cNvSpPr>
            <p:nvPr/>
          </p:nvSpPr>
          <p:spPr bwMode="auto">
            <a:xfrm>
              <a:off x="2112" y="1101"/>
              <a:ext cx="8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二部图</a:t>
              </a:r>
            </a:p>
          </p:txBody>
        </p:sp>
        <p:sp>
          <p:nvSpPr>
            <p:cNvPr id="196625" name="Text Box 11"/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96613" name="Group 12"/>
          <p:cNvGrpSpPr>
            <a:grpSpLocks/>
          </p:cNvGrpSpPr>
          <p:nvPr/>
        </p:nvGrpSpPr>
        <p:grpSpPr bwMode="auto">
          <a:xfrm>
            <a:off x="1042988" y="3500438"/>
            <a:ext cx="5410200" cy="712787"/>
            <a:chOff x="1152" y="1677"/>
            <a:chExt cx="3408" cy="449"/>
          </a:xfrm>
        </p:grpSpPr>
        <p:grpSp>
          <p:nvGrpSpPr>
            <p:cNvPr id="196615" name="Group 13"/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196619" name="AutoShape 14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620" name="AutoShape 15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840" name="AutoShape 16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196616" name="Line 17"/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17" name="Text Box 18"/>
            <p:cNvSpPr txBox="1">
              <a:spLocks noChangeArrowheads="1"/>
            </p:cNvSpPr>
            <p:nvPr/>
          </p:nvSpPr>
          <p:spPr bwMode="auto">
            <a:xfrm>
              <a:off x="2112" y="1677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3200" b="1">
                  <a:latin typeface="Times New Roman" pitchFamily="18" charset="0"/>
                  <a:ea typeface="楷体_GB2312" pitchFamily="49" charset="-122"/>
                </a:rPr>
                <a:t>匹配</a:t>
              </a:r>
            </a:p>
          </p:txBody>
        </p:sp>
        <p:sp>
          <p:nvSpPr>
            <p:cNvPr id="196618" name="Text Box 19"/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900113" y="1557338"/>
            <a:ext cx="6119812" cy="33115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Times New Roman" pitchFamily="18" charset="0"/>
              </a:rPr>
              <a:t>7.7  </a:t>
            </a:r>
            <a:r>
              <a:rPr lang="zh-CN" altLang="en-US" b="1">
                <a:latin typeface="Times New Roman" pitchFamily="18" charset="0"/>
                <a:ea typeface="楷体_GB2312" pitchFamily="49" charset="-122"/>
              </a:rPr>
              <a:t>二部图及其匹配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在诸如人员分配、资源分配等问题的讨论中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经常涉及到二部图及其匹配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本节仅对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简单无向图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进行讨论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7.7.1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二部图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Definition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对于简单无向图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可将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划分为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任意边关联的两个节点中一个在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二部图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98659" name="Oval 3"/>
          <p:cNvSpPr>
            <a:spLocks noChangeArrowheads="1"/>
          </p:cNvSpPr>
          <p:nvPr/>
        </p:nvSpPr>
        <p:spPr bwMode="auto">
          <a:xfrm>
            <a:off x="730734" y="1143276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0" name="Oval 4"/>
          <p:cNvSpPr>
            <a:spLocks noChangeArrowheads="1"/>
          </p:cNvSpPr>
          <p:nvPr/>
        </p:nvSpPr>
        <p:spPr bwMode="auto">
          <a:xfrm>
            <a:off x="1449871" y="114327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1" name="Oval 5"/>
          <p:cNvSpPr>
            <a:spLocks noChangeArrowheads="1"/>
          </p:cNvSpPr>
          <p:nvPr/>
        </p:nvSpPr>
        <p:spPr bwMode="auto">
          <a:xfrm>
            <a:off x="2242034" y="1143276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2" name="Oval 6"/>
          <p:cNvSpPr>
            <a:spLocks noChangeArrowheads="1"/>
          </p:cNvSpPr>
          <p:nvPr/>
        </p:nvSpPr>
        <p:spPr bwMode="auto">
          <a:xfrm>
            <a:off x="3547838" y="20844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3" name="Oval 7"/>
          <p:cNvSpPr>
            <a:spLocks noChangeArrowheads="1"/>
          </p:cNvSpPr>
          <p:nvPr/>
        </p:nvSpPr>
        <p:spPr bwMode="auto">
          <a:xfrm>
            <a:off x="3754921" y="114327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4" name="Oval 8"/>
          <p:cNvSpPr>
            <a:spLocks noChangeArrowheads="1"/>
          </p:cNvSpPr>
          <p:nvPr/>
        </p:nvSpPr>
        <p:spPr bwMode="auto">
          <a:xfrm>
            <a:off x="1233971" y="243867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5" name="Oval 9"/>
          <p:cNvSpPr>
            <a:spLocks noChangeArrowheads="1"/>
          </p:cNvSpPr>
          <p:nvPr/>
        </p:nvSpPr>
        <p:spPr bwMode="auto">
          <a:xfrm>
            <a:off x="2242034" y="2440264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6" name="Oval 10"/>
          <p:cNvSpPr>
            <a:spLocks noChangeArrowheads="1"/>
          </p:cNvSpPr>
          <p:nvPr/>
        </p:nvSpPr>
        <p:spPr bwMode="auto">
          <a:xfrm>
            <a:off x="3052340" y="36302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4" name="Line 18"/>
          <p:cNvSpPr>
            <a:spLocks noChangeShapeType="1"/>
          </p:cNvSpPr>
          <p:nvPr/>
        </p:nvSpPr>
        <p:spPr bwMode="auto">
          <a:xfrm>
            <a:off x="802171" y="1214714"/>
            <a:ext cx="1512888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5" name="Line 19"/>
          <p:cNvSpPr>
            <a:spLocks noChangeShapeType="1"/>
          </p:cNvSpPr>
          <p:nvPr/>
        </p:nvSpPr>
        <p:spPr bwMode="auto">
          <a:xfrm flipH="1">
            <a:off x="1306996" y="1287739"/>
            <a:ext cx="2159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6" name="Line 20"/>
          <p:cNvSpPr>
            <a:spLocks noChangeShapeType="1"/>
          </p:cNvSpPr>
          <p:nvPr/>
        </p:nvSpPr>
        <p:spPr bwMode="auto">
          <a:xfrm flipV="1">
            <a:off x="2315059" y="422551"/>
            <a:ext cx="790574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7" name="Line 21"/>
          <p:cNvSpPr>
            <a:spLocks noChangeShapeType="1"/>
          </p:cNvSpPr>
          <p:nvPr/>
        </p:nvSpPr>
        <p:spPr bwMode="auto">
          <a:xfrm flipH="1" flipV="1">
            <a:off x="3143733" y="436840"/>
            <a:ext cx="682626" cy="850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8" name="Line 22"/>
          <p:cNvSpPr>
            <a:spLocks noChangeShapeType="1"/>
          </p:cNvSpPr>
          <p:nvPr/>
        </p:nvSpPr>
        <p:spPr bwMode="auto">
          <a:xfrm flipV="1">
            <a:off x="2315059" y="1214714"/>
            <a:ext cx="1584325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9" name="Line 23"/>
          <p:cNvSpPr>
            <a:spLocks noChangeShapeType="1"/>
          </p:cNvSpPr>
          <p:nvPr/>
        </p:nvSpPr>
        <p:spPr bwMode="auto">
          <a:xfrm flipV="1">
            <a:off x="2315059" y="2202138"/>
            <a:ext cx="1268718" cy="309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8692" name="Object 36"/>
          <p:cNvGraphicFramePr>
            <a:graphicFrameLocks noChangeAspect="1"/>
          </p:cNvGraphicFramePr>
          <p:nvPr/>
        </p:nvGraphicFramePr>
        <p:xfrm>
          <a:off x="586271" y="567014"/>
          <a:ext cx="3889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19869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71" y="567014"/>
                        <a:ext cx="3889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3" name="Object 37"/>
          <p:cNvGraphicFramePr>
            <a:graphicFrameLocks noChangeAspect="1"/>
          </p:cNvGraphicFramePr>
          <p:nvPr/>
        </p:nvGraphicFramePr>
        <p:xfrm>
          <a:off x="1343509" y="567014"/>
          <a:ext cx="4587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632" imgH="142830" progId="Equation.3">
                  <p:embed/>
                </p:oleObj>
              </mc:Choice>
              <mc:Fallback>
                <p:oleObj name="Equation" r:id="rId4" imgW="85632" imgH="142830" progId="Equation.3">
                  <p:embed/>
                  <p:pic>
                    <p:nvPicPr>
                      <p:cNvPr id="19869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509" y="567014"/>
                        <a:ext cx="4587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4" name="Object 38"/>
          <p:cNvGraphicFramePr>
            <a:graphicFrameLocks noChangeAspect="1"/>
          </p:cNvGraphicFramePr>
          <p:nvPr/>
        </p:nvGraphicFramePr>
        <p:xfrm>
          <a:off x="2224571" y="620989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7" imgH="152280" progId="Equation.3">
                  <p:embed/>
                </p:oleObj>
              </mc:Choice>
              <mc:Fallback>
                <p:oleObj name="Equation" r:id="rId6" imgW="76177" imgH="152280" progId="Equation.3">
                  <p:embed/>
                  <p:pic>
                    <p:nvPicPr>
                      <p:cNvPr id="1986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571" y="620989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5" name="Object 39"/>
          <p:cNvGraphicFramePr>
            <a:graphicFrameLocks noChangeAspect="1"/>
          </p:cNvGraphicFramePr>
          <p:nvPr/>
        </p:nvGraphicFramePr>
        <p:xfrm>
          <a:off x="3712364" y="1863207"/>
          <a:ext cx="4603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632" imgH="142830" progId="Equation.3">
                  <p:embed/>
                </p:oleObj>
              </mc:Choice>
              <mc:Fallback>
                <p:oleObj name="Equation" r:id="rId8" imgW="85632" imgH="142830" progId="Equation.3">
                  <p:embed/>
                  <p:pic>
                    <p:nvPicPr>
                      <p:cNvPr id="19869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364" y="1863207"/>
                        <a:ext cx="4603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6" name="Object 40"/>
          <p:cNvGraphicFramePr>
            <a:graphicFrameLocks noChangeAspect="1"/>
          </p:cNvGraphicFramePr>
          <p:nvPr/>
        </p:nvGraphicFramePr>
        <p:xfrm>
          <a:off x="3808896" y="620989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7" imgH="152280" progId="Equation.3">
                  <p:embed/>
                </p:oleObj>
              </mc:Choice>
              <mc:Fallback>
                <p:oleObj name="Equation" r:id="rId10" imgW="76177" imgH="152280" progId="Equation.3">
                  <p:embed/>
                  <p:pic>
                    <p:nvPicPr>
                      <p:cNvPr id="19869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896" y="620989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7" name="Object 41"/>
          <p:cNvGraphicFramePr>
            <a:graphicFrameLocks noChangeAspect="1"/>
          </p:cNvGraphicFramePr>
          <p:nvPr/>
        </p:nvGraphicFramePr>
        <p:xfrm>
          <a:off x="991389" y="2462489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632" imgH="152280" progId="Equation.3">
                  <p:embed/>
                </p:oleObj>
              </mc:Choice>
              <mc:Fallback>
                <p:oleObj name="Equation" r:id="rId12" imgW="85632" imgH="152280" progId="Equation.3">
                  <p:embed/>
                  <p:pic>
                    <p:nvPicPr>
                      <p:cNvPr id="198697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1389" y="2462489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8" name="Object 42"/>
          <p:cNvGraphicFramePr>
            <a:graphicFrameLocks noChangeAspect="1"/>
          </p:cNvGraphicFramePr>
          <p:nvPr/>
        </p:nvGraphicFramePr>
        <p:xfrm>
          <a:off x="2084077" y="2492896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632" imgH="152280" progId="Equation.3">
                  <p:embed/>
                </p:oleObj>
              </mc:Choice>
              <mc:Fallback>
                <p:oleObj name="Equation" r:id="rId14" imgW="85632" imgH="152280" progId="Equation.3">
                  <p:embed/>
                  <p:pic>
                    <p:nvPicPr>
                      <p:cNvPr id="198698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077" y="2492896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9" name="Object 43"/>
          <p:cNvGraphicFramePr>
            <a:graphicFrameLocks noChangeAspect="1"/>
          </p:cNvGraphicFramePr>
          <p:nvPr/>
        </p:nvGraphicFramePr>
        <p:xfrm>
          <a:off x="3159915" y="-9247"/>
          <a:ext cx="4238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7" imgH="152280" progId="Equation.3">
                  <p:embed/>
                </p:oleObj>
              </mc:Choice>
              <mc:Fallback>
                <p:oleObj name="Equation" r:id="rId16" imgW="76177" imgH="152280" progId="Equation.3">
                  <p:embed/>
                  <p:pic>
                    <p:nvPicPr>
                      <p:cNvPr id="19869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915" y="-9247"/>
                        <a:ext cx="4238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1" name="Object 45"/>
          <p:cNvGraphicFramePr>
            <a:graphicFrameLocks noChangeAspect="1"/>
          </p:cNvGraphicFramePr>
          <p:nvPr/>
        </p:nvGraphicFramePr>
        <p:xfrm>
          <a:off x="5579491" y="3762832"/>
          <a:ext cx="3641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28835" imgH="152280" progId="Equation.3">
                  <p:embed/>
                </p:oleObj>
              </mc:Choice>
              <mc:Fallback>
                <p:oleObj name="Equation" r:id="rId18" imgW="1228835" imgH="152280" progId="Equation.3">
                  <p:embed/>
                  <p:pic>
                    <p:nvPicPr>
                      <p:cNvPr id="198701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491" y="3762832"/>
                        <a:ext cx="3641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2" name="Object 46"/>
          <p:cNvGraphicFramePr>
            <a:graphicFrameLocks noChangeAspect="1"/>
          </p:cNvGraphicFramePr>
          <p:nvPr/>
        </p:nvGraphicFramePr>
        <p:xfrm>
          <a:off x="5625872" y="4690725"/>
          <a:ext cx="27225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04945" imgH="152280" progId="Equation.DSMT4">
                  <p:embed/>
                </p:oleObj>
              </mc:Choice>
              <mc:Fallback>
                <p:oleObj name="Equation" r:id="rId20" imgW="904945" imgH="152280" progId="Equation.DSMT4">
                  <p:embed/>
                  <p:pic>
                    <p:nvPicPr>
                      <p:cNvPr id="198702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5872" y="4690725"/>
                        <a:ext cx="27225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3">
            <a:extLst>
              <a:ext uri="{FF2B5EF4-FFF2-40B4-BE49-F238E27FC236}">
                <a16:creationId xmlns:a16="http://schemas.microsoft.com/office/drawing/2014/main" id="{A22617A9-56A9-CAF3-3DF8-24FAC545E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479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8FE70359-0026-1CF8-70AA-55EA984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616" y="9810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CE8058B3-BEBA-96EA-77D1-33C1F70A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7779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14831CB6-1A6E-E0E2-D8FA-CA6D30AB1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8504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728A51FE-0831-F830-A157-56022E8C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0666" y="9810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DE5506BB-9508-D4D8-451B-835ACE466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716" y="22764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7F9EE1A4-673F-FD79-7272-F1389D910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7779" y="22780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841F4305-DB54-0BB1-A1D6-655384150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2966" y="2349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8">
            <a:extLst>
              <a:ext uri="{FF2B5EF4-FFF2-40B4-BE49-F238E27FC236}">
                <a16:creationId xmlns:a16="http://schemas.microsoft.com/office/drawing/2014/main" id="{B56742A0-B235-378D-F1AF-33EA58C57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7916" y="1052513"/>
            <a:ext cx="1512888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9">
            <a:extLst>
              <a:ext uri="{FF2B5EF4-FFF2-40B4-BE49-F238E27FC236}">
                <a16:creationId xmlns:a16="http://schemas.microsoft.com/office/drawing/2014/main" id="{54271AC0-DAAE-1EEF-0620-4AAE515DFC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2741" y="1125538"/>
            <a:ext cx="2159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EF1DD9B5-EFBC-D3B1-4C14-E75E585C5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0804" y="1052513"/>
            <a:ext cx="8636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5AB463DA-D8EA-55EB-0799-BB8BC052FA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4404" y="1125538"/>
            <a:ext cx="647700" cy="136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D06E553B-9207-8E22-23A9-C6450DD49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0804" y="1052513"/>
            <a:ext cx="1584325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5838F4AB-85E5-4AE4-D704-54813BDB2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0804" y="1052513"/>
            <a:ext cx="719137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" name="Object 36">
            <a:extLst>
              <a:ext uri="{FF2B5EF4-FFF2-40B4-BE49-F238E27FC236}">
                <a16:creationId xmlns:a16="http://schemas.microsoft.com/office/drawing/2014/main" id="{706964B6-0390-AED4-4BC4-4E9643299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2016" y="404813"/>
          <a:ext cx="3889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16" name="Object 36">
                        <a:extLst>
                          <a:ext uri="{FF2B5EF4-FFF2-40B4-BE49-F238E27FC236}">
                            <a16:creationId xmlns:a16="http://schemas.microsoft.com/office/drawing/2014/main" id="{706964B6-0390-AED4-4BC4-4E9643299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016" y="404813"/>
                        <a:ext cx="3889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7">
            <a:extLst>
              <a:ext uri="{FF2B5EF4-FFF2-40B4-BE49-F238E27FC236}">
                <a16:creationId xmlns:a16="http://schemas.microsoft.com/office/drawing/2014/main" id="{78AC33EA-C0B5-246F-50ED-F0EDA7E7B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9254" y="404813"/>
          <a:ext cx="4587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632" imgH="142830" progId="Equation.3">
                  <p:embed/>
                </p:oleObj>
              </mc:Choice>
              <mc:Fallback>
                <p:oleObj name="Equation" r:id="rId4" imgW="85632" imgH="142830" progId="Equation.3">
                  <p:embed/>
                  <p:pic>
                    <p:nvPicPr>
                      <p:cNvPr id="17" name="Object 37">
                        <a:extLst>
                          <a:ext uri="{FF2B5EF4-FFF2-40B4-BE49-F238E27FC236}">
                            <a16:creationId xmlns:a16="http://schemas.microsoft.com/office/drawing/2014/main" id="{78AC33EA-C0B5-246F-50ED-F0EDA7E7B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254" y="404813"/>
                        <a:ext cx="4587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8">
            <a:extLst>
              <a:ext uri="{FF2B5EF4-FFF2-40B4-BE49-F238E27FC236}">
                <a16:creationId xmlns:a16="http://schemas.microsoft.com/office/drawing/2014/main" id="{D55B12C9-5CE0-C4BB-9690-29DB2D184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00316" y="458788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7" imgH="152280" progId="Equation.3">
                  <p:embed/>
                </p:oleObj>
              </mc:Choice>
              <mc:Fallback>
                <p:oleObj name="Equation" r:id="rId6" imgW="76177" imgH="152280" progId="Equation.3">
                  <p:embed/>
                  <p:pic>
                    <p:nvPicPr>
                      <p:cNvPr id="18" name="Object 38">
                        <a:extLst>
                          <a:ext uri="{FF2B5EF4-FFF2-40B4-BE49-F238E27FC236}">
                            <a16:creationId xmlns:a16="http://schemas.microsoft.com/office/drawing/2014/main" id="{D55B12C9-5CE0-C4BB-9690-29DB2D184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316" y="458788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9">
            <a:extLst>
              <a:ext uri="{FF2B5EF4-FFF2-40B4-BE49-F238E27FC236}">
                <a16:creationId xmlns:a16="http://schemas.microsoft.com/office/drawing/2014/main" id="{4B6D0FA5-577B-CA07-90F8-A8031CEA9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5016" y="476250"/>
          <a:ext cx="4603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632" imgH="142830" progId="Equation.3">
                  <p:embed/>
                </p:oleObj>
              </mc:Choice>
              <mc:Fallback>
                <p:oleObj name="Equation" r:id="rId8" imgW="85632" imgH="142830" progId="Equation.3">
                  <p:embed/>
                  <p:pic>
                    <p:nvPicPr>
                      <p:cNvPr id="19" name="Object 39">
                        <a:extLst>
                          <a:ext uri="{FF2B5EF4-FFF2-40B4-BE49-F238E27FC236}">
                            <a16:creationId xmlns:a16="http://schemas.microsoft.com/office/drawing/2014/main" id="{4B6D0FA5-577B-CA07-90F8-A8031CEA9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016" y="476250"/>
                        <a:ext cx="4603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0">
            <a:extLst>
              <a:ext uri="{FF2B5EF4-FFF2-40B4-BE49-F238E27FC236}">
                <a16:creationId xmlns:a16="http://schemas.microsoft.com/office/drawing/2014/main" id="{0E63845B-1D71-6209-9970-BEE8EEB36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4641" y="458788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7" imgH="152280" progId="Equation.3">
                  <p:embed/>
                </p:oleObj>
              </mc:Choice>
              <mc:Fallback>
                <p:oleObj name="Equation" r:id="rId10" imgW="76177" imgH="152280" progId="Equation.3">
                  <p:embed/>
                  <p:pic>
                    <p:nvPicPr>
                      <p:cNvPr id="20" name="Object 40">
                        <a:extLst>
                          <a:ext uri="{FF2B5EF4-FFF2-40B4-BE49-F238E27FC236}">
                            <a16:creationId xmlns:a16="http://schemas.microsoft.com/office/drawing/2014/main" id="{0E63845B-1D71-6209-9970-BEE8EEB36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4641" y="458788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1">
            <a:extLst>
              <a:ext uri="{FF2B5EF4-FFF2-40B4-BE49-F238E27FC236}">
                <a16:creationId xmlns:a16="http://schemas.microsoft.com/office/drawing/2014/main" id="{9055A614-8190-3E5C-E678-4B8F0F769D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8891" y="2276872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632" imgH="152280" progId="Equation.3">
                  <p:embed/>
                </p:oleObj>
              </mc:Choice>
              <mc:Fallback>
                <p:oleObj name="Equation" r:id="rId12" imgW="85632" imgH="152280" progId="Equation.3">
                  <p:embed/>
                  <p:pic>
                    <p:nvPicPr>
                      <p:cNvPr id="21" name="Object 41">
                        <a:extLst>
                          <a:ext uri="{FF2B5EF4-FFF2-40B4-BE49-F238E27FC236}">
                            <a16:creationId xmlns:a16="http://schemas.microsoft.com/office/drawing/2014/main" id="{9055A614-8190-3E5C-E678-4B8F0F769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891" y="2276872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2">
            <a:extLst>
              <a:ext uri="{FF2B5EF4-FFF2-40B4-BE49-F238E27FC236}">
                <a16:creationId xmlns:a16="http://schemas.microsoft.com/office/drawing/2014/main" id="{4781BF26-E157-02B9-1F29-EE2978D42F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9979" y="2276872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632" imgH="152280" progId="Equation.3">
                  <p:embed/>
                </p:oleObj>
              </mc:Choice>
              <mc:Fallback>
                <p:oleObj name="Equation" r:id="rId14" imgW="85632" imgH="152280" progId="Equation.3">
                  <p:embed/>
                  <p:pic>
                    <p:nvPicPr>
                      <p:cNvPr id="22" name="Object 42">
                        <a:extLst>
                          <a:ext uri="{FF2B5EF4-FFF2-40B4-BE49-F238E27FC236}">
                            <a16:creationId xmlns:a16="http://schemas.microsoft.com/office/drawing/2014/main" id="{4781BF26-E157-02B9-1F29-EE2978D42F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979" y="2276872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3">
            <a:extLst>
              <a:ext uri="{FF2B5EF4-FFF2-40B4-BE49-F238E27FC236}">
                <a16:creationId xmlns:a16="http://schemas.microsoft.com/office/drawing/2014/main" id="{30F39F9A-5B5E-59F8-0296-0BBA2CA8E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92479" y="2348880"/>
          <a:ext cx="4238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7" imgH="152280" progId="Equation.3">
                  <p:embed/>
                </p:oleObj>
              </mc:Choice>
              <mc:Fallback>
                <p:oleObj name="Equation" r:id="rId16" imgW="76177" imgH="152280" progId="Equation.3">
                  <p:embed/>
                  <p:pic>
                    <p:nvPicPr>
                      <p:cNvPr id="23" name="Object 43">
                        <a:extLst>
                          <a:ext uri="{FF2B5EF4-FFF2-40B4-BE49-F238E27FC236}">
                            <a16:creationId xmlns:a16="http://schemas.microsoft.com/office/drawing/2014/main" id="{30F39F9A-5B5E-59F8-0296-0BBA2CA8E6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479" y="2348880"/>
                        <a:ext cx="4238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6B71829-6536-6E66-2B62-ABCF1CAA4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769976"/>
          <a:ext cx="49228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90640" imgH="228600" progId="Equation.DSMT4">
                  <p:embed/>
                </p:oleObj>
              </mc:Choice>
              <mc:Fallback>
                <p:oleObj name="Equation" r:id="rId22" imgW="1790640" imgH="228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C6B71829-6536-6E66-2B62-ABCF1CAA4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0" y="3769976"/>
                        <a:ext cx="4922838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686919B-B649-4632-89D8-9B29C3200A3F}"/>
              </a:ext>
            </a:extLst>
          </p:cNvPr>
          <p:cNvCxnSpPr>
            <a:cxnSpLocks/>
          </p:cNvCxnSpPr>
          <p:nvPr/>
        </p:nvCxnSpPr>
        <p:spPr>
          <a:xfrm>
            <a:off x="4922838" y="377258"/>
            <a:ext cx="0" cy="5851525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箭头: 右 26">
            <a:extLst>
              <a:ext uri="{FF2B5EF4-FFF2-40B4-BE49-F238E27FC236}">
                <a16:creationId xmlns:a16="http://schemas.microsoft.com/office/drawing/2014/main" id="{BC5FCE12-9E0C-F7B0-B539-6AAF2C8C81D5}"/>
              </a:ext>
            </a:extLst>
          </p:cNvPr>
          <p:cNvSpPr/>
          <p:nvPr/>
        </p:nvSpPr>
        <p:spPr>
          <a:xfrm>
            <a:off x="4522615" y="1552256"/>
            <a:ext cx="816632" cy="2880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198659" name="Oval 3"/>
          <p:cNvSpPr>
            <a:spLocks noChangeArrowheads="1"/>
          </p:cNvSpPr>
          <p:nvPr/>
        </p:nvSpPr>
        <p:spPr bwMode="auto">
          <a:xfrm>
            <a:off x="1331913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0" name="Oval 4"/>
          <p:cNvSpPr>
            <a:spLocks noChangeArrowheads="1"/>
          </p:cNvSpPr>
          <p:nvPr/>
        </p:nvSpPr>
        <p:spPr bwMode="auto">
          <a:xfrm>
            <a:off x="2051050" y="9810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1" name="Oval 5"/>
          <p:cNvSpPr>
            <a:spLocks noChangeArrowheads="1"/>
          </p:cNvSpPr>
          <p:nvPr/>
        </p:nvSpPr>
        <p:spPr bwMode="auto">
          <a:xfrm>
            <a:off x="2843213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2" name="Oval 6"/>
          <p:cNvSpPr>
            <a:spLocks noChangeArrowheads="1"/>
          </p:cNvSpPr>
          <p:nvPr/>
        </p:nvSpPr>
        <p:spPr bwMode="auto">
          <a:xfrm>
            <a:off x="3563938" y="981075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3" name="Oval 7"/>
          <p:cNvSpPr>
            <a:spLocks noChangeArrowheads="1"/>
          </p:cNvSpPr>
          <p:nvPr/>
        </p:nvSpPr>
        <p:spPr bwMode="auto">
          <a:xfrm>
            <a:off x="4356100" y="9810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4" name="Oval 8"/>
          <p:cNvSpPr>
            <a:spLocks noChangeArrowheads="1"/>
          </p:cNvSpPr>
          <p:nvPr/>
        </p:nvSpPr>
        <p:spPr bwMode="auto">
          <a:xfrm>
            <a:off x="1835150" y="227647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5" name="Oval 9"/>
          <p:cNvSpPr>
            <a:spLocks noChangeArrowheads="1"/>
          </p:cNvSpPr>
          <p:nvPr/>
        </p:nvSpPr>
        <p:spPr bwMode="auto">
          <a:xfrm>
            <a:off x="2843213" y="2278063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6" name="Oval 10"/>
          <p:cNvSpPr>
            <a:spLocks noChangeArrowheads="1"/>
          </p:cNvSpPr>
          <p:nvPr/>
        </p:nvSpPr>
        <p:spPr bwMode="auto">
          <a:xfrm>
            <a:off x="3708400" y="2349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7" name="Oval 11"/>
          <p:cNvSpPr>
            <a:spLocks noChangeArrowheads="1"/>
          </p:cNvSpPr>
          <p:nvPr/>
        </p:nvSpPr>
        <p:spPr bwMode="auto">
          <a:xfrm>
            <a:off x="5940425" y="10525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8" name="Oval 12"/>
          <p:cNvSpPr>
            <a:spLocks noChangeArrowheads="1"/>
          </p:cNvSpPr>
          <p:nvPr/>
        </p:nvSpPr>
        <p:spPr bwMode="auto">
          <a:xfrm>
            <a:off x="6804025" y="10525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9" name="Oval 13"/>
          <p:cNvSpPr>
            <a:spLocks noChangeArrowheads="1"/>
          </p:cNvSpPr>
          <p:nvPr/>
        </p:nvSpPr>
        <p:spPr bwMode="auto">
          <a:xfrm>
            <a:off x="7740650" y="1052513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0" name="Oval 14"/>
          <p:cNvSpPr>
            <a:spLocks noChangeArrowheads="1"/>
          </p:cNvSpPr>
          <p:nvPr/>
        </p:nvSpPr>
        <p:spPr bwMode="auto">
          <a:xfrm>
            <a:off x="5651500" y="2349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1" name="Oval 15"/>
          <p:cNvSpPr>
            <a:spLocks noChangeArrowheads="1"/>
          </p:cNvSpPr>
          <p:nvPr/>
        </p:nvSpPr>
        <p:spPr bwMode="auto">
          <a:xfrm>
            <a:off x="6516688" y="23495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2" name="Oval 16"/>
          <p:cNvSpPr>
            <a:spLocks noChangeArrowheads="1"/>
          </p:cNvSpPr>
          <p:nvPr/>
        </p:nvSpPr>
        <p:spPr bwMode="auto">
          <a:xfrm>
            <a:off x="7308850" y="234950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3" name="Oval 17"/>
          <p:cNvSpPr>
            <a:spLocks noChangeArrowheads="1"/>
          </p:cNvSpPr>
          <p:nvPr/>
        </p:nvSpPr>
        <p:spPr bwMode="auto">
          <a:xfrm>
            <a:off x="8101013" y="234950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4" name="Line 18"/>
          <p:cNvSpPr>
            <a:spLocks noChangeShapeType="1"/>
          </p:cNvSpPr>
          <p:nvPr/>
        </p:nvSpPr>
        <p:spPr bwMode="auto">
          <a:xfrm>
            <a:off x="1403350" y="1052513"/>
            <a:ext cx="1512888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5" name="Line 19"/>
          <p:cNvSpPr>
            <a:spLocks noChangeShapeType="1"/>
          </p:cNvSpPr>
          <p:nvPr/>
        </p:nvSpPr>
        <p:spPr bwMode="auto">
          <a:xfrm flipH="1">
            <a:off x="1908175" y="1125538"/>
            <a:ext cx="2159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6" name="Line 20"/>
          <p:cNvSpPr>
            <a:spLocks noChangeShapeType="1"/>
          </p:cNvSpPr>
          <p:nvPr/>
        </p:nvSpPr>
        <p:spPr bwMode="auto">
          <a:xfrm>
            <a:off x="2916238" y="1052513"/>
            <a:ext cx="8636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7" name="Line 21"/>
          <p:cNvSpPr>
            <a:spLocks noChangeShapeType="1"/>
          </p:cNvSpPr>
          <p:nvPr/>
        </p:nvSpPr>
        <p:spPr bwMode="auto">
          <a:xfrm flipH="1">
            <a:off x="3779838" y="1125538"/>
            <a:ext cx="647700" cy="136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8" name="Line 22"/>
          <p:cNvSpPr>
            <a:spLocks noChangeShapeType="1"/>
          </p:cNvSpPr>
          <p:nvPr/>
        </p:nvSpPr>
        <p:spPr bwMode="auto">
          <a:xfrm flipV="1">
            <a:off x="2916238" y="1052513"/>
            <a:ext cx="1584325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79" name="Line 23"/>
          <p:cNvSpPr>
            <a:spLocks noChangeShapeType="1"/>
          </p:cNvSpPr>
          <p:nvPr/>
        </p:nvSpPr>
        <p:spPr bwMode="auto">
          <a:xfrm flipV="1">
            <a:off x="2916238" y="1052513"/>
            <a:ext cx="719137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0" name="Line 24"/>
          <p:cNvSpPr>
            <a:spLocks noChangeShapeType="1"/>
          </p:cNvSpPr>
          <p:nvPr/>
        </p:nvSpPr>
        <p:spPr bwMode="auto">
          <a:xfrm flipH="1">
            <a:off x="5724525" y="1196975"/>
            <a:ext cx="287338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1" name="Line 25"/>
          <p:cNvSpPr>
            <a:spLocks noChangeShapeType="1"/>
          </p:cNvSpPr>
          <p:nvPr/>
        </p:nvSpPr>
        <p:spPr bwMode="auto">
          <a:xfrm>
            <a:off x="6011863" y="1125538"/>
            <a:ext cx="576262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2" name="Line 26"/>
          <p:cNvSpPr>
            <a:spLocks noChangeShapeType="1"/>
          </p:cNvSpPr>
          <p:nvPr/>
        </p:nvSpPr>
        <p:spPr bwMode="auto">
          <a:xfrm>
            <a:off x="6011863" y="1125538"/>
            <a:ext cx="1439862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3" name="Line 27"/>
          <p:cNvSpPr>
            <a:spLocks noChangeShapeType="1"/>
          </p:cNvSpPr>
          <p:nvPr/>
        </p:nvSpPr>
        <p:spPr bwMode="auto">
          <a:xfrm>
            <a:off x="6011863" y="1125538"/>
            <a:ext cx="2160587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4" name="Line 28"/>
          <p:cNvSpPr>
            <a:spLocks noChangeShapeType="1"/>
          </p:cNvSpPr>
          <p:nvPr/>
        </p:nvSpPr>
        <p:spPr bwMode="auto">
          <a:xfrm flipH="1">
            <a:off x="5724525" y="1125538"/>
            <a:ext cx="1152525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5" name="Line 29"/>
          <p:cNvSpPr>
            <a:spLocks noChangeShapeType="1"/>
          </p:cNvSpPr>
          <p:nvPr/>
        </p:nvSpPr>
        <p:spPr bwMode="auto">
          <a:xfrm flipH="1">
            <a:off x="6588125" y="1125538"/>
            <a:ext cx="288925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6" name="Line 30"/>
          <p:cNvSpPr>
            <a:spLocks noChangeShapeType="1"/>
          </p:cNvSpPr>
          <p:nvPr/>
        </p:nvSpPr>
        <p:spPr bwMode="auto">
          <a:xfrm>
            <a:off x="6948488" y="1125538"/>
            <a:ext cx="503237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7" name="Line 31"/>
          <p:cNvSpPr>
            <a:spLocks noChangeShapeType="1"/>
          </p:cNvSpPr>
          <p:nvPr/>
        </p:nvSpPr>
        <p:spPr bwMode="auto">
          <a:xfrm>
            <a:off x="6948488" y="1125538"/>
            <a:ext cx="12954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8" name="Line 32"/>
          <p:cNvSpPr>
            <a:spLocks noChangeShapeType="1"/>
          </p:cNvSpPr>
          <p:nvPr/>
        </p:nvSpPr>
        <p:spPr bwMode="auto">
          <a:xfrm flipH="1">
            <a:off x="5724525" y="1196975"/>
            <a:ext cx="2087563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9" name="Line 33"/>
          <p:cNvSpPr>
            <a:spLocks noChangeShapeType="1"/>
          </p:cNvSpPr>
          <p:nvPr/>
        </p:nvSpPr>
        <p:spPr bwMode="auto">
          <a:xfrm flipH="1">
            <a:off x="6659563" y="1196975"/>
            <a:ext cx="11525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90" name="Line 34"/>
          <p:cNvSpPr>
            <a:spLocks noChangeShapeType="1"/>
          </p:cNvSpPr>
          <p:nvPr/>
        </p:nvSpPr>
        <p:spPr bwMode="auto">
          <a:xfrm flipH="1">
            <a:off x="7380288" y="1268413"/>
            <a:ext cx="43180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91" name="Line 35"/>
          <p:cNvSpPr>
            <a:spLocks noChangeShapeType="1"/>
          </p:cNvSpPr>
          <p:nvPr/>
        </p:nvSpPr>
        <p:spPr bwMode="auto">
          <a:xfrm>
            <a:off x="7812088" y="1125538"/>
            <a:ext cx="431800" cy="1223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8692" name="Object 36"/>
          <p:cNvGraphicFramePr>
            <a:graphicFrameLocks noChangeAspect="1"/>
          </p:cNvGraphicFramePr>
          <p:nvPr/>
        </p:nvGraphicFramePr>
        <p:xfrm>
          <a:off x="1187450" y="404813"/>
          <a:ext cx="3889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4813"/>
                        <a:ext cx="3889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3" name="Object 37"/>
          <p:cNvGraphicFramePr>
            <a:graphicFrameLocks noChangeAspect="1"/>
          </p:cNvGraphicFramePr>
          <p:nvPr/>
        </p:nvGraphicFramePr>
        <p:xfrm>
          <a:off x="1944688" y="404813"/>
          <a:ext cx="4587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632" imgH="142830" progId="Equation.3">
                  <p:embed/>
                </p:oleObj>
              </mc:Choice>
              <mc:Fallback>
                <p:oleObj name="Equation" r:id="rId4" imgW="85632" imgH="1428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404813"/>
                        <a:ext cx="4587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4" name="Object 38"/>
          <p:cNvGraphicFramePr>
            <a:graphicFrameLocks noChangeAspect="1"/>
          </p:cNvGraphicFramePr>
          <p:nvPr/>
        </p:nvGraphicFramePr>
        <p:xfrm>
          <a:off x="2825750" y="458788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7" imgH="152280" progId="Equation.3">
                  <p:embed/>
                </p:oleObj>
              </mc:Choice>
              <mc:Fallback>
                <p:oleObj name="Equation" r:id="rId6" imgW="76177" imgH="15228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458788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5" name="Object 39"/>
          <p:cNvGraphicFramePr>
            <a:graphicFrameLocks noChangeAspect="1"/>
          </p:cNvGraphicFramePr>
          <p:nvPr/>
        </p:nvGraphicFramePr>
        <p:xfrm>
          <a:off x="3600450" y="476250"/>
          <a:ext cx="4603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632" imgH="142830" progId="Equation.3">
                  <p:embed/>
                </p:oleObj>
              </mc:Choice>
              <mc:Fallback>
                <p:oleObj name="Equation" r:id="rId8" imgW="85632" imgH="14283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476250"/>
                        <a:ext cx="4603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6" name="Object 40"/>
          <p:cNvGraphicFramePr>
            <a:graphicFrameLocks noChangeAspect="1"/>
          </p:cNvGraphicFramePr>
          <p:nvPr/>
        </p:nvGraphicFramePr>
        <p:xfrm>
          <a:off x="4410075" y="458788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7" imgH="152280" progId="Equation.3">
                  <p:embed/>
                </p:oleObj>
              </mc:Choice>
              <mc:Fallback>
                <p:oleObj name="Equation" r:id="rId10" imgW="76177" imgH="15228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458788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7" name="Object 41"/>
          <p:cNvGraphicFramePr>
            <a:graphicFrameLocks noChangeAspect="1"/>
          </p:cNvGraphicFramePr>
          <p:nvPr/>
        </p:nvGraphicFramePr>
        <p:xfrm>
          <a:off x="1584325" y="2547938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632" imgH="152280" progId="Equation.3">
                  <p:embed/>
                </p:oleObj>
              </mc:Choice>
              <mc:Fallback>
                <p:oleObj name="Equation" r:id="rId12" imgW="85632" imgH="1522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547938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8" name="Object 42"/>
          <p:cNvGraphicFramePr>
            <a:graphicFrameLocks noChangeAspect="1"/>
          </p:cNvGraphicFramePr>
          <p:nvPr/>
        </p:nvGraphicFramePr>
        <p:xfrm>
          <a:off x="2665413" y="2547938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632" imgH="152280" progId="Equation.3">
                  <p:embed/>
                </p:oleObj>
              </mc:Choice>
              <mc:Fallback>
                <p:oleObj name="Equation" r:id="rId14" imgW="85632" imgH="15228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2547938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99" name="Object 43"/>
          <p:cNvGraphicFramePr>
            <a:graphicFrameLocks noChangeAspect="1"/>
          </p:cNvGraphicFramePr>
          <p:nvPr/>
        </p:nvGraphicFramePr>
        <p:xfrm>
          <a:off x="3617913" y="2547938"/>
          <a:ext cx="4238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7" imgH="152280" progId="Equation.3">
                  <p:embed/>
                </p:oleObj>
              </mc:Choice>
              <mc:Fallback>
                <p:oleObj name="Equation" r:id="rId16" imgW="76177" imgH="15228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913" y="2547938"/>
                        <a:ext cx="4238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0" name="Object 44"/>
          <p:cNvGraphicFramePr>
            <a:graphicFrameLocks noChangeAspect="1"/>
          </p:cNvGraphicFramePr>
          <p:nvPr/>
        </p:nvGraphicFramePr>
        <p:xfrm>
          <a:off x="6465888" y="2530475"/>
          <a:ext cx="7778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9898" imgH="162000" progId="Equation.3">
                  <p:embed/>
                </p:oleObj>
              </mc:Choice>
              <mc:Fallback>
                <p:oleObj name="Equation" r:id="rId18" imgW="199898" imgH="1620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2530475"/>
                        <a:ext cx="77787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1" name="Object 45"/>
          <p:cNvGraphicFramePr>
            <a:graphicFrameLocks noChangeAspect="1"/>
          </p:cNvGraphicFramePr>
          <p:nvPr/>
        </p:nvGraphicFramePr>
        <p:xfrm>
          <a:off x="1042988" y="3429000"/>
          <a:ext cx="3641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28835" imgH="152280" progId="Equation.3">
                  <p:embed/>
                </p:oleObj>
              </mc:Choice>
              <mc:Fallback>
                <p:oleObj name="Equation" r:id="rId20" imgW="1228835" imgH="15228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429000"/>
                        <a:ext cx="3641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2" name="Object 46"/>
          <p:cNvGraphicFramePr>
            <a:graphicFrameLocks noChangeAspect="1"/>
          </p:cNvGraphicFramePr>
          <p:nvPr/>
        </p:nvGraphicFramePr>
        <p:xfrm>
          <a:off x="1403350" y="4221163"/>
          <a:ext cx="272256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04945" imgH="152280" progId="Equation.3">
                  <p:embed/>
                </p:oleObj>
              </mc:Choice>
              <mc:Fallback>
                <p:oleObj name="Equation" r:id="rId22" imgW="904945" imgH="15228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221163"/>
                        <a:ext cx="272256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703" name="Line 47"/>
          <p:cNvSpPr>
            <a:spLocks noChangeShapeType="1"/>
          </p:cNvSpPr>
          <p:nvPr/>
        </p:nvSpPr>
        <p:spPr bwMode="auto">
          <a:xfrm>
            <a:off x="2627313" y="393382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870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661457"/>
              </p:ext>
            </p:extLst>
          </p:nvPr>
        </p:nvGraphicFramePr>
        <p:xfrm>
          <a:off x="6530975" y="3759200"/>
          <a:ext cx="7778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99898" imgH="162000" progId="Equation.3">
                  <p:embed/>
                </p:oleObj>
              </mc:Choice>
              <mc:Fallback>
                <p:oleObj name="公式" r:id="rId24" imgW="199898" imgH="1620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3759200"/>
                        <a:ext cx="77787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70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631338"/>
              </p:ext>
            </p:extLst>
          </p:nvPr>
        </p:nvGraphicFramePr>
        <p:xfrm>
          <a:off x="6532563" y="4509120"/>
          <a:ext cx="9207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57167" imgH="162000" progId="Equation.3">
                  <p:embed/>
                </p:oleObj>
              </mc:Choice>
              <mc:Fallback>
                <p:oleObj name="公式" r:id="rId26" imgW="257167" imgH="162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563" y="4509120"/>
                        <a:ext cx="92075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二分图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称为互补节点集合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一般不唯一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199683" name="Object 3"/>
          <p:cNvGraphicFramePr>
            <a:graphicFrameLocks noChangeAspect="1"/>
          </p:cNvGraphicFramePr>
          <p:nvPr/>
        </p:nvGraphicFramePr>
        <p:xfrm>
          <a:off x="2195513" y="2492375"/>
          <a:ext cx="3641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28835" imgH="152280" progId="Equation.3">
                  <p:embed/>
                </p:oleObj>
              </mc:Choice>
              <mc:Fallback>
                <p:oleObj name="公式" r:id="rId2" imgW="1228835" imgH="1522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492375"/>
                        <a:ext cx="3641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4" name="Object 4"/>
          <p:cNvGraphicFramePr>
            <a:graphicFrameLocks noChangeAspect="1"/>
          </p:cNvGraphicFramePr>
          <p:nvPr/>
        </p:nvGraphicFramePr>
        <p:xfrm>
          <a:off x="2627313" y="3716338"/>
          <a:ext cx="27225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04945" imgH="152280" progId="Equation.3">
                  <p:embed/>
                </p:oleObj>
              </mc:Choice>
              <mc:Fallback>
                <p:oleObj name="公式" r:id="rId4" imgW="904945" imgH="152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716338"/>
                        <a:ext cx="27225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7-21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捕获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名间谍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会汉语、法语和日语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会德语、日语和俄语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会英语和法语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会汉语和西班牙语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会英语和德语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会俄语和西班牙语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如将这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人用两个房间监禁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是否可以使得在同一房间里的任意两人不能相互直接交谈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 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人作为节点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，若两人至少会同一种语言则相应的两节点邻接，得到一个无向图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ln w="12700"/>
            </p:spPr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i="1" dirty="0">
                  <a:latin typeface="Cambria Math"/>
                </a:endParaRPr>
              </a:p>
              <a:p>
                <a:r>
                  <a:rPr lang="zh-CN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容易知道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该图是二部图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互补节点集合为：</a:t>
                </a:r>
                <a:r>
                  <a:rPr lang="en-US" altLang="zh-CN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={</m:t>
                    </m:r>
                    <m:r>
                      <a:rPr lang="en-US" altLang="zh-CN" b="0" i="1" smtClean="0">
                        <a:latin typeface="Cambria Math"/>
                      </a:rPr>
                      <m:t>𝑎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𝑒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𝑓</m:t>
                    </m:r>
                    <m:r>
                      <a:rPr lang="en-US" altLang="zh-CN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={</m:t>
                    </m:r>
                    <m:r>
                      <a:rPr lang="en-US" altLang="zh-CN" b="0" i="1" smtClean="0">
                        <a:latin typeface="Cambria Math"/>
                      </a:rPr>
                      <m:t>𝑏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𝑐</m:t>
                    </m:r>
                    <m:r>
                      <a:rPr lang="en-US" altLang="zh-CN" i="1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𝑑</m:t>
                    </m:r>
                    <m:r>
                      <a:rPr lang="en-US" altLang="zh-CN" i="1">
                        <a:latin typeface="Cambria Math"/>
                      </a:rPr>
                      <m:t>}</m:t>
                    </m:r>
                  </m:oMath>
                </a14:m>
                <a:r>
                  <a:rPr lang="en-US" altLang="zh-CN" dirty="0"/>
                  <a:t> 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l="-1630" r="-1407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11"/>
          <p:cNvSpPr>
            <a:spLocks noChangeArrowheads="1"/>
          </p:cNvSpPr>
          <p:nvPr/>
        </p:nvSpPr>
        <p:spPr bwMode="auto">
          <a:xfrm>
            <a:off x="1835696" y="69269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Oval 11"/>
          <p:cNvSpPr>
            <a:spLocks noChangeArrowheads="1"/>
          </p:cNvSpPr>
          <p:nvPr/>
        </p:nvSpPr>
        <p:spPr bwMode="auto">
          <a:xfrm>
            <a:off x="1365726" y="1699667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11"/>
          <p:cNvSpPr>
            <a:spLocks noChangeArrowheads="1"/>
          </p:cNvSpPr>
          <p:nvPr/>
        </p:nvSpPr>
        <p:spPr bwMode="auto">
          <a:xfrm>
            <a:off x="3131840" y="69269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11"/>
          <p:cNvSpPr>
            <a:spLocks noChangeArrowheads="1"/>
          </p:cNvSpPr>
          <p:nvPr/>
        </p:nvSpPr>
        <p:spPr bwMode="auto">
          <a:xfrm>
            <a:off x="2123728" y="249289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11"/>
          <p:cNvSpPr>
            <a:spLocks noChangeArrowheads="1"/>
          </p:cNvSpPr>
          <p:nvPr/>
        </p:nvSpPr>
        <p:spPr bwMode="auto">
          <a:xfrm>
            <a:off x="3123319" y="249289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11"/>
          <p:cNvSpPr>
            <a:spLocks noChangeArrowheads="1"/>
          </p:cNvSpPr>
          <p:nvPr/>
        </p:nvSpPr>
        <p:spPr bwMode="auto">
          <a:xfrm>
            <a:off x="3635896" y="1556792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11"/>
          <p:cNvSpPr>
            <a:spLocks noChangeArrowheads="1"/>
          </p:cNvSpPr>
          <p:nvPr/>
        </p:nvSpPr>
        <p:spPr bwMode="auto">
          <a:xfrm>
            <a:off x="5364088" y="71311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6515769" y="683815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7452320" y="683814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5364087" y="2343008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6588000" y="2271570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7524551" y="2271569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6" name="直接连接符 15"/>
          <p:cNvCxnSpPr>
            <a:stCxn id="3" idx="3"/>
            <a:endCxn id="4" idx="0"/>
          </p:cNvCxnSpPr>
          <p:nvPr/>
        </p:nvCxnSpPr>
        <p:spPr>
          <a:xfrm flipH="1">
            <a:off x="1437958" y="814646"/>
            <a:ext cx="418894" cy="8850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436318" y="830146"/>
            <a:ext cx="1" cy="15128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929083" y="785135"/>
            <a:ext cx="266876" cy="17007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980159" y="835571"/>
            <a:ext cx="1168406" cy="16849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endCxn id="4" idx="6"/>
          </p:cNvCxnSpPr>
          <p:nvPr/>
        </p:nvCxnSpPr>
        <p:spPr>
          <a:xfrm flipH="1">
            <a:off x="1510189" y="1620530"/>
            <a:ext cx="2125707" cy="150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endCxn id="4" idx="7"/>
          </p:cNvCxnSpPr>
          <p:nvPr/>
        </p:nvCxnSpPr>
        <p:spPr>
          <a:xfrm flipH="1">
            <a:off x="1489033" y="784552"/>
            <a:ext cx="1679125" cy="9360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6" idx="7"/>
          </p:cNvCxnSpPr>
          <p:nvPr/>
        </p:nvCxnSpPr>
        <p:spPr>
          <a:xfrm flipH="1">
            <a:off x="2247035" y="1679312"/>
            <a:ext cx="1388861" cy="8345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204071" y="820390"/>
            <a:ext cx="0" cy="166549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endCxn id="13" idx="1"/>
          </p:cNvCxnSpPr>
          <p:nvPr/>
        </p:nvCxnSpPr>
        <p:spPr>
          <a:xfrm>
            <a:off x="5436319" y="830146"/>
            <a:ext cx="1172837" cy="14623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endCxn id="14" idx="1"/>
          </p:cNvCxnSpPr>
          <p:nvPr/>
        </p:nvCxnSpPr>
        <p:spPr>
          <a:xfrm>
            <a:off x="5436319" y="839608"/>
            <a:ext cx="2109388" cy="14528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508551" y="810796"/>
            <a:ext cx="1079449" cy="15322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endCxn id="13" idx="0"/>
          </p:cNvCxnSpPr>
          <p:nvPr/>
        </p:nvCxnSpPr>
        <p:spPr>
          <a:xfrm>
            <a:off x="6609156" y="811246"/>
            <a:ext cx="51076" cy="14603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5508551" y="811246"/>
            <a:ext cx="1959809" cy="16031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endCxn id="14" idx="0"/>
          </p:cNvCxnSpPr>
          <p:nvPr/>
        </p:nvCxnSpPr>
        <p:spPr>
          <a:xfrm>
            <a:off x="7524551" y="820390"/>
            <a:ext cx="72232" cy="1451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702788" y="179357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41393" y="11545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75876" y="154140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55295" y="2461823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753565" y="2401660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548759" y="2343383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64057" y="238015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18277" y="240165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780359" y="1263511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91013" y="115451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373620" y="271255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60667" y="331756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23728" y="2928157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329050" y="2985463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2611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下面的定理给出了简单无向图是二部图的充要条件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7-15 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为阶数≥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的简单连通无向图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是二部图的充要条件是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中任意回路的长度为偶数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Proof  (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Clearly.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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令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{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|</a:t>
            </a:r>
            <a:r>
              <a:rPr lang="en-US" altLang="zh-CN" b="1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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是偶数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-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. </a:t>
            </a:r>
          </a:p>
        </p:txBody>
      </p: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7.7.2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Def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是任意简单无向图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 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且中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任何两条边都不相邻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(matching)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边独立集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中每条边的两个节点在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itchFamily="18" charset="0"/>
              </a:rPr>
              <a:t>{</a:t>
            </a:r>
            <a:r>
              <a:rPr lang="en-US" altLang="zh-CN" b="1" i="1" dirty="0">
                <a:latin typeface="Times New Roman" pitchFamily="18" charset="0"/>
              </a:rPr>
              <a:t>ab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fh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>
                <a:latin typeface="Times New Roman" pitchFamily="18" charset="0"/>
              </a:rPr>
              <a:t>id</a:t>
            </a:r>
            <a:r>
              <a:rPr lang="en-US" altLang="zh-CN" b="1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altLang="zh-CN" b="1" dirty="0">
              <a:latin typeface="Times New Roman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itchFamily="18" charset="0"/>
              </a:rPr>
              <a:t>{</a:t>
            </a:r>
            <a:r>
              <a:rPr lang="en-US" altLang="zh-CN" b="1" i="1" dirty="0">
                <a:latin typeface="Times New Roman" pitchFamily="18" charset="0"/>
              </a:rPr>
              <a:t>ab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>
                <a:latin typeface="Times New Roman" pitchFamily="18" charset="0"/>
              </a:rPr>
              <a:t>fi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>
                <a:latin typeface="Times New Roman" pitchFamily="18" charset="0"/>
              </a:rPr>
              <a:t>cd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hj</a:t>
            </a:r>
            <a:r>
              <a:rPr lang="en-US" altLang="zh-CN" b="1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altLang="zh-CN" b="1" dirty="0">
              <a:latin typeface="Times New Roman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itchFamily="18" charset="0"/>
              </a:rPr>
              <a:t>{</a:t>
            </a:r>
            <a:r>
              <a:rPr lang="en-US" altLang="zh-CN" b="1" i="1" dirty="0" err="1">
                <a:latin typeface="Times New Roman" pitchFamily="18" charset="0"/>
              </a:rPr>
              <a:t>af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bg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ch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>
                <a:latin typeface="Times New Roman" pitchFamily="18" charset="0"/>
              </a:rPr>
              <a:t>di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ej</a:t>
            </a:r>
            <a:r>
              <a:rPr lang="en-US" altLang="zh-CN" b="1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203779" name="Oval 3"/>
          <p:cNvSpPr>
            <a:spLocks noChangeArrowheads="1"/>
          </p:cNvSpPr>
          <p:nvPr/>
        </p:nvSpPr>
        <p:spPr bwMode="auto">
          <a:xfrm>
            <a:off x="5940425" y="112553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80" name="Oval 4"/>
          <p:cNvSpPr>
            <a:spLocks noChangeArrowheads="1"/>
          </p:cNvSpPr>
          <p:nvPr/>
        </p:nvSpPr>
        <p:spPr bwMode="auto">
          <a:xfrm>
            <a:off x="5292725" y="18446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81" name="Oval 5"/>
          <p:cNvSpPr>
            <a:spLocks noChangeArrowheads="1"/>
          </p:cNvSpPr>
          <p:nvPr/>
        </p:nvSpPr>
        <p:spPr bwMode="auto">
          <a:xfrm>
            <a:off x="6804025" y="18446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82" name="Oval 6"/>
          <p:cNvSpPr>
            <a:spLocks noChangeArrowheads="1"/>
          </p:cNvSpPr>
          <p:nvPr/>
        </p:nvSpPr>
        <p:spPr bwMode="auto">
          <a:xfrm>
            <a:off x="5651500" y="29241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83" name="Oval 7"/>
          <p:cNvSpPr>
            <a:spLocks noChangeArrowheads="1"/>
          </p:cNvSpPr>
          <p:nvPr/>
        </p:nvSpPr>
        <p:spPr bwMode="auto">
          <a:xfrm>
            <a:off x="6516688" y="29241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84" name="Line 8"/>
          <p:cNvSpPr>
            <a:spLocks noChangeShapeType="1"/>
          </p:cNvSpPr>
          <p:nvPr/>
        </p:nvSpPr>
        <p:spPr bwMode="auto">
          <a:xfrm flipH="1">
            <a:off x="5364163" y="1196975"/>
            <a:ext cx="6477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85" name="Line 9"/>
          <p:cNvSpPr>
            <a:spLocks noChangeShapeType="1"/>
          </p:cNvSpPr>
          <p:nvPr/>
        </p:nvSpPr>
        <p:spPr bwMode="auto">
          <a:xfrm>
            <a:off x="5364163" y="1916113"/>
            <a:ext cx="360362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86" name="Line 10"/>
          <p:cNvSpPr>
            <a:spLocks noChangeShapeType="1"/>
          </p:cNvSpPr>
          <p:nvPr/>
        </p:nvSpPr>
        <p:spPr bwMode="auto">
          <a:xfrm>
            <a:off x="6011863" y="1196975"/>
            <a:ext cx="865187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87" name="Line 11"/>
          <p:cNvSpPr>
            <a:spLocks noChangeShapeType="1"/>
          </p:cNvSpPr>
          <p:nvPr/>
        </p:nvSpPr>
        <p:spPr bwMode="auto">
          <a:xfrm flipH="1">
            <a:off x="6588125" y="1916113"/>
            <a:ext cx="288925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88" name="Line 12"/>
          <p:cNvSpPr>
            <a:spLocks noChangeShapeType="1"/>
          </p:cNvSpPr>
          <p:nvPr/>
        </p:nvSpPr>
        <p:spPr bwMode="auto">
          <a:xfrm>
            <a:off x="5724525" y="299720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89" name="Oval 13"/>
          <p:cNvSpPr>
            <a:spLocks noChangeArrowheads="1"/>
          </p:cNvSpPr>
          <p:nvPr/>
        </p:nvSpPr>
        <p:spPr bwMode="auto">
          <a:xfrm>
            <a:off x="6084888" y="18446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0" name="Oval 14"/>
          <p:cNvSpPr>
            <a:spLocks noChangeArrowheads="1"/>
          </p:cNvSpPr>
          <p:nvPr/>
        </p:nvSpPr>
        <p:spPr bwMode="auto">
          <a:xfrm>
            <a:off x="6372225" y="20605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1" name="Oval 15"/>
          <p:cNvSpPr>
            <a:spLocks noChangeArrowheads="1"/>
          </p:cNvSpPr>
          <p:nvPr/>
        </p:nvSpPr>
        <p:spPr bwMode="auto">
          <a:xfrm>
            <a:off x="6300788" y="24923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2" name="Oval 16"/>
          <p:cNvSpPr>
            <a:spLocks noChangeArrowheads="1"/>
          </p:cNvSpPr>
          <p:nvPr/>
        </p:nvSpPr>
        <p:spPr bwMode="auto">
          <a:xfrm>
            <a:off x="5867400" y="213360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3" name="Oval 17"/>
          <p:cNvSpPr>
            <a:spLocks noChangeArrowheads="1"/>
          </p:cNvSpPr>
          <p:nvPr/>
        </p:nvSpPr>
        <p:spPr bwMode="auto">
          <a:xfrm>
            <a:off x="5940425" y="249237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794" name="Line 18"/>
          <p:cNvSpPr>
            <a:spLocks noChangeShapeType="1"/>
          </p:cNvSpPr>
          <p:nvPr/>
        </p:nvSpPr>
        <p:spPr bwMode="auto">
          <a:xfrm flipH="1">
            <a:off x="6011863" y="1916113"/>
            <a:ext cx="144462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95" name="Line 19"/>
          <p:cNvSpPr>
            <a:spLocks noChangeShapeType="1"/>
          </p:cNvSpPr>
          <p:nvPr/>
        </p:nvSpPr>
        <p:spPr bwMode="auto">
          <a:xfrm>
            <a:off x="6156325" y="1916113"/>
            <a:ext cx="21590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96" name="Line 20"/>
          <p:cNvSpPr>
            <a:spLocks noChangeShapeType="1"/>
          </p:cNvSpPr>
          <p:nvPr/>
        </p:nvSpPr>
        <p:spPr bwMode="auto">
          <a:xfrm flipV="1">
            <a:off x="5940425" y="2133600"/>
            <a:ext cx="503238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97" name="Line 21"/>
          <p:cNvSpPr>
            <a:spLocks noChangeShapeType="1"/>
          </p:cNvSpPr>
          <p:nvPr/>
        </p:nvSpPr>
        <p:spPr bwMode="auto">
          <a:xfrm flipH="1">
            <a:off x="6011863" y="2133600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98" name="Line 22"/>
          <p:cNvSpPr>
            <a:spLocks noChangeShapeType="1"/>
          </p:cNvSpPr>
          <p:nvPr/>
        </p:nvSpPr>
        <p:spPr bwMode="auto">
          <a:xfrm>
            <a:off x="5940425" y="2205038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799" name="Line 23"/>
          <p:cNvSpPr>
            <a:spLocks noChangeShapeType="1"/>
          </p:cNvSpPr>
          <p:nvPr/>
        </p:nvSpPr>
        <p:spPr bwMode="auto">
          <a:xfrm>
            <a:off x="6011863" y="1196975"/>
            <a:ext cx="144462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800" name="Line 24"/>
          <p:cNvSpPr>
            <a:spLocks noChangeShapeType="1"/>
          </p:cNvSpPr>
          <p:nvPr/>
        </p:nvSpPr>
        <p:spPr bwMode="auto">
          <a:xfrm flipH="1">
            <a:off x="6443663" y="1916113"/>
            <a:ext cx="43338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801" name="Line 25"/>
          <p:cNvSpPr>
            <a:spLocks noChangeShapeType="1"/>
          </p:cNvSpPr>
          <p:nvPr/>
        </p:nvSpPr>
        <p:spPr bwMode="auto">
          <a:xfrm>
            <a:off x="6372225" y="2565400"/>
            <a:ext cx="2159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802" name="Line 26"/>
          <p:cNvSpPr>
            <a:spLocks noChangeShapeType="1"/>
          </p:cNvSpPr>
          <p:nvPr/>
        </p:nvSpPr>
        <p:spPr bwMode="auto">
          <a:xfrm flipH="1">
            <a:off x="5724525" y="2565400"/>
            <a:ext cx="2873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803" name="Line 27"/>
          <p:cNvSpPr>
            <a:spLocks noChangeShapeType="1"/>
          </p:cNvSpPr>
          <p:nvPr/>
        </p:nvSpPr>
        <p:spPr bwMode="auto">
          <a:xfrm>
            <a:off x="5364163" y="1916113"/>
            <a:ext cx="576262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3804" name="Object 28"/>
          <p:cNvGraphicFramePr>
            <a:graphicFrameLocks noChangeAspect="1"/>
          </p:cNvGraphicFramePr>
          <p:nvPr/>
        </p:nvGraphicFramePr>
        <p:xfrm>
          <a:off x="5867400" y="692150"/>
          <a:ext cx="3540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7543" imgH="66690" progId="Equation.3">
                  <p:embed/>
                </p:oleObj>
              </mc:Choice>
              <mc:Fallback>
                <p:oleObj name="公式" r:id="rId2" imgW="47543" imgH="6669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692150"/>
                        <a:ext cx="3540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05" name="Object 29"/>
          <p:cNvGraphicFramePr>
            <a:graphicFrameLocks noChangeAspect="1"/>
          </p:cNvGraphicFramePr>
          <p:nvPr/>
        </p:nvGraphicFramePr>
        <p:xfrm>
          <a:off x="7019925" y="1628775"/>
          <a:ext cx="3540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543" imgH="104760" progId="Equation.3">
                  <p:embed/>
                </p:oleObj>
              </mc:Choice>
              <mc:Fallback>
                <p:oleObj name="公式" r:id="rId4" imgW="47543" imgH="10476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628775"/>
                        <a:ext cx="35401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06" name="Object 30"/>
          <p:cNvGraphicFramePr>
            <a:graphicFrameLocks noChangeAspect="1"/>
          </p:cNvGraphicFramePr>
          <p:nvPr/>
        </p:nvGraphicFramePr>
        <p:xfrm>
          <a:off x="6677025" y="3122613"/>
          <a:ext cx="317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089" imgH="66690" progId="Equation.3">
                  <p:embed/>
                </p:oleObj>
              </mc:Choice>
              <mc:Fallback>
                <p:oleObj name="公式" r:id="rId6" imgW="38089" imgH="6669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3122613"/>
                        <a:ext cx="317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07" name="Object 31"/>
          <p:cNvGraphicFramePr>
            <a:graphicFrameLocks noChangeAspect="1"/>
          </p:cNvGraphicFramePr>
          <p:nvPr/>
        </p:nvGraphicFramePr>
        <p:xfrm>
          <a:off x="5346700" y="3068638"/>
          <a:ext cx="3889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723" imgH="104760" progId="Equation.3">
                  <p:embed/>
                </p:oleObj>
              </mc:Choice>
              <mc:Fallback>
                <p:oleObj name="公式" r:id="rId8" imgW="66723" imgH="10476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3068638"/>
                        <a:ext cx="38893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08" name="Object 32"/>
          <p:cNvGraphicFramePr>
            <a:graphicFrameLocks noChangeAspect="1"/>
          </p:cNvGraphicFramePr>
          <p:nvPr/>
        </p:nvGraphicFramePr>
        <p:xfrm>
          <a:off x="4805363" y="1754188"/>
          <a:ext cx="3190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8089" imgH="66690" progId="Equation.3">
                  <p:embed/>
                </p:oleObj>
              </mc:Choice>
              <mc:Fallback>
                <p:oleObj name="公式" r:id="rId10" imgW="38089" imgH="6669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1754188"/>
                        <a:ext cx="3190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09" name="Object 33"/>
          <p:cNvGraphicFramePr>
            <a:graphicFrameLocks noChangeAspect="1"/>
          </p:cNvGraphicFramePr>
          <p:nvPr/>
        </p:nvGraphicFramePr>
        <p:xfrm>
          <a:off x="5940425" y="1557338"/>
          <a:ext cx="423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6177" imgH="123930" progId="Equation.3">
                  <p:embed/>
                </p:oleObj>
              </mc:Choice>
              <mc:Fallback>
                <p:oleObj name="公式" r:id="rId12" imgW="76177" imgH="1239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557338"/>
                        <a:ext cx="423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10" name="Object 34"/>
          <p:cNvGraphicFramePr>
            <a:graphicFrameLocks noChangeAspect="1"/>
          </p:cNvGraphicFramePr>
          <p:nvPr/>
        </p:nvGraphicFramePr>
        <p:xfrm>
          <a:off x="6354763" y="1862138"/>
          <a:ext cx="3905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723" imgH="85860" progId="Equation.3">
                  <p:embed/>
                </p:oleObj>
              </mc:Choice>
              <mc:Fallback>
                <p:oleObj name="公式" r:id="rId14" imgW="66723" imgH="8586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1862138"/>
                        <a:ext cx="39052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11" name="Object 35"/>
          <p:cNvGraphicFramePr>
            <a:graphicFrameLocks noChangeAspect="1"/>
          </p:cNvGraphicFramePr>
          <p:nvPr/>
        </p:nvGraphicFramePr>
        <p:xfrm>
          <a:off x="6227763" y="2349500"/>
          <a:ext cx="3540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7543" imgH="104760" progId="Equation.3">
                  <p:embed/>
                </p:oleObj>
              </mc:Choice>
              <mc:Fallback>
                <p:oleObj name="公式" r:id="rId16" imgW="47543" imgH="10476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349500"/>
                        <a:ext cx="3540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12" name="Object 36"/>
          <p:cNvGraphicFramePr>
            <a:graphicFrameLocks noChangeAspect="1"/>
          </p:cNvGraphicFramePr>
          <p:nvPr/>
        </p:nvGraphicFramePr>
        <p:xfrm>
          <a:off x="5795963" y="2420938"/>
          <a:ext cx="247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455" imgH="85860" progId="Equation.3">
                  <p:embed/>
                </p:oleObj>
              </mc:Choice>
              <mc:Fallback>
                <p:oleObj name="公式" r:id="rId18" imgW="9455" imgH="8586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420938"/>
                        <a:ext cx="2476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13" name="Object 37"/>
          <p:cNvGraphicFramePr>
            <a:graphicFrameLocks noChangeAspect="1"/>
          </p:cNvGraphicFramePr>
          <p:nvPr/>
        </p:nvGraphicFramePr>
        <p:xfrm>
          <a:off x="5651500" y="1898650"/>
          <a:ext cx="3540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7543" imgH="114210" progId="Equation.3">
                  <p:embed/>
                </p:oleObj>
              </mc:Choice>
              <mc:Fallback>
                <p:oleObj name="公式" r:id="rId20" imgW="47543" imgH="11421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898650"/>
                        <a:ext cx="3540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3EAC8F3-5758-1545-94EB-2755941D4DC0}"/>
              </a:ext>
            </a:extLst>
          </p:cNvPr>
          <p:cNvSpPr txBox="1"/>
          <p:nvPr/>
        </p:nvSpPr>
        <p:spPr>
          <a:xfrm>
            <a:off x="5735638" y="2420938"/>
            <a:ext cx="3476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i="1" dirty="0" err="1"/>
              <a:t>i</a:t>
            </a:r>
            <a:endParaRPr kumimoji="1" lang="zh-CN" altLang="en-US" sz="2600" b="1" i="1" dirty="0"/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DD16EE-3CC6-2C5C-EA6E-5194BFE2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76672"/>
            <a:ext cx="4896544" cy="25401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6E833B2-CCA3-FA28-E948-014D76E7D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800" y="3789040"/>
            <a:ext cx="4915996" cy="250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11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边数最多的匹配称为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(maximum matching),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其中的边数称为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匹配数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所有节点都与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中的某边关联的匹配称为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完美匹配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(perfect matching).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在二部图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为互补节点集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的一个最大匹配且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 =  min{|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|, |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|},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完备匹配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(complete matching).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 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|,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也称为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的完备匹配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3">
            <a:extLst>
              <a:ext uri="{FF2B5EF4-FFF2-40B4-BE49-F238E27FC236}">
                <a16:creationId xmlns:a16="http://schemas.microsoft.com/office/drawing/2014/main" id="{C4D0D218-95C1-A0A6-84C8-7E013321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07" y="1190606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E71332B6-EFEC-FDA9-2FA2-31E053D2C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344" y="119060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699DD0A0-7947-ECFD-2BAD-53C76EA7C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507" y="1190606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1D810A74-BB13-9DF7-C221-2B63FABE3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9232" y="1190606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69177DAB-F898-2434-D446-01CE16875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394" y="119060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9E31B890-61F8-0F28-42DB-B0D45CA6A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444" y="248600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ABE5D065-7AB2-14E1-C005-17FF45012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8507" y="2487594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0FE0343E-FF9E-0F4F-6E3B-FE6620E05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694" y="2559031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73C81ECE-08D5-BB12-FEA4-6047FC497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44" y="1262044"/>
            <a:ext cx="1512888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EDD68454-7B71-2CCE-D1D2-62FD312CCC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3469" y="1335069"/>
            <a:ext cx="215900" cy="12239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9E3C3942-381B-ACA0-D128-2F270E64B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1532" y="1262044"/>
            <a:ext cx="863600" cy="136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1D41A6E0-3C17-3FC0-0BD4-E5306D766B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85132" y="1335069"/>
            <a:ext cx="647700" cy="13668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D5A80E9C-DBF7-B33B-F9D1-8ED65AAEB5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1532" y="1262044"/>
            <a:ext cx="1584325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3E3E150C-A1A5-3415-7359-BA36FA649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1532" y="1262044"/>
            <a:ext cx="719137" cy="12969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" name="Object 36">
            <a:extLst>
              <a:ext uri="{FF2B5EF4-FFF2-40B4-BE49-F238E27FC236}">
                <a16:creationId xmlns:a16="http://schemas.microsoft.com/office/drawing/2014/main" id="{036020D2-A66E-3048-A1DB-2608C4924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44" y="614344"/>
          <a:ext cx="3889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723" imgH="142830" progId="Equation.3">
                  <p:embed/>
                </p:oleObj>
              </mc:Choice>
              <mc:Fallback>
                <p:oleObj name="Equation" r:id="rId2" imgW="66723" imgH="142830" progId="Equation.3">
                  <p:embed/>
                  <p:pic>
                    <p:nvPicPr>
                      <p:cNvPr id="17" name="Object 36">
                        <a:extLst>
                          <a:ext uri="{FF2B5EF4-FFF2-40B4-BE49-F238E27FC236}">
                            <a16:creationId xmlns:a16="http://schemas.microsoft.com/office/drawing/2014/main" id="{036020D2-A66E-3048-A1DB-2608C4924F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44" y="614344"/>
                        <a:ext cx="3889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7">
            <a:extLst>
              <a:ext uri="{FF2B5EF4-FFF2-40B4-BE49-F238E27FC236}">
                <a16:creationId xmlns:a16="http://schemas.microsoft.com/office/drawing/2014/main" id="{5E922B24-3076-593C-6B70-37932A1D8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982" y="614344"/>
          <a:ext cx="4587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632" imgH="142830" progId="Equation.3">
                  <p:embed/>
                </p:oleObj>
              </mc:Choice>
              <mc:Fallback>
                <p:oleObj name="Equation" r:id="rId4" imgW="85632" imgH="142830" progId="Equation.3">
                  <p:embed/>
                  <p:pic>
                    <p:nvPicPr>
                      <p:cNvPr id="18" name="Object 37">
                        <a:extLst>
                          <a:ext uri="{FF2B5EF4-FFF2-40B4-BE49-F238E27FC236}">
                            <a16:creationId xmlns:a16="http://schemas.microsoft.com/office/drawing/2014/main" id="{5E922B24-3076-593C-6B70-37932A1D8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982" y="614344"/>
                        <a:ext cx="4587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8">
            <a:extLst>
              <a:ext uri="{FF2B5EF4-FFF2-40B4-BE49-F238E27FC236}">
                <a16:creationId xmlns:a16="http://schemas.microsoft.com/office/drawing/2014/main" id="{6C95B8EF-4A08-DDB0-3D07-8C3B0F6E88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1044" y="668319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7" imgH="152280" progId="Equation.3">
                  <p:embed/>
                </p:oleObj>
              </mc:Choice>
              <mc:Fallback>
                <p:oleObj name="Equation" r:id="rId6" imgW="76177" imgH="152280" progId="Equation.3">
                  <p:embed/>
                  <p:pic>
                    <p:nvPicPr>
                      <p:cNvPr id="19" name="Object 38">
                        <a:extLst>
                          <a:ext uri="{FF2B5EF4-FFF2-40B4-BE49-F238E27FC236}">
                            <a16:creationId xmlns:a16="http://schemas.microsoft.com/office/drawing/2014/main" id="{6C95B8EF-4A08-DDB0-3D07-8C3B0F6E88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1044" y="668319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9">
            <a:extLst>
              <a:ext uri="{FF2B5EF4-FFF2-40B4-BE49-F238E27FC236}">
                <a16:creationId xmlns:a16="http://schemas.microsoft.com/office/drawing/2014/main" id="{B6993D67-3D1D-2BA6-4300-FCFBA97658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5744" y="685781"/>
          <a:ext cx="4603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632" imgH="142830" progId="Equation.3">
                  <p:embed/>
                </p:oleObj>
              </mc:Choice>
              <mc:Fallback>
                <p:oleObj name="Equation" r:id="rId8" imgW="85632" imgH="142830" progId="Equation.3">
                  <p:embed/>
                  <p:pic>
                    <p:nvPicPr>
                      <p:cNvPr id="20" name="Object 39">
                        <a:extLst>
                          <a:ext uri="{FF2B5EF4-FFF2-40B4-BE49-F238E27FC236}">
                            <a16:creationId xmlns:a16="http://schemas.microsoft.com/office/drawing/2014/main" id="{B6993D67-3D1D-2BA6-4300-FCFBA9765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744" y="685781"/>
                        <a:ext cx="4603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0">
            <a:extLst>
              <a:ext uri="{FF2B5EF4-FFF2-40B4-BE49-F238E27FC236}">
                <a16:creationId xmlns:a16="http://schemas.microsoft.com/office/drawing/2014/main" id="{CAF3F1CF-FC2F-E0E4-E679-936B096E3A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5369" y="668319"/>
          <a:ext cx="4238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7" imgH="152280" progId="Equation.3">
                  <p:embed/>
                </p:oleObj>
              </mc:Choice>
              <mc:Fallback>
                <p:oleObj name="Equation" r:id="rId10" imgW="76177" imgH="152280" progId="Equation.3">
                  <p:embed/>
                  <p:pic>
                    <p:nvPicPr>
                      <p:cNvPr id="21" name="Object 40">
                        <a:extLst>
                          <a:ext uri="{FF2B5EF4-FFF2-40B4-BE49-F238E27FC236}">
                            <a16:creationId xmlns:a16="http://schemas.microsoft.com/office/drawing/2014/main" id="{CAF3F1CF-FC2F-E0E4-E679-936B096E3A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369" y="668319"/>
                        <a:ext cx="4238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1">
            <a:extLst>
              <a:ext uri="{FF2B5EF4-FFF2-40B4-BE49-F238E27FC236}">
                <a16:creationId xmlns:a16="http://schemas.microsoft.com/office/drawing/2014/main" id="{19A64913-4EEC-4C23-3746-94B91CE191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9619" y="2486403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632" imgH="152280" progId="Equation.3">
                  <p:embed/>
                </p:oleObj>
              </mc:Choice>
              <mc:Fallback>
                <p:oleObj name="Equation" r:id="rId12" imgW="85632" imgH="152280" progId="Equation.3">
                  <p:embed/>
                  <p:pic>
                    <p:nvPicPr>
                      <p:cNvPr id="22" name="Object 41">
                        <a:extLst>
                          <a:ext uri="{FF2B5EF4-FFF2-40B4-BE49-F238E27FC236}">
                            <a16:creationId xmlns:a16="http://schemas.microsoft.com/office/drawing/2014/main" id="{19A64913-4EEC-4C23-3746-94B91CE191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619" y="2486403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2">
            <a:extLst>
              <a:ext uri="{FF2B5EF4-FFF2-40B4-BE49-F238E27FC236}">
                <a16:creationId xmlns:a16="http://schemas.microsoft.com/office/drawing/2014/main" id="{63287164-6957-B2F4-F00F-71728DACB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0707" y="2486403"/>
          <a:ext cx="4603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632" imgH="152280" progId="Equation.3">
                  <p:embed/>
                </p:oleObj>
              </mc:Choice>
              <mc:Fallback>
                <p:oleObj name="Equation" r:id="rId14" imgW="85632" imgH="152280" progId="Equation.3">
                  <p:embed/>
                  <p:pic>
                    <p:nvPicPr>
                      <p:cNvPr id="23" name="Object 42">
                        <a:extLst>
                          <a:ext uri="{FF2B5EF4-FFF2-40B4-BE49-F238E27FC236}">
                            <a16:creationId xmlns:a16="http://schemas.microsoft.com/office/drawing/2014/main" id="{63287164-6957-B2F4-F00F-71728DACB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707" y="2486403"/>
                        <a:ext cx="460375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3">
            <a:extLst>
              <a:ext uri="{FF2B5EF4-FFF2-40B4-BE49-F238E27FC236}">
                <a16:creationId xmlns:a16="http://schemas.microsoft.com/office/drawing/2014/main" id="{6AFBAC4D-1261-959C-5BD2-1062AB09F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3207" y="2558411"/>
          <a:ext cx="4238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7" imgH="152280" progId="Equation.3">
                  <p:embed/>
                </p:oleObj>
              </mc:Choice>
              <mc:Fallback>
                <p:oleObj name="Equation" r:id="rId16" imgW="76177" imgH="152280" progId="Equation.3">
                  <p:embed/>
                  <p:pic>
                    <p:nvPicPr>
                      <p:cNvPr id="24" name="Object 43">
                        <a:extLst>
                          <a:ext uri="{FF2B5EF4-FFF2-40B4-BE49-F238E27FC236}">
                            <a16:creationId xmlns:a16="http://schemas.microsoft.com/office/drawing/2014/main" id="{6AFBAC4D-1261-959C-5BD2-1062AB09FF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207" y="2558411"/>
                        <a:ext cx="423862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288980BE-FA00-0410-EED0-9BA58293C44B}"/>
              </a:ext>
            </a:extLst>
          </p:cNvPr>
          <p:cNvSpPr txBox="1"/>
          <p:nvPr/>
        </p:nvSpPr>
        <p:spPr>
          <a:xfrm>
            <a:off x="351488" y="5199794"/>
            <a:ext cx="6908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最大匹配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完美匹配，完备匹配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sz="3200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AA5C0179-559F-3B06-C4DA-04E42B3EFE4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391919" y="3615305"/>
            <a:ext cx="3866852" cy="77390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b="1" i="1" dirty="0">
                <a:latin typeface="Times New Roman" pitchFamily="18" charset="0"/>
              </a:rPr>
              <a:t>M</a:t>
            </a:r>
            <a:r>
              <a:rPr lang="en-US" altLang="zh-CN" b="1" baseline="-25000" dirty="0">
                <a:latin typeface="Times New Roman" pitchFamily="18" charset="0"/>
              </a:rPr>
              <a:t>3</a:t>
            </a:r>
            <a:r>
              <a:rPr lang="en-US" altLang="zh-CN" b="1" dirty="0">
                <a:latin typeface="Times New Roman" pitchFamily="18" charset="0"/>
              </a:rPr>
              <a:t>={</a:t>
            </a:r>
            <a:r>
              <a:rPr lang="en-US" altLang="zh-CN" b="1" i="1" dirty="0" err="1">
                <a:latin typeface="Times New Roman" pitchFamily="18" charset="0"/>
              </a:rPr>
              <a:t>af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bg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ch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>
                <a:latin typeface="Times New Roman" pitchFamily="18" charset="0"/>
              </a:rPr>
              <a:t>di</a:t>
            </a:r>
            <a:r>
              <a:rPr lang="en-US" altLang="zh-CN" b="1" dirty="0">
                <a:latin typeface="Times New Roman" pitchFamily="18" charset="0"/>
              </a:rPr>
              <a:t>, </a:t>
            </a:r>
            <a:r>
              <a:rPr lang="en-US" altLang="zh-CN" b="1" i="1" dirty="0" err="1">
                <a:latin typeface="Times New Roman" pitchFamily="18" charset="0"/>
              </a:rPr>
              <a:t>ej</a:t>
            </a:r>
            <a:r>
              <a:rPr lang="en-US" altLang="zh-CN" b="1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27" name="Oval 3">
            <a:extLst>
              <a:ext uri="{FF2B5EF4-FFF2-40B4-BE49-F238E27FC236}">
                <a16:creationId xmlns:a16="http://schemas.microsoft.com/office/drawing/2014/main" id="{2E5CA078-A994-5EC0-C4AF-A1D787C2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007" y="737168"/>
            <a:ext cx="142875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Oval 4">
            <a:extLst>
              <a:ext uri="{FF2B5EF4-FFF2-40B4-BE49-F238E27FC236}">
                <a16:creationId xmlns:a16="http://schemas.microsoft.com/office/drawing/2014/main" id="{8BEC5BDD-EF7F-1E9A-20AB-B4AB1E2C7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307" y="14563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347C1F45-8F77-EE1D-0D6F-FAC66AFEB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607" y="14563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5F7B6F31-7E16-82C7-DB79-0344DFEF3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082" y="25358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7797788A-CCB5-CE68-424E-CFDC65080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4270" y="25358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8">
            <a:extLst>
              <a:ext uri="{FF2B5EF4-FFF2-40B4-BE49-F238E27FC236}">
                <a16:creationId xmlns:a16="http://schemas.microsoft.com/office/drawing/2014/main" id="{1F93F029-F59C-A27E-9414-78C7EDC03B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61745" y="808605"/>
            <a:ext cx="64770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E2701FE8-9B47-8BA2-3542-AA8679726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1745" y="1527743"/>
            <a:ext cx="360362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3F630E08-EBF4-C965-0F24-653D6D215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9445" y="808605"/>
            <a:ext cx="865187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1">
            <a:extLst>
              <a:ext uri="{FF2B5EF4-FFF2-40B4-BE49-F238E27FC236}">
                <a16:creationId xmlns:a16="http://schemas.microsoft.com/office/drawing/2014/main" id="{B681B4D3-1DE3-42A7-C10D-176432EB3E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85707" y="1527743"/>
            <a:ext cx="288925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12">
            <a:extLst>
              <a:ext uri="{FF2B5EF4-FFF2-40B4-BE49-F238E27FC236}">
                <a16:creationId xmlns:a16="http://schemas.microsoft.com/office/drawing/2014/main" id="{F703C3FA-08A7-E126-987B-3361383B7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2107" y="2608830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Oval 13">
            <a:extLst>
              <a:ext uri="{FF2B5EF4-FFF2-40B4-BE49-F238E27FC236}">
                <a16:creationId xmlns:a16="http://schemas.microsoft.com/office/drawing/2014/main" id="{65472DA5-4B9F-0E6B-1E71-C19AFDAE8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470" y="14563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Oval 14">
            <a:extLst>
              <a:ext uri="{FF2B5EF4-FFF2-40B4-BE49-F238E27FC236}">
                <a16:creationId xmlns:a16="http://schemas.microsoft.com/office/drawing/2014/main" id="{653982B8-E570-D3EB-A4D7-1282448B6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807" y="16722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Oval 15">
            <a:extLst>
              <a:ext uri="{FF2B5EF4-FFF2-40B4-BE49-F238E27FC236}">
                <a16:creationId xmlns:a16="http://schemas.microsoft.com/office/drawing/2014/main" id="{FA3C46E5-EDCC-A12C-FEFB-12692E2FF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370" y="21040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Oval 16">
            <a:extLst>
              <a:ext uri="{FF2B5EF4-FFF2-40B4-BE49-F238E27FC236}">
                <a16:creationId xmlns:a16="http://schemas.microsoft.com/office/drawing/2014/main" id="{91D07ACB-9EB8-EC7E-A9B6-8A275D14B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982" y="1745230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17">
            <a:extLst>
              <a:ext uri="{FF2B5EF4-FFF2-40B4-BE49-F238E27FC236}">
                <a16:creationId xmlns:a16="http://schemas.microsoft.com/office/drawing/2014/main" id="{591705CF-0EB9-F922-2BDC-D9465F73B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007" y="2104005"/>
            <a:ext cx="142875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8">
            <a:extLst>
              <a:ext uri="{FF2B5EF4-FFF2-40B4-BE49-F238E27FC236}">
                <a16:creationId xmlns:a16="http://schemas.microsoft.com/office/drawing/2014/main" id="{4988D828-13F9-9E85-0B7A-B26B779378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9445" y="1527743"/>
            <a:ext cx="144462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19">
            <a:extLst>
              <a:ext uri="{FF2B5EF4-FFF2-40B4-BE49-F238E27FC236}">
                <a16:creationId xmlns:a16="http://schemas.microsoft.com/office/drawing/2014/main" id="{240C8921-D7AB-50D1-A6AE-F3B8BC970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907" y="1527743"/>
            <a:ext cx="21590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20">
            <a:extLst>
              <a:ext uri="{FF2B5EF4-FFF2-40B4-BE49-F238E27FC236}">
                <a16:creationId xmlns:a16="http://schemas.microsoft.com/office/drawing/2014/main" id="{74B96E8F-A006-AAAD-8F4B-B1482456CC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8007" y="1745230"/>
            <a:ext cx="503238" cy="71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21">
            <a:extLst>
              <a:ext uri="{FF2B5EF4-FFF2-40B4-BE49-F238E27FC236}">
                <a16:creationId xmlns:a16="http://schemas.microsoft.com/office/drawing/2014/main" id="{D68EA2EA-8924-4B23-DD42-1193352CED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9445" y="1745230"/>
            <a:ext cx="4318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22">
            <a:extLst>
              <a:ext uri="{FF2B5EF4-FFF2-40B4-BE49-F238E27FC236}">
                <a16:creationId xmlns:a16="http://schemas.microsoft.com/office/drawing/2014/main" id="{873F66C2-8A82-D10B-B19F-DB9AA9506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8007" y="1816668"/>
            <a:ext cx="4318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23">
            <a:extLst>
              <a:ext uri="{FF2B5EF4-FFF2-40B4-BE49-F238E27FC236}">
                <a16:creationId xmlns:a16="http://schemas.microsoft.com/office/drawing/2014/main" id="{A1281478-DB5D-BADF-2986-9BA1B92621E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9445" y="808605"/>
            <a:ext cx="144462" cy="71913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24">
            <a:extLst>
              <a:ext uri="{FF2B5EF4-FFF2-40B4-BE49-F238E27FC236}">
                <a16:creationId xmlns:a16="http://schemas.microsoft.com/office/drawing/2014/main" id="{97303308-C8C7-32D7-9FFE-8921D18789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1245" y="1527743"/>
            <a:ext cx="433387" cy="217487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25">
            <a:extLst>
              <a:ext uri="{FF2B5EF4-FFF2-40B4-BE49-F238E27FC236}">
                <a16:creationId xmlns:a16="http://schemas.microsoft.com/office/drawing/2014/main" id="{5C7E0E8E-0987-95A6-9588-0079602E8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9807" y="2177030"/>
            <a:ext cx="215900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26">
            <a:extLst>
              <a:ext uri="{FF2B5EF4-FFF2-40B4-BE49-F238E27FC236}">
                <a16:creationId xmlns:a16="http://schemas.microsoft.com/office/drawing/2014/main" id="{57940C1E-83A5-179B-59CA-82AF4CB99E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2107" y="2177030"/>
            <a:ext cx="287338" cy="43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27">
            <a:extLst>
              <a:ext uri="{FF2B5EF4-FFF2-40B4-BE49-F238E27FC236}">
                <a16:creationId xmlns:a16="http://schemas.microsoft.com/office/drawing/2014/main" id="{5C96678A-F342-1BD4-2158-C0383D857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1745" y="1527743"/>
            <a:ext cx="576262" cy="2889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" name="Object 28">
            <a:extLst>
              <a:ext uri="{FF2B5EF4-FFF2-40B4-BE49-F238E27FC236}">
                <a16:creationId xmlns:a16="http://schemas.microsoft.com/office/drawing/2014/main" id="{A2DED31C-EE01-7A31-2D83-D07680F89E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4982" y="303780"/>
          <a:ext cx="3540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7543" imgH="66690" progId="Equation.3">
                  <p:embed/>
                </p:oleObj>
              </mc:Choice>
              <mc:Fallback>
                <p:oleObj name="公式" r:id="rId18" imgW="47543" imgH="66690" progId="Equation.3">
                  <p:embed/>
                  <p:pic>
                    <p:nvPicPr>
                      <p:cNvPr id="52" name="Object 28">
                        <a:extLst>
                          <a:ext uri="{FF2B5EF4-FFF2-40B4-BE49-F238E27FC236}">
                            <a16:creationId xmlns:a16="http://schemas.microsoft.com/office/drawing/2014/main" id="{A2DED31C-EE01-7A31-2D83-D07680F89E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4982" y="303780"/>
                        <a:ext cx="3540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9">
            <a:extLst>
              <a:ext uri="{FF2B5EF4-FFF2-40B4-BE49-F238E27FC236}">
                <a16:creationId xmlns:a16="http://schemas.microsoft.com/office/drawing/2014/main" id="{88E17285-D7E3-80EA-E9F0-B1DCEFCEC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7507" y="1240405"/>
          <a:ext cx="3540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7543" imgH="104760" progId="Equation.3">
                  <p:embed/>
                </p:oleObj>
              </mc:Choice>
              <mc:Fallback>
                <p:oleObj name="公式" r:id="rId20" imgW="47543" imgH="104760" progId="Equation.3">
                  <p:embed/>
                  <p:pic>
                    <p:nvPicPr>
                      <p:cNvPr id="53" name="Object 29">
                        <a:extLst>
                          <a:ext uri="{FF2B5EF4-FFF2-40B4-BE49-F238E27FC236}">
                            <a16:creationId xmlns:a16="http://schemas.microsoft.com/office/drawing/2014/main" id="{88E17285-D7E3-80EA-E9F0-B1DCEFCEC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7507" y="1240405"/>
                        <a:ext cx="35401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30">
            <a:extLst>
              <a:ext uri="{FF2B5EF4-FFF2-40B4-BE49-F238E27FC236}">
                <a16:creationId xmlns:a16="http://schemas.microsoft.com/office/drawing/2014/main" id="{DD66F09D-B285-CCD0-5990-93E6EBE7E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4607" y="2734243"/>
          <a:ext cx="3175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8089" imgH="66690" progId="Equation.3">
                  <p:embed/>
                </p:oleObj>
              </mc:Choice>
              <mc:Fallback>
                <p:oleObj name="公式" r:id="rId22" imgW="38089" imgH="66690" progId="Equation.3">
                  <p:embed/>
                  <p:pic>
                    <p:nvPicPr>
                      <p:cNvPr id="54" name="Object 30">
                        <a:extLst>
                          <a:ext uri="{FF2B5EF4-FFF2-40B4-BE49-F238E27FC236}">
                            <a16:creationId xmlns:a16="http://schemas.microsoft.com/office/drawing/2014/main" id="{DD66F09D-B285-CCD0-5990-93E6EBE7ED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607" y="2734243"/>
                        <a:ext cx="3175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31">
            <a:extLst>
              <a:ext uri="{FF2B5EF4-FFF2-40B4-BE49-F238E27FC236}">
                <a16:creationId xmlns:a16="http://schemas.microsoft.com/office/drawing/2014/main" id="{AF017BA6-EF1A-C908-28E1-41A7423355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4282" y="2680268"/>
          <a:ext cx="38893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6723" imgH="104760" progId="Equation.3">
                  <p:embed/>
                </p:oleObj>
              </mc:Choice>
              <mc:Fallback>
                <p:oleObj name="公式" r:id="rId24" imgW="66723" imgH="104760" progId="Equation.3">
                  <p:embed/>
                  <p:pic>
                    <p:nvPicPr>
                      <p:cNvPr id="55" name="Object 31">
                        <a:extLst>
                          <a:ext uri="{FF2B5EF4-FFF2-40B4-BE49-F238E27FC236}">
                            <a16:creationId xmlns:a16="http://schemas.microsoft.com/office/drawing/2014/main" id="{AF017BA6-EF1A-C908-28E1-41A7423355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82" y="2680268"/>
                        <a:ext cx="38893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32">
            <a:extLst>
              <a:ext uri="{FF2B5EF4-FFF2-40B4-BE49-F238E27FC236}">
                <a16:creationId xmlns:a16="http://schemas.microsoft.com/office/drawing/2014/main" id="{A13304B5-2D89-7D1E-EB7F-74A3D2D58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2945" y="1365818"/>
          <a:ext cx="3190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8089" imgH="66690" progId="Equation.3">
                  <p:embed/>
                </p:oleObj>
              </mc:Choice>
              <mc:Fallback>
                <p:oleObj name="公式" r:id="rId26" imgW="38089" imgH="66690" progId="Equation.3">
                  <p:embed/>
                  <p:pic>
                    <p:nvPicPr>
                      <p:cNvPr id="56" name="Object 32">
                        <a:extLst>
                          <a:ext uri="{FF2B5EF4-FFF2-40B4-BE49-F238E27FC236}">
                            <a16:creationId xmlns:a16="http://schemas.microsoft.com/office/drawing/2014/main" id="{A13304B5-2D89-7D1E-EB7F-74A3D2D58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945" y="1365818"/>
                        <a:ext cx="3190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3">
            <a:extLst>
              <a:ext uri="{FF2B5EF4-FFF2-40B4-BE49-F238E27FC236}">
                <a16:creationId xmlns:a16="http://schemas.microsoft.com/office/drawing/2014/main" id="{46E01A69-B148-393B-44C9-95A81C5AA7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8007" y="1168968"/>
          <a:ext cx="423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76177" imgH="123930" progId="Equation.3">
                  <p:embed/>
                </p:oleObj>
              </mc:Choice>
              <mc:Fallback>
                <p:oleObj name="公式" r:id="rId28" imgW="76177" imgH="123930" progId="Equation.3">
                  <p:embed/>
                  <p:pic>
                    <p:nvPicPr>
                      <p:cNvPr id="57" name="Object 33">
                        <a:extLst>
                          <a:ext uri="{FF2B5EF4-FFF2-40B4-BE49-F238E27FC236}">
                            <a16:creationId xmlns:a16="http://schemas.microsoft.com/office/drawing/2014/main" id="{46E01A69-B148-393B-44C9-95A81C5AA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007" y="1168968"/>
                        <a:ext cx="423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4">
            <a:extLst>
              <a:ext uri="{FF2B5EF4-FFF2-40B4-BE49-F238E27FC236}">
                <a16:creationId xmlns:a16="http://schemas.microsoft.com/office/drawing/2014/main" id="{A5279F7F-288D-DBAD-77B8-B5F48FA90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2345" y="1473768"/>
          <a:ext cx="3905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66723" imgH="85860" progId="Equation.3">
                  <p:embed/>
                </p:oleObj>
              </mc:Choice>
              <mc:Fallback>
                <p:oleObj name="公式" r:id="rId30" imgW="66723" imgH="85860" progId="Equation.3">
                  <p:embed/>
                  <p:pic>
                    <p:nvPicPr>
                      <p:cNvPr id="58" name="Object 34">
                        <a:extLst>
                          <a:ext uri="{FF2B5EF4-FFF2-40B4-BE49-F238E27FC236}">
                            <a16:creationId xmlns:a16="http://schemas.microsoft.com/office/drawing/2014/main" id="{A5279F7F-288D-DBAD-77B8-B5F48FA904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45" y="1473768"/>
                        <a:ext cx="39052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5">
            <a:extLst>
              <a:ext uri="{FF2B5EF4-FFF2-40B4-BE49-F238E27FC236}">
                <a16:creationId xmlns:a16="http://schemas.microsoft.com/office/drawing/2014/main" id="{891656CB-0381-9B7A-5B84-850558950E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5345" y="1961130"/>
          <a:ext cx="3540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47543" imgH="104760" progId="Equation.3">
                  <p:embed/>
                </p:oleObj>
              </mc:Choice>
              <mc:Fallback>
                <p:oleObj name="公式" r:id="rId32" imgW="47543" imgH="104760" progId="Equation.3">
                  <p:embed/>
                  <p:pic>
                    <p:nvPicPr>
                      <p:cNvPr id="59" name="Object 35">
                        <a:extLst>
                          <a:ext uri="{FF2B5EF4-FFF2-40B4-BE49-F238E27FC236}">
                            <a16:creationId xmlns:a16="http://schemas.microsoft.com/office/drawing/2014/main" id="{891656CB-0381-9B7A-5B84-850558950E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345" y="1961130"/>
                        <a:ext cx="3540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6">
            <a:extLst>
              <a:ext uri="{FF2B5EF4-FFF2-40B4-BE49-F238E27FC236}">
                <a16:creationId xmlns:a16="http://schemas.microsoft.com/office/drawing/2014/main" id="{244CB092-218F-AB92-B6B5-110DB6D57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3545" y="2032568"/>
          <a:ext cx="247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9455" imgH="85860" progId="Equation.3">
                  <p:embed/>
                </p:oleObj>
              </mc:Choice>
              <mc:Fallback>
                <p:oleObj name="公式" r:id="rId34" imgW="9455" imgH="85860" progId="Equation.3">
                  <p:embed/>
                  <p:pic>
                    <p:nvPicPr>
                      <p:cNvPr id="60" name="Object 36">
                        <a:extLst>
                          <a:ext uri="{FF2B5EF4-FFF2-40B4-BE49-F238E27FC236}">
                            <a16:creationId xmlns:a16="http://schemas.microsoft.com/office/drawing/2014/main" id="{244CB092-218F-AB92-B6B5-110DB6D57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3545" y="2032568"/>
                        <a:ext cx="2476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7">
            <a:extLst>
              <a:ext uri="{FF2B5EF4-FFF2-40B4-BE49-F238E27FC236}">
                <a16:creationId xmlns:a16="http://schemas.microsoft.com/office/drawing/2014/main" id="{8C46EE43-05FC-12F4-E894-914BC96CC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9082" y="1510280"/>
          <a:ext cx="3540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47543" imgH="114210" progId="Equation.3">
                  <p:embed/>
                </p:oleObj>
              </mc:Choice>
              <mc:Fallback>
                <p:oleObj name="公式" r:id="rId36" imgW="47543" imgH="114210" progId="Equation.3">
                  <p:embed/>
                  <p:pic>
                    <p:nvPicPr>
                      <p:cNvPr id="61" name="Object 37">
                        <a:extLst>
                          <a:ext uri="{FF2B5EF4-FFF2-40B4-BE49-F238E27FC236}">
                            <a16:creationId xmlns:a16="http://schemas.microsoft.com/office/drawing/2014/main" id="{8C46EE43-05FC-12F4-E894-914BC96CC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9082" y="1510280"/>
                        <a:ext cx="35401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F9155DDA-5FF4-CDEA-E001-3F07F8F9DDFE}"/>
              </a:ext>
            </a:extLst>
          </p:cNvPr>
          <p:cNvSpPr txBox="1"/>
          <p:nvPr/>
        </p:nvSpPr>
        <p:spPr>
          <a:xfrm>
            <a:off x="6833220" y="2032568"/>
            <a:ext cx="3476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i="1" dirty="0" err="1"/>
              <a:t>i</a:t>
            </a:r>
            <a:endParaRPr kumimoji="1" lang="zh-CN" altLang="en-US" sz="2600" b="1" i="1" dirty="0"/>
          </a:p>
        </p:txBody>
      </p:sp>
    </p:spTree>
    <p:extLst>
      <p:ext uri="{BB962C8B-B14F-4D97-AF65-F5344CB8AC3E}">
        <p14:creationId xmlns:p14="http://schemas.microsoft.com/office/powerpoint/2010/main" val="136835364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1935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给出了判定二部图是否存在完备匹配的充要条件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—“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相异性条件”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(Hall, 1935)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是二部图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为互补节点集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的完备匹配的充要条件是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1, 2, …,|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|)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个节点至少与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个节点邻接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利用匈牙利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(Hungarian)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(J. Edmonds, 1965)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可用于求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到的完备匹配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[4]. </a:t>
            </a:r>
          </a:p>
        </p:txBody>
      </p:sp>
    </p:spTree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定理可得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7-17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是二部图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为互补节点集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若存在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使得如下“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条件”成立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中的每个节点至少关联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条边；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中的每个节点至多关联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条边，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中存在从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的完备匹配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下述定理给出了任意简单无向图存在完美匹配的充要条件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Theorem 7-18(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Tutte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= 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有完美匹配的充要条件是对于任意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均有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≤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 |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|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- </a:t>
            </a:r>
            <a:r>
              <a:rPr lang="en-US" altLang="zh-CN" b="1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表示含奇数个节点的连通分支数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AutoShape 2"/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4000" b="1">
                <a:ea typeface="楷体_GB2312" pitchFamily="49" charset="-122"/>
              </a:rPr>
              <a:t>小结与作业</a:t>
            </a:r>
          </a:p>
        </p:txBody>
      </p:sp>
      <p:grpSp>
        <p:nvGrpSpPr>
          <p:cNvPr id="209924" name="Group 4"/>
          <p:cNvGrpSpPr>
            <a:grpSpLocks/>
          </p:cNvGrpSpPr>
          <p:nvPr/>
        </p:nvGrpSpPr>
        <p:grpSpPr bwMode="auto">
          <a:xfrm>
            <a:off x="1692275" y="2205038"/>
            <a:ext cx="5181600" cy="508000"/>
            <a:chOff x="1419" y="1480"/>
            <a:chExt cx="3575" cy="363"/>
          </a:xfrm>
        </p:grpSpPr>
        <p:grpSp>
          <p:nvGrpSpPr>
            <p:cNvPr id="209941" name="Group 5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1914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1914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二部图</a:t>
                </a:r>
              </a:p>
            </p:txBody>
          </p:sp>
        </p:grpSp>
        <p:sp>
          <p:nvSpPr>
            <p:cNvPr id="21914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209943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9925" name="Group 10"/>
          <p:cNvGrpSpPr>
            <a:grpSpLocks/>
          </p:cNvGrpSpPr>
          <p:nvPr/>
        </p:nvGrpSpPr>
        <p:grpSpPr bwMode="auto">
          <a:xfrm>
            <a:off x="2339975" y="3716338"/>
            <a:ext cx="5181600" cy="508000"/>
            <a:chOff x="1419" y="1480"/>
            <a:chExt cx="3575" cy="363"/>
          </a:xfrm>
        </p:grpSpPr>
        <p:grpSp>
          <p:nvGrpSpPr>
            <p:cNvPr id="209936" name="Group 11"/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21914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1914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r>
                  <a:rPr lang="zh-CN" altLang="en-US" sz="3200" b="1">
                    <a:latin typeface="Times New Roman" pitchFamily="18" charset="0"/>
                    <a:ea typeface="楷体_GB2312" pitchFamily="49" charset="-122"/>
                  </a:rPr>
                  <a:t>匹配</a:t>
                </a:r>
              </a:p>
            </p:txBody>
          </p:sp>
        </p:grpSp>
        <p:sp>
          <p:nvSpPr>
            <p:cNvPr id="21915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209938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926" name="AutoShape 16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atinLnBrk="1"/>
            <a:endParaRPr kumimoji="1" lang="zh-CN" altLang="zh-CN" sz="2400" b="1">
              <a:solidFill>
                <a:schemeClr val="tx2"/>
              </a:solidFill>
              <a:ea typeface="Gulim" pitchFamily="34" charset="-127"/>
            </a:endParaRPr>
          </a:p>
        </p:txBody>
      </p:sp>
      <p:grpSp>
        <p:nvGrpSpPr>
          <p:cNvPr id="209928" name="Group 18"/>
          <p:cNvGrpSpPr>
            <a:grpSpLocks/>
          </p:cNvGrpSpPr>
          <p:nvPr/>
        </p:nvGrpSpPr>
        <p:grpSpPr bwMode="auto">
          <a:xfrm>
            <a:off x="1331913" y="5321310"/>
            <a:ext cx="5380037" cy="1131890"/>
            <a:chOff x="1152" y="2845"/>
            <a:chExt cx="3408" cy="713"/>
          </a:xfrm>
        </p:grpSpPr>
        <p:grpSp>
          <p:nvGrpSpPr>
            <p:cNvPr id="209929" name="Group 19"/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209933" name="AutoShape 20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9934" name="AutoShape 21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158" name="AutoShape 22"/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7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charset="-122"/>
                </a:endParaRPr>
              </a:p>
            </p:txBody>
          </p:sp>
        </p:grpSp>
        <p:sp>
          <p:nvSpPr>
            <p:cNvPr id="209930" name="Line 23"/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931" name="Text Box 24"/>
            <p:cNvSpPr txBox="1">
              <a:spLocks noChangeArrowheads="1"/>
            </p:cNvSpPr>
            <p:nvPr/>
          </p:nvSpPr>
          <p:spPr bwMode="auto">
            <a:xfrm>
              <a:off x="2112" y="3190"/>
              <a:ext cx="150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zh-CN" altLang="en-US" sz="2800" b="1" dirty="0">
                  <a:latin typeface="Times New Roman" pitchFamily="18" charset="0"/>
                </a:rPr>
                <a:t>习题</a:t>
              </a:r>
              <a:r>
                <a:rPr lang="en-US" altLang="zh-CN" sz="2800" b="1" dirty="0">
                  <a:latin typeface="Times New Roman" pitchFamily="18" charset="0"/>
                </a:rPr>
                <a:t>7.7  </a:t>
              </a:r>
              <a:r>
                <a:rPr lang="zh-Hans" altLang="en-US" sz="2800" b="1" dirty="0">
                  <a:latin typeface="Times New Roman" pitchFamily="18" charset="0"/>
                </a:rPr>
                <a:t>       </a:t>
              </a:r>
              <a:r>
                <a:rPr lang="en-US" altLang="zh-CN" sz="3200" b="1" dirty="0">
                  <a:latin typeface="Times New Roman" pitchFamily="18" charset="0"/>
                  <a:ea typeface="楷体_GB2312" pitchFamily="49" charset="-122"/>
                </a:rPr>
                <a:t>2</a:t>
              </a:r>
            </a:p>
          </p:txBody>
        </p:sp>
        <p:sp>
          <p:nvSpPr>
            <p:cNvPr id="209932" name="Text Box 25"/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chemeClr val="bg1"/>
                  </a:solidFill>
                  <a:latin typeface="Times New Roman" pitchFamily="18" charset="0"/>
                  <a:ea typeface="楷体_GB2312" pitchFamily="49" charset="-122"/>
                </a:rPr>
                <a:t>作业</a:t>
              </a:r>
            </a:p>
          </p:txBody>
        </p:sp>
      </p:grpSp>
      <p:sp>
        <p:nvSpPr>
          <p:cNvPr id="2" name="Text Box 30">
            <a:extLst>
              <a:ext uri="{FF2B5EF4-FFF2-40B4-BE49-F238E27FC236}">
                <a16:creationId xmlns:a16="http://schemas.microsoft.com/office/drawing/2014/main" id="{F3E924DD-3F71-46CC-0667-70F5807F2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416" y="4993357"/>
            <a:ext cx="31304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800" b="1" dirty="0">
                <a:latin typeface="Times New Roman" pitchFamily="18" charset="0"/>
              </a:rPr>
              <a:t>习题</a:t>
            </a:r>
            <a:r>
              <a:rPr lang="en-US" altLang="zh-CN" sz="2800" b="1" dirty="0">
                <a:latin typeface="Times New Roman" pitchFamily="18" charset="0"/>
              </a:rPr>
              <a:t>7.4  </a:t>
            </a:r>
            <a:r>
              <a:rPr lang="zh-Hans" altLang="en-US" sz="2800" b="1" dirty="0">
                <a:latin typeface="Times New Roman" pitchFamily="18" charset="0"/>
              </a:rPr>
              <a:t>      </a:t>
            </a:r>
            <a:r>
              <a:rPr lang="en-US" altLang="zh-CN" sz="2800" b="1">
                <a:latin typeface="Times New Roman" pitchFamily="18" charset="0"/>
              </a:rPr>
              <a:t> 5     </a:t>
            </a:r>
            <a:r>
              <a:rPr lang="en-US" altLang="zh-CN" sz="2800" b="1" dirty="0">
                <a:latin typeface="Times New Roman" pitchFamily="18" charset="0"/>
              </a:rPr>
              <a:t>11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3" name="Text Box 30">
            <a:extLst>
              <a:ext uri="{FF2B5EF4-FFF2-40B4-BE49-F238E27FC236}">
                <a16:creationId xmlns:a16="http://schemas.microsoft.com/office/drawing/2014/main" id="{8996EE47-9799-AD23-17A2-FC495193F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416" y="5425134"/>
            <a:ext cx="234271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zh-CN" altLang="en-US" sz="2800" b="1" dirty="0">
                <a:latin typeface="Times New Roman" pitchFamily="18" charset="0"/>
              </a:rPr>
              <a:t>习题</a:t>
            </a:r>
            <a:r>
              <a:rPr lang="en-US" altLang="zh-CN" sz="2800" b="1" dirty="0">
                <a:latin typeface="Times New Roman" pitchFamily="18" charset="0"/>
              </a:rPr>
              <a:t>7.6  </a:t>
            </a:r>
            <a:r>
              <a:rPr lang="zh-Hans" altLang="en-US" sz="2800" b="1" dirty="0">
                <a:latin typeface="Times New Roman" pitchFamily="18" charset="0"/>
              </a:rPr>
              <a:t>      </a:t>
            </a:r>
            <a:r>
              <a:rPr lang="en-US" altLang="zh-CN" sz="2800" b="1" dirty="0">
                <a:latin typeface="Times New Roman" pitchFamily="18" charset="0"/>
              </a:rPr>
              <a:t> 7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0A80B9-320E-81B0-10FE-0064102652E8}"/>
              </a:ext>
            </a:extLst>
          </p:cNvPr>
          <p:cNvSpPr txBox="1"/>
          <p:nvPr/>
        </p:nvSpPr>
        <p:spPr>
          <a:xfrm>
            <a:off x="1190561" y="6045340"/>
            <a:ext cx="201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highlight>
                  <a:srgbClr val="FFFF00"/>
                </a:highlight>
              </a:rPr>
              <a:t>Week 14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">
  <a:themeElements>
    <a:clrScheme name="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5">
  <a:themeElements>
    <a:clrScheme name="5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</Template>
  <TotalTime>12477</TotalTime>
  <Words>4454</Words>
  <Application>Microsoft Office PowerPoint</Application>
  <PresentationFormat>全屏显示(4:3)</PresentationFormat>
  <Paragraphs>587</Paragraphs>
  <Slides>106</Slides>
  <Notes>1</Notes>
  <HiddenSlides>21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106</vt:i4>
      </vt:variant>
    </vt:vector>
  </HeadingPairs>
  <TitlesOfParts>
    <vt:vector size="123" baseType="lpstr">
      <vt:lpstr>Gulim</vt:lpstr>
      <vt:lpstr>Time </vt:lpstr>
      <vt:lpstr>等线</vt:lpstr>
      <vt:lpstr>华文楷体</vt:lpstr>
      <vt:lpstr>华文新魏</vt:lpstr>
      <vt:lpstr>楷体</vt:lpstr>
      <vt:lpstr>楷体_GB2312</vt:lpstr>
      <vt:lpstr>宋体</vt:lpstr>
      <vt:lpstr>Arial</vt:lpstr>
      <vt:lpstr>Cambria Math</vt:lpstr>
      <vt:lpstr>Times</vt:lpstr>
      <vt:lpstr>Times New Roman</vt:lpstr>
      <vt:lpstr>Verdana</vt:lpstr>
      <vt:lpstr>5</vt:lpstr>
      <vt:lpstr>1_5</vt:lpstr>
      <vt:lpstr>Equation</vt:lpstr>
      <vt:lpstr>公式</vt:lpstr>
      <vt:lpstr>第7章  几类特殊的图</vt:lpstr>
      <vt:lpstr>Chapter 7 几类特殊的图</vt:lpstr>
      <vt:lpstr>第7章  几类特殊的图</vt:lpstr>
      <vt:lpstr>7.4 有向树</vt:lpstr>
      <vt:lpstr>7.4  有向树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7.4 有向树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第7章  几类特殊的图</vt:lpstr>
      <vt:lpstr>7.5 平面图</vt:lpstr>
      <vt:lpstr>7.5 平面图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第7章  几类特殊的图</vt:lpstr>
      <vt:lpstr>7.6 平面图的面着色</vt:lpstr>
      <vt:lpstr>7.6  平面图的面着色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  <vt:lpstr>第7章  几类特殊的图</vt:lpstr>
      <vt:lpstr>7.7  二部图及其匹配</vt:lpstr>
      <vt:lpstr>7.7  二部图及其匹配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小结与作业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邓辉文</dc:creator>
  <cp:lastModifiedBy>Xia Zeng</cp:lastModifiedBy>
  <cp:revision>246</cp:revision>
  <dcterms:created xsi:type="dcterms:W3CDTF">2013-03-02T08:09:34Z</dcterms:created>
  <dcterms:modified xsi:type="dcterms:W3CDTF">2025-05-28T09:31:40Z</dcterms:modified>
</cp:coreProperties>
</file>