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99"/>
  </p:notesMasterIdLst>
  <p:handoutMasterIdLst>
    <p:handoutMasterId r:id="rId100"/>
  </p:handoutMasterIdLst>
  <p:sldIdLst>
    <p:sldId id="378" r:id="rId2"/>
    <p:sldId id="409" r:id="rId3"/>
    <p:sldId id="379" r:id="rId4"/>
    <p:sldId id="399" r:id="rId5"/>
    <p:sldId id="410" r:id="rId6"/>
    <p:sldId id="443" r:id="rId7"/>
    <p:sldId id="445" r:id="rId8"/>
    <p:sldId id="411" r:id="rId9"/>
    <p:sldId id="433" r:id="rId10"/>
    <p:sldId id="435" r:id="rId11"/>
    <p:sldId id="436" r:id="rId12"/>
    <p:sldId id="438" r:id="rId13"/>
    <p:sldId id="439" r:id="rId14"/>
    <p:sldId id="440" r:id="rId15"/>
    <p:sldId id="441" r:id="rId16"/>
    <p:sldId id="442" r:id="rId17"/>
    <p:sldId id="446" r:id="rId18"/>
    <p:sldId id="447" r:id="rId19"/>
    <p:sldId id="448" r:id="rId20"/>
    <p:sldId id="450" r:id="rId21"/>
    <p:sldId id="453" r:id="rId22"/>
    <p:sldId id="454" r:id="rId23"/>
    <p:sldId id="456" r:id="rId24"/>
    <p:sldId id="457" r:id="rId25"/>
    <p:sldId id="458" r:id="rId26"/>
    <p:sldId id="459" r:id="rId27"/>
    <p:sldId id="460" r:id="rId28"/>
    <p:sldId id="461" r:id="rId29"/>
    <p:sldId id="462" r:id="rId30"/>
    <p:sldId id="463" r:id="rId31"/>
    <p:sldId id="464" r:id="rId32"/>
    <p:sldId id="465" r:id="rId33"/>
    <p:sldId id="466" r:id="rId34"/>
    <p:sldId id="467" r:id="rId35"/>
    <p:sldId id="468" r:id="rId36"/>
    <p:sldId id="469" r:id="rId37"/>
    <p:sldId id="470" r:id="rId38"/>
    <p:sldId id="473" r:id="rId39"/>
    <p:sldId id="475" r:id="rId40"/>
    <p:sldId id="476" r:id="rId41"/>
    <p:sldId id="477" r:id="rId42"/>
    <p:sldId id="478" r:id="rId43"/>
    <p:sldId id="479" r:id="rId44"/>
    <p:sldId id="480" r:id="rId45"/>
    <p:sldId id="482" r:id="rId46"/>
    <p:sldId id="483" r:id="rId47"/>
    <p:sldId id="485" r:id="rId48"/>
    <p:sldId id="486" r:id="rId49"/>
    <p:sldId id="487" r:id="rId50"/>
    <p:sldId id="488" r:id="rId51"/>
    <p:sldId id="489" r:id="rId52"/>
    <p:sldId id="490" r:id="rId53"/>
    <p:sldId id="491" r:id="rId54"/>
    <p:sldId id="492" r:id="rId55"/>
    <p:sldId id="493" r:id="rId56"/>
    <p:sldId id="494" r:id="rId57"/>
    <p:sldId id="496" r:id="rId58"/>
    <p:sldId id="500" r:id="rId59"/>
    <p:sldId id="501" r:id="rId60"/>
    <p:sldId id="503" r:id="rId61"/>
    <p:sldId id="505" r:id="rId62"/>
    <p:sldId id="506" r:id="rId63"/>
    <p:sldId id="509" r:id="rId64"/>
    <p:sldId id="511" r:id="rId65"/>
    <p:sldId id="512" r:id="rId66"/>
    <p:sldId id="513" r:id="rId67"/>
    <p:sldId id="514" r:id="rId68"/>
    <p:sldId id="515" r:id="rId69"/>
    <p:sldId id="516" r:id="rId70"/>
    <p:sldId id="519" r:id="rId71"/>
    <p:sldId id="520" r:id="rId72"/>
    <p:sldId id="521" r:id="rId73"/>
    <p:sldId id="523" r:id="rId74"/>
    <p:sldId id="555" r:id="rId75"/>
    <p:sldId id="556" r:id="rId76"/>
    <p:sldId id="524" r:id="rId77"/>
    <p:sldId id="525" r:id="rId78"/>
    <p:sldId id="526" r:id="rId79"/>
    <p:sldId id="528" r:id="rId80"/>
    <p:sldId id="532" r:id="rId81"/>
    <p:sldId id="533" r:id="rId82"/>
    <p:sldId id="536" r:id="rId83"/>
    <p:sldId id="557" r:id="rId84"/>
    <p:sldId id="539" r:id="rId85"/>
    <p:sldId id="540" r:id="rId86"/>
    <p:sldId id="541" r:id="rId87"/>
    <p:sldId id="543" r:id="rId88"/>
    <p:sldId id="544" r:id="rId89"/>
    <p:sldId id="546" r:id="rId90"/>
    <p:sldId id="547" r:id="rId91"/>
    <p:sldId id="548" r:id="rId92"/>
    <p:sldId id="549" r:id="rId93"/>
    <p:sldId id="550" r:id="rId94"/>
    <p:sldId id="551" r:id="rId95"/>
    <p:sldId id="552" r:id="rId96"/>
    <p:sldId id="553" r:id="rId97"/>
    <p:sldId id="554" r:id="rId98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" userDrawn="1">
          <p15:clr>
            <a:srgbClr val="A4A3A4"/>
          </p15:clr>
        </p15:guide>
        <p15:guide id="2" pos="3136" userDrawn="1">
          <p15:clr>
            <a:srgbClr val="A4A3A4"/>
          </p15:clr>
        </p15:guide>
        <p15:guide id="3" pos="192" userDrawn="1">
          <p15:clr>
            <a:srgbClr val="A4A3A4"/>
          </p15:clr>
        </p15:guide>
        <p15:guide id="4" pos="7488" userDrawn="1">
          <p15:clr>
            <a:srgbClr val="A4A3A4"/>
          </p15:clr>
        </p15:guide>
        <p15:guide id="5" pos="760" userDrawn="1">
          <p15:clr>
            <a:srgbClr val="A4A3A4"/>
          </p15:clr>
        </p15:guide>
        <p15:guide id="6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FF0066"/>
    <a:srgbClr val="B2B2B2"/>
    <a:srgbClr val="EAEAEA"/>
    <a:srgbClr val="C0C0C0"/>
    <a:srgbClr val="CC00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07" autoAdjust="0"/>
    <p:restoredTop sz="94655" autoAdjust="0"/>
  </p:normalViewPr>
  <p:slideViewPr>
    <p:cSldViewPr snapToGrid="0">
      <p:cViewPr varScale="1">
        <p:scale>
          <a:sx n="115" d="100"/>
          <a:sy n="115" d="100"/>
        </p:scale>
        <p:origin x="582" y="96"/>
      </p:cViewPr>
      <p:guideLst>
        <p:guide orient="horz" pos="144"/>
        <p:guide pos="3136"/>
        <p:guide pos="192"/>
        <p:guide pos="7488"/>
        <p:guide pos="7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482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6" Type="http://schemas.openxmlformats.org/officeDocument/2006/relationships/image" Target="../media/image14.emf"/><Relationship Id="rId11" Type="http://schemas.openxmlformats.org/officeDocument/2006/relationships/image" Target="../media/image19.emf"/><Relationship Id="rId5" Type="http://schemas.openxmlformats.org/officeDocument/2006/relationships/image" Target="../media/image13.emf"/><Relationship Id="rId10" Type="http://schemas.openxmlformats.org/officeDocument/2006/relationships/image" Target="../media/image18.emf"/><Relationship Id="rId4" Type="http://schemas.openxmlformats.org/officeDocument/2006/relationships/image" Target="../media/image12.emf"/><Relationship Id="rId9" Type="http://schemas.openxmlformats.org/officeDocument/2006/relationships/image" Target="../media/image17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22.emf"/><Relationship Id="rId7" Type="http://schemas.openxmlformats.org/officeDocument/2006/relationships/image" Target="../media/image26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10" Type="http://schemas.openxmlformats.org/officeDocument/2006/relationships/image" Target="../media/image29.emf"/><Relationship Id="rId4" Type="http://schemas.openxmlformats.org/officeDocument/2006/relationships/image" Target="../media/image23.emf"/><Relationship Id="rId9" Type="http://schemas.openxmlformats.org/officeDocument/2006/relationships/image" Target="../media/image28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13" Type="http://schemas.openxmlformats.org/officeDocument/2006/relationships/image" Target="../media/image42.emf"/><Relationship Id="rId3" Type="http://schemas.openxmlformats.org/officeDocument/2006/relationships/image" Target="../media/image32.emf"/><Relationship Id="rId7" Type="http://schemas.openxmlformats.org/officeDocument/2006/relationships/image" Target="../media/image36.emf"/><Relationship Id="rId12" Type="http://schemas.openxmlformats.org/officeDocument/2006/relationships/image" Target="../media/image41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Relationship Id="rId6" Type="http://schemas.openxmlformats.org/officeDocument/2006/relationships/image" Target="../media/image35.emf"/><Relationship Id="rId11" Type="http://schemas.openxmlformats.org/officeDocument/2006/relationships/image" Target="../media/image40.emf"/><Relationship Id="rId5" Type="http://schemas.openxmlformats.org/officeDocument/2006/relationships/image" Target="../media/image34.emf"/><Relationship Id="rId10" Type="http://schemas.openxmlformats.org/officeDocument/2006/relationships/image" Target="../media/image39.emf"/><Relationship Id="rId4" Type="http://schemas.openxmlformats.org/officeDocument/2006/relationships/image" Target="../media/image33.emf"/><Relationship Id="rId9" Type="http://schemas.openxmlformats.org/officeDocument/2006/relationships/image" Target="../media/image38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7" Type="http://schemas.openxmlformats.org/officeDocument/2006/relationships/image" Target="../media/image49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image" Target="../media/image52.emf"/><Relationship Id="rId7" Type="http://schemas.openxmlformats.org/officeDocument/2006/relationships/image" Target="../media/image56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4" Type="http://schemas.openxmlformats.org/officeDocument/2006/relationships/image" Target="../media/image53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image" Target="../media/image58.emf"/><Relationship Id="rId6" Type="http://schemas.openxmlformats.org/officeDocument/2006/relationships/image" Target="../media/image63.emf"/><Relationship Id="rId5" Type="http://schemas.openxmlformats.org/officeDocument/2006/relationships/image" Target="../media/image62.emf"/><Relationship Id="rId4" Type="http://schemas.openxmlformats.org/officeDocument/2006/relationships/image" Target="../media/image61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3" Type="http://schemas.openxmlformats.org/officeDocument/2006/relationships/image" Target="../media/image66.emf"/><Relationship Id="rId7" Type="http://schemas.openxmlformats.org/officeDocument/2006/relationships/image" Target="../media/image70.emf"/><Relationship Id="rId2" Type="http://schemas.openxmlformats.org/officeDocument/2006/relationships/image" Target="../media/image65.emf"/><Relationship Id="rId1" Type="http://schemas.openxmlformats.org/officeDocument/2006/relationships/image" Target="../media/image64.emf"/><Relationship Id="rId6" Type="http://schemas.openxmlformats.org/officeDocument/2006/relationships/image" Target="../media/image69.emf"/><Relationship Id="rId5" Type="http://schemas.openxmlformats.org/officeDocument/2006/relationships/image" Target="../media/image68.emf"/><Relationship Id="rId4" Type="http://schemas.openxmlformats.org/officeDocument/2006/relationships/image" Target="../media/image67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3" Type="http://schemas.openxmlformats.org/officeDocument/2006/relationships/image" Target="../media/image74.emf"/><Relationship Id="rId7" Type="http://schemas.openxmlformats.org/officeDocument/2006/relationships/image" Target="../media/image78.emf"/><Relationship Id="rId2" Type="http://schemas.openxmlformats.org/officeDocument/2006/relationships/image" Target="../media/image73.emf"/><Relationship Id="rId1" Type="http://schemas.openxmlformats.org/officeDocument/2006/relationships/image" Target="../media/image72.emf"/><Relationship Id="rId6" Type="http://schemas.openxmlformats.org/officeDocument/2006/relationships/image" Target="../media/image77.emf"/><Relationship Id="rId5" Type="http://schemas.openxmlformats.org/officeDocument/2006/relationships/image" Target="../media/image76.emf"/><Relationship Id="rId4" Type="http://schemas.openxmlformats.org/officeDocument/2006/relationships/image" Target="../media/image75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3" Type="http://schemas.openxmlformats.org/officeDocument/2006/relationships/image" Target="../media/image82.emf"/><Relationship Id="rId7" Type="http://schemas.openxmlformats.org/officeDocument/2006/relationships/image" Target="../media/image86.emf"/><Relationship Id="rId12" Type="http://schemas.openxmlformats.org/officeDocument/2006/relationships/image" Target="../media/image91.emf"/><Relationship Id="rId2" Type="http://schemas.openxmlformats.org/officeDocument/2006/relationships/image" Target="../media/image81.emf"/><Relationship Id="rId1" Type="http://schemas.openxmlformats.org/officeDocument/2006/relationships/image" Target="../media/image80.emf"/><Relationship Id="rId6" Type="http://schemas.openxmlformats.org/officeDocument/2006/relationships/image" Target="../media/image85.emf"/><Relationship Id="rId11" Type="http://schemas.openxmlformats.org/officeDocument/2006/relationships/image" Target="../media/image90.emf"/><Relationship Id="rId5" Type="http://schemas.openxmlformats.org/officeDocument/2006/relationships/image" Target="../media/image84.emf"/><Relationship Id="rId10" Type="http://schemas.openxmlformats.org/officeDocument/2006/relationships/image" Target="../media/image89.emf"/><Relationship Id="rId4" Type="http://schemas.openxmlformats.org/officeDocument/2006/relationships/image" Target="../media/image83.emf"/><Relationship Id="rId9" Type="http://schemas.openxmlformats.org/officeDocument/2006/relationships/image" Target="../media/image88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.emf"/><Relationship Id="rId13" Type="http://schemas.openxmlformats.org/officeDocument/2006/relationships/image" Target="../media/image104.emf"/><Relationship Id="rId18" Type="http://schemas.openxmlformats.org/officeDocument/2006/relationships/image" Target="../media/image109.emf"/><Relationship Id="rId3" Type="http://schemas.openxmlformats.org/officeDocument/2006/relationships/image" Target="../media/image94.emf"/><Relationship Id="rId21" Type="http://schemas.openxmlformats.org/officeDocument/2006/relationships/image" Target="../media/image112.emf"/><Relationship Id="rId7" Type="http://schemas.openxmlformats.org/officeDocument/2006/relationships/image" Target="../media/image98.emf"/><Relationship Id="rId12" Type="http://schemas.openxmlformats.org/officeDocument/2006/relationships/image" Target="../media/image103.emf"/><Relationship Id="rId17" Type="http://schemas.openxmlformats.org/officeDocument/2006/relationships/image" Target="../media/image108.emf"/><Relationship Id="rId25" Type="http://schemas.openxmlformats.org/officeDocument/2006/relationships/image" Target="../media/image116.emf"/><Relationship Id="rId2" Type="http://schemas.openxmlformats.org/officeDocument/2006/relationships/image" Target="../media/image93.emf"/><Relationship Id="rId16" Type="http://schemas.openxmlformats.org/officeDocument/2006/relationships/image" Target="../media/image107.emf"/><Relationship Id="rId20" Type="http://schemas.openxmlformats.org/officeDocument/2006/relationships/image" Target="../media/image111.emf"/><Relationship Id="rId1" Type="http://schemas.openxmlformats.org/officeDocument/2006/relationships/image" Target="../media/image92.emf"/><Relationship Id="rId6" Type="http://schemas.openxmlformats.org/officeDocument/2006/relationships/image" Target="../media/image97.emf"/><Relationship Id="rId11" Type="http://schemas.openxmlformats.org/officeDocument/2006/relationships/image" Target="../media/image102.emf"/><Relationship Id="rId24" Type="http://schemas.openxmlformats.org/officeDocument/2006/relationships/image" Target="../media/image115.emf"/><Relationship Id="rId5" Type="http://schemas.openxmlformats.org/officeDocument/2006/relationships/image" Target="../media/image96.emf"/><Relationship Id="rId15" Type="http://schemas.openxmlformats.org/officeDocument/2006/relationships/image" Target="../media/image106.emf"/><Relationship Id="rId23" Type="http://schemas.openxmlformats.org/officeDocument/2006/relationships/image" Target="../media/image114.emf"/><Relationship Id="rId10" Type="http://schemas.openxmlformats.org/officeDocument/2006/relationships/image" Target="../media/image101.emf"/><Relationship Id="rId19" Type="http://schemas.openxmlformats.org/officeDocument/2006/relationships/image" Target="../media/image110.emf"/><Relationship Id="rId4" Type="http://schemas.openxmlformats.org/officeDocument/2006/relationships/image" Target="../media/image95.emf"/><Relationship Id="rId9" Type="http://schemas.openxmlformats.org/officeDocument/2006/relationships/image" Target="../media/image100.emf"/><Relationship Id="rId14" Type="http://schemas.openxmlformats.org/officeDocument/2006/relationships/image" Target="../media/image105.emf"/><Relationship Id="rId22" Type="http://schemas.openxmlformats.org/officeDocument/2006/relationships/image" Target="../media/image113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emf"/><Relationship Id="rId13" Type="http://schemas.openxmlformats.org/officeDocument/2006/relationships/image" Target="../media/image129.emf"/><Relationship Id="rId18" Type="http://schemas.openxmlformats.org/officeDocument/2006/relationships/image" Target="../media/image134.emf"/><Relationship Id="rId3" Type="http://schemas.openxmlformats.org/officeDocument/2006/relationships/image" Target="../media/image119.emf"/><Relationship Id="rId7" Type="http://schemas.openxmlformats.org/officeDocument/2006/relationships/image" Target="../media/image123.emf"/><Relationship Id="rId12" Type="http://schemas.openxmlformats.org/officeDocument/2006/relationships/image" Target="../media/image128.emf"/><Relationship Id="rId17" Type="http://schemas.openxmlformats.org/officeDocument/2006/relationships/image" Target="../media/image133.emf"/><Relationship Id="rId2" Type="http://schemas.openxmlformats.org/officeDocument/2006/relationships/image" Target="../media/image118.emf"/><Relationship Id="rId16" Type="http://schemas.openxmlformats.org/officeDocument/2006/relationships/image" Target="../media/image132.emf"/><Relationship Id="rId1" Type="http://schemas.openxmlformats.org/officeDocument/2006/relationships/image" Target="../media/image117.emf"/><Relationship Id="rId6" Type="http://schemas.openxmlformats.org/officeDocument/2006/relationships/image" Target="../media/image122.emf"/><Relationship Id="rId11" Type="http://schemas.openxmlformats.org/officeDocument/2006/relationships/image" Target="../media/image127.emf"/><Relationship Id="rId5" Type="http://schemas.openxmlformats.org/officeDocument/2006/relationships/image" Target="../media/image121.emf"/><Relationship Id="rId15" Type="http://schemas.openxmlformats.org/officeDocument/2006/relationships/image" Target="../media/image131.emf"/><Relationship Id="rId10" Type="http://schemas.openxmlformats.org/officeDocument/2006/relationships/image" Target="../media/image126.emf"/><Relationship Id="rId19" Type="http://schemas.openxmlformats.org/officeDocument/2006/relationships/image" Target="../media/image135.emf"/><Relationship Id="rId4" Type="http://schemas.openxmlformats.org/officeDocument/2006/relationships/image" Target="../media/image120.emf"/><Relationship Id="rId9" Type="http://schemas.openxmlformats.org/officeDocument/2006/relationships/image" Target="../media/image125.emf"/><Relationship Id="rId14" Type="http://schemas.openxmlformats.org/officeDocument/2006/relationships/image" Target="../media/image130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emf"/><Relationship Id="rId2" Type="http://schemas.openxmlformats.org/officeDocument/2006/relationships/image" Target="../media/image137.emf"/><Relationship Id="rId1" Type="http://schemas.openxmlformats.org/officeDocument/2006/relationships/image" Target="../media/image136.emf"/><Relationship Id="rId5" Type="http://schemas.openxmlformats.org/officeDocument/2006/relationships/image" Target="../media/image140.emf"/><Relationship Id="rId4" Type="http://schemas.openxmlformats.org/officeDocument/2006/relationships/image" Target="../media/image139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emf"/><Relationship Id="rId13" Type="http://schemas.openxmlformats.org/officeDocument/2006/relationships/image" Target="../media/image153.emf"/><Relationship Id="rId3" Type="http://schemas.openxmlformats.org/officeDocument/2006/relationships/image" Target="../media/image143.emf"/><Relationship Id="rId7" Type="http://schemas.openxmlformats.org/officeDocument/2006/relationships/image" Target="../media/image147.emf"/><Relationship Id="rId12" Type="http://schemas.openxmlformats.org/officeDocument/2006/relationships/image" Target="../media/image152.emf"/><Relationship Id="rId2" Type="http://schemas.openxmlformats.org/officeDocument/2006/relationships/image" Target="../media/image142.emf"/><Relationship Id="rId1" Type="http://schemas.openxmlformats.org/officeDocument/2006/relationships/image" Target="../media/image141.emf"/><Relationship Id="rId6" Type="http://schemas.openxmlformats.org/officeDocument/2006/relationships/image" Target="../media/image146.emf"/><Relationship Id="rId11" Type="http://schemas.openxmlformats.org/officeDocument/2006/relationships/image" Target="../media/image151.emf"/><Relationship Id="rId5" Type="http://schemas.openxmlformats.org/officeDocument/2006/relationships/image" Target="../media/image145.emf"/><Relationship Id="rId15" Type="http://schemas.openxmlformats.org/officeDocument/2006/relationships/image" Target="../media/image155.wmf"/><Relationship Id="rId10" Type="http://schemas.openxmlformats.org/officeDocument/2006/relationships/image" Target="../media/image150.emf"/><Relationship Id="rId4" Type="http://schemas.openxmlformats.org/officeDocument/2006/relationships/image" Target="../media/image144.emf"/><Relationship Id="rId9" Type="http://schemas.openxmlformats.org/officeDocument/2006/relationships/image" Target="../media/image149.emf"/><Relationship Id="rId14" Type="http://schemas.openxmlformats.org/officeDocument/2006/relationships/image" Target="../media/image154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emf"/><Relationship Id="rId13" Type="http://schemas.openxmlformats.org/officeDocument/2006/relationships/image" Target="../media/image168.emf"/><Relationship Id="rId18" Type="http://schemas.openxmlformats.org/officeDocument/2006/relationships/image" Target="../media/image173.emf"/><Relationship Id="rId3" Type="http://schemas.openxmlformats.org/officeDocument/2006/relationships/image" Target="../media/image158.emf"/><Relationship Id="rId7" Type="http://schemas.openxmlformats.org/officeDocument/2006/relationships/image" Target="../media/image162.emf"/><Relationship Id="rId12" Type="http://schemas.openxmlformats.org/officeDocument/2006/relationships/image" Target="../media/image167.emf"/><Relationship Id="rId17" Type="http://schemas.openxmlformats.org/officeDocument/2006/relationships/image" Target="../media/image172.emf"/><Relationship Id="rId2" Type="http://schemas.openxmlformats.org/officeDocument/2006/relationships/image" Target="../media/image157.emf"/><Relationship Id="rId16" Type="http://schemas.openxmlformats.org/officeDocument/2006/relationships/image" Target="../media/image171.emf"/><Relationship Id="rId1" Type="http://schemas.openxmlformats.org/officeDocument/2006/relationships/image" Target="../media/image156.emf"/><Relationship Id="rId6" Type="http://schemas.openxmlformats.org/officeDocument/2006/relationships/image" Target="../media/image161.emf"/><Relationship Id="rId11" Type="http://schemas.openxmlformats.org/officeDocument/2006/relationships/image" Target="../media/image166.emf"/><Relationship Id="rId5" Type="http://schemas.openxmlformats.org/officeDocument/2006/relationships/image" Target="../media/image160.emf"/><Relationship Id="rId15" Type="http://schemas.openxmlformats.org/officeDocument/2006/relationships/image" Target="../media/image170.emf"/><Relationship Id="rId10" Type="http://schemas.openxmlformats.org/officeDocument/2006/relationships/image" Target="../media/image165.emf"/><Relationship Id="rId19" Type="http://schemas.openxmlformats.org/officeDocument/2006/relationships/image" Target="../media/image174.emf"/><Relationship Id="rId4" Type="http://schemas.openxmlformats.org/officeDocument/2006/relationships/image" Target="../media/image159.emf"/><Relationship Id="rId9" Type="http://schemas.openxmlformats.org/officeDocument/2006/relationships/image" Target="../media/image164.emf"/><Relationship Id="rId14" Type="http://schemas.openxmlformats.org/officeDocument/2006/relationships/image" Target="../media/image169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emf"/><Relationship Id="rId13" Type="http://schemas.openxmlformats.org/officeDocument/2006/relationships/image" Target="../media/image187.emf"/><Relationship Id="rId3" Type="http://schemas.openxmlformats.org/officeDocument/2006/relationships/image" Target="../media/image177.emf"/><Relationship Id="rId7" Type="http://schemas.openxmlformats.org/officeDocument/2006/relationships/image" Target="../media/image181.emf"/><Relationship Id="rId12" Type="http://schemas.openxmlformats.org/officeDocument/2006/relationships/image" Target="../media/image186.emf"/><Relationship Id="rId2" Type="http://schemas.openxmlformats.org/officeDocument/2006/relationships/image" Target="../media/image176.emf"/><Relationship Id="rId1" Type="http://schemas.openxmlformats.org/officeDocument/2006/relationships/image" Target="../media/image175.emf"/><Relationship Id="rId6" Type="http://schemas.openxmlformats.org/officeDocument/2006/relationships/image" Target="../media/image180.emf"/><Relationship Id="rId11" Type="http://schemas.openxmlformats.org/officeDocument/2006/relationships/image" Target="../media/image185.emf"/><Relationship Id="rId5" Type="http://schemas.openxmlformats.org/officeDocument/2006/relationships/image" Target="../media/image179.emf"/><Relationship Id="rId10" Type="http://schemas.openxmlformats.org/officeDocument/2006/relationships/image" Target="../media/image184.emf"/><Relationship Id="rId4" Type="http://schemas.openxmlformats.org/officeDocument/2006/relationships/image" Target="../media/image178.emf"/><Relationship Id="rId9" Type="http://schemas.openxmlformats.org/officeDocument/2006/relationships/image" Target="../media/image183.emf"/><Relationship Id="rId14" Type="http://schemas.openxmlformats.org/officeDocument/2006/relationships/image" Target="../media/image188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emf"/><Relationship Id="rId2" Type="http://schemas.openxmlformats.org/officeDocument/2006/relationships/image" Target="../media/image190.emf"/><Relationship Id="rId1" Type="http://schemas.openxmlformats.org/officeDocument/2006/relationships/image" Target="../media/image189.wmf"/><Relationship Id="rId5" Type="http://schemas.openxmlformats.org/officeDocument/2006/relationships/image" Target="../media/image193.emf"/><Relationship Id="rId4" Type="http://schemas.openxmlformats.org/officeDocument/2006/relationships/image" Target="../media/image192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emf"/><Relationship Id="rId13" Type="http://schemas.openxmlformats.org/officeDocument/2006/relationships/image" Target="../media/image206.emf"/><Relationship Id="rId3" Type="http://schemas.openxmlformats.org/officeDocument/2006/relationships/image" Target="../media/image196.emf"/><Relationship Id="rId7" Type="http://schemas.openxmlformats.org/officeDocument/2006/relationships/image" Target="../media/image200.emf"/><Relationship Id="rId12" Type="http://schemas.openxmlformats.org/officeDocument/2006/relationships/image" Target="../media/image205.emf"/><Relationship Id="rId17" Type="http://schemas.openxmlformats.org/officeDocument/2006/relationships/image" Target="../media/image210.emf"/><Relationship Id="rId2" Type="http://schemas.openxmlformats.org/officeDocument/2006/relationships/image" Target="../media/image195.emf"/><Relationship Id="rId16" Type="http://schemas.openxmlformats.org/officeDocument/2006/relationships/image" Target="../media/image209.emf"/><Relationship Id="rId1" Type="http://schemas.openxmlformats.org/officeDocument/2006/relationships/image" Target="../media/image194.emf"/><Relationship Id="rId6" Type="http://schemas.openxmlformats.org/officeDocument/2006/relationships/image" Target="../media/image199.emf"/><Relationship Id="rId11" Type="http://schemas.openxmlformats.org/officeDocument/2006/relationships/image" Target="../media/image204.emf"/><Relationship Id="rId5" Type="http://schemas.openxmlformats.org/officeDocument/2006/relationships/image" Target="../media/image198.emf"/><Relationship Id="rId15" Type="http://schemas.openxmlformats.org/officeDocument/2006/relationships/image" Target="../media/image208.emf"/><Relationship Id="rId10" Type="http://schemas.openxmlformats.org/officeDocument/2006/relationships/image" Target="../media/image203.emf"/><Relationship Id="rId4" Type="http://schemas.openxmlformats.org/officeDocument/2006/relationships/image" Target="../media/image197.emf"/><Relationship Id="rId9" Type="http://schemas.openxmlformats.org/officeDocument/2006/relationships/image" Target="../media/image202.emf"/><Relationship Id="rId14" Type="http://schemas.openxmlformats.org/officeDocument/2006/relationships/image" Target="../media/image207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emf"/><Relationship Id="rId13" Type="http://schemas.openxmlformats.org/officeDocument/2006/relationships/image" Target="../media/image223.emf"/><Relationship Id="rId3" Type="http://schemas.openxmlformats.org/officeDocument/2006/relationships/image" Target="../media/image213.emf"/><Relationship Id="rId7" Type="http://schemas.openxmlformats.org/officeDocument/2006/relationships/image" Target="../media/image217.emf"/><Relationship Id="rId12" Type="http://schemas.openxmlformats.org/officeDocument/2006/relationships/image" Target="../media/image222.emf"/><Relationship Id="rId2" Type="http://schemas.openxmlformats.org/officeDocument/2006/relationships/image" Target="../media/image212.emf"/><Relationship Id="rId1" Type="http://schemas.openxmlformats.org/officeDocument/2006/relationships/image" Target="../media/image211.emf"/><Relationship Id="rId6" Type="http://schemas.openxmlformats.org/officeDocument/2006/relationships/image" Target="../media/image216.emf"/><Relationship Id="rId11" Type="http://schemas.openxmlformats.org/officeDocument/2006/relationships/image" Target="../media/image221.emf"/><Relationship Id="rId5" Type="http://schemas.openxmlformats.org/officeDocument/2006/relationships/image" Target="../media/image215.emf"/><Relationship Id="rId15" Type="http://schemas.openxmlformats.org/officeDocument/2006/relationships/image" Target="../media/image225.emf"/><Relationship Id="rId10" Type="http://schemas.openxmlformats.org/officeDocument/2006/relationships/image" Target="../media/image220.emf"/><Relationship Id="rId4" Type="http://schemas.openxmlformats.org/officeDocument/2006/relationships/image" Target="../media/image214.emf"/><Relationship Id="rId9" Type="http://schemas.openxmlformats.org/officeDocument/2006/relationships/image" Target="../media/image219.emf"/><Relationship Id="rId14" Type="http://schemas.openxmlformats.org/officeDocument/2006/relationships/image" Target="../media/image224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wmf"/><Relationship Id="rId7" Type="http://schemas.openxmlformats.org/officeDocument/2006/relationships/image" Target="../media/image232.emf"/><Relationship Id="rId2" Type="http://schemas.openxmlformats.org/officeDocument/2006/relationships/image" Target="../media/image227.wmf"/><Relationship Id="rId1" Type="http://schemas.openxmlformats.org/officeDocument/2006/relationships/image" Target="../media/image226.wmf"/><Relationship Id="rId6" Type="http://schemas.openxmlformats.org/officeDocument/2006/relationships/image" Target="../media/image231.wmf"/><Relationship Id="rId5" Type="http://schemas.openxmlformats.org/officeDocument/2006/relationships/image" Target="../media/image230.wmf"/><Relationship Id="rId4" Type="http://schemas.openxmlformats.org/officeDocument/2006/relationships/image" Target="../media/image229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emf"/><Relationship Id="rId13" Type="http://schemas.openxmlformats.org/officeDocument/2006/relationships/image" Target="../media/image245.emf"/><Relationship Id="rId3" Type="http://schemas.openxmlformats.org/officeDocument/2006/relationships/image" Target="../media/image235.emf"/><Relationship Id="rId7" Type="http://schemas.openxmlformats.org/officeDocument/2006/relationships/image" Target="../media/image239.emf"/><Relationship Id="rId12" Type="http://schemas.openxmlformats.org/officeDocument/2006/relationships/image" Target="../media/image244.emf"/><Relationship Id="rId2" Type="http://schemas.openxmlformats.org/officeDocument/2006/relationships/image" Target="../media/image234.emf"/><Relationship Id="rId1" Type="http://schemas.openxmlformats.org/officeDocument/2006/relationships/image" Target="../media/image233.emf"/><Relationship Id="rId6" Type="http://schemas.openxmlformats.org/officeDocument/2006/relationships/image" Target="../media/image238.emf"/><Relationship Id="rId11" Type="http://schemas.openxmlformats.org/officeDocument/2006/relationships/image" Target="../media/image243.emf"/><Relationship Id="rId5" Type="http://schemas.openxmlformats.org/officeDocument/2006/relationships/image" Target="../media/image237.emf"/><Relationship Id="rId10" Type="http://schemas.openxmlformats.org/officeDocument/2006/relationships/image" Target="../media/image242.emf"/><Relationship Id="rId4" Type="http://schemas.openxmlformats.org/officeDocument/2006/relationships/image" Target="../media/image236.emf"/><Relationship Id="rId9" Type="http://schemas.openxmlformats.org/officeDocument/2006/relationships/image" Target="../media/image241.emf"/><Relationship Id="rId14" Type="http://schemas.openxmlformats.org/officeDocument/2006/relationships/image" Target="../media/image246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emf"/><Relationship Id="rId7" Type="http://schemas.openxmlformats.org/officeDocument/2006/relationships/image" Target="../media/image253.emf"/><Relationship Id="rId2" Type="http://schemas.openxmlformats.org/officeDocument/2006/relationships/image" Target="../media/image248.emf"/><Relationship Id="rId1" Type="http://schemas.openxmlformats.org/officeDocument/2006/relationships/image" Target="../media/image247.emf"/><Relationship Id="rId6" Type="http://schemas.openxmlformats.org/officeDocument/2006/relationships/image" Target="../media/image252.emf"/><Relationship Id="rId5" Type="http://schemas.openxmlformats.org/officeDocument/2006/relationships/image" Target="../media/image251.emf"/><Relationship Id="rId4" Type="http://schemas.openxmlformats.org/officeDocument/2006/relationships/image" Target="../media/image250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emf"/><Relationship Id="rId2" Type="http://schemas.openxmlformats.org/officeDocument/2006/relationships/image" Target="../media/image255.wmf"/><Relationship Id="rId1" Type="http://schemas.openxmlformats.org/officeDocument/2006/relationships/image" Target="../media/image254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emf"/><Relationship Id="rId7" Type="http://schemas.openxmlformats.org/officeDocument/2006/relationships/image" Target="../media/image263.emf"/><Relationship Id="rId2" Type="http://schemas.openxmlformats.org/officeDocument/2006/relationships/image" Target="../media/image258.emf"/><Relationship Id="rId1" Type="http://schemas.openxmlformats.org/officeDocument/2006/relationships/image" Target="../media/image257.emf"/><Relationship Id="rId6" Type="http://schemas.openxmlformats.org/officeDocument/2006/relationships/image" Target="../media/image262.emf"/><Relationship Id="rId5" Type="http://schemas.openxmlformats.org/officeDocument/2006/relationships/image" Target="../media/image261.emf"/><Relationship Id="rId4" Type="http://schemas.openxmlformats.org/officeDocument/2006/relationships/image" Target="../media/image260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emf"/><Relationship Id="rId13" Type="http://schemas.openxmlformats.org/officeDocument/2006/relationships/image" Target="../media/image276.emf"/><Relationship Id="rId3" Type="http://schemas.openxmlformats.org/officeDocument/2006/relationships/image" Target="../media/image266.emf"/><Relationship Id="rId7" Type="http://schemas.openxmlformats.org/officeDocument/2006/relationships/image" Target="../media/image270.emf"/><Relationship Id="rId12" Type="http://schemas.openxmlformats.org/officeDocument/2006/relationships/image" Target="../media/image275.emf"/><Relationship Id="rId2" Type="http://schemas.openxmlformats.org/officeDocument/2006/relationships/image" Target="../media/image265.emf"/><Relationship Id="rId16" Type="http://schemas.openxmlformats.org/officeDocument/2006/relationships/image" Target="../media/image279.emf"/><Relationship Id="rId1" Type="http://schemas.openxmlformats.org/officeDocument/2006/relationships/image" Target="../media/image264.emf"/><Relationship Id="rId6" Type="http://schemas.openxmlformats.org/officeDocument/2006/relationships/image" Target="../media/image269.emf"/><Relationship Id="rId11" Type="http://schemas.openxmlformats.org/officeDocument/2006/relationships/image" Target="../media/image274.emf"/><Relationship Id="rId5" Type="http://schemas.openxmlformats.org/officeDocument/2006/relationships/image" Target="../media/image268.emf"/><Relationship Id="rId15" Type="http://schemas.openxmlformats.org/officeDocument/2006/relationships/image" Target="../media/image278.emf"/><Relationship Id="rId10" Type="http://schemas.openxmlformats.org/officeDocument/2006/relationships/image" Target="../media/image273.emf"/><Relationship Id="rId4" Type="http://schemas.openxmlformats.org/officeDocument/2006/relationships/image" Target="../media/image267.emf"/><Relationship Id="rId9" Type="http://schemas.openxmlformats.org/officeDocument/2006/relationships/image" Target="../media/image272.emf"/><Relationship Id="rId14" Type="http://schemas.openxmlformats.org/officeDocument/2006/relationships/image" Target="../media/image277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emf"/><Relationship Id="rId13" Type="http://schemas.openxmlformats.org/officeDocument/2006/relationships/image" Target="../media/image292.emf"/><Relationship Id="rId3" Type="http://schemas.openxmlformats.org/officeDocument/2006/relationships/image" Target="../media/image282.emf"/><Relationship Id="rId7" Type="http://schemas.openxmlformats.org/officeDocument/2006/relationships/image" Target="../media/image286.emf"/><Relationship Id="rId12" Type="http://schemas.openxmlformats.org/officeDocument/2006/relationships/image" Target="../media/image291.emf"/><Relationship Id="rId2" Type="http://schemas.openxmlformats.org/officeDocument/2006/relationships/image" Target="../media/image281.emf"/><Relationship Id="rId1" Type="http://schemas.openxmlformats.org/officeDocument/2006/relationships/image" Target="../media/image280.emf"/><Relationship Id="rId6" Type="http://schemas.openxmlformats.org/officeDocument/2006/relationships/image" Target="../media/image285.emf"/><Relationship Id="rId11" Type="http://schemas.openxmlformats.org/officeDocument/2006/relationships/image" Target="../media/image290.emf"/><Relationship Id="rId5" Type="http://schemas.openxmlformats.org/officeDocument/2006/relationships/image" Target="../media/image284.emf"/><Relationship Id="rId10" Type="http://schemas.openxmlformats.org/officeDocument/2006/relationships/image" Target="../media/image289.emf"/><Relationship Id="rId4" Type="http://schemas.openxmlformats.org/officeDocument/2006/relationships/image" Target="../media/image283.emf"/><Relationship Id="rId9" Type="http://schemas.openxmlformats.org/officeDocument/2006/relationships/image" Target="../media/image288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emf"/><Relationship Id="rId7" Type="http://schemas.openxmlformats.org/officeDocument/2006/relationships/image" Target="../media/image299.emf"/><Relationship Id="rId2" Type="http://schemas.openxmlformats.org/officeDocument/2006/relationships/image" Target="../media/image294.emf"/><Relationship Id="rId1" Type="http://schemas.openxmlformats.org/officeDocument/2006/relationships/image" Target="../media/image293.emf"/><Relationship Id="rId6" Type="http://schemas.openxmlformats.org/officeDocument/2006/relationships/image" Target="../media/image298.emf"/><Relationship Id="rId5" Type="http://schemas.openxmlformats.org/officeDocument/2006/relationships/image" Target="../media/image297.emf"/><Relationship Id="rId4" Type="http://schemas.openxmlformats.org/officeDocument/2006/relationships/image" Target="../media/image296.e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emf"/><Relationship Id="rId3" Type="http://schemas.openxmlformats.org/officeDocument/2006/relationships/image" Target="../media/image302.emf"/><Relationship Id="rId7" Type="http://schemas.openxmlformats.org/officeDocument/2006/relationships/image" Target="../media/image306.emf"/><Relationship Id="rId12" Type="http://schemas.openxmlformats.org/officeDocument/2006/relationships/image" Target="../media/image311.emf"/><Relationship Id="rId2" Type="http://schemas.openxmlformats.org/officeDocument/2006/relationships/image" Target="../media/image301.emf"/><Relationship Id="rId1" Type="http://schemas.openxmlformats.org/officeDocument/2006/relationships/image" Target="../media/image300.emf"/><Relationship Id="rId6" Type="http://schemas.openxmlformats.org/officeDocument/2006/relationships/image" Target="../media/image305.emf"/><Relationship Id="rId11" Type="http://schemas.openxmlformats.org/officeDocument/2006/relationships/image" Target="../media/image310.emf"/><Relationship Id="rId5" Type="http://schemas.openxmlformats.org/officeDocument/2006/relationships/image" Target="../media/image304.emf"/><Relationship Id="rId10" Type="http://schemas.openxmlformats.org/officeDocument/2006/relationships/image" Target="../media/image309.emf"/><Relationship Id="rId4" Type="http://schemas.openxmlformats.org/officeDocument/2006/relationships/image" Target="../media/image303.emf"/><Relationship Id="rId9" Type="http://schemas.openxmlformats.org/officeDocument/2006/relationships/image" Target="../media/image308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4.emf"/><Relationship Id="rId2" Type="http://schemas.openxmlformats.org/officeDocument/2006/relationships/image" Target="../media/image313.emf"/><Relationship Id="rId1" Type="http://schemas.openxmlformats.org/officeDocument/2006/relationships/image" Target="../media/image312.wmf"/><Relationship Id="rId5" Type="http://schemas.openxmlformats.org/officeDocument/2006/relationships/image" Target="../media/image316.emf"/><Relationship Id="rId4" Type="http://schemas.openxmlformats.org/officeDocument/2006/relationships/image" Target="../media/image315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9.emf"/><Relationship Id="rId7" Type="http://schemas.openxmlformats.org/officeDocument/2006/relationships/image" Target="../media/image323.emf"/><Relationship Id="rId2" Type="http://schemas.openxmlformats.org/officeDocument/2006/relationships/image" Target="../media/image318.emf"/><Relationship Id="rId1" Type="http://schemas.openxmlformats.org/officeDocument/2006/relationships/image" Target="../media/image317.emf"/><Relationship Id="rId6" Type="http://schemas.openxmlformats.org/officeDocument/2006/relationships/image" Target="../media/image322.emf"/><Relationship Id="rId5" Type="http://schemas.openxmlformats.org/officeDocument/2006/relationships/image" Target="../media/image321.emf"/><Relationship Id="rId4" Type="http://schemas.openxmlformats.org/officeDocument/2006/relationships/image" Target="../media/image320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emf"/><Relationship Id="rId7" Type="http://schemas.openxmlformats.org/officeDocument/2006/relationships/image" Target="../media/image330.emf"/><Relationship Id="rId2" Type="http://schemas.openxmlformats.org/officeDocument/2006/relationships/image" Target="../media/image325.emf"/><Relationship Id="rId1" Type="http://schemas.openxmlformats.org/officeDocument/2006/relationships/image" Target="../media/image324.emf"/><Relationship Id="rId6" Type="http://schemas.openxmlformats.org/officeDocument/2006/relationships/image" Target="../media/image329.emf"/><Relationship Id="rId5" Type="http://schemas.openxmlformats.org/officeDocument/2006/relationships/image" Target="../media/image328.emf"/><Relationship Id="rId4" Type="http://schemas.openxmlformats.org/officeDocument/2006/relationships/image" Target="../media/image327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3.emf"/><Relationship Id="rId7" Type="http://schemas.openxmlformats.org/officeDocument/2006/relationships/image" Target="../media/image337.wmf"/><Relationship Id="rId2" Type="http://schemas.openxmlformats.org/officeDocument/2006/relationships/image" Target="../media/image332.emf"/><Relationship Id="rId1" Type="http://schemas.openxmlformats.org/officeDocument/2006/relationships/image" Target="../media/image331.emf"/><Relationship Id="rId6" Type="http://schemas.openxmlformats.org/officeDocument/2006/relationships/image" Target="../media/image336.wmf"/><Relationship Id="rId5" Type="http://schemas.openxmlformats.org/officeDocument/2006/relationships/image" Target="../media/image335.wmf"/><Relationship Id="rId4" Type="http://schemas.openxmlformats.org/officeDocument/2006/relationships/image" Target="../media/image334.e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5.wmf"/><Relationship Id="rId3" Type="http://schemas.openxmlformats.org/officeDocument/2006/relationships/image" Target="../media/image340.emf"/><Relationship Id="rId7" Type="http://schemas.openxmlformats.org/officeDocument/2006/relationships/image" Target="../media/image344.emf"/><Relationship Id="rId2" Type="http://schemas.openxmlformats.org/officeDocument/2006/relationships/image" Target="../media/image339.emf"/><Relationship Id="rId1" Type="http://schemas.openxmlformats.org/officeDocument/2006/relationships/image" Target="../media/image338.emf"/><Relationship Id="rId6" Type="http://schemas.openxmlformats.org/officeDocument/2006/relationships/image" Target="../media/image343.emf"/><Relationship Id="rId5" Type="http://schemas.openxmlformats.org/officeDocument/2006/relationships/image" Target="../media/image342.emf"/><Relationship Id="rId4" Type="http://schemas.openxmlformats.org/officeDocument/2006/relationships/image" Target="../media/image341.emf"/><Relationship Id="rId9" Type="http://schemas.openxmlformats.org/officeDocument/2006/relationships/image" Target="../media/image346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3.wmf"/><Relationship Id="rId3" Type="http://schemas.openxmlformats.org/officeDocument/2006/relationships/image" Target="../media/image336.wmf"/><Relationship Id="rId7" Type="http://schemas.openxmlformats.org/officeDocument/2006/relationships/image" Target="../media/image352.wmf"/><Relationship Id="rId2" Type="http://schemas.openxmlformats.org/officeDocument/2006/relationships/image" Target="../media/image348.emf"/><Relationship Id="rId1" Type="http://schemas.openxmlformats.org/officeDocument/2006/relationships/image" Target="../media/image347.emf"/><Relationship Id="rId6" Type="http://schemas.openxmlformats.org/officeDocument/2006/relationships/image" Target="../media/image351.wmf"/><Relationship Id="rId5" Type="http://schemas.openxmlformats.org/officeDocument/2006/relationships/image" Target="../media/image350.wmf"/><Relationship Id="rId4" Type="http://schemas.openxmlformats.org/officeDocument/2006/relationships/image" Target="../media/image349.wmf"/><Relationship Id="rId9" Type="http://schemas.openxmlformats.org/officeDocument/2006/relationships/image" Target="../media/image354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7.emf"/><Relationship Id="rId2" Type="http://schemas.openxmlformats.org/officeDocument/2006/relationships/image" Target="../media/image356.emf"/><Relationship Id="rId1" Type="http://schemas.openxmlformats.org/officeDocument/2006/relationships/image" Target="../media/image355.emf"/><Relationship Id="rId5" Type="http://schemas.openxmlformats.org/officeDocument/2006/relationships/image" Target="../media/image336.wmf"/><Relationship Id="rId4" Type="http://schemas.openxmlformats.org/officeDocument/2006/relationships/image" Target="../media/image358.e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wmf"/><Relationship Id="rId3" Type="http://schemas.openxmlformats.org/officeDocument/2006/relationships/image" Target="../media/image361.emf"/><Relationship Id="rId7" Type="http://schemas.openxmlformats.org/officeDocument/2006/relationships/image" Target="../media/image365.emf"/><Relationship Id="rId12" Type="http://schemas.openxmlformats.org/officeDocument/2006/relationships/image" Target="../media/image369.emf"/><Relationship Id="rId2" Type="http://schemas.openxmlformats.org/officeDocument/2006/relationships/image" Target="../media/image360.emf"/><Relationship Id="rId1" Type="http://schemas.openxmlformats.org/officeDocument/2006/relationships/image" Target="../media/image359.emf"/><Relationship Id="rId6" Type="http://schemas.openxmlformats.org/officeDocument/2006/relationships/image" Target="../media/image364.emf"/><Relationship Id="rId11" Type="http://schemas.openxmlformats.org/officeDocument/2006/relationships/image" Target="../media/image368.emf"/><Relationship Id="rId5" Type="http://schemas.openxmlformats.org/officeDocument/2006/relationships/image" Target="../media/image363.emf"/><Relationship Id="rId10" Type="http://schemas.openxmlformats.org/officeDocument/2006/relationships/image" Target="../media/image367.wmf"/><Relationship Id="rId4" Type="http://schemas.openxmlformats.org/officeDocument/2006/relationships/image" Target="../media/image362.emf"/><Relationship Id="rId9" Type="http://schemas.openxmlformats.org/officeDocument/2006/relationships/image" Target="../media/image366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wmf"/><Relationship Id="rId2" Type="http://schemas.openxmlformats.org/officeDocument/2006/relationships/image" Target="../media/image371.emf"/><Relationship Id="rId1" Type="http://schemas.openxmlformats.org/officeDocument/2006/relationships/image" Target="../media/image370.emf"/><Relationship Id="rId5" Type="http://schemas.openxmlformats.org/officeDocument/2006/relationships/image" Target="../media/image373.wmf"/><Relationship Id="rId4" Type="http://schemas.openxmlformats.org/officeDocument/2006/relationships/image" Target="../media/image372.w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5.emf"/><Relationship Id="rId1" Type="http://schemas.openxmlformats.org/officeDocument/2006/relationships/image" Target="../media/image374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8.emf"/><Relationship Id="rId2" Type="http://schemas.openxmlformats.org/officeDocument/2006/relationships/image" Target="../media/image377.emf"/><Relationship Id="rId1" Type="http://schemas.openxmlformats.org/officeDocument/2006/relationships/image" Target="../media/image376.emf"/><Relationship Id="rId6" Type="http://schemas.openxmlformats.org/officeDocument/2006/relationships/image" Target="../media/image381.wmf"/><Relationship Id="rId5" Type="http://schemas.openxmlformats.org/officeDocument/2006/relationships/image" Target="../media/image380.emf"/><Relationship Id="rId4" Type="http://schemas.openxmlformats.org/officeDocument/2006/relationships/image" Target="../media/image379.e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4.emf"/><Relationship Id="rId2" Type="http://schemas.openxmlformats.org/officeDocument/2006/relationships/image" Target="../media/image383.emf"/><Relationship Id="rId1" Type="http://schemas.openxmlformats.org/officeDocument/2006/relationships/image" Target="../media/image382.emf"/><Relationship Id="rId4" Type="http://schemas.openxmlformats.org/officeDocument/2006/relationships/image" Target="../media/image385.e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3.emf"/><Relationship Id="rId13" Type="http://schemas.openxmlformats.org/officeDocument/2006/relationships/image" Target="../media/image398.emf"/><Relationship Id="rId3" Type="http://schemas.openxmlformats.org/officeDocument/2006/relationships/image" Target="../media/image388.emf"/><Relationship Id="rId7" Type="http://schemas.openxmlformats.org/officeDocument/2006/relationships/image" Target="../media/image392.emf"/><Relationship Id="rId12" Type="http://schemas.openxmlformats.org/officeDocument/2006/relationships/image" Target="../media/image397.emf"/><Relationship Id="rId2" Type="http://schemas.openxmlformats.org/officeDocument/2006/relationships/image" Target="../media/image387.emf"/><Relationship Id="rId1" Type="http://schemas.openxmlformats.org/officeDocument/2006/relationships/image" Target="../media/image386.emf"/><Relationship Id="rId6" Type="http://schemas.openxmlformats.org/officeDocument/2006/relationships/image" Target="../media/image391.emf"/><Relationship Id="rId11" Type="http://schemas.openxmlformats.org/officeDocument/2006/relationships/image" Target="../media/image396.emf"/><Relationship Id="rId5" Type="http://schemas.openxmlformats.org/officeDocument/2006/relationships/image" Target="../media/image390.emf"/><Relationship Id="rId10" Type="http://schemas.openxmlformats.org/officeDocument/2006/relationships/image" Target="../media/image395.emf"/><Relationship Id="rId4" Type="http://schemas.openxmlformats.org/officeDocument/2006/relationships/image" Target="../media/image389.emf"/><Relationship Id="rId9" Type="http://schemas.openxmlformats.org/officeDocument/2006/relationships/image" Target="../media/image394.emf"/><Relationship Id="rId14" Type="http://schemas.openxmlformats.org/officeDocument/2006/relationships/image" Target="../media/image399.e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7.emf"/><Relationship Id="rId3" Type="http://schemas.openxmlformats.org/officeDocument/2006/relationships/image" Target="../media/image402.emf"/><Relationship Id="rId7" Type="http://schemas.openxmlformats.org/officeDocument/2006/relationships/image" Target="../media/image406.emf"/><Relationship Id="rId12" Type="http://schemas.openxmlformats.org/officeDocument/2006/relationships/image" Target="../media/image411.emf"/><Relationship Id="rId2" Type="http://schemas.openxmlformats.org/officeDocument/2006/relationships/image" Target="../media/image401.emf"/><Relationship Id="rId1" Type="http://schemas.openxmlformats.org/officeDocument/2006/relationships/image" Target="../media/image400.emf"/><Relationship Id="rId6" Type="http://schemas.openxmlformats.org/officeDocument/2006/relationships/image" Target="../media/image405.emf"/><Relationship Id="rId11" Type="http://schemas.openxmlformats.org/officeDocument/2006/relationships/image" Target="../media/image410.emf"/><Relationship Id="rId5" Type="http://schemas.openxmlformats.org/officeDocument/2006/relationships/image" Target="../media/image404.emf"/><Relationship Id="rId10" Type="http://schemas.openxmlformats.org/officeDocument/2006/relationships/image" Target="../media/image409.emf"/><Relationship Id="rId4" Type="http://schemas.openxmlformats.org/officeDocument/2006/relationships/image" Target="../media/image403.emf"/><Relationship Id="rId9" Type="http://schemas.openxmlformats.org/officeDocument/2006/relationships/image" Target="../media/image408.e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wmf"/><Relationship Id="rId3" Type="http://schemas.openxmlformats.org/officeDocument/2006/relationships/image" Target="../media/image414.emf"/><Relationship Id="rId7" Type="http://schemas.openxmlformats.org/officeDocument/2006/relationships/image" Target="../media/image418.emf"/><Relationship Id="rId2" Type="http://schemas.openxmlformats.org/officeDocument/2006/relationships/image" Target="../media/image413.emf"/><Relationship Id="rId1" Type="http://schemas.openxmlformats.org/officeDocument/2006/relationships/image" Target="../media/image412.emf"/><Relationship Id="rId6" Type="http://schemas.openxmlformats.org/officeDocument/2006/relationships/image" Target="../media/image417.emf"/><Relationship Id="rId5" Type="http://schemas.openxmlformats.org/officeDocument/2006/relationships/image" Target="../media/image416.emf"/><Relationship Id="rId4" Type="http://schemas.openxmlformats.org/officeDocument/2006/relationships/image" Target="../media/image415.e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6.emf"/><Relationship Id="rId3" Type="http://schemas.openxmlformats.org/officeDocument/2006/relationships/image" Target="../media/image421.emf"/><Relationship Id="rId7" Type="http://schemas.openxmlformats.org/officeDocument/2006/relationships/image" Target="../media/image425.emf"/><Relationship Id="rId2" Type="http://schemas.openxmlformats.org/officeDocument/2006/relationships/image" Target="../media/image420.emf"/><Relationship Id="rId1" Type="http://schemas.openxmlformats.org/officeDocument/2006/relationships/image" Target="../media/image419.emf"/><Relationship Id="rId6" Type="http://schemas.openxmlformats.org/officeDocument/2006/relationships/image" Target="../media/image424.emf"/><Relationship Id="rId11" Type="http://schemas.openxmlformats.org/officeDocument/2006/relationships/image" Target="../media/image429.wmf"/><Relationship Id="rId5" Type="http://schemas.openxmlformats.org/officeDocument/2006/relationships/image" Target="../media/image423.emf"/><Relationship Id="rId10" Type="http://schemas.openxmlformats.org/officeDocument/2006/relationships/image" Target="../media/image428.emf"/><Relationship Id="rId4" Type="http://schemas.openxmlformats.org/officeDocument/2006/relationships/image" Target="../media/image422.emf"/><Relationship Id="rId9" Type="http://schemas.openxmlformats.org/officeDocument/2006/relationships/image" Target="../media/image427.e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2.wmf"/><Relationship Id="rId2" Type="http://schemas.openxmlformats.org/officeDocument/2006/relationships/image" Target="../media/image431.wmf"/><Relationship Id="rId1" Type="http://schemas.openxmlformats.org/officeDocument/2006/relationships/image" Target="../media/image430.wmf"/><Relationship Id="rId6" Type="http://schemas.openxmlformats.org/officeDocument/2006/relationships/image" Target="../media/image435.wmf"/><Relationship Id="rId5" Type="http://schemas.openxmlformats.org/officeDocument/2006/relationships/image" Target="../media/image434.wmf"/><Relationship Id="rId4" Type="http://schemas.openxmlformats.org/officeDocument/2006/relationships/image" Target="../media/image433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8.wmf"/><Relationship Id="rId7" Type="http://schemas.openxmlformats.org/officeDocument/2006/relationships/image" Target="../media/image442.wmf"/><Relationship Id="rId2" Type="http://schemas.openxmlformats.org/officeDocument/2006/relationships/image" Target="../media/image437.wmf"/><Relationship Id="rId1" Type="http://schemas.openxmlformats.org/officeDocument/2006/relationships/image" Target="../media/image436.emf"/><Relationship Id="rId6" Type="http://schemas.openxmlformats.org/officeDocument/2006/relationships/image" Target="../media/image441.wmf"/><Relationship Id="rId5" Type="http://schemas.openxmlformats.org/officeDocument/2006/relationships/image" Target="../media/image440.wmf"/><Relationship Id="rId4" Type="http://schemas.openxmlformats.org/officeDocument/2006/relationships/image" Target="../media/image439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emf"/><Relationship Id="rId3" Type="http://schemas.openxmlformats.org/officeDocument/2006/relationships/image" Target="../media/image445.emf"/><Relationship Id="rId7" Type="http://schemas.openxmlformats.org/officeDocument/2006/relationships/image" Target="../media/image449.emf"/><Relationship Id="rId2" Type="http://schemas.openxmlformats.org/officeDocument/2006/relationships/image" Target="../media/image444.emf"/><Relationship Id="rId1" Type="http://schemas.openxmlformats.org/officeDocument/2006/relationships/image" Target="../media/image443.emf"/><Relationship Id="rId6" Type="http://schemas.openxmlformats.org/officeDocument/2006/relationships/image" Target="../media/image448.emf"/><Relationship Id="rId5" Type="http://schemas.openxmlformats.org/officeDocument/2006/relationships/image" Target="../media/image447.emf"/><Relationship Id="rId4" Type="http://schemas.openxmlformats.org/officeDocument/2006/relationships/image" Target="../media/image446.emf"/><Relationship Id="rId9" Type="http://schemas.openxmlformats.org/officeDocument/2006/relationships/image" Target="../media/image451.e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9.emf"/><Relationship Id="rId3" Type="http://schemas.openxmlformats.org/officeDocument/2006/relationships/image" Target="../media/image454.emf"/><Relationship Id="rId7" Type="http://schemas.openxmlformats.org/officeDocument/2006/relationships/image" Target="../media/image458.emf"/><Relationship Id="rId2" Type="http://schemas.openxmlformats.org/officeDocument/2006/relationships/image" Target="../media/image453.emf"/><Relationship Id="rId1" Type="http://schemas.openxmlformats.org/officeDocument/2006/relationships/image" Target="../media/image452.emf"/><Relationship Id="rId6" Type="http://schemas.openxmlformats.org/officeDocument/2006/relationships/image" Target="../media/image457.emf"/><Relationship Id="rId5" Type="http://schemas.openxmlformats.org/officeDocument/2006/relationships/image" Target="../media/image456.emf"/><Relationship Id="rId4" Type="http://schemas.openxmlformats.org/officeDocument/2006/relationships/image" Target="../media/image455.emf"/><Relationship Id="rId9" Type="http://schemas.openxmlformats.org/officeDocument/2006/relationships/image" Target="../media/image460.e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8.wmf"/><Relationship Id="rId3" Type="http://schemas.openxmlformats.org/officeDocument/2006/relationships/image" Target="../media/image463.emf"/><Relationship Id="rId7" Type="http://schemas.openxmlformats.org/officeDocument/2006/relationships/image" Target="../media/image467.emf"/><Relationship Id="rId2" Type="http://schemas.openxmlformats.org/officeDocument/2006/relationships/image" Target="../media/image462.emf"/><Relationship Id="rId1" Type="http://schemas.openxmlformats.org/officeDocument/2006/relationships/image" Target="../media/image461.emf"/><Relationship Id="rId6" Type="http://schemas.openxmlformats.org/officeDocument/2006/relationships/image" Target="../media/image466.emf"/><Relationship Id="rId5" Type="http://schemas.openxmlformats.org/officeDocument/2006/relationships/image" Target="../media/image465.emf"/><Relationship Id="rId10" Type="http://schemas.openxmlformats.org/officeDocument/2006/relationships/image" Target="../media/image470.emf"/><Relationship Id="rId4" Type="http://schemas.openxmlformats.org/officeDocument/2006/relationships/image" Target="../media/image464.emf"/><Relationship Id="rId9" Type="http://schemas.openxmlformats.org/officeDocument/2006/relationships/image" Target="../media/image469.w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8.emf"/><Relationship Id="rId13" Type="http://schemas.openxmlformats.org/officeDocument/2006/relationships/image" Target="../media/image483.emf"/><Relationship Id="rId18" Type="http://schemas.openxmlformats.org/officeDocument/2006/relationships/image" Target="../media/image487.emf"/><Relationship Id="rId3" Type="http://schemas.openxmlformats.org/officeDocument/2006/relationships/image" Target="../media/image473.emf"/><Relationship Id="rId21" Type="http://schemas.openxmlformats.org/officeDocument/2006/relationships/image" Target="../media/image490.emf"/><Relationship Id="rId7" Type="http://schemas.openxmlformats.org/officeDocument/2006/relationships/image" Target="../media/image477.emf"/><Relationship Id="rId12" Type="http://schemas.openxmlformats.org/officeDocument/2006/relationships/image" Target="../media/image482.emf"/><Relationship Id="rId17" Type="http://schemas.openxmlformats.org/officeDocument/2006/relationships/image" Target="../media/image470.emf"/><Relationship Id="rId25" Type="http://schemas.openxmlformats.org/officeDocument/2006/relationships/image" Target="../media/image494.emf"/><Relationship Id="rId2" Type="http://schemas.openxmlformats.org/officeDocument/2006/relationships/image" Target="../media/image472.emf"/><Relationship Id="rId16" Type="http://schemas.openxmlformats.org/officeDocument/2006/relationships/image" Target="../media/image486.emf"/><Relationship Id="rId20" Type="http://schemas.openxmlformats.org/officeDocument/2006/relationships/image" Target="../media/image489.emf"/><Relationship Id="rId1" Type="http://schemas.openxmlformats.org/officeDocument/2006/relationships/image" Target="../media/image471.wmf"/><Relationship Id="rId6" Type="http://schemas.openxmlformats.org/officeDocument/2006/relationships/image" Target="../media/image476.emf"/><Relationship Id="rId11" Type="http://schemas.openxmlformats.org/officeDocument/2006/relationships/image" Target="../media/image481.emf"/><Relationship Id="rId24" Type="http://schemas.openxmlformats.org/officeDocument/2006/relationships/image" Target="../media/image493.emf"/><Relationship Id="rId5" Type="http://schemas.openxmlformats.org/officeDocument/2006/relationships/image" Target="../media/image475.emf"/><Relationship Id="rId15" Type="http://schemas.openxmlformats.org/officeDocument/2006/relationships/image" Target="../media/image485.emf"/><Relationship Id="rId23" Type="http://schemas.openxmlformats.org/officeDocument/2006/relationships/image" Target="../media/image492.emf"/><Relationship Id="rId10" Type="http://schemas.openxmlformats.org/officeDocument/2006/relationships/image" Target="../media/image480.emf"/><Relationship Id="rId19" Type="http://schemas.openxmlformats.org/officeDocument/2006/relationships/image" Target="../media/image488.emf"/><Relationship Id="rId4" Type="http://schemas.openxmlformats.org/officeDocument/2006/relationships/image" Target="../media/image474.emf"/><Relationship Id="rId9" Type="http://schemas.openxmlformats.org/officeDocument/2006/relationships/image" Target="../media/image479.emf"/><Relationship Id="rId14" Type="http://schemas.openxmlformats.org/officeDocument/2006/relationships/image" Target="../media/image484.emf"/><Relationship Id="rId22" Type="http://schemas.openxmlformats.org/officeDocument/2006/relationships/image" Target="../media/image491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5.emf"/></Relationships>
</file>

<file path=ppt/drawings/_rels/vmlDrawing5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3.emf"/><Relationship Id="rId13" Type="http://schemas.openxmlformats.org/officeDocument/2006/relationships/image" Target="../media/image508.emf"/><Relationship Id="rId18" Type="http://schemas.openxmlformats.org/officeDocument/2006/relationships/image" Target="../media/image513.emf"/><Relationship Id="rId3" Type="http://schemas.openxmlformats.org/officeDocument/2006/relationships/image" Target="../media/image498.emf"/><Relationship Id="rId21" Type="http://schemas.openxmlformats.org/officeDocument/2006/relationships/image" Target="../media/image516.wmf"/><Relationship Id="rId7" Type="http://schemas.openxmlformats.org/officeDocument/2006/relationships/image" Target="../media/image502.emf"/><Relationship Id="rId12" Type="http://schemas.openxmlformats.org/officeDocument/2006/relationships/image" Target="../media/image507.emf"/><Relationship Id="rId17" Type="http://schemas.openxmlformats.org/officeDocument/2006/relationships/image" Target="../media/image512.emf"/><Relationship Id="rId2" Type="http://schemas.openxmlformats.org/officeDocument/2006/relationships/image" Target="../media/image497.emf"/><Relationship Id="rId16" Type="http://schemas.openxmlformats.org/officeDocument/2006/relationships/image" Target="../media/image511.emf"/><Relationship Id="rId20" Type="http://schemas.openxmlformats.org/officeDocument/2006/relationships/image" Target="../media/image515.wmf"/><Relationship Id="rId1" Type="http://schemas.openxmlformats.org/officeDocument/2006/relationships/image" Target="../media/image496.emf"/><Relationship Id="rId6" Type="http://schemas.openxmlformats.org/officeDocument/2006/relationships/image" Target="../media/image501.emf"/><Relationship Id="rId11" Type="http://schemas.openxmlformats.org/officeDocument/2006/relationships/image" Target="../media/image506.emf"/><Relationship Id="rId5" Type="http://schemas.openxmlformats.org/officeDocument/2006/relationships/image" Target="../media/image500.emf"/><Relationship Id="rId15" Type="http://schemas.openxmlformats.org/officeDocument/2006/relationships/image" Target="../media/image510.emf"/><Relationship Id="rId10" Type="http://schemas.openxmlformats.org/officeDocument/2006/relationships/image" Target="../media/image505.emf"/><Relationship Id="rId19" Type="http://schemas.openxmlformats.org/officeDocument/2006/relationships/image" Target="../media/image514.emf"/><Relationship Id="rId4" Type="http://schemas.openxmlformats.org/officeDocument/2006/relationships/image" Target="../media/image499.emf"/><Relationship Id="rId9" Type="http://schemas.openxmlformats.org/officeDocument/2006/relationships/image" Target="../media/image504.emf"/><Relationship Id="rId14" Type="http://schemas.openxmlformats.org/officeDocument/2006/relationships/image" Target="../media/image509.emf"/><Relationship Id="rId22" Type="http://schemas.openxmlformats.org/officeDocument/2006/relationships/image" Target="../media/image517.wmf"/></Relationships>
</file>

<file path=ppt/drawings/_rels/vmlDrawing5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emf"/><Relationship Id="rId3" Type="http://schemas.openxmlformats.org/officeDocument/2006/relationships/image" Target="../media/image520.emf"/><Relationship Id="rId7" Type="http://schemas.openxmlformats.org/officeDocument/2006/relationships/image" Target="../media/image509.emf"/><Relationship Id="rId2" Type="http://schemas.openxmlformats.org/officeDocument/2006/relationships/image" Target="../media/image519.emf"/><Relationship Id="rId1" Type="http://schemas.openxmlformats.org/officeDocument/2006/relationships/image" Target="../media/image518.emf"/><Relationship Id="rId6" Type="http://schemas.openxmlformats.org/officeDocument/2006/relationships/image" Target="../media/image508.emf"/><Relationship Id="rId11" Type="http://schemas.openxmlformats.org/officeDocument/2006/relationships/image" Target="../media/image513.emf"/><Relationship Id="rId5" Type="http://schemas.openxmlformats.org/officeDocument/2006/relationships/image" Target="../media/image522.emf"/><Relationship Id="rId10" Type="http://schemas.openxmlformats.org/officeDocument/2006/relationships/image" Target="../media/image512.emf"/><Relationship Id="rId4" Type="http://schemas.openxmlformats.org/officeDocument/2006/relationships/image" Target="../media/image521.emf"/><Relationship Id="rId9" Type="http://schemas.openxmlformats.org/officeDocument/2006/relationships/image" Target="../media/image511.e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5.emf"/><Relationship Id="rId2" Type="http://schemas.openxmlformats.org/officeDocument/2006/relationships/image" Target="../media/image524.emf"/><Relationship Id="rId1" Type="http://schemas.openxmlformats.org/officeDocument/2006/relationships/image" Target="../media/image523.emf"/><Relationship Id="rId5" Type="http://schemas.openxmlformats.org/officeDocument/2006/relationships/image" Target="../media/image527.wmf"/><Relationship Id="rId4" Type="http://schemas.openxmlformats.org/officeDocument/2006/relationships/image" Target="../media/image526.e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5.emf"/><Relationship Id="rId13" Type="http://schemas.openxmlformats.org/officeDocument/2006/relationships/image" Target="../media/image540.emf"/><Relationship Id="rId18" Type="http://schemas.openxmlformats.org/officeDocument/2006/relationships/image" Target="../media/image545.emf"/><Relationship Id="rId3" Type="http://schemas.openxmlformats.org/officeDocument/2006/relationships/image" Target="../media/image530.emf"/><Relationship Id="rId7" Type="http://schemas.openxmlformats.org/officeDocument/2006/relationships/image" Target="../media/image534.emf"/><Relationship Id="rId12" Type="http://schemas.openxmlformats.org/officeDocument/2006/relationships/image" Target="../media/image539.emf"/><Relationship Id="rId17" Type="http://schemas.openxmlformats.org/officeDocument/2006/relationships/image" Target="../media/image544.emf"/><Relationship Id="rId2" Type="http://schemas.openxmlformats.org/officeDocument/2006/relationships/image" Target="../media/image529.emf"/><Relationship Id="rId16" Type="http://schemas.openxmlformats.org/officeDocument/2006/relationships/image" Target="../media/image543.emf"/><Relationship Id="rId20" Type="http://schemas.openxmlformats.org/officeDocument/2006/relationships/image" Target="../media/image547.wmf"/><Relationship Id="rId1" Type="http://schemas.openxmlformats.org/officeDocument/2006/relationships/image" Target="../media/image528.emf"/><Relationship Id="rId6" Type="http://schemas.openxmlformats.org/officeDocument/2006/relationships/image" Target="../media/image533.emf"/><Relationship Id="rId11" Type="http://schemas.openxmlformats.org/officeDocument/2006/relationships/image" Target="../media/image538.emf"/><Relationship Id="rId5" Type="http://schemas.openxmlformats.org/officeDocument/2006/relationships/image" Target="../media/image532.emf"/><Relationship Id="rId15" Type="http://schemas.openxmlformats.org/officeDocument/2006/relationships/image" Target="../media/image542.emf"/><Relationship Id="rId10" Type="http://schemas.openxmlformats.org/officeDocument/2006/relationships/image" Target="../media/image537.emf"/><Relationship Id="rId19" Type="http://schemas.openxmlformats.org/officeDocument/2006/relationships/image" Target="../media/image546.emf"/><Relationship Id="rId4" Type="http://schemas.openxmlformats.org/officeDocument/2006/relationships/image" Target="../media/image531.emf"/><Relationship Id="rId9" Type="http://schemas.openxmlformats.org/officeDocument/2006/relationships/image" Target="../media/image536.emf"/><Relationship Id="rId14" Type="http://schemas.openxmlformats.org/officeDocument/2006/relationships/image" Target="../media/image541.e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wmf"/><Relationship Id="rId2" Type="http://schemas.openxmlformats.org/officeDocument/2006/relationships/image" Target="../media/image549.emf"/><Relationship Id="rId1" Type="http://schemas.openxmlformats.org/officeDocument/2006/relationships/image" Target="../media/image548.emf"/><Relationship Id="rId5" Type="http://schemas.openxmlformats.org/officeDocument/2006/relationships/image" Target="../media/image552.wmf"/><Relationship Id="rId4" Type="http://schemas.openxmlformats.org/officeDocument/2006/relationships/image" Target="../media/image551.wmf"/></Relationships>
</file>

<file path=ppt/drawings/_rels/vmlDrawing5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0.emf"/><Relationship Id="rId13" Type="http://schemas.openxmlformats.org/officeDocument/2006/relationships/image" Target="../media/image565.emf"/><Relationship Id="rId3" Type="http://schemas.openxmlformats.org/officeDocument/2006/relationships/image" Target="../media/image555.emf"/><Relationship Id="rId7" Type="http://schemas.openxmlformats.org/officeDocument/2006/relationships/image" Target="../media/image559.emf"/><Relationship Id="rId12" Type="http://schemas.openxmlformats.org/officeDocument/2006/relationships/image" Target="../media/image564.emf"/><Relationship Id="rId2" Type="http://schemas.openxmlformats.org/officeDocument/2006/relationships/image" Target="../media/image554.emf"/><Relationship Id="rId1" Type="http://schemas.openxmlformats.org/officeDocument/2006/relationships/image" Target="../media/image553.emf"/><Relationship Id="rId6" Type="http://schemas.openxmlformats.org/officeDocument/2006/relationships/image" Target="../media/image558.emf"/><Relationship Id="rId11" Type="http://schemas.openxmlformats.org/officeDocument/2006/relationships/image" Target="../media/image563.emf"/><Relationship Id="rId5" Type="http://schemas.openxmlformats.org/officeDocument/2006/relationships/image" Target="../media/image557.emf"/><Relationship Id="rId10" Type="http://schemas.openxmlformats.org/officeDocument/2006/relationships/image" Target="../media/image562.emf"/><Relationship Id="rId4" Type="http://schemas.openxmlformats.org/officeDocument/2006/relationships/image" Target="../media/image556.emf"/><Relationship Id="rId9" Type="http://schemas.openxmlformats.org/officeDocument/2006/relationships/image" Target="../media/image561.emf"/><Relationship Id="rId14" Type="http://schemas.openxmlformats.org/officeDocument/2006/relationships/image" Target="../media/image566.emf"/></Relationships>
</file>

<file path=ppt/drawings/_rels/vmlDrawing5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4.emf"/><Relationship Id="rId13" Type="http://schemas.openxmlformats.org/officeDocument/2006/relationships/image" Target="../media/image579.emf"/><Relationship Id="rId18" Type="http://schemas.openxmlformats.org/officeDocument/2006/relationships/image" Target="../media/image584.emf"/><Relationship Id="rId3" Type="http://schemas.openxmlformats.org/officeDocument/2006/relationships/image" Target="../media/image569.emf"/><Relationship Id="rId21" Type="http://schemas.openxmlformats.org/officeDocument/2006/relationships/image" Target="../media/image587.emf"/><Relationship Id="rId7" Type="http://schemas.openxmlformats.org/officeDocument/2006/relationships/image" Target="../media/image573.emf"/><Relationship Id="rId12" Type="http://schemas.openxmlformats.org/officeDocument/2006/relationships/image" Target="../media/image578.emf"/><Relationship Id="rId17" Type="http://schemas.openxmlformats.org/officeDocument/2006/relationships/image" Target="../media/image583.emf"/><Relationship Id="rId2" Type="http://schemas.openxmlformats.org/officeDocument/2006/relationships/image" Target="../media/image568.emf"/><Relationship Id="rId16" Type="http://schemas.openxmlformats.org/officeDocument/2006/relationships/image" Target="../media/image582.emf"/><Relationship Id="rId20" Type="http://schemas.openxmlformats.org/officeDocument/2006/relationships/image" Target="../media/image586.emf"/><Relationship Id="rId1" Type="http://schemas.openxmlformats.org/officeDocument/2006/relationships/image" Target="../media/image567.emf"/><Relationship Id="rId6" Type="http://schemas.openxmlformats.org/officeDocument/2006/relationships/image" Target="../media/image572.emf"/><Relationship Id="rId11" Type="http://schemas.openxmlformats.org/officeDocument/2006/relationships/image" Target="../media/image577.emf"/><Relationship Id="rId24" Type="http://schemas.openxmlformats.org/officeDocument/2006/relationships/image" Target="../media/image590.emf"/><Relationship Id="rId5" Type="http://schemas.openxmlformats.org/officeDocument/2006/relationships/image" Target="../media/image571.emf"/><Relationship Id="rId15" Type="http://schemas.openxmlformats.org/officeDocument/2006/relationships/image" Target="../media/image581.emf"/><Relationship Id="rId23" Type="http://schemas.openxmlformats.org/officeDocument/2006/relationships/image" Target="../media/image589.emf"/><Relationship Id="rId10" Type="http://schemas.openxmlformats.org/officeDocument/2006/relationships/image" Target="../media/image576.emf"/><Relationship Id="rId19" Type="http://schemas.openxmlformats.org/officeDocument/2006/relationships/image" Target="../media/image585.emf"/><Relationship Id="rId4" Type="http://schemas.openxmlformats.org/officeDocument/2006/relationships/image" Target="../media/image570.emf"/><Relationship Id="rId9" Type="http://schemas.openxmlformats.org/officeDocument/2006/relationships/image" Target="../media/image575.emf"/><Relationship Id="rId14" Type="http://schemas.openxmlformats.org/officeDocument/2006/relationships/image" Target="../media/image580.emf"/><Relationship Id="rId22" Type="http://schemas.openxmlformats.org/officeDocument/2006/relationships/image" Target="../media/image588.emf"/></Relationships>
</file>

<file path=ppt/drawings/_rels/vmlDrawing5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8.emf"/><Relationship Id="rId3" Type="http://schemas.openxmlformats.org/officeDocument/2006/relationships/image" Target="../media/image593.emf"/><Relationship Id="rId7" Type="http://schemas.openxmlformats.org/officeDocument/2006/relationships/image" Target="../media/image597.emf"/><Relationship Id="rId2" Type="http://schemas.openxmlformats.org/officeDocument/2006/relationships/image" Target="../media/image592.emf"/><Relationship Id="rId1" Type="http://schemas.openxmlformats.org/officeDocument/2006/relationships/image" Target="../media/image591.emf"/><Relationship Id="rId6" Type="http://schemas.openxmlformats.org/officeDocument/2006/relationships/image" Target="../media/image596.emf"/><Relationship Id="rId5" Type="http://schemas.openxmlformats.org/officeDocument/2006/relationships/image" Target="../media/image595.emf"/><Relationship Id="rId4" Type="http://schemas.openxmlformats.org/officeDocument/2006/relationships/image" Target="../media/image594.emf"/></Relationships>
</file>

<file path=ppt/drawings/_rels/vmlDrawing6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wmf"/><Relationship Id="rId1" Type="http://schemas.openxmlformats.org/officeDocument/2006/relationships/image" Target="../media/image599.w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3.wmf"/><Relationship Id="rId2" Type="http://schemas.openxmlformats.org/officeDocument/2006/relationships/image" Target="../media/image602.wmf"/><Relationship Id="rId1" Type="http://schemas.openxmlformats.org/officeDocument/2006/relationships/image" Target="../media/image601.wmf"/></Relationships>
</file>

<file path=ppt/drawings/_rels/vmlDrawing62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1.emf"/><Relationship Id="rId3" Type="http://schemas.openxmlformats.org/officeDocument/2006/relationships/image" Target="../media/image606.emf"/><Relationship Id="rId7" Type="http://schemas.openxmlformats.org/officeDocument/2006/relationships/image" Target="../media/image610.emf"/><Relationship Id="rId2" Type="http://schemas.openxmlformats.org/officeDocument/2006/relationships/image" Target="../media/image605.emf"/><Relationship Id="rId1" Type="http://schemas.openxmlformats.org/officeDocument/2006/relationships/image" Target="../media/image604.emf"/><Relationship Id="rId6" Type="http://schemas.openxmlformats.org/officeDocument/2006/relationships/image" Target="../media/image609.emf"/><Relationship Id="rId5" Type="http://schemas.openxmlformats.org/officeDocument/2006/relationships/image" Target="../media/image608.emf"/><Relationship Id="rId4" Type="http://schemas.openxmlformats.org/officeDocument/2006/relationships/image" Target="../media/image607.emf"/></Relationships>
</file>

<file path=ppt/drawings/_rels/vmlDrawing6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4.emf"/><Relationship Id="rId2" Type="http://schemas.openxmlformats.org/officeDocument/2006/relationships/image" Target="../media/image613.emf"/><Relationship Id="rId1" Type="http://schemas.openxmlformats.org/officeDocument/2006/relationships/image" Target="../media/image612.emf"/><Relationship Id="rId4" Type="http://schemas.openxmlformats.org/officeDocument/2006/relationships/image" Target="../media/image615.emf"/></Relationships>
</file>

<file path=ppt/drawings/_rels/vmlDrawing6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8.emf"/><Relationship Id="rId2" Type="http://schemas.openxmlformats.org/officeDocument/2006/relationships/image" Target="../media/image617.emf"/><Relationship Id="rId1" Type="http://schemas.openxmlformats.org/officeDocument/2006/relationships/image" Target="../media/image616.emf"/><Relationship Id="rId5" Type="http://schemas.openxmlformats.org/officeDocument/2006/relationships/image" Target="../media/image620.emf"/><Relationship Id="rId4" Type="http://schemas.openxmlformats.org/officeDocument/2006/relationships/image" Target="../media/image619.emf"/></Relationships>
</file>

<file path=ppt/drawings/_rels/vmlDrawing6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8.emf"/><Relationship Id="rId13" Type="http://schemas.openxmlformats.org/officeDocument/2006/relationships/image" Target="../media/image633.emf"/><Relationship Id="rId18" Type="http://schemas.openxmlformats.org/officeDocument/2006/relationships/image" Target="../media/image638.emf"/><Relationship Id="rId26" Type="http://schemas.openxmlformats.org/officeDocument/2006/relationships/image" Target="../media/image646.emf"/><Relationship Id="rId3" Type="http://schemas.openxmlformats.org/officeDocument/2006/relationships/image" Target="../media/image623.emf"/><Relationship Id="rId21" Type="http://schemas.openxmlformats.org/officeDocument/2006/relationships/image" Target="../media/image641.emf"/><Relationship Id="rId7" Type="http://schemas.openxmlformats.org/officeDocument/2006/relationships/image" Target="../media/image627.emf"/><Relationship Id="rId12" Type="http://schemas.openxmlformats.org/officeDocument/2006/relationships/image" Target="../media/image632.emf"/><Relationship Id="rId17" Type="http://schemas.openxmlformats.org/officeDocument/2006/relationships/image" Target="../media/image637.emf"/><Relationship Id="rId25" Type="http://schemas.openxmlformats.org/officeDocument/2006/relationships/image" Target="../media/image645.emf"/><Relationship Id="rId2" Type="http://schemas.openxmlformats.org/officeDocument/2006/relationships/image" Target="../media/image622.emf"/><Relationship Id="rId16" Type="http://schemas.openxmlformats.org/officeDocument/2006/relationships/image" Target="../media/image636.emf"/><Relationship Id="rId20" Type="http://schemas.openxmlformats.org/officeDocument/2006/relationships/image" Target="../media/image640.emf"/><Relationship Id="rId1" Type="http://schemas.openxmlformats.org/officeDocument/2006/relationships/image" Target="../media/image621.emf"/><Relationship Id="rId6" Type="http://schemas.openxmlformats.org/officeDocument/2006/relationships/image" Target="../media/image626.emf"/><Relationship Id="rId11" Type="http://schemas.openxmlformats.org/officeDocument/2006/relationships/image" Target="../media/image631.emf"/><Relationship Id="rId24" Type="http://schemas.openxmlformats.org/officeDocument/2006/relationships/image" Target="../media/image644.emf"/><Relationship Id="rId5" Type="http://schemas.openxmlformats.org/officeDocument/2006/relationships/image" Target="../media/image625.emf"/><Relationship Id="rId15" Type="http://schemas.openxmlformats.org/officeDocument/2006/relationships/image" Target="../media/image635.emf"/><Relationship Id="rId23" Type="http://schemas.openxmlformats.org/officeDocument/2006/relationships/image" Target="../media/image643.emf"/><Relationship Id="rId28" Type="http://schemas.openxmlformats.org/officeDocument/2006/relationships/image" Target="../media/image648.emf"/><Relationship Id="rId10" Type="http://schemas.openxmlformats.org/officeDocument/2006/relationships/image" Target="../media/image630.emf"/><Relationship Id="rId19" Type="http://schemas.openxmlformats.org/officeDocument/2006/relationships/image" Target="../media/image639.emf"/><Relationship Id="rId4" Type="http://schemas.openxmlformats.org/officeDocument/2006/relationships/image" Target="../media/image624.emf"/><Relationship Id="rId9" Type="http://schemas.openxmlformats.org/officeDocument/2006/relationships/image" Target="../media/image629.emf"/><Relationship Id="rId14" Type="http://schemas.openxmlformats.org/officeDocument/2006/relationships/image" Target="../media/image634.emf"/><Relationship Id="rId22" Type="http://schemas.openxmlformats.org/officeDocument/2006/relationships/image" Target="../media/image642.emf"/><Relationship Id="rId27" Type="http://schemas.openxmlformats.org/officeDocument/2006/relationships/image" Target="../media/image647.emf"/></Relationships>
</file>

<file path=ppt/drawings/_rels/vmlDrawing6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6.emf"/><Relationship Id="rId13" Type="http://schemas.openxmlformats.org/officeDocument/2006/relationships/image" Target="../media/image661.emf"/><Relationship Id="rId18" Type="http://schemas.openxmlformats.org/officeDocument/2006/relationships/image" Target="../media/image666.emf"/><Relationship Id="rId26" Type="http://schemas.openxmlformats.org/officeDocument/2006/relationships/image" Target="../media/image674.emf"/><Relationship Id="rId3" Type="http://schemas.openxmlformats.org/officeDocument/2006/relationships/image" Target="../media/image651.emf"/><Relationship Id="rId21" Type="http://schemas.openxmlformats.org/officeDocument/2006/relationships/image" Target="../media/image669.emf"/><Relationship Id="rId7" Type="http://schemas.openxmlformats.org/officeDocument/2006/relationships/image" Target="../media/image655.emf"/><Relationship Id="rId12" Type="http://schemas.openxmlformats.org/officeDocument/2006/relationships/image" Target="../media/image660.emf"/><Relationship Id="rId17" Type="http://schemas.openxmlformats.org/officeDocument/2006/relationships/image" Target="../media/image665.emf"/><Relationship Id="rId25" Type="http://schemas.openxmlformats.org/officeDocument/2006/relationships/image" Target="../media/image673.emf"/><Relationship Id="rId2" Type="http://schemas.openxmlformats.org/officeDocument/2006/relationships/image" Target="../media/image650.emf"/><Relationship Id="rId16" Type="http://schemas.openxmlformats.org/officeDocument/2006/relationships/image" Target="../media/image664.emf"/><Relationship Id="rId20" Type="http://schemas.openxmlformats.org/officeDocument/2006/relationships/image" Target="../media/image668.emf"/><Relationship Id="rId29" Type="http://schemas.openxmlformats.org/officeDocument/2006/relationships/image" Target="../media/image677.emf"/><Relationship Id="rId1" Type="http://schemas.openxmlformats.org/officeDocument/2006/relationships/image" Target="../media/image649.emf"/><Relationship Id="rId6" Type="http://schemas.openxmlformats.org/officeDocument/2006/relationships/image" Target="../media/image654.emf"/><Relationship Id="rId11" Type="http://schemas.openxmlformats.org/officeDocument/2006/relationships/image" Target="../media/image659.emf"/><Relationship Id="rId24" Type="http://schemas.openxmlformats.org/officeDocument/2006/relationships/image" Target="../media/image672.emf"/><Relationship Id="rId5" Type="http://schemas.openxmlformats.org/officeDocument/2006/relationships/image" Target="../media/image653.emf"/><Relationship Id="rId15" Type="http://schemas.openxmlformats.org/officeDocument/2006/relationships/image" Target="../media/image663.emf"/><Relationship Id="rId23" Type="http://schemas.openxmlformats.org/officeDocument/2006/relationships/image" Target="../media/image671.emf"/><Relationship Id="rId28" Type="http://schemas.openxmlformats.org/officeDocument/2006/relationships/image" Target="../media/image676.emf"/><Relationship Id="rId10" Type="http://schemas.openxmlformats.org/officeDocument/2006/relationships/image" Target="../media/image658.emf"/><Relationship Id="rId19" Type="http://schemas.openxmlformats.org/officeDocument/2006/relationships/image" Target="../media/image667.emf"/><Relationship Id="rId4" Type="http://schemas.openxmlformats.org/officeDocument/2006/relationships/image" Target="../media/image652.emf"/><Relationship Id="rId9" Type="http://schemas.openxmlformats.org/officeDocument/2006/relationships/image" Target="../media/image657.emf"/><Relationship Id="rId14" Type="http://schemas.openxmlformats.org/officeDocument/2006/relationships/image" Target="../media/image662.emf"/><Relationship Id="rId22" Type="http://schemas.openxmlformats.org/officeDocument/2006/relationships/image" Target="../media/image670.emf"/><Relationship Id="rId27" Type="http://schemas.openxmlformats.org/officeDocument/2006/relationships/image" Target="../media/image675.emf"/><Relationship Id="rId30" Type="http://schemas.openxmlformats.org/officeDocument/2006/relationships/image" Target="../media/image678.emf"/></Relationships>
</file>

<file path=ppt/drawings/_rels/vmlDrawing6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4.emf"/><Relationship Id="rId3" Type="http://schemas.openxmlformats.org/officeDocument/2006/relationships/image" Target="../media/image644.emf"/><Relationship Id="rId7" Type="http://schemas.openxmlformats.org/officeDocument/2006/relationships/image" Target="../media/image680.wmf"/><Relationship Id="rId12" Type="http://schemas.openxmlformats.org/officeDocument/2006/relationships/image" Target="../media/image649.emf"/><Relationship Id="rId2" Type="http://schemas.openxmlformats.org/officeDocument/2006/relationships/image" Target="../media/image643.emf"/><Relationship Id="rId1" Type="http://schemas.openxmlformats.org/officeDocument/2006/relationships/image" Target="../media/image679.wmf"/><Relationship Id="rId6" Type="http://schemas.openxmlformats.org/officeDocument/2006/relationships/image" Target="../media/image663.emf"/><Relationship Id="rId11" Type="http://schemas.openxmlformats.org/officeDocument/2006/relationships/image" Target="../media/image677.emf"/><Relationship Id="rId5" Type="http://schemas.openxmlformats.org/officeDocument/2006/relationships/image" Target="../media/image622.emf"/><Relationship Id="rId10" Type="http://schemas.openxmlformats.org/officeDocument/2006/relationships/image" Target="../media/image676.emf"/><Relationship Id="rId4" Type="http://schemas.openxmlformats.org/officeDocument/2006/relationships/image" Target="../media/image645.emf"/><Relationship Id="rId9" Type="http://schemas.openxmlformats.org/officeDocument/2006/relationships/image" Target="../media/image675.emf"/></Relationships>
</file>

<file path=ppt/drawings/_rels/vmlDrawing6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3.emf"/><Relationship Id="rId2" Type="http://schemas.openxmlformats.org/officeDocument/2006/relationships/image" Target="../media/image682.emf"/><Relationship Id="rId1" Type="http://schemas.openxmlformats.org/officeDocument/2006/relationships/image" Target="../media/image681.emf"/><Relationship Id="rId4" Type="http://schemas.openxmlformats.org/officeDocument/2006/relationships/image" Target="../media/image684.emf"/></Relationships>
</file>

<file path=ppt/drawings/_rels/vmlDrawing6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2.emf"/><Relationship Id="rId13" Type="http://schemas.openxmlformats.org/officeDocument/2006/relationships/image" Target="../media/image697.emf"/><Relationship Id="rId18" Type="http://schemas.openxmlformats.org/officeDocument/2006/relationships/image" Target="../media/image702.emf"/><Relationship Id="rId3" Type="http://schemas.openxmlformats.org/officeDocument/2006/relationships/image" Target="../media/image687.emf"/><Relationship Id="rId21" Type="http://schemas.openxmlformats.org/officeDocument/2006/relationships/image" Target="../media/image705.emf"/><Relationship Id="rId7" Type="http://schemas.openxmlformats.org/officeDocument/2006/relationships/image" Target="../media/image691.emf"/><Relationship Id="rId12" Type="http://schemas.openxmlformats.org/officeDocument/2006/relationships/image" Target="../media/image696.emf"/><Relationship Id="rId17" Type="http://schemas.openxmlformats.org/officeDocument/2006/relationships/image" Target="../media/image701.emf"/><Relationship Id="rId2" Type="http://schemas.openxmlformats.org/officeDocument/2006/relationships/image" Target="../media/image686.emf"/><Relationship Id="rId16" Type="http://schemas.openxmlformats.org/officeDocument/2006/relationships/image" Target="../media/image700.emf"/><Relationship Id="rId20" Type="http://schemas.openxmlformats.org/officeDocument/2006/relationships/image" Target="../media/image704.emf"/><Relationship Id="rId1" Type="http://schemas.openxmlformats.org/officeDocument/2006/relationships/image" Target="../media/image685.emf"/><Relationship Id="rId6" Type="http://schemas.openxmlformats.org/officeDocument/2006/relationships/image" Target="../media/image690.emf"/><Relationship Id="rId11" Type="http://schemas.openxmlformats.org/officeDocument/2006/relationships/image" Target="../media/image695.emf"/><Relationship Id="rId24" Type="http://schemas.openxmlformats.org/officeDocument/2006/relationships/image" Target="../media/image708.emf"/><Relationship Id="rId5" Type="http://schemas.openxmlformats.org/officeDocument/2006/relationships/image" Target="../media/image689.emf"/><Relationship Id="rId15" Type="http://schemas.openxmlformats.org/officeDocument/2006/relationships/image" Target="../media/image699.emf"/><Relationship Id="rId23" Type="http://schemas.openxmlformats.org/officeDocument/2006/relationships/image" Target="../media/image707.emf"/><Relationship Id="rId10" Type="http://schemas.openxmlformats.org/officeDocument/2006/relationships/image" Target="../media/image694.emf"/><Relationship Id="rId19" Type="http://schemas.openxmlformats.org/officeDocument/2006/relationships/image" Target="../media/image703.emf"/><Relationship Id="rId4" Type="http://schemas.openxmlformats.org/officeDocument/2006/relationships/image" Target="../media/image688.emf"/><Relationship Id="rId9" Type="http://schemas.openxmlformats.org/officeDocument/2006/relationships/image" Target="../media/image693.emf"/><Relationship Id="rId14" Type="http://schemas.openxmlformats.org/officeDocument/2006/relationships/image" Target="../media/image698.emf"/><Relationship Id="rId22" Type="http://schemas.openxmlformats.org/officeDocument/2006/relationships/image" Target="../media/image706.emf"/></Relationships>
</file>

<file path=ppt/drawings/_rels/vmlDrawing7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6.emf"/><Relationship Id="rId13" Type="http://schemas.openxmlformats.org/officeDocument/2006/relationships/image" Target="../media/image721.emf"/><Relationship Id="rId18" Type="http://schemas.openxmlformats.org/officeDocument/2006/relationships/image" Target="../media/image726.emf"/><Relationship Id="rId26" Type="http://schemas.openxmlformats.org/officeDocument/2006/relationships/image" Target="../media/image734.emf"/><Relationship Id="rId3" Type="http://schemas.openxmlformats.org/officeDocument/2006/relationships/image" Target="../media/image711.emf"/><Relationship Id="rId21" Type="http://schemas.openxmlformats.org/officeDocument/2006/relationships/image" Target="../media/image729.emf"/><Relationship Id="rId7" Type="http://schemas.openxmlformats.org/officeDocument/2006/relationships/image" Target="../media/image715.emf"/><Relationship Id="rId12" Type="http://schemas.openxmlformats.org/officeDocument/2006/relationships/image" Target="../media/image720.emf"/><Relationship Id="rId17" Type="http://schemas.openxmlformats.org/officeDocument/2006/relationships/image" Target="../media/image725.emf"/><Relationship Id="rId25" Type="http://schemas.openxmlformats.org/officeDocument/2006/relationships/image" Target="../media/image733.emf"/><Relationship Id="rId2" Type="http://schemas.openxmlformats.org/officeDocument/2006/relationships/image" Target="../media/image710.emf"/><Relationship Id="rId16" Type="http://schemas.openxmlformats.org/officeDocument/2006/relationships/image" Target="../media/image724.emf"/><Relationship Id="rId20" Type="http://schemas.openxmlformats.org/officeDocument/2006/relationships/image" Target="../media/image728.emf"/><Relationship Id="rId1" Type="http://schemas.openxmlformats.org/officeDocument/2006/relationships/image" Target="../media/image709.emf"/><Relationship Id="rId6" Type="http://schemas.openxmlformats.org/officeDocument/2006/relationships/image" Target="../media/image714.emf"/><Relationship Id="rId11" Type="http://schemas.openxmlformats.org/officeDocument/2006/relationships/image" Target="../media/image719.emf"/><Relationship Id="rId24" Type="http://schemas.openxmlformats.org/officeDocument/2006/relationships/image" Target="../media/image732.emf"/><Relationship Id="rId5" Type="http://schemas.openxmlformats.org/officeDocument/2006/relationships/image" Target="../media/image713.emf"/><Relationship Id="rId15" Type="http://schemas.openxmlformats.org/officeDocument/2006/relationships/image" Target="../media/image723.emf"/><Relationship Id="rId23" Type="http://schemas.openxmlformats.org/officeDocument/2006/relationships/image" Target="../media/image731.emf"/><Relationship Id="rId10" Type="http://schemas.openxmlformats.org/officeDocument/2006/relationships/image" Target="../media/image718.emf"/><Relationship Id="rId19" Type="http://schemas.openxmlformats.org/officeDocument/2006/relationships/image" Target="../media/image727.emf"/><Relationship Id="rId4" Type="http://schemas.openxmlformats.org/officeDocument/2006/relationships/image" Target="../media/image712.emf"/><Relationship Id="rId9" Type="http://schemas.openxmlformats.org/officeDocument/2006/relationships/image" Target="../media/image717.emf"/><Relationship Id="rId14" Type="http://schemas.openxmlformats.org/officeDocument/2006/relationships/image" Target="../media/image722.emf"/><Relationship Id="rId22" Type="http://schemas.openxmlformats.org/officeDocument/2006/relationships/image" Target="../media/image730.emf"/><Relationship Id="rId27" Type="http://schemas.openxmlformats.org/officeDocument/2006/relationships/image" Target="../media/image735.emf"/></Relationships>
</file>

<file path=ppt/drawings/_rels/vmlDrawing7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3.emf"/><Relationship Id="rId13" Type="http://schemas.openxmlformats.org/officeDocument/2006/relationships/image" Target="../media/image740.emf"/><Relationship Id="rId3" Type="http://schemas.openxmlformats.org/officeDocument/2006/relationships/image" Target="../media/image730.emf"/><Relationship Id="rId7" Type="http://schemas.openxmlformats.org/officeDocument/2006/relationships/image" Target="../media/image737.emf"/><Relationship Id="rId12" Type="http://schemas.openxmlformats.org/officeDocument/2006/relationships/image" Target="../media/image739.emf"/><Relationship Id="rId17" Type="http://schemas.openxmlformats.org/officeDocument/2006/relationships/image" Target="../media/image744.emf"/><Relationship Id="rId2" Type="http://schemas.openxmlformats.org/officeDocument/2006/relationships/image" Target="../media/image729.emf"/><Relationship Id="rId16" Type="http://schemas.openxmlformats.org/officeDocument/2006/relationships/image" Target="../media/image743.emf"/><Relationship Id="rId1" Type="http://schemas.openxmlformats.org/officeDocument/2006/relationships/image" Target="../media/image728.emf"/><Relationship Id="rId6" Type="http://schemas.openxmlformats.org/officeDocument/2006/relationships/image" Target="../media/image736.emf"/><Relationship Id="rId11" Type="http://schemas.openxmlformats.org/officeDocument/2006/relationships/image" Target="../media/image738.emf"/><Relationship Id="rId5" Type="http://schemas.openxmlformats.org/officeDocument/2006/relationships/image" Target="../media/image732.emf"/><Relationship Id="rId15" Type="http://schemas.openxmlformats.org/officeDocument/2006/relationships/image" Target="../media/image742.emf"/><Relationship Id="rId10" Type="http://schemas.openxmlformats.org/officeDocument/2006/relationships/image" Target="../media/image735.emf"/><Relationship Id="rId4" Type="http://schemas.openxmlformats.org/officeDocument/2006/relationships/image" Target="../media/image731.emf"/><Relationship Id="rId9" Type="http://schemas.openxmlformats.org/officeDocument/2006/relationships/image" Target="../media/image734.emf"/><Relationship Id="rId14" Type="http://schemas.openxmlformats.org/officeDocument/2006/relationships/image" Target="../media/image741.emf"/></Relationships>
</file>

<file path=ppt/drawings/_rels/vmlDrawing7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5.emf"/></Relationships>
</file>

<file path=ppt/drawings/_rels/vmlDrawing7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8.emf"/><Relationship Id="rId7" Type="http://schemas.openxmlformats.org/officeDocument/2006/relationships/image" Target="../media/image752.emf"/><Relationship Id="rId2" Type="http://schemas.openxmlformats.org/officeDocument/2006/relationships/image" Target="../media/image747.emf"/><Relationship Id="rId1" Type="http://schemas.openxmlformats.org/officeDocument/2006/relationships/image" Target="../media/image746.emf"/><Relationship Id="rId6" Type="http://schemas.openxmlformats.org/officeDocument/2006/relationships/image" Target="../media/image751.emf"/><Relationship Id="rId5" Type="http://schemas.openxmlformats.org/officeDocument/2006/relationships/image" Target="../media/image750.emf"/><Relationship Id="rId4" Type="http://schemas.openxmlformats.org/officeDocument/2006/relationships/image" Target="../media/image749.emf"/></Relationships>
</file>

<file path=ppt/drawings/_rels/vmlDrawing7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emf"/><Relationship Id="rId3" Type="http://schemas.openxmlformats.org/officeDocument/2006/relationships/image" Target="../media/image755.emf"/><Relationship Id="rId7" Type="http://schemas.openxmlformats.org/officeDocument/2006/relationships/image" Target="../media/image759.emf"/><Relationship Id="rId12" Type="http://schemas.openxmlformats.org/officeDocument/2006/relationships/image" Target="../media/image764.emf"/><Relationship Id="rId2" Type="http://schemas.openxmlformats.org/officeDocument/2006/relationships/image" Target="../media/image754.emf"/><Relationship Id="rId1" Type="http://schemas.openxmlformats.org/officeDocument/2006/relationships/image" Target="../media/image753.emf"/><Relationship Id="rId6" Type="http://schemas.openxmlformats.org/officeDocument/2006/relationships/image" Target="../media/image758.emf"/><Relationship Id="rId11" Type="http://schemas.openxmlformats.org/officeDocument/2006/relationships/image" Target="../media/image763.emf"/><Relationship Id="rId5" Type="http://schemas.openxmlformats.org/officeDocument/2006/relationships/image" Target="../media/image757.emf"/><Relationship Id="rId10" Type="http://schemas.openxmlformats.org/officeDocument/2006/relationships/image" Target="../media/image762.emf"/><Relationship Id="rId4" Type="http://schemas.openxmlformats.org/officeDocument/2006/relationships/image" Target="../media/image756.emf"/><Relationship Id="rId9" Type="http://schemas.openxmlformats.org/officeDocument/2006/relationships/image" Target="../media/image761.emf"/></Relationships>
</file>

<file path=ppt/drawings/_rels/vmlDrawing75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2.emf"/><Relationship Id="rId3" Type="http://schemas.openxmlformats.org/officeDocument/2006/relationships/image" Target="../media/image767.emf"/><Relationship Id="rId7" Type="http://schemas.openxmlformats.org/officeDocument/2006/relationships/image" Target="../media/image771.emf"/><Relationship Id="rId2" Type="http://schemas.openxmlformats.org/officeDocument/2006/relationships/image" Target="../media/image766.emf"/><Relationship Id="rId1" Type="http://schemas.openxmlformats.org/officeDocument/2006/relationships/image" Target="../media/image765.emf"/><Relationship Id="rId6" Type="http://schemas.openxmlformats.org/officeDocument/2006/relationships/image" Target="../media/image770.emf"/><Relationship Id="rId11" Type="http://schemas.openxmlformats.org/officeDocument/2006/relationships/image" Target="../media/image775.emf"/><Relationship Id="rId5" Type="http://schemas.openxmlformats.org/officeDocument/2006/relationships/image" Target="../media/image769.emf"/><Relationship Id="rId10" Type="http://schemas.openxmlformats.org/officeDocument/2006/relationships/image" Target="../media/image774.emf"/><Relationship Id="rId4" Type="http://schemas.openxmlformats.org/officeDocument/2006/relationships/image" Target="../media/image768.emf"/><Relationship Id="rId9" Type="http://schemas.openxmlformats.org/officeDocument/2006/relationships/image" Target="../media/image773.emf"/></Relationships>
</file>

<file path=ppt/drawings/_rels/vmlDrawing7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3.emf"/><Relationship Id="rId13" Type="http://schemas.openxmlformats.org/officeDocument/2006/relationships/image" Target="../media/image788.emf"/><Relationship Id="rId3" Type="http://schemas.openxmlformats.org/officeDocument/2006/relationships/image" Target="../media/image778.emf"/><Relationship Id="rId7" Type="http://schemas.openxmlformats.org/officeDocument/2006/relationships/image" Target="../media/image782.emf"/><Relationship Id="rId12" Type="http://schemas.openxmlformats.org/officeDocument/2006/relationships/image" Target="../media/image787.emf"/><Relationship Id="rId2" Type="http://schemas.openxmlformats.org/officeDocument/2006/relationships/image" Target="../media/image777.emf"/><Relationship Id="rId1" Type="http://schemas.openxmlformats.org/officeDocument/2006/relationships/image" Target="../media/image776.emf"/><Relationship Id="rId6" Type="http://schemas.openxmlformats.org/officeDocument/2006/relationships/image" Target="../media/image781.emf"/><Relationship Id="rId11" Type="http://schemas.openxmlformats.org/officeDocument/2006/relationships/image" Target="../media/image786.emf"/><Relationship Id="rId5" Type="http://schemas.openxmlformats.org/officeDocument/2006/relationships/image" Target="../media/image780.emf"/><Relationship Id="rId10" Type="http://schemas.openxmlformats.org/officeDocument/2006/relationships/image" Target="../media/image785.emf"/><Relationship Id="rId4" Type="http://schemas.openxmlformats.org/officeDocument/2006/relationships/image" Target="../media/image779.emf"/><Relationship Id="rId9" Type="http://schemas.openxmlformats.org/officeDocument/2006/relationships/image" Target="../media/image784.emf"/><Relationship Id="rId14" Type="http://schemas.openxmlformats.org/officeDocument/2006/relationships/image" Target="../media/image789.emf"/></Relationships>
</file>

<file path=ppt/drawings/_rels/vmlDrawing7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7.wmf"/><Relationship Id="rId13" Type="http://schemas.openxmlformats.org/officeDocument/2006/relationships/image" Target="../media/image802.wmf"/><Relationship Id="rId18" Type="http://schemas.openxmlformats.org/officeDocument/2006/relationships/image" Target="../media/image807.wmf"/><Relationship Id="rId3" Type="http://schemas.openxmlformats.org/officeDocument/2006/relationships/image" Target="../media/image792.wmf"/><Relationship Id="rId7" Type="http://schemas.openxmlformats.org/officeDocument/2006/relationships/image" Target="../media/image796.wmf"/><Relationship Id="rId12" Type="http://schemas.openxmlformats.org/officeDocument/2006/relationships/image" Target="../media/image801.wmf"/><Relationship Id="rId17" Type="http://schemas.openxmlformats.org/officeDocument/2006/relationships/image" Target="../media/image806.wmf"/><Relationship Id="rId2" Type="http://schemas.openxmlformats.org/officeDocument/2006/relationships/image" Target="../media/image791.wmf"/><Relationship Id="rId16" Type="http://schemas.openxmlformats.org/officeDocument/2006/relationships/image" Target="../media/image805.wmf"/><Relationship Id="rId1" Type="http://schemas.openxmlformats.org/officeDocument/2006/relationships/image" Target="../media/image790.wmf"/><Relationship Id="rId6" Type="http://schemas.openxmlformats.org/officeDocument/2006/relationships/image" Target="../media/image795.wmf"/><Relationship Id="rId11" Type="http://schemas.openxmlformats.org/officeDocument/2006/relationships/image" Target="../media/image800.wmf"/><Relationship Id="rId5" Type="http://schemas.openxmlformats.org/officeDocument/2006/relationships/image" Target="../media/image794.wmf"/><Relationship Id="rId15" Type="http://schemas.openxmlformats.org/officeDocument/2006/relationships/image" Target="../media/image804.wmf"/><Relationship Id="rId10" Type="http://schemas.openxmlformats.org/officeDocument/2006/relationships/image" Target="../media/image799.wmf"/><Relationship Id="rId4" Type="http://schemas.openxmlformats.org/officeDocument/2006/relationships/image" Target="../media/image793.wmf"/><Relationship Id="rId9" Type="http://schemas.openxmlformats.org/officeDocument/2006/relationships/image" Target="../media/image798.wmf"/><Relationship Id="rId14" Type="http://schemas.openxmlformats.org/officeDocument/2006/relationships/image" Target="../media/image803.wmf"/></Relationships>
</file>

<file path=ppt/drawings/_rels/vmlDrawing78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1.wmf"/><Relationship Id="rId13" Type="http://schemas.openxmlformats.org/officeDocument/2006/relationships/image" Target="../media/image806.wmf"/><Relationship Id="rId3" Type="http://schemas.openxmlformats.org/officeDocument/2006/relationships/image" Target="../media/image794.wmf"/><Relationship Id="rId7" Type="http://schemas.openxmlformats.org/officeDocument/2006/relationships/image" Target="../media/image800.wmf"/><Relationship Id="rId12" Type="http://schemas.openxmlformats.org/officeDocument/2006/relationships/image" Target="../media/image805.wmf"/><Relationship Id="rId2" Type="http://schemas.openxmlformats.org/officeDocument/2006/relationships/image" Target="../media/image810.wmf"/><Relationship Id="rId1" Type="http://schemas.openxmlformats.org/officeDocument/2006/relationships/image" Target="../media/image809.wmf"/><Relationship Id="rId6" Type="http://schemas.openxmlformats.org/officeDocument/2006/relationships/image" Target="../media/image813.emf"/><Relationship Id="rId11" Type="http://schemas.openxmlformats.org/officeDocument/2006/relationships/image" Target="../media/image804.wmf"/><Relationship Id="rId5" Type="http://schemas.openxmlformats.org/officeDocument/2006/relationships/image" Target="../media/image812.emf"/><Relationship Id="rId10" Type="http://schemas.openxmlformats.org/officeDocument/2006/relationships/image" Target="../media/image803.wmf"/><Relationship Id="rId4" Type="http://schemas.openxmlformats.org/officeDocument/2006/relationships/image" Target="../media/image811.wmf"/><Relationship Id="rId9" Type="http://schemas.openxmlformats.org/officeDocument/2006/relationships/image" Target="../media/image802.wmf"/><Relationship Id="rId14" Type="http://schemas.openxmlformats.org/officeDocument/2006/relationships/image" Target="../media/image80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2314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2314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fld id="{B0493326-C3D6-4F7B-99DA-0833145705F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76146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10000"/>
              </a:lnSpc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20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110000"/>
              </a:lnSpc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1135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42388"/>
            <a:ext cx="2971800" cy="20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10000"/>
              </a:lnSpc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942388"/>
            <a:ext cx="2971800" cy="20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110000"/>
              </a:lnSpc>
              <a:defRPr kumimoji="1" sz="1200">
                <a:latin typeface="Times New Roman" panose="02020603050405020304" pitchFamily="18" charset="0"/>
              </a:defRPr>
            </a:lvl1pPr>
          </a:lstStyle>
          <a:p>
            <a:fld id="{B5EF872A-3642-4B51-AF2B-AB8A7186B71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15680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12C2-270A-4308-A22E-0A02EBDB0ADD}" type="datetime11">
              <a:rPr lang="zh-CN" altLang="en-US" smtClean="0"/>
              <a:t>20:40:10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19EB1-680C-47EF-98C3-6F049381632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6105801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59FFC-F2E7-44E6-967A-32F86C25EE74}" type="datetime11">
              <a:rPr lang="zh-CN" altLang="en-US" smtClean="0"/>
              <a:t>20:40:10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A6E97-AC39-4262-8DED-DBD1838C72C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9647941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42399-74DD-4B41-A052-5FE6A7DEF9EF}" type="datetime11">
              <a:rPr lang="zh-CN" altLang="en-US" smtClean="0"/>
              <a:t>20:40:10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367AA-7939-4B8D-AE26-2D9590D6A0D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6839617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A9FC4-7C0E-4B19-B283-2EC5708948D7}" type="datetime11">
              <a:rPr lang="zh-CN" altLang="en-US" smtClean="0"/>
              <a:t>20:40:10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8BD81-03E5-4055-98B9-2962A7B8175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4071282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DDC1-E073-4909-BE13-10C3DF6B58FE}" type="datetime11">
              <a:rPr lang="zh-CN" altLang="en-US" smtClean="0"/>
              <a:t>20:40:10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A983-B069-486B-93CA-26B979624AB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2771541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6BBA6-D222-495C-B3D5-9AA6A274133C}" type="datetime11">
              <a:rPr lang="zh-CN" altLang="en-US" smtClean="0"/>
              <a:t>20:40:10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91D7F-3073-4D9F-97F0-61E91C03CCA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2431639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584767" y="20197"/>
            <a:ext cx="791095" cy="365125"/>
          </a:xfrm>
        </p:spPr>
        <p:txBody>
          <a:bodyPr/>
          <a:lstStyle/>
          <a:p>
            <a:fld id="{E1D12EA2-CE12-4FEB-8B19-3FC21315C95A}" type="datetime11">
              <a:rPr lang="zh-CN" altLang="en-US" smtClean="0"/>
              <a:t>20:40:10</a:t>
            </a:fld>
            <a:endParaRPr lang="en-US" altLang="zh-C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19276-065D-445C-A8B9-EEFAD650931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DBB423-6975-4EFC-9B1A-6EBB078E13EC}"/>
              </a:ext>
            </a:extLst>
          </p:cNvPr>
          <p:cNvSpPr txBox="1"/>
          <p:nvPr userDrawn="1"/>
        </p:nvSpPr>
        <p:spPr>
          <a:xfrm>
            <a:off x="8728364" y="15990"/>
            <a:ext cx="223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第十二章 无穷级数</a:t>
            </a:r>
          </a:p>
        </p:txBody>
      </p:sp>
    </p:spTree>
    <p:extLst>
      <p:ext uri="{BB962C8B-B14F-4D97-AF65-F5344CB8AC3E}">
        <p14:creationId xmlns:p14="http://schemas.microsoft.com/office/powerpoint/2010/main" val="811279396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176AA-74B0-4C30-84DC-B5789F39DBF0}" type="datetime11">
              <a:rPr lang="zh-CN" altLang="en-US" smtClean="0"/>
              <a:t>20:40:10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2027-55B2-4E04-9117-51624C1F0B2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5164187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3088-85CC-4D8A-9AB8-17FFC514DABD}" type="datetime11">
              <a:rPr lang="zh-CN" altLang="en-US" smtClean="0"/>
              <a:t>20:40:10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8DF32-7B48-4D07-947C-838F80557B9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2500841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EB7-CFD2-4691-B153-6D6E66802543}" type="datetime11">
              <a:rPr lang="zh-CN" altLang="en-US" smtClean="0"/>
              <a:t>20:40:10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61E6-0619-4430-AEDE-6D0685B6815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017251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517A1-4431-46C9-8B1C-21F8D9D84B43}" type="datetime11">
              <a:rPr lang="zh-CN" altLang="en-US" smtClean="0"/>
              <a:t>20:40:10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93855-9AFE-4D02-B0D7-F446B39E9AE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6955185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26F68096-3D29-4A6A-A4C3-ADA2B0B97BB1}" type="datetime11">
              <a:rPr lang="zh-CN" altLang="en-US" smtClean="0"/>
              <a:t>20:40:10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D49CCB17-2790-4DED-887D-40E1820CF9C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2098959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091C3-55EE-4C27-8218-CABB8E6020CD}" type="datetime11">
              <a:rPr lang="zh-CN" altLang="en-US" smtClean="0"/>
              <a:t>20:40:10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B5226-756B-4EFA-B906-844709C7183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AutoShape 15">
            <a:hlinkClick r:id="" action="ppaction://noaction" highlightClick="1"/>
            <a:hlinkHover r:id="" action="ppaction://noaction" highlightClick="1"/>
          </p:cNvPr>
          <p:cNvSpPr>
            <a:spLocks noChangeArrowheads="1"/>
          </p:cNvSpPr>
          <p:nvPr userDrawn="1"/>
        </p:nvSpPr>
        <p:spPr bwMode="auto">
          <a:xfrm>
            <a:off x="0" y="0"/>
            <a:ext cx="118533" cy="685800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>
              <a:lnSpc>
                <a:spcPct val="110000"/>
              </a:lnSpc>
            </a:pPr>
            <a:endParaRPr lang="zh-CN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8" name="AutoShape 16">
            <a:hlinkClick r:id="" action="ppaction://noaction" highlightClick="1"/>
            <a:hlinkHover r:id="" action="ppaction://noaction" highlightClick="1"/>
          </p:cNvPr>
          <p:cNvSpPr>
            <a:spLocks noChangeArrowheads="1"/>
          </p:cNvSpPr>
          <p:nvPr userDrawn="1"/>
        </p:nvSpPr>
        <p:spPr bwMode="auto">
          <a:xfrm>
            <a:off x="12073467" y="0"/>
            <a:ext cx="118533" cy="685800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>
              <a:lnSpc>
                <a:spcPct val="110000"/>
              </a:lnSpc>
            </a:pPr>
            <a:endParaRPr lang="zh-CN" altLang="zh-CN" sz="2800" b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943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transition>
    <p:wipe dir="r"/>
  </p:transition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10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16.emf"/><Relationship Id="rId3" Type="http://schemas.openxmlformats.org/officeDocument/2006/relationships/oleObject" Target="../embeddings/oleObject4.bin"/><Relationship Id="rId21" Type="http://schemas.openxmlformats.org/officeDocument/2006/relationships/oleObject" Target="../embeddings/oleObject13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3.emf"/><Relationship Id="rId1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emf"/><Relationship Id="rId20" Type="http://schemas.openxmlformats.org/officeDocument/2006/relationships/image" Target="../media/image17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8.bin"/><Relationship Id="rId24" Type="http://schemas.openxmlformats.org/officeDocument/2006/relationships/image" Target="../media/image19.emf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23" Type="http://schemas.openxmlformats.org/officeDocument/2006/relationships/oleObject" Target="../embeddings/oleObject14.bin"/><Relationship Id="rId10" Type="http://schemas.openxmlformats.org/officeDocument/2006/relationships/image" Target="../media/image12.emf"/><Relationship Id="rId19" Type="http://schemas.openxmlformats.org/officeDocument/2006/relationships/oleObject" Target="../embeddings/oleObject12.bin"/><Relationship Id="rId4" Type="http://schemas.openxmlformats.org/officeDocument/2006/relationships/image" Target="../media/image9.e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4.emf"/><Relationship Id="rId22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27.emf"/><Relationship Id="rId3" Type="http://schemas.openxmlformats.org/officeDocument/2006/relationships/oleObject" Target="../embeddings/oleObject15.bin"/><Relationship Id="rId21" Type="http://schemas.openxmlformats.org/officeDocument/2006/relationships/oleObject" Target="../embeddings/oleObject24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4.emf"/><Relationship Id="rId17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.emf"/><Relationship Id="rId20" Type="http://schemas.openxmlformats.org/officeDocument/2006/relationships/image" Target="../media/image28.e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1.e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23.emf"/><Relationship Id="rId19" Type="http://schemas.openxmlformats.org/officeDocument/2006/relationships/oleObject" Target="../embeddings/oleObject23.bin"/><Relationship Id="rId4" Type="http://schemas.openxmlformats.org/officeDocument/2006/relationships/image" Target="../media/image20.e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5.emf"/><Relationship Id="rId22" Type="http://schemas.openxmlformats.org/officeDocument/2006/relationships/image" Target="../media/image29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7.emf"/><Relationship Id="rId26" Type="http://schemas.openxmlformats.org/officeDocument/2006/relationships/image" Target="../media/image41.emf"/><Relationship Id="rId3" Type="http://schemas.openxmlformats.org/officeDocument/2006/relationships/oleObject" Target="../embeddings/oleObject25.bin"/><Relationship Id="rId21" Type="http://schemas.openxmlformats.org/officeDocument/2006/relationships/oleObject" Target="../embeddings/oleObject34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4.emf"/><Relationship Id="rId17" Type="http://schemas.openxmlformats.org/officeDocument/2006/relationships/oleObject" Target="../embeddings/oleObject32.bin"/><Relationship Id="rId25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.emf"/><Relationship Id="rId20" Type="http://schemas.openxmlformats.org/officeDocument/2006/relationships/image" Target="../media/image38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1.emf"/><Relationship Id="rId11" Type="http://schemas.openxmlformats.org/officeDocument/2006/relationships/oleObject" Target="../embeddings/oleObject29.bin"/><Relationship Id="rId24" Type="http://schemas.openxmlformats.org/officeDocument/2006/relationships/image" Target="../media/image40.emf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23" Type="http://schemas.openxmlformats.org/officeDocument/2006/relationships/oleObject" Target="../embeddings/oleObject35.bin"/><Relationship Id="rId28" Type="http://schemas.openxmlformats.org/officeDocument/2006/relationships/image" Target="../media/image42.emf"/><Relationship Id="rId10" Type="http://schemas.openxmlformats.org/officeDocument/2006/relationships/image" Target="../media/image33.e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30.e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5.emf"/><Relationship Id="rId22" Type="http://schemas.openxmlformats.org/officeDocument/2006/relationships/image" Target="../media/image39.emf"/><Relationship Id="rId27" Type="http://schemas.openxmlformats.org/officeDocument/2006/relationships/oleObject" Target="../embeddings/oleObject3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13" Type="http://schemas.openxmlformats.org/officeDocument/2006/relationships/oleObject" Target="../embeddings/oleObject43.bin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7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44.e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46.emf"/><Relationship Id="rId4" Type="http://schemas.openxmlformats.org/officeDocument/2006/relationships/image" Target="../media/image43.e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8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57.e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54.emf"/><Relationship Id="rId17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6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51.e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10" Type="http://schemas.openxmlformats.org/officeDocument/2006/relationships/image" Target="../media/image53.emf"/><Relationship Id="rId4" Type="http://schemas.openxmlformats.org/officeDocument/2006/relationships/image" Target="../media/image50.e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55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13" Type="http://schemas.openxmlformats.org/officeDocument/2006/relationships/oleObject" Target="../embeddings/oleObject58.bin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6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9.e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61.emf"/><Relationship Id="rId4" Type="http://schemas.openxmlformats.org/officeDocument/2006/relationships/image" Target="../media/image58.e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6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13" Type="http://schemas.openxmlformats.org/officeDocument/2006/relationships/oleObject" Target="../embeddings/oleObject64.bin"/><Relationship Id="rId18" Type="http://schemas.openxmlformats.org/officeDocument/2006/relationships/image" Target="../media/image71.e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68.emf"/><Relationship Id="rId17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0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65.e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5.bin"/><Relationship Id="rId10" Type="http://schemas.openxmlformats.org/officeDocument/2006/relationships/image" Target="../media/image67.emf"/><Relationship Id="rId4" Type="http://schemas.openxmlformats.org/officeDocument/2006/relationships/image" Target="../media/image64.e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69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13" Type="http://schemas.openxmlformats.org/officeDocument/2006/relationships/oleObject" Target="../embeddings/oleObject72.bin"/><Relationship Id="rId18" Type="http://schemas.openxmlformats.org/officeDocument/2006/relationships/image" Target="../media/image79.e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76.emf"/><Relationship Id="rId17" Type="http://schemas.openxmlformats.org/officeDocument/2006/relationships/oleObject" Target="../embeddings/oleObject7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8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73.e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5" Type="http://schemas.openxmlformats.org/officeDocument/2006/relationships/oleObject" Target="../embeddings/oleObject73.bin"/><Relationship Id="rId10" Type="http://schemas.openxmlformats.org/officeDocument/2006/relationships/image" Target="../media/image75.emf"/><Relationship Id="rId4" Type="http://schemas.openxmlformats.org/officeDocument/2006/relationships/image" Target="../media/image72.e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77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84.emf"/><Relationship Id="rId18" Type="http://schemas.openxmlformats.org/officeDocument/2006/relationships/oleObject" Target="../embeddings/oleObject82.bin"/><Relationship Id="rId26" Type="http://schemas.openxmlformats.org/officeDocument/2006/relationships/oleObject" Target="../embeddings/oleObject86.bin"/><Relationship Id="rId3" Type="http://schemas.openxmlformats.org/officeDocument/2006/relationships/slide" Target="slide2.xml"/><Relationship Id="rId21" Type="http://schemas.openxmlformats.org/officeDocument/2006/relationships/image" Target="../media/image88.emf"/><Relationship Id="rId7" Type="http://schemas.openxmlformats.org/officeDocument/2006/relationships/image" Target="../media/image81.emf"/><Relationship Id="rId12" Type="http://schemas.openxmlformats.org/officeDocument/2006/relationships/oleObject" Target="../embeddings/oleObject79.bin"/><Relationship Id="rId17" Type="http://schemas.openxmlformats.org/officeDocument/2006/relationships/image" Target="../media/image86.emf"/><Relationship Id="rId25" Type="http://schemas.openxmlformats.org/officeDocument/2006/relationships/image" Target="../media/image90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81.bin"/><Relationship Id="rId20" Type="http://schemas.openxmlformats.org/officeDocument/2006/relationships/oleObject" Target="../embeddings/oleObject83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83.emf"/><Relationship Id="rId24" Type="http://schemas.openxmlformats.org/officeDocument/2006/relationships/oleObject" Target="../embeddings/oleObject85.bin"/><Relationship Id="rId5" Type="http://schemas.openxmlformats.org/officeDocument/2006/relationships/image" Target="../media/image80.emf"/><Relationship Id="rId15" Type="http://schemas.openxmlformats.org/officeDocument/2006/relationships/image" Target="../media/image85.emf"/><Relationship Id="rId23" Type="http://schemas.openxmlformats.org/officeDocument/2006/relationships/image" Target="../media/image89.emf"/><Relationship Id="rId10" Type="http://schemas.openxmlformats.org/officeDocument/2006/relationships/oleObject" Target="../embeddings/oleObject78.bin"/><Relationship Id="rId19" Type="http://schemas.openxmlformats.org/officeDocument/2006/relationships/image" Target="../media/image87.emf"/><Relationship Id="rId4" Type="http://schemas.openxmlformats.org/officeDocument/2006/relationships/oleObject" Target="../embeddings/oleObject75.bin"/><Relationship Id="rId9" Type="http://schemas.openxmlformats.org/officeDocument/2006/relationships/image" Target="../media/image82.emf"/><Relationship Id="rId14" Type="http://schemas.openxmlformats.org/officeDocument/2006/relationships/oleObject" Target="../embeddings/oleObject80.bin"/><Relationship Id="rId22" Type="http://schemas.openxmlformats.org/officeDocument/2006/relationships/oleObject" Target="../embeddings/oleObject84.bin"/><Relationship Id="rId27" Type="http://schemas.openxmlformats.org/officeDocument/2006/relationships/image" Target="../media/image91.emf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2.bin"/><Relationship Id="rId18" Type="http://schemas.openxmlformats.org/officeDocument/2006/relationships/image" Target="../media/image99.emf"/><Relationship Id="rId26" Type="http://schemas.openxmlformats.org/officeDocument/2006/relationships/image" Target="../media/image103.emf"/><Relationship Id="rId39" Type="http://schemas.openxmlformats.org/officeDocument/2006/relationships/oleObject" Target="../embeddings/oleObject105.bin"/><Relationship Id="rId3" Type="http://schemas.openxmlformats.org/officeDocument/2006/relationships/oleObject" Target="../embeddings/oleObject87.bin"/><Relationship Id="rId21" Type="http://schemas.openxmlformats.org/officeDocument/2006/relationships/oleObject" Target="../embeddings/oleObject96.bin"/><Relationship Id="rId34" Type="http://schemas.openxmlformats.org/officeDocument/2006/relationships/image" Target="../media/image107.emf"/><Relationship Id="rId42" Type="http://schemas.openxmlformats.org/officeDocument/2006/relationships/image" Target="../media/image111.emf"/><Relationship Id="rId47" Type="http://schemas.openxmlformats.org/officeDocument/2006/relationships/oleObject" Target="../embeddings/oleObject109.bin"/><Relationship Id="rId50" Type="http://schemas.openxmlformats.org/officeDocument/2006/relationships/image" Target="../media/image115.emf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96.emf"/><Relationship Id="rId17" Type="http://schemas.openxmlformats.org/officeDocument/2006/relationships/oleObject" Target="../embeddings/oleObject94.bin"/><Relationship Id="rId25" Type="http://schemas.openxmlformats.org/officeDocument/2006/relationships/oleObject" Target="../embeddings/oleObject98.bin"/><Relationship Id="rId33" Type="http://schemas.openxmlformats.org/officeDocument/2006/relationships/oleObject" Target="../embeddings/oleObject102.bin"/><Relationship Id="rId38" Type="http://schemas.openxmlformats.org/officeDocument/2006/relationships/image" Target="../media/image109.emf"/><Relationship Id="rId46" Type="http://schemas.openxmlformats.org/officeDocument/2006/relationships/image" Target="../media/image113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8.emf"/><Relationship Id="rId20" Type="http://schemas.openxmlformats.org/officeDocument/2006/relationships/image" Target="../media/image100.emf"/><Relationship Id="rId29" Type="http://schemas.openxmlformats.org/officeDocument/2006/relationships/oleObject" Target="../embeddings/oleObject100.bin"/><Relationship Id="rId41" Type="http://schemas.openxmlformats.org/officeDocument/2006/relationships/oleObject" Target="../embeddings/oleObject106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3.emf"/><Relationship Id="rId11" Type="http://schemas.openxmlformats.org/officeDocument/2006/relationships/oleObject" Target="../embeddings/oleObject91.bin"/><Relationship Id="rId24" Type="http://schemas.openxmlformats.org/officeDocument/2006/relationships/image" Target="../media/image102.emf"/><Relationship Id="rId32" Type="http://schemas.openxmlformats.org/officeDocument/2006/relationships/image" Target="../media/image106.emf"/><Relationship Id="rId37" Type="http://schemas.openxmlformats.org/officeDocument/2006/relationships/oleObject" Target="../embeddings/oleObject104.bin"/><Relationship Id="rId40" Type="http://schemas.openxmlformats.org/officeDocument/2006/relationships/image" Target="../media/image110.emf"/><Relationship Id="rId45" Type="http://schemas.openxmlformats.org/officeDocument/2006/relationships/oleObject" Target="../embeddings/oleObject108.bin"/><Relationship Id="rId5" Type="http://schemas.openxmlformats.org/officeDocument/2006/relationships/oleObject" Target="../embeddings/oleObject88.bin"/><Relationship Id="rId15" Type="http://schemas.openxmlformats.org/officeDocument/2006/relationships/oleObject" Target="../embeddings/oleObject93.bin"/><Relationship Id="rId23" Type="http://schemas.openxmlformats.org/officeDocument/2006/relationships/oleObject" Target="../embeddings/oleObject97.bin"/><Relationship Id="rId28" Type="http://schemas.openxmlformats.org/officeDocument/2006/relationships/image" Target="../media/image104.emf"/><Relationship Id="rId36" Type="http://schemas.openxmlformats.org/officeDocument/2006/relationships/image" Target="../media/image108.emf"/><Relationship Id="rId49" Type="http://schemas.openxmlformats.org/officeDocument/2006/relationships/oleObject" Target="../embeddings/oleObject110.bin"/><Relationship Id="rId10" Type="http://schemas.openxmlformats.org/officeDocument/2006/relationships/image" Target="../media/image95.emf"/><Relationship Id="rId19" Type="http://schemas.openxmlformats.org/officeDocument/2006/relationships/oleObject" Target="../embeddings/oleObject95.bin"/><Relationship Id="rId31" Type="http://schemas.openxmlformats.org/officeDocument/2006/relationships/oleObject" Target="../embeddings/oleObject101.bin"/><Relationship Id="rId44" Type="http://schemas.openxmlformats.org/officeDocument/2006/relationships/image" Target="../media/image112.emf"/><Relationship Id="rId52" Type="http://schemas.openxmlformats.org/officeDocument/2006/relationships/image" Target="../media/image116.emf"/><Relationship Id="rId4" Type="http://schemas.openxmlformats.org/officeDocument/2006/relationships/image" Target="../media/image92.e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97.emf"/><Relationship Id="rId22" Type="http://schemas.openxmlformats.org/officeDocument/2006/relationships/image" Target="../media/image101.emf"/><Relationship Id="rId27" Type="http://schemas.openxmlformats.org/officeDocument/2006/relationships/oleObject" Target="../embeddings/oleObject99.bin"/><Relationship Id="rId30" Type="http://schemas.openxmlformats.org/officeDocument/2006/relationships/image" Target="../media/image105.emf"/><Relationship Id="rId35" Type="http://schemas.openxmlformats.org/officeDocument/2006/relationships/oleObject" Target="../embeddings/oleObject103.bin"/><Relationship Id="rId43" Type="http://schemas.openxmlformats.org/officeDocument/2006/relationships/oleObject" Target="../embeddings/oleObject107.bin"/><Relationship Id="rId48" Type="http://schemas.openxmlformats.org/officeDocument/2006/relationships/image" Target="../media/image114.emf"/><Relationship Id="rId8" Type="http://schemas.openxmlformats.org/officeDocument/2006/relationships/image" Target="../media/image94.emf"/><Relationship Id="rId51" Type="http://schemas.openxmlformats.org/officeDocument/2006/relationships/oleObject" Target="../embeddings/oleObject11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emf"/><Relationship Id="rId13" Type="http://schemas.openxmlformats.org/officeDocument/2006/relationships/oleObject" Target="../embeddings/oleObject117.bin"/><Relationship Id="rId18" Type="http://schemas.openxmlformats.org/officeDocument/2006/relationships/image" Target="../media/image124.emf"/><Relationship Id="rId26" Type="http://schemas.openxmlformats.org/officeDocument/2006/relationships/image" Target="../media/image128.emf"/><Relationship Id="rId39" Type="http://schemas.openxmlformats.org/officeDocument/2006/relationships/oleObject" Target="../embeddings/oleObject130.bin"/><Relationship Id="rId3" Type="http://schemas.openxmlformats.org/officeDocument/2006/relationships/oleObject" Target="../embeddings/oleObject112.bin"/><Relationship Id="rId21" Type="http://schemas.openxmlformats.org/officeDocument/2006/relationships/oleObject" Target="../embeddings/oleObject121.bin"/><Relationship Id="rId34" Type="http://schemas.openxmlformats.org/officeDocument/2006/relationships/image" Target="../media/image132.emf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121.emf"/><Relationship Id="rId17" Type="http://schemas.openxmlformats.org/officeDocument/2006/relationships/oleObject" Target="../embeddings/oleObject119.bin"/><Relationship Id="rId25" Type="http://schemas.openxmlformats.org/officeDocument/2006/relationships/oleObject" Target="../embeddings/oleObject123.bin"/><Relationship Id="rId33" Type="http://schemas.openxmlformats.org/officeDocument/2006/relationships/oleObject" Target="../embeddings/oleObject127.bin"/><Relationship Id="rId38" Type="http://schemas.openxmlformats.org/officeDocument/2006/relationships/image" Target="../media/image134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3.emf"/><Relationship Id="rId20" Type="http://schemas.openxmlformats.org/officeDocument/2006/relationships/image" Target="../media/image125.emf"/><Relationship Id="rId29" Type="http://schemas.openxmlformats.org/officeDocument/2006/relationships/oleObject" Target="../embeddings/oleObject125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8.emf"/><Relationship Id="rId11" Type="http://schemas.openxmlformats.org/officeDocument/2006/relationships/oleObject" Target="../embeddings/oleObject116.bin"/><Relationship Id="rId24" Type="http://schemas.openxmlformats.org/officeDocument/2006/relationships/image" Target="../media/image127.emf"/><Relationship Id="rId32" Type="http://schemas.openxmlformats.org/officeDocument/2006/relationships/image" Target="../media/image131.emf"/><Relationship Id="rId37" Type="http://schemas.openxmlformats.org/officeDocument/2006/relationships/oleObject" Target="../embeddings/oleObject129.bin"/><Relationship Id="rId40" Type="http://schemas.openxmlformats.org/officeDocument/2006/relationships/image" Target="../media/image135.emf"/><Relationship Id="rId5" Type="http://schemas.openxmlformats.org/officeDocument/2006/relationships/oleObject" Target="../embeddings/oleObject113.bin"/><Relationship Id="rId15" Type="http://schemas.openxmlformats.org/officeDocument/2006/relationships/oleObject" Target="../embeddings/oleObject118.bin"/><Relationship Id="rId23" Type="http://schemas.openxmlformats.org/officeDocument/2006/relationships/oleObject" Target="../embeddings/oleObject122.bin"/><Relationship Id="rId28" Type="http://schemas.openxmlformats.org/officeDocument/2006/relationships/image" Target="../media/image129.emf"/><Relationship Id="rId36" Type="http://schemas.openxmlformats.org/officeDocument/2006/relationships/image" Target="../media/image133.emf"/><Relationship Id="rId10" Type="http://schemas.openxmlformats.org/officeDocument/2006/relationships/image" Target="../media/image120.emf"/><Relationship Id="rId19" Type="http://schemas.openxmlformats.org/officeDocument/2006/relationships/oleObject" Target="../embeddings/oleObject120.bin"/><Relationship Id="rId31" Type="http://schemas.openxmlformats.org/officeDocument/2006/relationships/oleObject" Target="../embeddings/oleObject126.bin"/><Relationship Id="rId4" Type="http://schemas.openxmlformats.org/officeDocument/2006/relationships/image" Target="../media/image117.emf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122.emf"/><Relationship Id="rId22" Type="http://schemas.openxmlformats.org/officeDocument/2006/relationships/image" Target="../media/image126.emf"/><Relationship Id="rId27" Type="http://schemas.openxmlformats.org/officeDocument/2006/relationships/oleObject" Target="../embeddings/oleObject124.bin"/><Relationship Id="rId30" Type="http://schemas.openxmlformats.org/officeDocument/2006/relationships/image" Target="../media/image130.emf"/><Relationship Id="rId35" Type="http://schemas.openxmlformats.org/officeDocument/2006/relationships/oleObject" Target="../embeddings/oleObject128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emf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12" Type="http://schemas.openxmlformats.org/officeDocument/2006/relationships/image" Target="../media/image14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37.emf"/><Relationship Id="rId11" Type="http://schemas.openxmlformats.org/officeDocument/2006/relationships/oleObject" Target="../embeddings/oleObject135.bin"/><Relationship Id="rId5" Type="http://schemas.openxmlformats.org/officeDocument/2006/relationships/oleObject" Target="../embeddings/oleObject132.bin"/><Relationship Id="rId10" Type="http://schemas.openxmlformats.org/officeDocument/2006/relationships/image" Target="../media/image139.emf"/><Relationship Id="rId4" Type="http://schemas.openxmlformats.org/officeDocument/2006/relationships/image" Target="../media/image136.emf"/><Relationship Id="rId9" Type="http://schemas.openxmlformats.org/officeDocument/2006/relationships/oleObject" Target="../embeddings/oleObject13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emf"/><Relationship Id="rId13" Type="http://schemas.openxmlformats.org/officeDocument/2006/relationships/oleObject" Target="../embeddings/oleObject141.bin"/><Relationship Id="rId18" Type="http://schemas.openxmlformats.org/officeDocument/2006/relationships/image" Target="../media/image148.emf"/><Relationship Id="rId26" Type="http://schemas.openxmlformats.org/officeDocument/2006/relationships/image" Target="../media/image152.emf"/><Relationship Id="rId3" Type="http://schemas.openxmlformats.org/officeDocument/2006/relationships/oleObject" Target="../embeddings/oleObject136.bin"/><Relationship Id="rId21" Type="http://schemas.openxmlformats.org/officeDocument/2006/relationships/oleObject" Target="../embeddings/oleObject145.bin"/><Relationship Id="rId7" Type="http://schemas.openxmlformats.org/officeDocument/2006/relationships/oleObject" Target="../embeddings/oleObject138.bin"/><Relationship Id="rId12" Type="http://schemas.openxmlformats.org/officeDocument/2006/relationships/image" Target="../media/image145.emf"/><Relationship Id="rId17" Type="http://schemas.openxmlformats.org/officeDocument/2006/relationships/oleObject" Target="../embeddings/oleObject143.bin"/><Relationship Id="rId25" Type="http://schemas.openxmlformats.org/officeDocument/2006/relationships/oleObject" Target="../embeddings/oleObject147.bin"/><Relationship Id="rId33" Type="http://schemas.openxmlformats.org/officeDocument/2006/relationships/image" Target="../media/image191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7.emf"/><Relationship Id="rId20" Type="http://schemas.openxmlformats.org/officeDocument/2006/relationships/image" Target="../media/image149.emf"/><Relationship Id="rId29" Type="http://schemas.openxmlformats.org/officeDocument/2006/relationships/oleObject" Target="../embeddings/oleObject149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42.emf"/><Relationship Id="rId11" Type="http://schemas.openxmlformats.org/officeDocument/2006/relationships/oleObject" Target="../embeddings/oleObject140.bin"/><Relationship Id="rId24" Type="http://schemas.openxmlformats.org/officeDocument/2006/relationships/image" Target="../media/image151.emf"/><Relationship Id="rId32" Type="http://schemas.openxmlformats.org/officeDocument/2006/relationships/image" Target="../media/image155.wmf"/><Relationship Id="rId5" Type="http://schemas.openxmlformats.org/officeDocument/2006/relationships/oleObject" Target="../embeddings/oleObject137.bin"/><Relationship Id="rId15" Type="http://schemas.openxmlformats.org/officeDocument/2006/relationships/oleObject" Target="../embeddings/oleObject142.bin"/><Relationship Id="rId23" Type="http://schemas.openxmlformats.org/officeDocument/2006/relationships/oleObject" Target="../embeddings/oleObject146.bin"/><Relationship Id="rId28" Type="http://schemas.openxmlformats.org/officeDocument/2006/relationships/image" Target="../media/image153.emf"/><Relationship Id="rId10" Type="http://schemas.openxmlformats.org/officeDocument/2006/relationships/image" Target="../media/image144.emf"/><Relationship Id="rId19" Type="http://schemas.openxmlformats.org/officeDocument/2006/relationships/oleObject" Target="../embeddings/oleObject144.bin"/><Relationship Id="rId31" Type="http://schemas.openxmlformats.org/officeDocument/2006/relationships/oleObject" Target="../embeddings/oleObject150.bin"/><Relationship Id="rId4" Type="http://schemas.openxmlformats.org/officeDocument/2006/relationships/image" Target="../media/image141.emf"/><Relationship Id="rId9" Type="http://schemas.openxmlformats.org/officeDocument/2006/relationships/oleObject" Target="../embeddings/oleObject139.bin"/><Relationship Id="rId14" Type="http://schemas.openxmlformats.org/officeDocument/2006/relationships/image" Target="../media/image146.emf"/><Relationship Id="rId22" Type="http://schemas.openxmlformats.org/officeDocument/2006/relationships/image" Target="../media/image150.emf"/><Relationship Id="rId27" Type="http://schemas.openxmlformats.org/officeDocument/2006/relationships/oleObject" Target="../embeddings/oleObject148.bin"/><Relationship Id="rId30" Type="http://schemas.openxmlformats.org/officeDocument/2006/relationships/image" Target="../media/image154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emf"/><Relationship Id="rId13" Type="http://schemas.openxmlformats.org/officeDocument/2006/relationships/oleObject" Target="../embeddings/oleObject156.bin"/><Relationship Id="rId18" Type="http://schemas.openxmlformats.org/officeDocument/2006/relationships/image" Target="../media/image163.emf"/><Relationship Id="rId26" Type="http://schemas.openxmlformats.org/officeDocument/2006/relationships/image" Target="../media/image167.emf"/><Relationship Id="rId39" Type="http://schemas.openxmlformats.org/officeDocument/2006/relationships/oleObject" Target="../embeddings/oleObject169.bin"/><Relationship Id="rId3" Type="http://schemas.openxmlformats.org/officeDocument/2006/relationships/oleObject" Target="../embeddings/oleObject151.bin"/><Relationship Id="rId21" Type="http://schemas.openxmlformats.org/officeDocument/2006/relationships/oleObject" Target="../embeddings/oleObject160.bin"/><Relationship Id="rId34" Type="http://schemas.openxmlformats.org/officeDocument/2006/relationships/image" Target="../media/image171.emf"/><Relationship Id="rId7" Type="http://schemas.openxmlformats.org/officeDocument/2006/relationships/oleObject" Target="../embeddings/oleObject153.bin"/><Relationship Id="rId12" Type="http://schemas.openxmlformats.org/officeDocument/2006/relationships/image" Target="../media/image160.emf"/><Relationship Id="rId17" Type="http://schemas.openxmlformats.org/officeDocument/2006/relationships/oleObject" Target="../embeddings/oleObject158.bin"/><Relationship Id="rId25" Type="http://schemas.openxmlformats.org/officeDocument/2006/relationships/oleObject" Target="../embeddings/oleObject162.bin"/><Relationship Id="rId33" Type="http://schemas.openxmlformats.org/officeDocument/2006/relationships/oleObject" Target="../embeddings/oleObject166.bin"/><Relationship Id="rId38" Type="http://schemas.openxmlformats.org/officeDocument/2006/relationships/image" Target="../media/image173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2.emf"/><Relationship Id="rId20" Type="http://schemas.openxmlformats.org/officeDocument/2006/relationships/image" Target="../media/image164.emf"/><Relationship Id="rId29" Type="http://schemas.openxmlformats.org/officeDocument/2006/relationships/oleObject" Target="../embeddings/oleObject164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57.emf"/><Relationship Id="rId11" Type="http://schemas.openxmlformats.org/officeDocument/2006/relationships/oleObject" Target="../embeddings/oleObject155.bin"/><Relationship Id="rId24" Type="http://schemas.openxmlformats.org/officeDocument/2006/relationships/image" Target="../media/image166.emf"/><Relationship Id="rId32" Type="http://schemas.openxmlformats.org/officeDocument/2006/relationships/image" Target="../media/image170.emf"/><Relationship Id="rId37" Type="http://schemas.openxmlformats.org/officeDocument/2006/relationships/oleObject" Target="../embeddings/oleObject168.bin"/><Relationship Id="rId40" Type="http://schemas.openxmlformats.org/officeDocument/2006/relationships/image" Target="../media/image174.emf"/><Relationship Id="rId5" Type="http://schemas.openxmlformats.org/officeDocument/2006/relationships/oleObject" Target="../embeddings/oleObject152.bin"/><Relationship Id="rId15" Type="http://schemas.openxmlformats.org/officeDocument/2006/relationships/oleObject" Target="../embeddings/oleObject157.bin"/><Relationship Id="rId23" Type="http://schemas.openxmlformats.org/officeDocument/2006/relationships/oleObject" Target="../embeddings/oleObject161.bin"/><Relationship Id="rId28" Type="http://schemas.openxmlformats.org/officeDocument/2006/relationships/image" Target="../media/image168.emf"/><Relationship Id="rId36" Type="http://schemas.openxmlformats.org/officeDocument/2006/relationships/image" Target="../media/image172.emf"/><Relationship Id="rId10" Type="http://schemas.openxmlformats.org/officeDocument/2006/relationships/image" Target="../media/image159.emf"/><Relationship Id="rId19" Type="http://schemas.openxmlformats.org/officeDocument/2006/relationships/oleObject" Target="../embeddings/oleObject159.bin"/><Relationship Id="rId31" Type="http://schemas.openxmlformats.org/officeDocument/2006/relationships/oleObject" Target="../embeddings/oleObject165.bin"/><Relationship Id="rId4" Type="http://schemas.openxmlformats.org/officeDocument/2006/relationships/image" Target="../media/image156.emf"/><Relationship Id="rId9" Type="http://schemas.openxmlformats.org/officeDocument/2006/relationships/oleObject" Target="../embeddings/oleObject154.bin"/><Relationship Id="rId14" Type="http://schemas.openxmlformats.org/officeDocument/2006/relationships/image" Target="../media/image161.emf"/><Relationship Id="rId22" Type="http://schemas.openxmlformats.org/officeDocument/2006/relationships/image" Target="../media/image165.emf"/><Relationship Id="rId27" Type="http://schemas.openxmlformats.org/officeDocument/2006/relationships/oleObject" Target="../embeddings/oleObject163.bin"/><Relationship Id="rId30" Type="http://schemas.openxmlformats.org/officeDocument/2006/relationships/image" Target="../media/image169.emf"/><Relationship Id="rId35" Type="http://schemas.openxmlformats.org/officeDocument/2006/relationships/oleObject" Target="../embeddings/oleObject167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emf"/><Relationship Id="rId13" Type="http://schemas.openxmlformats.org/officeDocument/2006/relationships/oleObject" Target="../embeddings/oleObject175.bin"/><Relationship Id="rId18" Type="http://schemas.openxmlformats.org/officeDocument/2006/relationships/image" Target="../media/image182.emf"/><Relationship Id="rId26" Type="http://schemas.openxmlformats.org/officeDocument/2006/relationships/image" Target="../media/image186.emf"/><Relationship Id="rId3" Type="http://schemas.openxmlformats.org/officeDocument/2006/relationships/oleObject" Target="../embeddings/oleObject170.bin"/><Relationship Id="rId21" Type="http://schemas.openxmlformats.org/officeDocument/2006/relationships/oleObject" Target="../embeddings/oleObject179.bin"/><Relationship Id="rId7" Type="http://schemas.openxmlformats.org/officeDocument/2006/relationships/oleObject" Target="../embeddings/oleObject172.bin"/><Relationship Id="rId12" Type="http://schemas.openxmlformats.org/officeDocument/2006/relationships/image" Target="../media/image179.emf"/><Relationship Id="rId17" Type="http://schemas.openxmlformats.org/officeDocument/2006/relationships/oleObject" Target="../embeddings/oleObject177.bin"/><Relationship Id="rId25" Type="http://schemas.openxmlformats.org/officeDocument/2006/relationships/oleObject" Target="../embeddings/oleObject18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1.emf"/><Relationship Id="rId20" Type="http://schemas.openxmlformats.org/officeDocument/2006/relationships/image" Target="../media/image183.emf"/><Relationship Id="rId29" Type="http://schemas.openxmlformats.org/officeDocument/2006/relationships/oleObject" Target="../embeddings/oleObject183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76.emf"/><Relationship Id="rId11" Type="http://schemas.openxmlformats.org/officeDocument/2006/relationships/oleObject" Target="../embeddings/oleObject174.bin"/><Relationship Id="rId24" Type="http://schemas.openxmlformats.org/officeDocument/2006/relationships/image" Target="../media/image185.emf"/><Relationship Id="rId5" Type="http://schemas.openxmlformats.org/officeDocument/2006/relationships/oleObject" Target="../embeddings/oleObject171.bin"/><Relationship Id="rId15" Type="http://schemas.openxmlformats.org/officeDocument/2006/relationships/oleObject" Target="../embeddings/oleObject176.bin"/><Relationship Id="rId23" Type="http://schemas.openxmlformats.org/officeDocument/2006/relationships/oleObject" Target="../embeddings/oleObject180.bin"/><Relationship Id="rId28" Type="http://schemas.openxmlformats.org/officeDocument/2006/relationships/image" Target="../media/image187.emf"/><Relationship Id="rId10" Type="http://schemas.openxmlformats.org/officeDocument/2006/relationships/image" Target="../media/image178.emf"/><Relationship Id="rId19" Type="http://schemas.openxmlformats.org/officeDocument/2006/relationships/oleObject" Target="../embeddings/oleObject178.bin"/><Relationship Id="rId4" Type="http://schemas.openxmlformats.org/officeDocument/2006/relationships/image" Target="../media/image175.emf"/><Relationship Id="rId9" Type="http://schemas.openxmlformats.org/officeDocument/2006/relationships/oleObject" Target="../embeddings/oleObject173.bin"/><Relationship Id="rId14" Type="http://schemas.openxmlformats.org/officeDocument/2006/relationships/image" Target="../media/image180.emf"/><Relationship Id="rId22" Type="http://schemas.openxmlformats.org/officeDocument/2006/relationships/image" Target="../media/image184.emf"/><Relationship Id="rId27" Type="http://schemas.openxmlformats.org/officeDocument/2006/relationships/oleObject" Target="../embeddings/oleObject182.bin"/><Relationship Id="rId30" Type="http://schemas.openxmlformats.org/officeDocument/2006/relationships/image" Target="../media/image188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emf"/><Relationship Id="rId3" Type="http://schemas.openxmlformats.org/officeDocument/2006/relationships/oleObject" Target="../embeddings/oleObject184.bin"/><Relationship Id="rId7" Type="http://schemas.openxmlformats.org/officeDocument/2006/relationships/oleObject" Target="../embeddings/oleObject186.bin"/><Relationship Id="rId12" Type="http://schemas.openxmlformats.org/officeDocument/2006/relationships/image" Target="../media/image19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90.emf"/><Relationship Id="rId11" Type="http://schemas.openxmlformats.org/officeDocument/2006/relationships/oleObject" Target="../embeddings/oleObject188.bin"/><Relationship Id="rId5" Type="http://schemas.openxmlformats.org/officeDocument/2006/relationships/oleObject" Target="../embeddings/oleObject185.bin"/><Relationship Id="rId10" Type="http://schemas.openxmlformats.org/officeDocument/2006/relationships/image" Target="../media/image192.emf"/><Relationship Id="rId4" Type="http://schemas.openxmlformats.org/officeDocument/2006/relationships/image" Target="../media/image189.wmf"/><Relationship Id="rId9" Type="http://schemas.openxmlformats.org/officeDocument/2006/relationships/oleObject" Target="../embeddings/oleObject187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emf"/><Relationship Id="rId13" Type="http://schemas.openxmlformats.org/officeDocument/2006/relationships/oleObject" Target="../embeddings/oleObject194.bin"/><Relationship Id="rId18" Type="http://schemas.openxmlformats.org/officeDocument/2006/relationships/image" Target="../media/image201.emf"/><Relationship Id="rId26" Type="http://schemas.openxmlformats.org/officeDocument/2006/relationships/image" Target="../media/image205.emf"/><Relationship Id="rId3" Type="http://schemas.openxmlformats.org/officeDocument/2006/relationships/oleObject" Target="../embeddings/oleObject189.bin"/><Relationship Id="rId21" Type="http://schemas.openxmlformats.org/officeDocument/2006/relationships/oleObject" Target="../embeddings/oleObject198.bin"/><Relationship Id="rId34" Type="http://schemas.openxmlformats.org/officeDocument/2006/relationships/image" Target="../media/image209.emf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198.emf"/><Relationship Id="rId17" Type="http://schemas.openxmlformats.org/officeDocument/2006/relationships/oleObject" Target="../embeddings/oleObject196.bin"/><Relationship Id="rId25" Type="http://schemas.openxmlformats.org/officeDocument/2006/relationships/oleObject" Target="../embeddings/oleObject200.bin"/><Relationship Id="rId33" Type="http://schemas.openxmlformats.org/officeDocument/2006/relationships/oleObject" Target="../embeddings/oleObject20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0.emf"/><Relationship Id="rId20" Type="http://schemas.openxmlformats.org/officeDocument/2006/relationships/image" Target="../media/image202.emf"/><Relationship Id="rId29" Type="http://schemas.openxmlformats.org/officeDocument/2006/relationships/oleObject" Target="../embeddings/oleObject202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95.emf"/><Relationship Id="rId11" Type="http://schemas.openxmlformats.org/officeDocument/2006/relationships/oleObject" Target="../embeddings/oleObject193.bin"/><Relationship Id="rId24" Type="http://schemas.openxmlformats.org/officeDocument/2006/relationships/image" Target="../media/image204.emf"/><Relationship Id="rId32" Type="http://schemas.openxmlformats.org/officeDocument/2006/relationships/image" Target="../media/image208.emf"/><Relationship Id="rId5" Type="http://schemas.openxmlformats.org/officeDocument/2006/relationships/oleObject" Target="../embeddings/oleObject190.bin"/><Relationship Id="rId15" Type="http://schemas.openxmlformats.org/officeDocument/2006/relationships/oleObject" Target="../embeddings/oleObject195.bin"/><Relationship Id="rId23" Type="http://schemas.openxmlformats.org/officeDocument/2006/relationships/oleObject" Target="../embeddings/oleObject199.bin"/><Relationship Id="rId28" Type="http://schemas.openxmlformats.org/officeDocument/2006/relationships/image" Target="../media/image206.emf"/><Relationship Id="rId36" Type="http://schemas.openxmlformats.org/officeDocument/2006/relationships/image" Target="../media/image210.emf"/><Relationship Id="rId10" Type="http://schemas.openxmlformats.org/officeDocument/2006/relationships/image" Target="../media/image197.emf"/><Relationship Id="rId19" Type="http://schemas.openxmlformats.org/officeDocument/2006/relationships/oleObject" Target="../embeddings/oleObject197.bin"/><Relationship Id="rId31" Type="http://schemas.openxmlformats.org/officeDocument/2006/relationships/oleObject" Target="../embeddings/oleObject203.bin"/><Relationship Id="rId4" Type="http://schemas.openxmlformats.org/officeDocument/2006/relationships/image" Target="../media/image194.emf"/><Relationship Id="rId9" Type="http://schemas.openxmlformats.org/officeDocument/2006/relationships/oleObject" Target="../embeddings/oleObject192.bin"/><Relationship Id="rId14" Type="http://schemas.openxmlformats.org/officeDocument/2006/relationships/image" Target="../media/image199.emf"/><Relationship Id="rId22" Type="http://schemas.openxmlformats.org/officeDocument/2006/relationships/image" Target="../media/image203.emf"/><Relationship Id="rId27" Type="http://schemas.openxmlformats.org/officeDocument/2006/relationships/oleObject" Target="../embeddings/oleObject201.bin"/><Relationship Id="rId30" Type="http://schemas.openxmlformats.org/officeDocument/2006/relationships/image" Target="../media/image207.emf"/><Relationship Id="rId35" Type="http://schemas.openxmlformats.org/officeDocument/2006/relationships/oleObject" Target="../embeddings/oleObject205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emf"/><Relationship Id="rId13" Type="http://schemas.openxmlformats.org/officeDocument/2006/relationships/oleObject" Target="../embeddings/oleObject211.bin"/><Relationship Id="rId18" Type="http://schemas.openxmlformats.org/officeDocument/2006/relationships/image" Target="../media/image218.emf"/><Relationship Id="rId26" Type="http://schemas.openxmlformats.org/officeDocument/2006/relationships/image" Target="../media/image222.emf"/><Relationship Id="rId3" Type="http://schemas.openxmlformats.org/officeDocument/2006/relationships/oleObject" Target="../embeddings/oleObject206.bin"/><Relationship Id="rId21" Type="http://schemas.openxmlformats.org/officeDocument/2006/relationships/oleObject" Target="../embeddings/oleObject215.bin"/><Relationship Id="rId7" Type="http://schemas.openxmlformats.org/officeDocument/2006/relationships/oleObject" Target="../embeddings/oleObject208.bin"/><Relationship Id="rId12" Type="http://schemas.openxmlformats.org/officeDocument/2006/relationships/image" Target="../media/image215.emf"/><Relationship Id="rId17" Type="http://schemas.openxmlformats.org/officeDocument/2006/relationships/oleObject" Target="../embeddings/oleObject213.bin"/><Relationship Id="rId25" Type="http://schemas.openxmlformats.org/officeDocument/2006/relationships/oleObject" Target="../embeddings/oleObject2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7.emf"/><Relationship Id="rId20" Type="http://schemas.openxmlformats.org/officeDocument/2006/relationships/image" Target="../media/image219.emf"/><Relationship Id="rId29" Type="http://schemas.openxmlformats.org/officeDocument/2006/relationships/oleObject" Target="../embeddings/oleObject219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12.emf"/><Relationship Id="rId11" Type="http://schemas.openxmlformats.org/officeDocument/2006/relationships/oleObject" Target="../embeddings/oleObject210.bin"/><Relationship Id="rId24" Type="http://schemas.openxmlformats.org/officeDocument/2006/relationships/image" Target="../media/image221.emf"/><Relationship Id="rId32" Type="http://schemas.openxmlformats.org/officeDocument/2006/relationships/image" Target="../media/image225.emf"/><Relationship Id="rId5" Type="http://schemas.openxmlformats.org/officeDocument/2006/relationships/oleObject" Target="../embeddings/oleObject207.bin"/><Relationship Id="rId15" Type="http://schemas.openxmlformats.org/officeDocument/2006/relationships/oleObject" Target="../embeddings/oleObject212.bin"/><Relationship Id="rId23" Type="http://schemas.openxmlformats.org/officeDocument/2006/relationships/oleObject" Target="../embeddings/oleObject216.bin"/><Relationship Id="rId28" Type="http://schemas.openxmlformats.org/officeDocument/2006/relationships/image" Target="../media/image223.emf"/><Relationship Id="rId10" Type="http://schemas.openxmlformats.org/officeDocument/2006/relationships/image" Target="../media/image214.emf"/><Relationship Id="rId19" Type="http://schemas.openxmlformats.org/officeDocument/2006/relationships/oleObject" Target="../embeddings/oleObject214.bin"/><Relationship Id="rId31" Type="http://schemas.openxmlformats.org/officeDocument/2006/relationships/oleObject" Target="../embeddings/oleObject220.bin"/><Relationship Id="rId4" Type="http://schemas.openxmlformats.org/officeDocument/2006/relationships/image" Target="../media/image211.emf"/><Relationship Id="rId9" Type="http://schemas.openxmlformats.org/officeDocument/2006/relationships/oleObject" Target="../embeddings/oleObject209.bin"/><Relationship Id="rId14" Type="http://schemas.openxmlformats.org/officeDocument/2006/relationships/image" Target="../media/image216.emf"/><Relationship Id="rId22" Type="http://schemas.openxmlformats.org/officeDocument/2006/relationships/image" Target="../media/image220.emf"/><Relationship Id="rId27" Type="http://schemas.openxmlformats.org/officeDocument/2006/relationships/oleObject" Target="../embeddings/oleObject218.bin"/><Relationship Id="rId30" Type="http://schemas.openxmlformats.org/officeDocument/2006/relationships/image" Target="../media/image224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wmf"/><Relationship Id="rId13" Type="http://schemas.openxmlformats.org/officeDocument/2006/relationships/oleObject" Target="../embeddings/oleObject226.bin"/><Relationship Id="rId3" Type="http://schemas.openxmlformats.org/officeDocument/2006/relationships/oleObject" Target="../embeddings/oleObject221.bin"/><Relationship Id="rId7" Type="http://schemas.openxmlformats.org/officeDocument/2006/relationships/oleObject" Target="../embeddings/oleObject223.bin"/><Relationship Id="rId12" Type="http://schemas.openxmlformats.org/officeDocument/2006/relationships/image" Target="../media/image23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2.e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27.wmf"/><Relationship Id="rId11" Type="http://schemas.openxmlformats.org/officeDocument/2006/relationships/oleObject" Target="../embeddings/oleObject225.bin"/><Relationship Id="rId5" Type="http://schemas.openxmlformats.org/officeDocument/2006/relationships/oleObject" Target="../embeddings/oleObject222.bin"/><Relationship Id="rId15" Type="http://schemas.openxmlformats.org/officeDocument/2006/relationships/oleObject" Target="../embeddings/oleObject227.bin"/><Relationship Id="rId10" Type="http://schemas.openxmlformats.org/officeDocument/2006/relationships/image" Target="../media/image229.wmf"/><Relationship Id="rId4" Type="http://schemas.openxmlformats.org/officeDocument/2006/relationships/image" Target="../media/image226.wmf"/><Relationship Id="rId9" Type="http://schemas.openxmlformats.org/officeDocument/2006/relationships/oleObject" Target="../embeddings/oleObject224.bin"/><Relationship Id="rId14" Type="http://schemas.openxmlformats.org/officeDocument/2006/relationships/image" Target="../media/image23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emf"/><Relationship Id="rId13" Type="http://schemas.openxmlformats.org/officeDocument/2006/relationships/oleObject" Target="../embeddings/oleObject233.bin"/><Relationship Id="rId18" Type="http://schemas.openxmlformats.org/officeDocument/2006/relationships/image" Target="../media/image240.emf"/><Relationship Id="rId26" Type="http://schemas.openxmlformats.org/officeDocument/2006/relationships/image" Target="../media/image244.emf"/><Relationship Id="rId3" Type="http://schemas.openxmlformats.org/officeDocument/2006/relationships/oleObject" Target="../embeddings/oleObject228.bin"/><Relationship Id="rId21" Type="http://schemas.openxmlformats.org/officeDocument/2006/relationships/oleObject" Target="../embeddings/oleObject237.bin"/><Relationship Id="rId7" Type="http://schemas.openxmlformats.org/officeDocument/2006/relationships/oleObject" Target="../embeddings/oleObject230.bin"/><Relationship Id="rId12" Type="http://schemas.openxmlformats.org/officeDocument/2006/relationships/image" Target="../media/image237.emf"/><Relationship Id="rId17" Type="http://schemas.openxmlformats.org/officeDocument/2006/relationships/oleObject" Target="../embeddings/oleObject235.bin"/><Relationship Id="rId25" Type="http://schemas.openxmlformats.org/officeDocument/2006/relationships/oleObject" Target="../embeddings/oleObject2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9.emf"/><Relationship Id="rId20" Type="http://schemas.openxmlformats.org/officeDocument/2006/relationships/image" Target="../media/image241.emf"/><Relationship Id="rId29" Type="http://schemas.openxmlformats.org/officeDocument/2006/relationships/oleObject" Target="../embeddings/oleObject241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34.emf"/><Relationship Id="rId11" Type="http://schemas.openxmlformats.org/officeDocument/2006/relationships/oleObject" Target="../embeddings/oleObject232.bin"/><Relationship Id="rId24" Type="http://schemas.openxmlformats.org/officeDocument/2006/relationships/image" Target="../media/image243.emf"/><Relationship Id="rId5" Type="http://schemas.openxmlformats.org/officeDocument/2006/relationships/oleObject" Target="../embeddings/oleObject229.bin"/><Relationship Id="rId15" Type="http://schemas.openxmlformats.org/officeDocument/2006/relationships/oleObject" Target="../embeddings/oleObject234.bin"/><Relationship Id="rId23" Type="http://schemas.openxmlformats.org/officeDocument/2006/relationships/oleObject" Target="../embeddings/oleObject238.bin"/><Relationship Id="rId28" Type="http://schemas.openxmlformats.org/officeDocument/2006/relationships/image" Target="../media/image245.emf"/><Relationship Id="rId10" Type="http://schemas.openxmlformats.org/officeDocument/2006/relationships/image" Target="../media/image236.emf"/><Relationship Id="rId19" Type="http://schemas.openxmlformats.org/officeDocument/2006/relationships/oleObject" Target="../embeddings/oleObject236.bin"/><Relationship Id="rId4" Type="http://schemas.openxmlformats.org/officeDocument/2006/relationships/image" Target="../media/image233.emf"/><Relationship Id="rId9" Type="http://schemas.openxmlformats.org/officeDocument/2006/relationships/oleObject" Target="../embeddings/oleObject231.bin"/><Relationship Id="rId14" Type="http://schemas.openxmlformats.org/officeDocument/2006/relationships/image" Target="../media/image238.emf"/><Relationship Id="rId22" Type="http://schemas.openxmlformats.org/officeDocument/2006/relationships/image" Target="../media/image242.emf"/><Relationship Id="rId27" Type="http://schemas.openxmlformats.org/officeDocument/2006/relationships/oleObject" Target="../embeddings/oleObject240.bin"/><Relationship Id="rId30" Type="http://schemas.openxmlformats.org/officeDocument/2006/relationships/image" Target="../media/image246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emf"/><Relationship Id="rId13" Type="http://schemas.openxmlformats.org/officeDocument/2006/relationships/oleObject" Target="../embeddings/oleObject247.bin"/><Relationship Id="rId3" Type="http://schemas.openxmlformats.org/officeDocument/2006/relationships/oleObject" Target="../embeddings/oleObject242.bin"/><Relationship Id="rId7" Type="http://schemas.openxmlformats.org/officeDocument/2006/relationships/oleObject" Target="../embeddings/oleObject244.bin"/><Relationship Id="rId12" Type="http://schemas.openxmlformats.org/officeDocument/2006/relationships/image" Target="../media/image251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3.e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48.emf"/><Relationship Id="rId11" Type="http://schemas.openxmlformats.org/officeDocument/2006/relationships/oleObject" Target="../embeddings/oleObject246.bin"/><Relationship Id="rId5" Type="http://schemas.openxmlformats.org/officeDocument/2006/relationships/oleObject" Target="../embeddings/oleObject243.bin"/><Relationship Id="rId15" Type="http://schemas.openxmlformats.org/officeDocument/2006/relationships/oleObject" Target="../embeddings/oleObject248.bin"/><Relationship Id="rId10" Type="http://schemas.openxmlformats.org/officeDocument/2006/relationships/image" Target="../media/image250.emf"/><Relationship Id="rId4" Type="http://schemas.openxmlformats.org/officeDocument/2006/relationships/image" Target="../media/image247.emf"/><Relationship Id="rId9" Type="http://schemas.openxmlformats.org/officeDocument/2006/relationships/oleObject" Target="../embeddings/oleObject245.bin"/><Relationship Id="rId14" Type="http://schemas.openxmlformats.org/officeDocument/2006/relationships/image" Target="../media/image252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emf"/><Relationship Id="rId3" Type="http://schemas.openxmlformats.org/officeDocument/2006/relationships/oleObject" Target="../embeddings/oleObject249.bin"/><Relationship Id="rId7" Type="http://schemas.openxmlformats.org/officeDocument/2006/relationships/oleObject" Target="../embeddings/oleObject2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55.wmf"/><Relationship Id="rId5" Type="http://schemas.openxmlformats.org/officeDocument/2006/relationships/oleObject" Target="../embeddings/oleObject250.bin"/><Relationship Id="rId4" Type="http://schemas.openxmlformats.org/officeDocument/2006/relationships/image" Target="../media/image254.wmf"/><Relationship Id="rId9" Type="http://schemas.openxmlformats.org/officeDocument/2006/relationships/image" Target="../media/image29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emf"/><Relationship Id="rId13" Type="http://schemas.openxmlformats.org/officeDocument/2006/relationships/oleObject" Target="../embeddings/oleObject257.bin"/><Relationship Id="rId3" Type="http://schemas.openxmlformats.org/officeDocument/2006/relationships/oleObject" Target="../embeddings/oleObject252.bin"/><Relationship Id="rId7" Type="http://schemas.openxmlformats.org/officeDocument/2006/relationships/oleObject" Target="../embeddings/oleObject254.bin"/><Relationship Id="rId12" Type="http://schemas.openxmlformats.org/officeDocument/2006/relationships/image" Target="../media/image261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3.e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58.emf"/><Relationship Id="rId11" Type="http://schemas.openxmlformats.org/officeDocument/2006/relationships/oleObject" Target="../embeddings/oleObject256.bin"/><Relationship Id="rId5" Type="http://schemas.openxmlformats.org/officeDocument/2006/relationships/oleObject" Target="../embeddings/oleObject253.bin"/><Relationship Id="rId15" Type="http://schemas.openxmlformats.org/officeDocument/2006/relationships/oleObject" Target="../embeddings/oleObject258.bin"/><Relationship Id="rId10" Type="http://schemas.openxmlformats.org/officeDocument/2006/relationships/image" Target="../media/image260.emf"/><Relationship Id="rId4" Type="http://schemas.openxmlformats.org/officeDocument/2006/relationships/image" Target="../media/image257.emf"/><Relationship Id="rId9" Type="http://schemas.openxmlformats.org/officeDocument/2006/relationships/oleObject" Target="../embeddings/oleObject255.bin"/><Relationship Id="rId14" Type="http://schemas.openxmlformats.org/officeDocument/2006/relationships/image" Target="../media/image262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emf"/><Relationship Id="rId13" Type="http://schemas.openxmlformats.org/officeDocument/2006/relationships/oleObject" Target="../embeddings/oleObject264.bin"/><Relationship Id="rId18" Type="http://schemas.openxmlformats.org/officeDocument/2006/relationships/image" Target="../media/image271.emf"/><Relationship Id="rId26" Type="http://schemas.openxmlformats.org/officeDocument/2006/relationships/image" Target="../media/image275.emf"/><Relationship Id="rId3" Type="http://schemas.openxmlformats.org/officeDocument/2006/relationships/oleObject" Target="../embeddings/oleObject259.bin"/><Relationship Id="rId21" Type="http://schemas.openxmlformats.org/officeDocument/2006/relationships/oleObject" Target="../embeddings/oleObject268.bin"/><Relationship Id="rId34" Type="http://schemas.openxmlformats.org/officeDocument/2006/relationships/image" Target="../media/image279.emf"/><Relationship Id="rId7" Type="http://schemas.openxmlformats.org/officeDocument/2006/relationships/oleObject" Target="../embeddings/oleObject261.bin"/><Relationship Id="rId12" Type="http://schemas.openxmlformats.org/officeDocument/2006/relationships/image" Target="../media/image268.emf"/><Relationship Id="rId17" Type="http://schemas.openxmlformats.org/officeDocument/2006/relationships/oleObject" Target="../embeddings/oleObject266.bin"/><Relationship Id="rId25" Type="http://schemas.openxmlformats.org/officeDocument/2006/relationships/oleObject" Target="../embeddings/oleObject270.bin"/><Relationship Id="rId33" Type="http://schemas.openxmlformats.org/officeDocument/2006/relationships/oleObject" Target="../embeddings/oleObject27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0.emf"/><Relationship Id="rId20" Type="http://schemas.openxmlformats.org/officeDocument/2006/relationships/image" Target="../media/image272.emf"/><Relationship Id="rId29" Type="http://schemas.openxmlformats.org/officeDocument/2006/relationships/oleObject" Target="../embeddings/oleObject272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65.emf"/><Relationship Id="rId11" Type="http://schemas.openxmlformats.org/officeDocument/2006/relationships/oleObject" Target="../embeddings/oleObject263.bin"/><Relationship Id="rId24" Type="http://schemas.openxmlformats.org/officeDocument/2006/relationships/image" Target="../media/image274.emf"/><Relationship Id="rId32" Type="http://schemas.openxmlformats.org/officeDocument/2006/relationships/image" Target="../media/image278.emf"/><Relationship Id="rId5" Type="http://schemas.openxmlformats.org/officeDocument/2006/relationships/oleObject" Target="../embeddings/oleObject260.bin"/><Relationship Id="rId15" Type="http://schemas.openxmlformats.org/officeDocument/2006/relationships/oleObject" Target="../embeddings/oleObject265.bin"/><Relationship Id="rId23" Type="http://schemas.openxmlformats.org/officeDocument/2006/relationships/oleObject" Target="../embeddings/oleObject269.bin"/><Relationship Id="rId28" Type="http://schemas.openxmlformats.org/officeDocument/2006/relationships/image" Target="../media/image276.emf"/><Relationship Id="rId10" Type="http://schemas.openxmlformats.org/officeDocument/2006/relationships/image" Target="../media/image267.emf"/><Relationship Id="rId19" Type="http://schemas.openxmlformats.org/officeDocument/2006/relationships/oleObject" Target="../embeddings/oleObject267.bin"/><Relationship Id="rId31" Type="http://schemas.openxmlformats.org/officeDocument/2006/relationships/oleObject" Target="../embeddings/oleObject273.bin"/><Relationship Id="rId4" Type="http://schemas.openxmlformats.org/officeDocument/2006/relationships/image" Target="../media/image264.emf"/><Relationship Id="rId9" Type="http://schemas.openxmlformats.org/officeDocument/2006/relationships/oleObject" Target="../embeddings/oleObject262.bin"/><Relationship Id="rId14" Type="http://schemas.openxmlformats.org/officeDocument/2006/relationships/image" Target="../media/image269.emf"/><Relationship Id="rId22" Type="http://schemas.openxmlformats.org/officeDocument/2006/relationships/image" Target="../media/image273.emf"/><Relationship Id="rId27" Type="http://schemas.openxmlformats.org/officeDocument/2006/relationships/oleObject" Target="../embeddings/oleObject271.bin"/><Relationship Id="rId30" Type="http://schemas.openxmlformats.org/officeDocument/2006/relationships/image" Target="../media/image277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emf"/><Relationship Id="rId13" Type="http://schemas.openxmlformats.org/officeDocument/2006/relationships/oleObject" Target="../embeddings/oleObject280.bin"/><Relationship Id="rId18" Type="http://schemas.openxmlformats.org/officeDocument/2006/relationships/image" Target="../media/image287.emf"/><Relationship Id="rId26" Type="http://schemas.openxmlformats.org/officeDocument/2006/relationships/image" Target="../media/image291.emf"/><Relationship Id="rId3" Type="http://schemas.openxmlformats.org/officeDocument/2006/relationships/oleObject" Target="../embeddings/oleObject275.bin"/><Relationship Id="rId21" Type="http://schemas.openxmlformats.org/officeDocument/2006/relationships/oleObject" Target="../embeddings/oleObject284.bin"/><Relationship Id="rId7" Type="http://schemas.openxmlformats.org/officeDocument/2006/relationships/oleObject" Target="../embeddings/oleObject277.bin"/><Relationship Id="rId12" Type="http://schemas.openxmlformats.org/officeDocument/2006/relationships/image" Target="../media/image284.emf"/><Relationship Id="rId17" Type="http://schemas.openxmlformats.org/officeDocument/2006/relationships/oleObject" Target="../embeddings/oleObject282.bin"/><Relationship Id="rId25" Type="http://schemas.openxmlformats.org/officeDocument/2006/relationships/oleObject" Target="../embeddings/oleObject28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6.emf"/><Relationship Id="rId20" Type="http://schemas.openxmlformats.org/officeDocument/2006/relationships/image" Target="../media/image288.e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81.emf"/><Relationship Id="rId11" Type="http://schemas.openxmlformats.org/officeDocument/2006/relationships/oleObject" Target="../embeddings/oleObject279.bin"/><Relationship Id="rId24" Type="http://schemas.openxmlformats.org/officeDocument/2006/relationships/image" Target="../media/image290.emf"/><Relationship Id="rId5" Type="http://schemas.openxmlformats.org/officeDocument/2006/relationships/oleObject" Target="../embeddings/oleObject276.bin"/><Relationship Id="rId15" Type="http://schemas.openxmlformats.org/officeDocument/2006/relationships/oleObject" Target="../embeddings/oleObject281.bin"/><Relationship Id="rId23" Type="http://schemas.openxmlformats.org/officeDocument/2006/relationships/oleObject" Target="../embeddings/oleObject285.bin"/><Relationship Id="rId28" Type="http://schemas.openxmlformats.org/officeDocument/2006/relationships/image" Target="../media/image292.emf"/><Relationship Id="rId10" Type="http://schemas.openxmlformats.org/officeDocument/2006/relationships/image" Target="../media/image283.emf"/><Relationship Id="rId19" Type="http://schemas.openxmlformats.org/officeDocument/2006/relationships/oleObject" Target="../embeddings/oleObject283.bin"/><Relationship Id="rId4" Type="http://schemas.openxmlformats.org/officeDocument/2006/relationships/image" Target="../media/image280.emf"/><Relationship Id="rId9" Type="http://schemas.openxmlformats.org/officeDocument/2006/relationships/oleObject" Target="../embeddings/oleObject278.bin"/><Relationship Id="rId14" Type="http://schemas.openxmlformats.org/officeDocument/2006/relationships/image" Target="../media/image285.emf"/><Relationship Id="rId22" Type="http://schemas.openxmlformats.org/officeDocument/2006/relationships/image" Target="../media/image289.emf"/><Relationship Id="rId27" Type="http://schemas.openxmlformats.org/officeDocument/2006/relationships/oleObject" Target="../embeddings/oleObject287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emf"/><Relationship Id="rId13" Type="http://schemas.openxmlformats.org/officeDocument/2006/relationships/oleObject" Target="../embeddings/oleObject293.bin"/><Relationship Id="rId3" Type="http://schemas.openxmlformats.org/officeDocument/2006/relationships/oleObject" Target="../embeddings/oleObject288.bin"/><Relationship Id="rId7" Type="http://schemas.openxmlformats.org/officeDocument/2006/relationships/oleObject" Target="../embeddings/oleObject290.bin"/><Relationship Id="rId12" Type="http://schemas.openxmlformats.org/officeDocument/2006/relationships/image" Target="../media/image297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9.e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94.emf"/><Relationship Id="rId11" Type="http://schemas.openxmlformats.org/officeDocument/2006/relationships/oleObject" Target="../embeddings/oleObject292.bin"/><Relationship Id="rId5" Type="http://schemas.openxmlformats.org/officeDocument/2006/relationships/oleObject" Target="../embeddings/oleObject289.bin"/><Relationship Id="rId15" Type="http://schemas.openxmlformats.org/officeDocument/2006/relationships/oleObject" Target="../embeddings/oleObject294.bin"/><Relationship Id="rId10" Type="http://schemas.openxmlformats.org/officeDocument/2006/relationships/image" Target="../media/image296.emf"/><Relationship Id="rId4" Type="http://schemas.openxmlformats.org/officeDocument/2006/relationships/image" Target="../media/image293.emf"/><Relationship Id="rId9" Type="http://schemas.openxmlformats.org/officeDocument/2006/relationships/oleObject" Target="../embeddings/oleObject291.bin"/><Relationship Id="rId14" Type="http://schemas.openxmlformats.org/officeDocument/2006/relationships/image" Target="../media/image298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emf"/><Relationship Id="rId13" Type="http://schemas.openxmlformats.org/officeDocument/2006/relationships/oleObject" Target="../embeddings/oleObject300.bin"/><Relationship Id="rId18" Type="http://schemas.openxmlformats.org/officeDocument/2006/relationships/image" Target="../media/image307.emf"/><Relationship Id="rId26" Type="http://schemas.openxmlformats.org/officeDocument/2006/relationships/image" Target="../media/image311.emf"/><Relationship Id="rId3" Type="http://schemas.openxmlformats.org/officeDocument/2006/relationships/oleObject" Target="../embeddings/oleObject295.bin"/><Relationship Id="rId21" Type="http://schemas.openxmlformats.org/officeDocument/2006/relationships/oleObject" Target="../embeddings/oleObject304.bin"/><Relationship Id="rId7" Type="http://schemas.openxmlformats.org/officeDocument/2006/relationships/oleObject" Target="../embeddings/oleObject297.bin"/><Relationship Id="rId12" Type="http://schemas.openxmlformats.org/officeDocument/2006/relationships/image" Target="../media/image304.emf"/><Relationship Id="rId17" Type="http://schemas.openxmlformats.org/officeDocument/2006/relationships/oleObject" Target="../embeddings/oleObject302.bin"/><Relationship Id="rId25" Type="http://schemas.openxmlformats.org/officeDocument/2006/relationships/oleObject" Target="../embeddings/oleObject30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6.emf"/><Relationship Id="rId20" Type="http://schemas.openxmlformats.org/officeDocument/2006/relationships/image" Target="../media/image308.e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301.emf"/><Relationship Id="rId11" Type="http://schemas.openxmlformats.org/officeDocument/2006/relationships/oleObject" Target="../embeddings/oleObject299.bin"/><Relationship Id="rId24" Type="http://schemas.openxmlformats.org/officeDocument/2006/relationships/image" Target="../media/image310.emf"/><Relationship Id="rId5" Type="http://schemas.openxmlformats.org/officeDocument/2006/relationships/oleObject" Target="../embeddings/oleObject296.bin"/><Relationship Id="rId15" Type="http://schemas.openxmlformats.org/officeDocument/2006/relationships/oleObject" Target="../embeddings/oleObject301.bin"/><Relationship Id="rId23" Type="http://schemas.openxmlformats.org/officeDocument/2006/relationships/oleObject" Target="../embeddings/oleObject305.bin"/><Relationship Id="rId10" Type="http://schemas.openxmlformats.org/officeDocument/2006/relationships/image" Target="../media/image303.emf"/><Relationship Id="rId19" Type="http://schemas.openxmlformats.org/officeDocument/2006/relationships/oleObject" Target="../embeddings/oleObject303.bin"/><Relationship Id="rId4" Type="http://schemas.openxmlformats.org/officeDocument/2006/relationships/image" Target="../media/image300.emf"/><Relationship Id="rId9" Type="http://schemas.openxmlformats.org/officeDocument/2006/relationships/oleObject" Target="../embeddings/oleObject298.bin"/><Relationship Id="rId14" Type="http://schemas.openxmlformats.org/officeDocument/2006/relationships/image" Target="../media/image305.emf"/><Relationship Id="rId22" Type="http://schemas.openxmlformats.org/officeDocument/2006/relationships/image" Target="../media/image309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emf"/><Relationship Id="rId3" Type="http://schemas.openxmlformats.org/officeDocument/2006/relationships/oleObject" Target="../embeddings/oleObject307.bin"/><Relationship Id="rId7" Type="http://schemas.openxmlformats.org/officeDocument/2006/relationships/oleObject" Target="../embeddings/oleObject309.bin"/><Relationship Id="rId12" Type="http://schemas.openxmlformats.org/officeDocument/2006/relationships/image" Target="../media/image31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313.emf"/><Relationship Id="rId11" Type="http://schemas.openxmlformats.org/officeDocument/2006/relationships/oleObject" Target="../embeddings/oleObject311.bin"/><Relationship Id="rId5" Type="http://schemas.openxmlformats.org/officeDocument/2006/relationships/oleObject" Target="../embeddings/oleObject308.bin"/><Relationship Id="rId10" Type="http://schemas.openxmlformats.org/officeDocument/2006/relationships/image" Target="../media/image315.emf"/><Relationship Id="rId4" Type="http://schemas.openxmlformats.org/officeDocument/2006/relationships/image" Target="../media/image312.wmf"/><Relationship Id="rId9" Type="http://schemas.openxmlformats.org/officeDocument/2006/relationships/oleObject" Target="../embeddings/oleObject310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png"/><Relationship Id="rId13" Type="http://schemas.openxmlformats.org/officeDocument/2006/relationships/image" Target="../media/image328.png"/><Relationship Id="rId3" Type="http://schemas.openxmlformats.org/officeDocument/2006/relationships/image" Target="../media/image318.png"/><Relationship Id="rId7" Type="http://schemas.openxmlformats.org/officeDocument/2006/relationships/image" Target="../media/image322.png"/><Relationship Id="rId12" Type="http://schemas.openxmlformats.org/officeDocument/2006/relationships/image" Target="../media/image327.png"/><Relationship Id="rId2" Type="http://schemas.openxmlformats.org/officeDocument/2006/relationships/image" Target="../media/image3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1.png"/><Relationship Id="rId11" Type="http://schemas.openxmlformats.org/officeDocument/2006/relationships/image" Target="../media/image326.png"/><Relationship Id="rId5" Type="http://schemas.openxmlformats.org/officeDocument/2006/relationships/image" Target="../media/image320.png"/><Relationship Id="rId10" Type="http://schemas.openxmlformats.org/officeDocument/2006/relationships/image" Target="../media/image325.png"/><Relationship Id="rId4" Type="http://schemas.openxmlformats.org/officeDocument/2006/relationships/image" Target="../media/image319.png"/><Relationship Id="rId9" Type="http://schemas.openxmlformats.org/officeDocument/2006/relationships/image" Target="../media/image32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emf"/><Relationship Id="rId13" Type="http://schemas.openxmlformats.org/officeDocument/2006/relationships/oleObject" Target="../embeddings/oleObject317.bin"/><Relationship Id="rId3" Type="http://schemas.openxmlformats.org/officeDocument/2006/relationships/oleObject" Target="../embeddings/oleObject312.bin"/><Relationship Id="rId7" Type="http://schemas.openxmlformats.org/officeDocument/2006/relationships/oleObject" Target="../embeddings/oleObject314.bin"/><Relationship Id="rId12" Type="http://schemas.openxmlformats.org/officeDocument/2006/relationships/image" Target="../media/image321.e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23.e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318.emf"/><Relationship Id="rId11" Type="http://schemas.openxmlformats.org/officeDocument/2006/relationships/oleObject" Target="../embeddings/oleObject316.bin"/><Relationship Id="rId5" Type="http://schemas.openxmlformats.org/officeDocument/2006/relationships/oleObject" Target="../embeddings/oleObject313.bin"/><Relationship Id="rId15" Type="http://schemas.openxmlformats.org/officeDocument/2006/relationships/oleObject" Target="../embeddings/oleObject318.bin"/><Relationship Id="rId10" Type="http://schemas.openxmlformats.org/officeDocument/2006/relationships/image" Target="../media/image320.emf"/><Relationship Id="rId4" Type="http://schemas.openxmlformats.org/officeDocument/2006/relationships/image" Target="../media/image317.emf"/><Relationship Id="rId9" Type="http://schemas.openxmlformats.org/officeDocument/2006/relationships/oleObject" Target="../embeddings/oleObject315.bin"/><Relationship Id="rId14" Type="http://schemas.openxmlformats.org/officeDocument/2006/relationships/image" Target="../media/image322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emf"/><Relationship Id="rId13" Type="http://schemas.openxmlformats.org/officeDocument/2006/relationships/oleObject" Target="../embeddings/oleObject324.bin"/><Relationship Id="rId3" Type="http://schemas.openxmlformats.org/officeDocument/2006/relationships/oleObject" Target="../embeddings/oleObject319.bin"/><Relationship Id="rId7" Type="http://schemas.openxmlformats.org/officeDocument/2006/relationships/oleObject" Target="../embeddings/oleObject321.bin"/><Relationship Id="rId12" Type="http://schemas.openxmlformats.org/officeDocument/2006/relationships/image" Target="../media/image328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0.e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325.emf"/><Relationship Id="rId11" Type="http://schemas.openxmlformats.org/officeDocument/2006/relationships/oleObject" Target="../embeddings/oleObject323.bin"/><Relationship Id="rId5" Type="http://schemas.openxmlformats.org/officeDocument/2006/relationships/oleObject" Target="../embeddings/oleObject320.bin"/><Relationship Id="rId15" Type="http://schemas.openxmlformats.org/officeDocument/2006/relationships/oleObject" Target="../embeddings/oleObject325.bin"/><Relationship Id="rId10" Type="http://schemas.openxmlformats.org/officeDocument/2006/relationships/image" Target="../media/image327.emf"/><Relationship Id="rId4" Type="http://schemas.openxmlformats.org/officeDocument/2006/relationships/image" Target="../media/image324.emf"/><Relationship Id="rId9" Type="http://schemas.openxmlformats.org/officeDocument/2006/relationships/oleObject" Target="../embeddings/oleObject322.bin"/><Relationship Id="rId14" Type="http://schemas.openxmlformats.org/officeDocument/2006/relationships/image" Target="../media/image329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emf"/><Relationship Id="rId13" Type="http://schemas.openxmlformats.org/officeDocument/2006/relationships/oleObject" Target="../embeddings/oleObject331.bin"/><Relationship Id="rId3" Type="http://schemas.openxmlformats.org/officeDocument/2006/relationships/oleObject" Target="../embeddings/oleObject326.bin"/><Relationship Id="rId7" Type="http://schemas.openxmlformats.org/officeDocument/2006/relationships/oleObject" Target="../embeddings/oleObject328.bin"/><Relationship Id="rId12" Type="http://schemas.openxmlformats.org/officeDocument/2006/relationships/image" Target="../media/image335.wmf"/><Relationship Id="rId17" Type="http://schemas.openxmlformats.org/officeDocument/2006/relationships/image" Target="../media/image338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7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332.emf"/><Relationship Id="rId11" Type="http://schemas.openxmlformats.org/officeDocument/2006/relationships/oleObject" Target="../embeddings/oleObject330.bin"/><Relationship Id="rId5" Type="http://schemas.openxmlformats.org/officeDocument/2006/relationships/oleObject" Target="../embeddings/oleObject327.bin"/><Relationship Id="rId15" Type="http://schemas.openxmlformats.org/officeDocument/2006/relationships/oleObject" Target="../embeddings/oleObject332.bin"/><Relationship Id="rId10" Type="http://schemas.openxmlformats.org/officeDocument/2006/relationships/image" Target="../media/image334.emf"/><Relationship Id="rId4" Type="http://schemas.openxmlformats.org/officeDocument/2006/relationships/image" Target="../media/image331.emf"/><Relationship Id="rId9" Type="http://schemas.openxmlformats.org/officeDocument/2006/relationships/oleObject" Target="../embeddings/oleObject329.bin"/><Relationship Id="rId14" Type="http://schemas.openxmlformats.org/officeDocument/2006/relationships/image" Target="../media/image336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emf"/><Relationship Id="rId13" Type="http://schemas.openxmlformats.org/officeDocument/2006/relationships/oleObject" Target="../embeddings/oleObject338.bin"/><Relationship Id="rId18" Type="http://schemas.openxmlformats.org/officeDocument/2006/relationships/image" Target="../media/image345.wmf"/><Relationship Id="rId3" Type="http://schemas.openxmlformats.org/officeDocument/2006/relationships/oleObject" Target="../embeddings/oleObject333.bin"/><Relationship Id="rId7" Type="http://schemas.openxmlformats.org/officeDocument/2006/relationships/oleObject" Target="../embeddings/oleObject335.bin"/><Relationship Id="rId12" Type="http://schemas.openxmlformats.org/officeDocument/2006/relationships/image" Target="../media/image342.emf"/><Relationship Id="rId17" Type="http://schemas.openxmlformats.org/officeDocument/2006/relationships/oleObject" Target="../embeddings/oleObject3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4.emf"/><Relationship Id="rId20" Type="http://schemas.openxmlformats.org/officeDocument/2006/relationships/image" Target="../media/image346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339.emf"/><Relationship Id="rId11" Type="http://schemas.openxmlformats.org/officeDocument/2006/relationships/oleObject" Target="../embeddings/oleObject337.bin"/><Relationship Id="rId5" Type="http://schemas.openxmlformats.org/officeDocument/2006/relationships/oleObject" Target="../embeddings/oleObject334.bin"/><Relationship Id="rId15" Type="http://schemas.openxmlformats.org/officeDocument/2006/relationships/oleObject" Target="../embeddings/oleObject339.bin"/><Relationship Id="rId10" Type="http://schemas.openxmlformats.org/officeDocument/2006/relationships/image" Target="../media/image341.emf"/><Relationship Id="rId19" Type="http://schemas.openxmlformats.org/officeDocument/2006/relationships/oleObject" Target="../embeddings/oleObject341.bin"/><Relationship Id="rId4" Type="http://schemas.openxmlformats.org/officeDocument/2006/relationships/image" Target="../media/image338.emf"/><Relationship Id="rId9" Type="http://schemas.openxmlformats.org/officeDocument/2006/relationships/oleObject" Target="../embeddings/oleObject336.bin"/><Relationship Id="rId14" Type="http://schemas.openxmlformats.org/officeDocument/2006/relationships/image" Target="../media/image343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6.png"/><Relationship Id="rId13" Type="http://schemas.openxmlformats.org/officeDocument/2006/relationships/oleObject" Target="../embeddings/oleObject345.bin"/><Relationship Id="rId18" Type="http://schemas.openxmlformats.org/officeDocument/2006/relationships/image" Target="../media/image351.wmf"/><Relationship Id="rId26" Type="http://schemas.openxmlformats.org/officeDocument/2006/relationships/oleObject" Target="../embeddings/oleObject351.bin"/><Relationship Id="rId3" Type="http://schemas.openxmlformats.org/officeDocument/2006/relationships/oleObject" Target="../embeddings/oleObject342.bin"/><Relationship Id="rId21" Type="http://schemas.openxmlformats.org/officeDocument/2006/relationships/oleObject" Target="../embeddings/oleObject349.bin"/><Relationship Id="rId7" Type="http://schemas.openxmlformats.org/officeDocument/2006/relationships/image" Target="../media/image355.png"/><Relationship Id="rId12" Type="http://schemas.openxmlformats.org/officeDocument/2006/relationships/image" Target="../media/image358.png"/><Relationship Id="rId17" Type="http://schemas.openxmlformats.org/officeDocument/2006/relationships/oleObject" Target="../embeddings/oleObject347.bin"/><Relationship Id="rId25" Type="http://schemas.openxmlformats.org/officeDocument/2006/relationships/image" Target="../media/image35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0.wmf"/><Relationship Id="rId20" Type="http://schemas.openxmlformats.org/officeDocument/2006/relationships/image" Target="../media/image352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48.emf"/><Relationship Id="rId11" Type="http://schemas.openxmlformats.org/officeDocument/2006/relationships/image" Target="../media/image336.wmf"/><Relationship Id="rId24" Type="http://schemas.openxmlformats.org/officeDocument/2006/relationships/oleObject" Target="../embeddings/oleObject350.bin"/><Relationship Id="rId5" Type="http://schemas.openxmlformats.org/officeDocument/2006/relationships/oleObject" Target="../embeddings/oleObject343.bin"/><Relationship Id="rId15" Type="http://schemas.openxmlformats.org/officeDocument/2006/relationships/oleObject" Target="../embeddings/oleObject346.bin"/><Relationship Id="rId23" Type="http://schemas.openxmlformats.org/officeDocument/2006/relationships/image" Target="../media/image359.png"/><Relationship Id="rId10" Type="http://schemas.openxmlformats.org/officeDocument/2006/relationships/oleObject" Target="../embeddings/oleObject344.bin"/><Relationship Id="rId19" Type="http://schemas.openxmlformats.org/officeDocument/2006/relationships/oleObject" Target="../embeddings/oleObject348.bin"/><Relationship Id="rId4" Type="http://schemas.openxmlformats.org/officeDocument/2006/relationships/image" Target="../media/image347.emf"/><Relationship Id="rId9" Type="http://schemas.openxmlformats.org/officeDocument/2006/relationships/image" Target="../media/image357.png"/><Relationship Id="rId14" Type="http://schemas.openxmlformats.org/officeDocument/2006/relationships/image" Target="../media/image349.wmf"/><Relationship Id="rId22" Type="http://schemas.openxmlformats.org/officeDocument/2006/relationships/image" Target="../media/image353.wmf"/><Relationship Id="rId27" Type="http://schemas.openxmlformats.org/officeDocument/2006/relationships/image" Target="../media/image36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7.emf"/><Relationship Id="rId3" Type="http://schemas.openxmlformats.org/officeDocument/2006/relationships/oleObject" Target="../embeddings/oleObject352.bin"/><Relationship Id="rId7" Type="http://schemas.openxmlformats.org/officeDocument/2006/relationships/oleObject" Target="../embeddings/oleObject354.bin"/><Relationship Id="rId12" Type="http://schemas.openxmlformats.org/officeDocument/2006/relationships/image" Target="../media/image33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56.emf"/><Relationship Id="rId11" Type="http://schemas.openxmlformats.org/officeDocument/2006/relationships/oleObject" Target="../embeddings/oleObject356.bin"/><Relationship Id="rId5" Type="http://schemas.openxmlformats.org/officeDocument/2006/relationships/oleObject" Target="../embeddings/oleObject353.bin"/><Relationship Id="rId10" Type="http://schemas.openxmlformats.org/officeDocument/2006/relationships/image" Target="../media/image358.emf"/><Relationship Id="rId4" Type="http://schemas.openxmlformats.org/officeDocument/2006/relationships/image" Target="../media/image355.emf"/><Relationship Id="rId9" Type="http://schemas.openxmlformats.org/officeDocument/2006/relationships/oleObject" Target="../embeddings/oleObject355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1.emf"/><Relationship Id="rId13" Type="http://schemas.openxmlformats.org/officeDocument/2006/relationships/oleObject" Target="../embeddings/oleObject362.bin"/><Relationship Id="rId18" Type="http://schemas.openxmlformats.org/officeDocument/2006/relationships/image" Target="../media/image336.wmf"/><Relationship Id="rId26" Type="http://schemas.openxmlformats.org/officeDocument/2006/relationships/image" Target="../media/image369.emf"/><Relationship Id="rId3" Type="http://schemas.openxmlformats.org/officeDocument/2006/relationships/oleObject" Target="../embeddings/oleObject357.bin"/><Relationship Id="rId21" Type="http://schemas.openxmlformats.org/officeDocument/2006/relationships/oleObject" Target="../embeddings/oleObject366.bin"/><Relationship Id="rId7" Type="http://schemas.openxmlformats.org/officeDocument/2006/relationships/oleObject" Target="../embeddings/oleObject359.bin"/><Relationship Id="rId12" Type="http://schemas.openxmlformats.org/officeDocument/2006/relationships/image" Target="../media/image363.emf"/><Relationship Id="rId17" Type="http://schemas.openxmlformats.org/officeDocument/2006/relationships/oleObject" Target="../embeddings/oleObject364.bin"/><Relationship Id="rId25" Type="http://schemas.openxmlformats.org/officeDocument/2006/relationships/oleObject" Target="../embeddings/oleObject3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5.emf"/><Relationship Id="rId20" Type="http://schemas.openxmlformats.org/officeDocument/2006/relationships/image" Target="../media/image366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60.emf"/><Relationship Id="rId11" Type="http://schemas.openxmlformats.org/officeDocument/2006/relationships/oleObject" Target="../embeddings/oleObject361.bin"/><Relationship Id="rId24" Type="http://schemas.openxmlformats.org/officeDocument/2006/relationships/image" Target="../media/image368.emf"/><Relationship Id="rId5" Type="http://schemas.openxmlformats.org/officeDocument/2006/relationships/oleObject" Target="../embeddings/oleObject358.bin"/><Relationship Id="rId15" Type="http://schemas.openxmlformats.org/officeDocument/2006/relationships/oleObject" Target="../embeddings/oleObject363.bin"/><Relationship Id="rId23" Type="http://schemas.openxmlformats.org/officeDocument/2006/relationships/oleObject" Target="../embeddings/oleObject367.bin"/><Relationship Id="rId10" Type="http://schemas.openxmlformats.org/officeDocument/2006/relationships/image" Target="../media/image362.emf"/><Relationship Id="rId19" Type="http://schemas.openxmlformats.org/officeDocument/2006/relationships/oleObject" Target="../embeddings/oleObject365.bin"/><Relationship Id="rId4" Type="http://schemas.openxmlformats.org/officeDocument/2006/relationships/image" Target="../media/image359.emf"/><Relationship Id="rId9" Type="http://schemas.openxmlformats.org/officeDocument/2006/relationships/oleObject" Target="../embeddings/oleObject360.bin"/><Relationship Id="rId14" Type="http://schemas.openxmlformats.org/officeDocument/2006/relationships/image" Target="../media/image364.emf"/><Relationship Id="rId22" Type="http://schemas.openxmlformats.org/officeDocument/2006/relationships/image" Target="../media/image367.wmf"/><Relationship Id="rId27" Type="http://schemas.openxmlformats.org/officeDocument/2006/relationships/image" Target="../media/image37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13" Type="http://schemas.openxmlformats.org/officeDocument/2006/relationships/image" Target="../media/image439.png"/><Relationship Id="rId18" Type="http://schemas.openxmlformats.org/officeDocument/2006/relationships/oleObject" Target="../embeddings/oleObject372.bin"/><Relationship Id="rId3" Type="http://schemas.openxmlformats.org/officeDocument/2006/relationships/oleObject" Target="../embeddings/oleObject369.bin"/><Relationship Id="rId21" Type="http://schemas.openxmlformats.org/officeDocument/2006/relationships/image" Target="../media/image373.wmf"/><Relationship Id="rId7" Type="http://schemas.openxmlformats.org/officeDocument/2006/relationships/oleObject" Target="../embeddings/oleObject371.bin"/><Relationship Id="rId17" Type="http://schemas.openxmlformats.org/officeDocument/2006/relationships/image" Target="../media/image382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1.png"/><Relationship Id="rId20" Type="http://schemas.openxmlformats.org/officeDocument/2006/relationships/oleObject" Target="../embeddings/oleObject373.bin"/><Relationship Id="rId1" Type="http://schemas.openxmlformats.org/officeDocument/2006/relationships/vmlDrawing" Target="../drawings/vmlDrawing37.vml"/><Relationship Id="rId6" Type="http://schemas.openxmlformats.org/officeDocument/2006/relationships/image" Target="../media/image371.emf"/><Relationship Id="rId5" Type="http://schemas.openxmlformats.org/officeDocument/2006/relationships/oleObject" Target="../embeddings/oleObject370.bin"/><Relationship Id="rId15" Type="http://schemas.openxmlformats.org/officeDocument/2006/relationships/image" Target="../media/image441.png"/><Relationship Id="rId19" Type="http://schemas.openxmlformats.org/officeDocument/2006/relationships/image" Target="../media/image372.wmf"/><Relationship Id="rId4" Type="http://schemas.openxmlformats.org/officeDocument/2006/relationships/image" Target="../media/image370.emf"/><Relationship Id="rId14" Type="http://schemas.openxmlformats.org/officeDocument/2006/relationships/image" Target="../media/image44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6.png"/><Relationship Id="rId13" Type="http://schemas.openxmlformats.org/officeDocument/2006/relationships/image" Target="../media/image451.png"/><Relationship Id="rId3" Type="http://schemas.openxmlformats.org/officeDocument/2006/relationships/oleObject" Target="../embeddings/oleObject374.bin"/><Relationship Id="rId7" Type="http://schemas.openxmlformats.org/officeDocument/2006/relationships/image" Target="../media/image445.png"/><Relationship Id="rId12" Type="http://schemas.openxmlformats.org/officeDocument/2006/relationships/image" Target="../media/image45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75.emf"/><Relationship Id="rId11" Type="http://schemas.openxmlformats.org/officeDocument/2006/relationships/image" Target="../media/image449.png"/><Relationship Id="rId5" Type="http://schemas.openxmlformats.org/officeDocument/2006/relationships/oleObject" Target="../embeddings/oleObject375.bin"/><Relationship Id="rId10" Type="http://schemas.openxmlformats.org/officeDocument/2006/relationships/image" Target="../media/image448.png"/><Relationship Id="rId4" Type="http://schemas.openxmlformats.org/officeDocument/2006/relationships/image" Target="../media/image374.emf"/><Relationship Id="rId9" Type="http://schemas.openxmlformats.org/officeDocument/2006/relationships/image" Target="../media/image447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8.emf"/><Relationship Id="rId18" Type="http://schemas.openxmlformats.org/officeDocument/2006/relationships/oleObject" Target="../embeddings/oleObject381.bin"/><Relationship Id="rId26" Type="http://schemas.openxmlformats.org/officeDocument/2006/relationships/image" Target="../media/image397.png"/><Relationship Id="rId3" Type="http://schemas.openxmlformats.org/officeDocument/2006/relationships/oleObject" Target="../embeddings/oleObject376.bin"/><Relationship Id="rId21" Type="http://schemas.openxmlformats.org/officeDocument/2006/relationships/image" Target="../media/image392.png"/><Relationship Id="rId7" Type="http://schemas.openxmlformats.org/officeDocument/2006/relationships/oleObject" Target="../embeddings/oleObject378.bin"/><Relationship Id="rId12" Type="http://schemas.openxmlformats.org/officeDocument/2006/relationships/image" Target="../media/image380.emf"/><Relationship Id="rId17" Type="http://schemas.openxmlformats.org/officeDocument/2006/relationships/image" Target="../media/image460.png"/><Relationship Id="rId25" Type="http://schemas.openxmlformats.org/officeDocument/2006/relationships/image" Target="../media/image396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9.png"/><Relationship Id="rId20" Type="http://schemas.openxmlformats.org/officeDocument/2006/relationships/image" Target="../media/image391.png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77.emf"/><Relationship Id="rId11" Type="http://schemas.openxmlformats.org/officeDocument/2006/relationships/oleObject" Target="../embeddings/oleObject380.bin"/><Relationship Id="rId24" Type="http://schemas.openxmlformats.org/officeDocument/2006/relationships/image" Target="../media/image395.png"/><Relationship Id="rId5" Type="http://schemas.openxmlformats.org/officeDocument/2006/relationships/oleObject" Target="../embeddings/oleObject377.bin"/><Relationship Id="rId15" Type="http://schemas.openxmlformats.org/officeDocument/2006/relationships/image" Target="../media/image458.png"/><Relationship Id="rId23" Type="http://schemas.openxmlformats.org/officeDocument/2006/relationships/image" Target="../media/image394.png"/><Relationship Id="rId10" Type="http://schemas.openxmlformats.org/officeDocument/2006/relationships/image" Target="../media/image379.emf"/><Relationship Id="rId19" Type="http://schemas.openxmlformats.org/officeDocument/2006/relationships/image" Target="../media/image381.wmf"/><Relationship Id="rId4" Type="http://schemas.openxmlformats.org/officeDocument/2006/relationships/image" Target="../media/image376.emf"/><Relationship Id="rId9" Type="http://schemas.openxmlformats.org/officeDocument/2006/relationships/oleObject" Target="../embeddings/oleObject379.bin"/><Relationship Id="rId22" Type="http://schemas.openxmlformats.org/officeDocument/2006/relationships/image" Target="../media/image393.png"/><Relationship Id="rId27" Type="http://schemas.openxmlformats.org/officeDocument/2006/relationships/image" Target="../media/image398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6.png"/><Relationship Id="rId13" Type="http://schemas.openxmlformats.org/officeDocument/2006/relationships/image" Target="../media/image458.png"/><Relationship Id="rId3" Type="http://schemas.openxmlformats.org/officeDocument/2006/relationships/oleObject" Target="../embeddings/oleObject382.bin"/><Relationship Id="rId7" Type="http://schemas.openxmlformats.org/officeDocument/2006/relationships/image" Target="../media/image383.emf"/><Relationship Id="rId12" Type="http://schemas.openxmlformats.org/officeDocument/2006/relationships/image" Target="../media/image385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69.png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383.bin"/><Relationship Id="rId11" Type="http://schemas.openxmlformats.org/officeDocument/2006/relationships/oleObject" Target="../embeddings/oleObject385.bin"/><Relationship Id="rId5" Type="http://schemas.openxmlformats.org/officeDocument/2006/relationships/image" Target="../media/image403.png"/><Relationship Id="rId15" Type="http://schemas.openxmlformats.org/officeDocument/2006/relationships/image" Target="../media/image468.png"/><Relationship Id="rId10" Type="http://schemas.openxmlformats.org/officeDocument/2006/relationships/image" Target="../media/image384.emf"/><Relationship Id="rId4" Type="http://schemas.openxmlformats.org/officeDocument/2006/relationships/image" Target="../media/image382.emf"/><Relationship Id="rId9" Type="http://schemas.openxmlformats.org/officeDocument/2006/relationships/oleObject" Target="../embeddings/oleObject384.bin"/><Relationship Id="rId14" Type="http://schemas.openxmlformats.org/officeDocument/2006/relationships/image" Target="../media/image46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8.emf"/><Relationship Id="rId13" Type="http://schemas.openxmlformats.org/officeDocument/2006/relationships/oleObject" Target="../embeddings/oleObject391.bin"/><Relationship Id="rId18" Type="http://schemas.openxmlformats.org/officeDocument/2006/relationships/image" Target="../media/image393.emf"/><Relationship Id="rId26" Type="http://schemas.openxmlformats.org/officeDocument/2006/relationships/image" Target="../media/image397.emf"/><Relationship Id="rId3" Type="http://schemas.openxmlformats.org/officeDocument/2006/relationships/oleObject" Target="../embeddings/oleObject386.bin"/><Relationship Id="rId21" Type="http://schemas.openxmlformats.org/officeDocument/2006/relationships/oleObject" Target="../embeddings/oleObject395.bin"/><Relationship Id="rId7" Type="http://schemas.openxmlformats.org/officeDocument/2006/relationships/oleObject" Target="../embeddings/oleObject388.bin"/><Relationship Id="rId12" Type="http://schemas.openxmlformats.org/officeDocument/2006/relationships/image" Target="../media/image390.emf"/><Relationship Id="rId17" Type="http://schemas.openxmlformats.org/officeDocument/2006/relationships/oleObject" Target="../embeddings/oleObject393.bin"/><Relationship Id="rId25" Type="http://schemas.openxmlformats.org/officeDocument/2006/relationships/oleObject" Target="../embeddings/oleObject39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2.emf"/><Relationship Id="rId20" Type="http://schemas.openxmlformats.org/officeDocument/2006/relationships/image" Target="../media/image394.emf"/><Relationship Id="rId29" Type="http://schemas.openxmlformats.org/officeDocument/2006/relationships/oleObject" Target="../embeddings/oleObject399.bin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87.emf"/><Relationship Id="rId11" Type="http://schemas.openxmlformats.org/officeDocument/2006/relationships/oleObject" Target="../embeddings/oleObject390.bin"/><Relationship Id="rId24" Type="http://schemas.openxmlformats.org/officeDocument/2006/relationships/image" Target="../media/image396.emf"/><Relationship Id="rId5" Type="http://schemas.openxmlformats.org/officeDocument/2006/relationships/oleObject" Target="../embeddings/oleObject387.bin"/><Relationship Id="rId15" Type="http://schemas.openxmlformats.org/officeDocument/2006/relationships/oleObject" Target="../embeddings/oleObject392.bin"/><Relationship Id="rId23" Type="http://schemas.openxmlformats.org/officeDocument/2006/relationships/oleObject" Target="../embeddings/oleObject396.bin"/><Relationship Id="rId28" Type="http://schemas.openxmlformats.org/officeDocument/2006/relationships/image" Target="../media/image398.emf"/><Relationship Id="rId10" Type="http://schemas.openxmlformats.org/officeDocument/2006/relationships/image" Target="../media/image389.emf"/><Relationship Id="rId19" Type="http://schemas.openxmlformats.org/officeDocument/2006/relationships/oleObject" Target="../embeddings/oleObject394.bin"/><Relationship Id="rId4" Type="http://schemas.openxmlformats.org/officeDocument/2006/relationships/image" Target="../media/image386.emf"/><Relationship Id="rId9" Type="http://schemas.openxmlformats.org/officeDocument/2006/relationships/oleObject" Target="../embeddings/oleObject389.bin"/><Relationship Id="rId14" Type="http://schemas.openxmlformats.org/officeDocument/2006/relationships/image" Target="../media/image391.emf"/><Relationship Id="rId22" Type="http://schemas.openxmlformats.org/officeDocument/2006/relationships/image" Target="../media/image395.emf"/><Relationship Id="rId27" Type="http://schemas.openxmlformats.org/officeDocument/2006/relationships/oleObject" Target="../embeddings/oleObject398.bin"/><Relationship Id="rId30" Type="http://schemas.openxmlformats.org/officeDocument/2006/relationships/image" Target="../media/image399.e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2.emf"/><Relationship Id="rId13" Type="http://schemas.openxmlformats.org/officeDocument/2006/relationships/oleObject" Target="../embeddings/oleObject405.bin"/><Relationship Id="rId18" Type="http://schemas.openxmlformats.org/officeDocument/2006/relationships/image" Target="../media/image407.emf"/><Relationship Id="rId26" Type="http://schemas.openxmlformats.org/officeDocument/2006/relationships/image" Target="../media/image411.emf"/><Relationship Id="rId3" Type="http://schemas.openxmlformats.org/officeDocument/2006/relationships/oleObject" Target="../embeddings/oleObject400.bin"/><Relationship Id="rId21" Type="http://schemas.openxmlformats.org/officeDocument/2006/relationships/oleObject" Target="../embeddings/oleObject409.bin"/><Relationship Id="rId7" Type="http://schemas.openxmlformats.org/officeDocument/2006/relationships/oleObject" Target="../embeddings/oleObject402.bin"/><Relationship Id="rId12" Type="http://schemas.openxmlformats.org/officeDocument/2006/relationships/image" Target="../media/image404.emf"/><Relationship Id="rId17" Type="http://schemas.openxmlformats.org/officeDocument/2006/relationships/oleObject" Target="../embeddings/oleObject407.bin"/><Relationship Id="rId25" Type="http://schemas.openxmlformats.org/officeDocument/2006/relationships/oleObject" Target="../embeddings/oleObject41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6.emf"/><Relationship Id="rId20" Type="http://schemas.openxmlformats.org/officeDocument/2006/relationships/image" Target="../media/image408.e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401.emf"/><Relationship Id="rId11" Type="http://schemas.openxmlformats.org/officeDocument/2006/relationships/oleObject" Target="../embeddings/oleObject404.bin"/><Relationship Id="rId24" Type="http://schemas.openxmlformats.org/officeDocument/2006/relationships/image" Target="../media/image410.emf"/><Relationship Id="rId5" Type="http://schemas.openxmlformats.org/officeDocument/2006/relationships/oleObject" Target="../embeddings/oleObject401.bin"/><Relationship Id="rId15" Type="http://schemas.openxmlformats.org/officeDocument/2006/relationships/oleObject" Target="../embeddings/oleObject406.bin"/><Relationship Id="rId23" Type="http://schemas.openxmlformats.org/officeDocument/2006/relationships/oleObject" Target="../embeddings/oleObject410.bin"/><Relationship Id="rId10" Type="http://schemas.openxmlformats.org/officeDocument/2006/relationships/image" Target="../media/image403.emf"/><Relationship Id="rId19" Type="http://schemas.openxmlformats.org/officeDocument/2006/relationships/oleObject" Target="../embeddings/oleObject408.bin"/><Relationship Id="rId4" Type="http://schemas.openxmlformats.org/officeDocument/2006/relationships/image" Target="../media/image400.emf"/><Relationship Id="rId9" Type="http://schemas.openxmlformats.org/officeDocument/2006/relationships/oleObject" Target="../embeddings/oleObject403.bin"/><Relationship Id="rId14" Type="http://schemas.openxmlformats.org/officeDocument/2006/relationships/image" Target="../media/image405.emf"/><Relationship Id="rId22" Type="http://schemas.openxmlformats.org/officeDocument/2006/relationships/image" Target="../media/image409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4.emf"/><Relationship Id="rId13" Type="http://schemas.openxmlformats.org/officeDocument/2006/relationships/oleObject" Target="../embeddings/oleObject417.bin"/><Relationship Id="rId18" Type="http://schemas.openxmlformats.org/officeDocument/2006/relationships/oleObject" Target="../embeddings/oleObject419.bin"/><Relationship Id="rId3" Type="http://schemas.openxmlformats.org/officeDocument/2006/relationships/oleObject" Target="../embeddings/oleObject412.bin"/><Relationship Id="rId7" Type="http://schemas.openxmlformats.org/officeDocument/2006/relationships/oleObject" Target="../embeddings/oleObject414.bin"/><Relationship Id="rId12" Type="http://schemas.openxmlformats.org/officeDocument/2006/relationships/image" Target="../media/image416.emf"/><Relationship Id="rId17" Type="http://schemas.openxmlformats.org/officeDocument/2006/relationships/image" Target="../media/image437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8.e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413.emf"/><Relationship Id="rId11" Type="http://schemas.openxmlformats.org/officeDocument/2006/relationships/oleObject" Target="../embeddings/oleObject416.bin"/><Relationship Id="rId5" Type="http://schemas.openxmlformats.org/officeDocument/2006/relationships/oleObject" Target="../embeddings/oleObject413.bin"/><Relationship Id="rId15" Type="http://schemas.openxmlformats.org/officeDocument/2006/relationships/oleObject" Target="../embeddings/oleObject418.bin"/><Relationship Id="rId10" Type="http://schemas.openxmlformats.org/officeDocument/2006/relationships/image" Target="../media/image415.emf"/><Relationship Id="rId19" Type="http://schemas.openxmlformats.org/officeDocument/2006/relationships/image" Target="../media/image336.wmf"/><Relationship Id="rId4" Type="http://schemas.openxmlformats.org/officeDocument/2006/relationships/image" Target="../media/image412.emf"/><Relationship Id="rId9" Type="http://schemas.openxmlformats.org/officeDocument/2006/relationships/oleObject" Target="../embeddings/oleObject415.bin"/><Relationship Id="rId14" Type="http://schemas.openxmlformats.org/officeDocument/2006/relationships/image" Target="../media/image417.e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1.emf"/><Relationship Id="rId13" Type="http://schemas.openxmlformats.org/officeDocument/2006/relationships/oleObject" Target="../embeddings/oleObject425.bin"/><Relationship Id="rId18" Type="http://schemas.openxmlformats.org/officeDocument/2006/relationships/image" Target="../media/image426.emf"/><Relationship Id="rId3" Type="http://schemas.openxmlformats.org/officeDocument/2006/relationships/oleObject" Target="../embeddings/oleObject420.bin"/><Relationship Id="rId21" Type="http://schemas.openxmlformats.org/officeDocument/2006/relationships/oleObject" Target="../embeddings/oleObject429.bin"/><Relationship Id="rId7" Type="http://schemas.openxmlformats.org/officeDocument/2006/relationships/oleObject" Target="../embeddings/oleObject422.bin"/><Relationship Id="rId12" Type="http://schemas.openxmlformats.org/officeDocument/2006/relationships/image" Target="../media/image423.emf"/><Relationship Id="rId17" Type="http://schemas.openxmlformats.org/officeDocument/2006/relationships/oleObject" Target="../embeddings/oleObject4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5.emf"/><Relationship Id="rId20" Type="http://schemas.openxmlformats.org/officeDocument/2006/relationships/image" Target="../media/image427.e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420.emf"/><Relationship Id="rId11" Type="http://schemas.openxmlformats.org/officeDocument/2006/relationships/oleObject" Target="../embeddings/oleObject424.bin"/><Relationship Id="rId24" Type="http://schemas.openxmlformats.org/officeDocument/2006/relationships/image" Target="../media/image429.wmf"/><Relationship Id="rId5" Type="http://schemas.openxmlformats.org/officeDocument/2006/relationships/oleObject" Target="../embeddings/oleObject421.bin"/><Relationship Id="rId15" Type="http://schemas.openxmlformats.org/officeDocument/2006/relationships/oleObject" Target="../embeddings/oleObject426.bin"/><Relationship Id="rId23" Type="http://schemas.openxmlformats.org/officeDocument/2006/relationships/oleObject" Target="../embeddings/oleObject430.bin"/><Relationship Id="rId10" Type="http://schemas.openxmlformats.org/officeDocument/2006/relationships/image" Target="../media/image422.emf"/><Relationship Id="rId19" Type="http://schemas.openxmlformats.org/officeDocument/2006/relationships/oleObject" Target="../embeddings/oleObject428.bin"/><Relationship Id="rId4" Type="http://schemas.openxmlformats.org/officeDocument/2006/relationships/image" Target="../media/image419.emf"/><Relationship Id="rId9" Type="http://schemas.openxmlformats.org/officeDocument/2006/relationships/oleObject" Target="../embeddings/oleObject423.bin"/><Relationship Id="rId14" Type="http://schemas.openxmlformats.org/officeDocument/2006/relationships/image" Target="../media/image424.emf"/><Relationship Id="rId22" Type="http://schemas.openxmlformats.org/officeDocument/2006/relationships/image" Target="../media/image428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3.bin"/><Relationship Id="rId13" Type="http://schemas.openxmlformats.org/officeDocument/2006/relationships/image" Target="../media/image434.wmf"/><Relationship Id="rId3" Type="http://schemas.openxmlformats.org/officeDocument/2006/relationships/oleObject" Target="../embeddings/oleObject431.bin"/><Relationship Id="rId7" Type="http://schemas.openxmlformats.org/officeDocument/2006/relationships/image" Target="../media/image431.wmf"/><Relationship Id="rId12" Type="http://schemas.openxmlformats.org/officeDocument/2006/relationships/oleObject" Target="../embeddings/oleObject4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oleObject" Target="../embeddings/oleObject432.bin"/><Relationship Id="rId11" Type="http://schemas.openxmlformats.org/officeDocument/2006/relationships/image" Target="../media/image433.wmf"/><Relationship Id="rId5" Type="http://schemas.openxmlformats.org/officeDocument/2006/relationships/image" Target="../media/image455.png"/><Relationship Id="rId15" Type="http://schemas.openxmlformats.org/officeDocument/2006/relationships/image" Target="../media/image435.wmf"/><Relationship Id="rId10" Type="http://schemas.openxmlformats.org/officeDocument/2006/relationships/oleObject" Target="../embeddings/oleObject434.bin"/><Relationship Id="rId4" Type="http://schemas.openxmlformats.org/officeDocument/2006/relationships/image" Target="../media/image430.wmf"/><Relationship Id="rId9" Type="http://schemas.openxmlformats.org/officeDocument/2006/relationships/image" Target="../media/image432.wmf"/><Relationship Id="rId14" Type="http://schemas.openxmlformats.org/officeDocument/2006/relationships/oleObject" Target="../embeddings/oleObject436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7.wmf"/><Relationship Id="rId13" Type="http://schemas.openxmlformats.org/officeDocument/2006/relationships/oleObject" Target="../embeddings/oleObject440.bin"/><Relationship Id="rId18" Type="http://schemas.openxmlformats.org/officeDocument/2006/relationships/image" Target="../media/image441.wmf"/><Relationship Id="rId26" Type="http://schemas.openxmlformats.org/officeDocument/2006/relationships/image" Target="../media/image476.png"/><Relationship Id="rId3" Type="http://schemas.openxmlformats.org/officeDocument/2006/relationships/image" Target="../media/image463.png"/><Relationship Id="rId21" Type="http://schemas.openxmlformats.org/officeDocument/2006/relationships/oleObject" Target="../embeddings/oleObject443.bin"/><Relationship Id="rId7" Type="http://schemas.openxmlformats.org/officeDocument/2006/relationships/oleObject" Target="../embeddings/oleObject438.bin"/><Relationship Id="rId12" Type="http://schemas.openxmlformats.org/officeDocument/2006/relationships/image" Target="../media/image438.wmf"/><Relationship Id="rId17" Type="http://schemas.openxmlformats.org/officeDocument/2006/relationships/oleObject" Target="../embeddings/oleObject442.bin"/><Relationship Id="rId25" Type="http://schemas.openxmlformats.org/officeDocument/2006/relationships/image" Target="../media/image475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40.wmf"/><Relationship Id="rId20" Type="http://schemas.openxmlformats.org/officeDocument/2006/relationships/image" Target="../media/image472.png"/><Relationship Id="rId1" Type="http://schemas.openxmlformats.org/officeDocument/2006/relationships/vmlDrawing" Target="../drawings/vmlDrawing46.vml"/><Relationship Id="rId6" Type="http://schemas.openxmlformats.org/officeDocument/2006/relationships/image" Target="../media/image436.emf"/><Relationship Id="rId11" Type="http://schemas.openxmlformats.org/officeDocument/2006/relationships/oleObject" Target="../embeddings/oleObject439.bin"/><Relationship Id="rId24" Type="http://schemas.openxmlformats.org/officeDocument/2006/relationships/image" Target="../media/image474.png"/><Relationship Id="rId5" Type="http://schemas.openxmlformats.org/officeDocument/2006/relationships/oleObject" Target="../embeddings/oleObject437.bin"/><Relationship Id="rId15" Type="http://schemas.openxmlformats.org/officeDocument/2006/relationships/oleObject" Target="../embeddings/oleObject441.bin"/><Relationship Id="rId23" Type="http://schemas.openxmlformats.org/officeDocument/2006/relationships/image" Target="../media/image473.png"/><Relationship Id="rId10" Type="http://schemas.openxmlformats.org/officeDocument/2006/relationships/image" Target="../media/image470.png"/><Relationship Id="rId19" Type="http://schemas.openxmlformats.org/officeDocument/2006/relationships/image" Target="../media/image471.png"/><Relationship Id="rId4" Type="http://schemas.openxmlformats.org/officeDocument/2006/relationships/image" Target="../media/image464.png"/><Relationship Id="rId9" Type="http://schemas.openxmlformats.org/officeDocument/2006/relationships/image" Target="../media/image465.png"/><Relationship Id="rId14" Type="http://schemas.openxmlformats.org/officeDocument/2006/relationships/image" Target="../media/image439.wmf"/><Relationship Id="rId22" Type="http://schemas.openxmlformats.org/officeDocument/2006/relationships/image" Target="../media/image442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4.emf"/><Relationship Id="rId13" Type="http://schemas.openxmlformats.org/officeDocument/2006/relationships/oleObject" Target="../embeddings/oleObject448.bin"/><Relationship Id="rId18" Type="http://schemas.openxmlformats.org/officeDocument/2006/relationships/image" Target="../media/image449.emf"/><Relationship Id="rId3" Type="http://schemas.openxmlformats.org/officeDocument/2006/relationships/oleObject" Target="../embeddings/oleObject444.bin"/><Relationship Id="rId21" Type="http://schemas.openxmlformats.org/officeDocument/2006/relationships/oleObject" Target="../embeddings/oleObject452.bin"/><Relationship Id="rId7" Type="http://schemas.openxmlformats.org/officeDocument/2006/relationships/oleObject" Target="../embeddings/oleObject445.bin"/><Relationship Id="rId12" Type="http://schemas.openxmlformats.org/officeDocument/2006/relationships/image" Target="../media/image446.emf"/><Relationship Id="rId17" Type="http://schemas.openxmlformats.org/officeDocument/2006/relationships/oleObject" Target="../embeddings/oleObject45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48.emf"/><Relationship Id="rId20" Type="http://schemas.openxmlformats.org/officeDocument/2006/relationships/image" Target="../media/image450.e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555.png"/><Relationship Id="rId11" Type="http://schemas.openxmlformats.org/officeDocument/2006/relationships/oleObject" Target="../embeddings/oleObject447.bin"/><Relationship Id="rId5" Type="http://schemas.openxmlformats.org/officeDocument/2006/relationships/image" Target="../media/image486.png"/><Relationship Id="rId15" Type="http://schemas.openxmlformats.org/officeDocument/2006/relationships/oleObject" Target="../embeddings/oleObject449.bin"/><Relationship Id="rId10" Type="http://schemas.openxmlformats.org/officeDocument/2006/relationships/image" Target="../media/image445.emf"/><Relationship Id="rId19" Type="http://schemas.openxmlformats.org/officeDocument/2006/relationships/oleObject" Target="../embeddings/oleObject451.bin"/><Relationship Id="rId4" Type="http://schemas.openxmlformats.org/officeDocument/2006/relationships/image" Target="../media/image443.emf"/><Relationship Id="rId9" Type="http://schemas.openxmlformats.org/officeDocument/2006/relationships/oleObject" Target="../embeddings/oleObject446.bin"/><Relationship Id="rId14" Type="http://schemas.openxmlformats.org/officeDocument/2006/relationships/image" Target="../media/image447.emf"/><Relationship Id="rId22" Type="http://schemas.openxmlformats.org/officeDocument/2006/relationships/image" Target="../media/image451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3.png"/><Relationship Id="rId3" Type="http://schemas.openxmlformats.org/officeDocument/2006/relationships/image" Target="../media/image488.png"/><Relationship Id="rId7" Type="http://schemas.openxmlformats.org/officeDocument/2006/relationships/image" Target="../media/image492.png"/><Relationship Id="rId2" Type="http://schemas.openxmlformats.org/officeDocument/2006/relationships/image" Target="../media/image4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1.png"/><Relationship Id="rId5" Type="http://schemas.openxmlformats.org/officeDocument/2006/relationships/image" Target="../media/image490.png"/><Relationship Id="rId4" Type="http://schemas.openxmlformats.org/officeDocument/2006/relationships/image" Target="../media/image489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4.emf"/><Relationship Id="rId13" Type="http://schemas.openxmlformats.org/officeDocument/2006/relationships/oleObject" Target="../embeddings/oleObject458.bin"/><Relationship Id="rId18" Type="http://schemas.openxmlformats.org/officeDocument/2006/relationships/image" Target="../media/image459.emf"/><Relationship Id="rId3" Type="http://schemas.openxmlformats.org/officeDocument/2006/relationships/oleObject" Target="../embeddings/oleObject453.bin"/><Relationship Id="rId21" Type="http://schemas.openxmlformats.org/officeDocument/2006/relationships/image" Target="../media/image503.png"/><Relationship Id="rId7" Type="http://schemas.openxmlformats.org/officeDocument/2006/relationships/oleObject" Target="../embeddings/oleObject455.bin"/><Relationship Id="rId12" Type="http://schemas.openxmlformats.org/officeDocument/2006/relationships/image" Target="../media/image456.emf"/><Relationship Id="rId17" Type="http://schemas.openxmlformats.org/officeDocument/2006/relationships/oleObject" Target="../embeddings/oleObject4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8.emf"/><Relationship Id="rId20" Type="http://schemas.openxmlformats.org/officeDocument/2006/relationships/image" Target="../media/image460.e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453.emf"/><Relationship Id="rId11" Type="http://schemas.openxmlformats.org/officeDocument/2006/relationships/oleObject" Target="../embeddings/oleObject457.bin"/><Relationship Id="rId5" Type="http://schemas.openxmlformats.org/officeDocument/2006/relationships/oleObject" Target="../embeddings/oleObject454.bin"/><Relationship Id="rId15" Type="http://schemas.openxmlformats.org/officeDocument/2006/relationships/oleObject" Target="../embeddings/oleObject459.bin"/><Relationship Id="rId10" Type="http://schemas.openxmlformats.org/officeDocument/2006/relationships/image" Target="../media/image455.emf"/><Relationship Id="rId19" Type="http://schemas.openxmlformats.org/officeDocument/2006/relationships/oleObject" Target="../embeddings/oleObject461.bin"/><Relationship Id="rId4" Type="http://schemas.openxmlformats.org/officeDocument/2006/relationships/image" Target="../media/image452.emf"/><Relationship Id="rId9" Type="http://schemas.openxmlformats.org/officeDocument/2006/relationships/oleObject" Target="../embeddings/oleObject456.bin"/><Relationship Id="rId14" Type="http://schemas.openxmlformats.org/officeDocument/2006/relationships/image" Target="../media/image457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5.png"/><Relationship Id="rId2" Type="http://schemas.openxmlformats.org/officeDocument/2006/relationships/image" Target="../media/image504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4.bin"/><Relationship Id="rId13" Type="http://schemas.openxmlformats.org/officeDocument/2006/relationships/oleObject" Target="../embeddings/oleObject466.bin"/><Relationship Id="rId18" Type="http://schemas.openxmlformats.org/officeDocument/2006/relationships/image" Target="../media/image467.emf"/><Relationship Id="rId26" Type="http://schemas.openxmlformats.org/officeDocument/2006/relationships/image" Target="../media/image523.png"/><Relationship Id="rId3" Type="http://schemas.openxmlformats.org/officeDocument/2006/relationships/image" Target="../media/image516.png"/><Relationship Id="rId21" Type="http://schemas.openxmlformats.org/officeDocument/2006/relationships/image" Target="../media/image520.png"/><Relationship Id="rId7" Type="http://schemas.openxmlformats.org/officeDocument/2006/relationships/image" Target="../media/image462.emf"/><Relationship Id="rId12" Type="http://schemas.openxmlformats.org/officeDocument/2006/relationships/image" Target="../media/image464.emf"/><Relationship Id="rId17" Type="http://schemas.openxmlformats.org/officeDocument/2006/relationships/oleObject" Target="../embeddings/oleObject468.bin"/><Relationship Id="rId25" Type="http://schemas.openxmlformats.org/officeDocument/2006/relationships/image" Target="../media/image522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66.emf"/><Relationship Id="rId20" Type="http://schemas.openxmlformats.org/officeDocument/2006/relationships/image" Target="../media/image519.png"/><Relationship Id="rId29" Type="http://schemas.openxmlformats.org/officeDocument/2006/relationships/oleObject" Target="../embeddings/oleObject471.bin"/><Relationship Id="rId1" Type="http://schemas.openxmlformats.org/officeDocument/2006/relationships/vmlDrawing" Target="../drawings/vmlDrawing49.vml"/><Relationship Id="rId6" Type="http://schemas.openxmlformats.org/officeDocument/2006/relationships/oleObject" Target="../embeddings/oleObject463.bin"/><Relationship Id="rId11" Type="http://schemas.openxmlformats.org/officeDocument/2006/relationships/oleObject" Target="../embeddings/oleObject465.bin"/><Relationship Id="rId24" Type="http://schemas.openxmlformats.org/officeDocument/2006/relationships/image" Target="../media/image468.wmf"/><Relationship Id="rId5" Type="http://schemas.openxmlformats.org/officeDocument/2006/relationships/image" Target="../media/image461.emf"/><Relationship Id="rId15" Type="http://schemas.openxmlformats.org/officeDocument/2006/relationships/oleObject" Target="../embeddings/oleObject467.bin"/><Relationship Id="rId23" Type="http://schemas.openxmlformats.org/officeDocument/2006/relationships/oleObject" Target="../embeddings/oleObject469.bin"/><Relationship Id="rId28" Type="http://schemas.openxmlformats.org/officeDocument/2006/relationships/image" Target="../media/image469.wmf"/><Relationship Id="rId10" Type="http://schemas.openxmlformats.org/officeDocument/2006/relationships/image" Target="../media/image517.png"/><Relationship Id="rId19" Type="http://schemas.openxmlformats.org/officeDocument/2006/relationships/image" Target="../media/image518.png"/><Relationship Id="rId4" Type="http://schemas.openxmlformats.org/officeDocument/2006/relationships/oleObject" Target="../embeddings/oleObject462.bin"/><Relationship Id="rId9" Type="http://schemas.openxmlformats.org/officeDocument/2006/relationships/image" Target="../media/image463.emf"/><Relationship Id="rId14" Type="http://schemas.openxmlformats.org/officeDocument/2006/relationships/image" Target="../media/image465.emf"/><Relationship Id="rId22" Type="http://schemas.openxmlformats.org/officeDocument/2006/relationships/image" Target="../media/image521.png"/><Relationship Id="rId27" Type="http://schemas.openxmlformats.org/officeDocument/2006/relationships/oleObject" Target="../embeddings/oleObject470.bin"/><Relationship Id="rId30" Type="http://schemas.openxmlformats.org/officeDocument/2006/relationships/image" Target="../media/image470.emf"/></Relationships>
</file>

<file path=ppt/slides/_rels/slide6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77.bin"/><Relationship Id="rId18" Type="http://schemas.openxmlformats.org/officeDocument/2006/relationships/image" Target="../media/image478.emf"/><Relationship Id="rId26" Type="http://schemas.openxmlformats.org/officeDocument/2006/relationships/image" Target="../media/image482.emf"/><Relationship Id="rId39" Type="http://schemas.openxmlformats.org/officeDocument/2006/relationships/oleObject" Target="../embeddings/oleObject489.bin"/><Relationship Id="rId3" Type="http://schemas.openxmlformats.org/officeDocument/2006/relationships/oleObject" Target="../embeddings/oleObject472.bin"/><Relationship Id="rId21" Type="http://schemas.openxmlformats.org/officeDocument/2006/relationships/oleObject" Target="../embeddings/oleObject481.bin"/><Relationship Id="rId34" Type="http://schemas.openxmlformats.org/officeDocument/2006/relationships/image" Target="../media/image486.emf"/><Relationship Id="rId42" Type="http://schemas.openxmlformats.org/officeDocument/2006/relationships/image" Target="../media/image489.emf"/><Relationship Id="rId47" Type="http://schemas.openxmlformats.org/officeDocument/2006/relationships/oleObject" Target="../embeddings/oleObject493.bin"/><Relationship Id="rId50" Type="http://schemas.openxmlformats.org/officeDocument/2006/relationships/image" Target="../media/image493.emf"/><Relationship Id="rId7" Type="http://schemas.openxmlformats.org/officeDocument/2006/relationships/oleObject" Target="../embeddings/oleObject474.bin"/><Relationship Id="rId12" Type="http://schemas.openxmlformats.org/officeDocument/2006/relationships/image" Target="../media/image475.emf"/><Relationship Id="rId17" Type="http://schemas.openxmlformats.org/officeDocument/2006/relationships/oleObject" Target="../embeddings/oleObject479.bin"/><Relationship Id="rId25" Type="http://schemas.openxmlformats.org/officeDocument/2006/relationships/oleObject" Target="../embeddings/oleObject483.bin"/><Relationship Id="rId33" Type="http://schemas.openxmlformats.org/officeDocument/2006/relationships/oleObject" Target="../embeddings/oleObject487.bin"/><Relationship Id="rId38" Type="http://schemas.openxmlformats.org/officeDocument/2006/relationships/image" Target="../media/image487.emf"/><Relationship Id="rId46" Type="http://schemas.openxmlformats.org/officeDocument/2006/relationships/image" Target="../media/image491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77.emf"/><Relationship Id="rId20" Type="http://schemas.openxmlformats.org/officeDocument/2006/relationships/image" Target="../media/image479.emf"/><Relationship Id="rId29" Type="http://schemas.openxmlformats.org/officeDocument/2006/relationships/oleObject" Target="../embeddings/oleObject485.bin"/><Relationship Id="rId41" Type="http://schemas.openxmlformats.org/officeDocument/2006/relationships/oleObject" Target="../embeddings/oleObject490.bin"/><Relationship Id="rId1" Type="http://schemas.openxmlformats.org/officeDocument/2006/relationships/vmlDrawing" Target="../drawings/vmlDrawing50.vml"/><Relationship Id="rId6" Type="http://schemas.openxmlformats.org/officeDocument/2006/relationships/image" Target="../media/image472.emf"/><Relationship Id="rId11" Type="http://schemas.openxmlformats.org/officeDocument/2006/relationships/oleObject" Target="../embeddings/oleObject476.bin"/><Relationship Id="rId24" Type="http://schemas.openxmlformats.org/officeDocument/2006/relationships/image" Target="../media/image481.emf"/><Relationship Id="rId32" Type="http://schemas.openxmlformats.org/officeDocument/2006/relationships/image" Target="../media/image485.emf"/><Relationship Id="rId37" Type="http://schemas.openxmlformats.org/officeDocument/2006/relationships/oleObject" Target="../embeddings/oleObject488.bin"/><Relationship Id="rId40" Type="http://schemas.openxmlformats.org/officeDocument/2006/relationships/image" Target="../media/image488.emf"/><Relationship Id="rId45" Type="http://schemas.openxmlformats.org/officeDocument/2006/relationships/oleObject" Target="../embeddings/oleObject492.bin"/><Relationship Id="rId5" Type="http://schemas.openxmlformats.org/officeDocument/2006/relationships/oleObject" Target="../embeddings/oleObject473.bin"/><Relationship Id="rId15" Type="http://schemas.openxmlformats.org/officeDocument/2006/relationships/oleObject" Target="../embeddings/oleObject478.bin"/><Relationship Id="rId23" Type="http://schemas.openxmlformats.org/officeDocument/2006/relationships/oleObject" Target="../embeddings/oleObject482.bin"/><Relationship Id="rId28" Type="http://schemas.openxmlformats.org/officeDocument/2006/relationships/image" Target="../media/image483.emf"/><Relationship Id="rId36" Type="http://schemas.openxmlformats.org/officeDocument/2006/relationships/image" Target="../media/image470.emf"/><Relationship Id="rId49" Type="http://schemas.openxmlformats.org/officeDocument/2006/relationships/oleObject" Target="../embeddings/oleObject494.bin"/><Relationship Id="rId10" Type="http://schemas.openxmlformats.org/officeDocument/2006/relationships/image" Target="../media/image474.emf"/><Relationship Id="rId19" Type="http://schemas.openxmlformats.org/officeDocument/2006/relationships/oleObject" Target="../embeddings/oleObject480.bin"/><Relationship Id="rId31" Type="http://schemas.openxmlformats.org/officeDocument/2006/relationships/oleObject" Target="../embeddings/oleObject486.bin"/><Relationship Id="rId44" Type="http://schemas.openxmlformats.org/officeDocument/2006/relationships/image" Target="../media/image490.emf"/><Relationship Id="rId52" Type="http://schemas.openxmlformats.org/officeDocument/2006/relationships/image" Target="../media/image494.emf"/><Relationship Id="rId4" Type="http://schemas.openxmlformats.org/officeDocument/2006/relationships/image" Target="../media/image471.wmf"/><Relationship Id="rId9" Type="http://schemas.openxmlformats.org/officeDocument/2006/relationships/oleObject" Target="../embeddings/oleObject475.bin"/><Relationship Id="rId14" Type="http://schemas.openxmlformats.org/officeDocument/2006/relationships/image" Target="../media/image476.emf"/><Relationship Id="rId22" Type="http://schemas.openxmlformats.org/officeDocument/2006/relationships/image" Target="../media/image480.emf"/><Relationship Id="rId27" Type="http://schemas.openxmlformats.org/officeDocument/2006/relationships/oleObject" Target="../embeddings/oleObject484.bin"/><Relationship Id="rId30" Type="http://schemas.openxmlformats.org/officeDocument/2006/relationships/image" Target="../media/image484.emf"/><Relationship Id="rId35" Type="http://schemas.openxmlformats.org/officeDocument/2006/relationships/oleObject" Target="../embeddings/oleObject471.bin"/><Relationship Id="rId43" Type="http://schemas.openxmlformats.org/officeDocument/2006/relationships/oleObject" Target="../embeddings/oleObject491.bin"/><Relationship Id="rId48" Type="http://schemas.openxmlformats.org/officeDocument/2006/relationships/image" Target="../media/image492.emf"/><Relationship Id="rId8" Type="http://schemas.openxmlformats.org/officeDocument/2006/relationships/image" Target="../media/image473.emf"/><Relationship Id="rId51" Type="http://schemas.openxmlformats.org/officeDocument/2006/relationships/oleObject" Target="../embeddings/oleObject495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3.png"/><Relationship Id="rId13" Type="http://schemas.openxmlformats.org/officeDocument/2006/relationships/image" Target="../media/image648.png"/><Relationship Id="rId3" Type="http://schemas.openxmlformats.org/officeDocument/2006/relationships/oleObject" Target="../embeddings/oleObject496.bin"/><Relationship Id="rId7" Type="http://schemas.openxmlformats.org/officeDocument/2006/relationships/image" Target="../media/image642.png"/><Relationship Id="rId12" Type="http://schemas.openxmlformats.org/officeDocument/2006/relationships/image" Target="../media/image64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641.png"/><Relationship Id="rId11" Type="http://schemas.openxmlformats.org/officeDocument/2006/relationships/image" Target="../media/image646.png"/><Relationship Id="rId5" Type="http://schemas.openxmlformats.org/officeDocument/2006/relationships/image" Target="../media/image549.png"/><Relationship Id="rId15" Type="http://schemas.openxmlformats.org/officeDocument/2006/relationships/image" Target="../media/image650.png"/><Relationship Id="rId10" Type="http://schemas.openxmlformats.org/officeDocument/2006/relationships/image" Target="../media/image645.png"/><Relationship Id="rId4" Type="http://schemas.openxmlformats.org/officeDocument/2006/relationships/image" Target="../media/image495.emf"/><Relationship Id="rId9" Type="http://schemas.openxmlformats.org/officeDocument/2006/relationships/image" Target="../media/image644.png"/><Relationship Id="rId14" Type="http://schemas.openxmlformats.org/officeDocument/2006/relationships/image" Target="../media/image649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8.emf"/><Relationship Id="rId13" Type="http://schemas.openxmlformats.org/officeDocument/2006/relationships/oleObject" Target="../embeddings/oleObject502.bin"/><Relationship Id="rId18" Type="http://schemas.openxmlformats.org/officeDocument/2006/relationships/image" Target="../media/image503.emf"/><Relationship Id="rId26" Type="http://schemas.openxmlformats.org/officeDocument/2006/relationships/image" Target="../media/image507.emf"/><Relationship Id="rId39" Type="http://schemas.openxmlformats.org/officeDocument/2006/relationships/oleObject" Target="../embeddings/oleObject515.bin"/><Relationship Id="rId3" Type="http://schemas.openxmlformats.org/officeDocument/2006/relationships/oleObject" Target="../embeddings/oleObject497.bin"/><Relationship Id="rId21" Type="http://schemas.openxmlformats.org/officeDocument/2006/relationships/oleObject" Target="../embeddings/oleObject506.bin"/><Relationship Id="rId34" Type="http://schemas.openxmlformats.org/officeDocument/2006/relationships/image" Target="../media/image511.emf"/><Relationship Id="rId42" Type="http://schemas.openxmlformats.org/officeDocument/2006/relationships/image" Target="../media/image515.wmf"/><Relationship Id="rId47" Type="http://schemas.openxmlformats.org/officeDocument/2006/relationships/image" Target="../media/image517.wmf"/><Relationship Id="rId7" Type="http://schemas.openxmlformats.org/officeDocument/2006/relationships/oleObject" Target="../embeddings/oleObject499.bin"/><Relationship Id="rId12" Type="http://schemas.openxmlformats.org/officeDocument/2006/relationships/image" Target="../media/image500.emf"/><Relationship Id="rId17" Type="http://schemas.openxmlformats.org/officeDocument/2006/relationships/oleObject" Target="../embeddings/oleObject504.bin"/><Relationship Id="rId25" Type="http://schemas.openxmlformats.org/officeDocument/2006/relationships/oleObject" Target="../embeddings/oleObject508.bin"/><Relationship Id="rId33" Type="http://schemas.openxmlformats.org/officeDocument/2006/relationships/oleObject" Target="../embeddings/oleObject512.bin"/><Relationship Id="rId38" Type="http://schemas.openxmlformats.org/officeDocument/2006/relationships/image" Target="../media/image513.emf"/><Relationship Id="rId46" Type="http://schemas.openxmlformats.org/officeDocument/2006/relationships/oleObject" Target="../embeddings/oleObject5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2.emf"/><Relationship Id="rId20" Type="http://schemas.openxmlformats.org/officeDocument/2006/relationships/image" Target="../media/image504.emf"/><Relationship Id="rId29" Type="http://schemas.openxmlformats.org/officeDocument/2006/relationships/oleObject" Target="../embeddings/oleObject510.bin"/><Relationship Id="rId41" Type="http://schemas.openxmlformats.org/officeDocument/2006/relationships/oleObject" Target="../embeddings/oleObject516.bin"/><Relationship Id="rId1" Type="http://schemas.openxmlformats.org/officeDocument/2006/relationships/vmlDrawing" Target="../drawings/vmlDrawing52.vml"/><Relationship Id="rId6" Type="http://schemas.openxmlformats.org/officeDocument/2006/relationships/image" Target="../media/image497.emf"/><Relationship Id="rId11" Type="http://schemas.openxmlformats.org/officeDocument/2006/relationships/oleObject" Target="../embeddings/oleObject501.bin"/><Relationship Id="rId24" Type="http://schemas.openxmlformats.org/officeDocument/2006/relationships/image" Target="../media/image506.emf"/><Relationship Id="rId32" Type="http://schemas.openxmlformats.org/officeDocument/2006/relationships/image" Target="../media/image510.emf"/><Relationship Id="rId37" Type="http://schemas.openxmlformats.org/officeDocument/2006/relationships/oleObject" Target="../embeddings/oleObject514.bin"/><Relationship Id="rId40" Type="http://schemas.openxmlformats.org/officeDocument/2006/relationships/image" Target="../media/image514.emf"/><Relationship Id="rId45" Type="http://schemas.openxmlformats.org/officeDocument/2006/relationships/image" Target="../media/image516.wmf"/><Relationship Id="rId5" Type="http://schemas.openxmlformats.org/officeDocument/2006/relationships/oleObject" Target="../embeddings/oleObject498.bin"/><Relationship Id="rId15" Type="http://schemas.openxmlformats.org/officeDocument/2006/relationships/oleObject" Target="../embeddings/oleObject503.bin"/><Relationship Id="rId23" Type="http://schemas.openxmlformats.org/officeDocument/2006/relationships/oleObject" Target="../embeddings/oleObject507.bin"/><Relationship Id="rId28" Type="http://schemas.openxmlformats.org/officeDocument/2006/relationships/image" Target="../media/image508.emf"/><Relationship Id="rId36" Type="http://schemas.openxmlformats.org/officeDocument/2006/relationships/image" Target="../media/image512.emf"/><Relationship Id="rId10" Type="http://schemas.openxmlformats.org/officeDocument/2006/relationships/image" Target="../media/image499.emf"/><Relationship Id="rId19" Type="http://schemas.openxmlformats.org/officeDocument/2006/relationships/oleObject" Target="../embeddings/oleObject505.bin"/><Relationship Id="rId31" Type="http://schemas.openxmlformats.org/officeDocument/2006/relationships/oleObject" Target="../embeddings/oleObject511.bin"/><Relationship Id="rId44" Type="http://schemas.openxmlformats.org/officeDocument/2006/relationships/oleObject" Target="../embeddings/oleObject517.bin"/><Relationship Id="rId4" Type="http://schemas.openxmlformats.org/officeDocument/2006/relationships/image" Target="../media/image496.emf"/><Relationship Id="rId9" Type="http://schemas.openxmlformats.org/officeDocument/2006/relationships/oleObject" Target="../embeddings/oleObject500.bin"/><Relationship Id="rId14" Type="http://schemas.openxmlformats.org/officeDocument/2006/relationships/image" Target="../media/image501.emf"/><Relationship Id="rId22" Type="http://schemas.openxmlformats.org/officeDocument/2006/relationships/image" Target="../media/image505.emf"/><Relationship Id="rId27" Type="http://schemas.openxmlformats.org/officeDocument/2006/relationships/oleObject" Target="../embeddings/oleObject509.bin"/><Relationship Id="rId30" Type="http://schemas.openxmlformats.org/officeDocument/2006/relationships/image" Target="../media/image509.emf"/><Relationship Id="rId35" Type="http://schemas.openxmlformats.org/officeDocument/2006/relationships/oleObject" Target="../embeddings/oleObject513.bin"/><Relationship Id="rId43" Type="http://schemas.openxmlformats.org/officeDocument/2006/relationships/image" Target="../media/image572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emf"/><Relationship Id="rId13" Type="http://schemas.openxmlformats.org/officeDocument/2006/relationships/oleObject" Target="../embeddings/oleObject509.bin"/><Relationship Id="rId18" Type="http://schemas.openxmlformats.org/officeDocument/2006/relationships/image" Target="../media/image510.emf"/><Relationship Id="rId3" Type="http://schemas.openxmlformats.org/officeDocument/2006/relationships/oleObject" Target="../embeddings/oleObject519.bin"/><Relationship Id="rId21" Type="http://schemas.openxmlformats.org/officeDocument/2006/relationships/oleObject" Target="../embeddings/oleObject513.bin"/><Relationship Id="rId7" Type="http://schemas.openxmlformats.org/officeDocument/2006/relationships/oleObject" Target="../embeddings/oleObject521.bin"/><Relationship Id="rId12" Type="http://schemas.openxmlformats.org/officeDocument/2006/relationships/image" Target="../media/image522.emf"/><Relationship Id="rId17" Type="http://schemas.openxmlformats.org/officeDocument/2006/relationships/oleObject" Target="../embeddings/oleObject51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9.emf"/><Relationship Id="rId20" Type="http://schemas.openxmlformats.org/officeDocument/2006/relationships/image" Target="../media/image511.emf"/><Relationship Id="rId1" Type="http://schemas.openxmlformats.org/officeDocument/2006/relationships/vmlDrawing" Target="../drawings/vmlDrawing53.vml"/><Relationship Id="rId6" Type="http://schemas.openxmlformats.org/officeDocument/2006/relationships/image" Target="../media/image519.emf"/><Relationship Id="rId11" Type="http://schemas.openxmlformats.org/officeDocument/2006/relationships/oleObject" Target="../embeddings/oleObject523.bin"/><Relationship Id="rId24" Type="http://schemas.openxmlformats.org/officeDocument/2006/relationships/image" Target="../media/image513.emf"/><Relationship Id="rId5" Type="http://schemas.openxmlformats.org/officeDocument/2006/relationships/oleObject" Target="../embeddings/oleObject520.bin"/><Relationship Id="rId15" Type="http://schemas.openxmlformats.org/officeDocument/2006/relationships/oleObject" Target="../embeddings/oleObject510.bin"/><Relationship Id="rId23" Type="http://schemas.openxmlformats.org/officeDocument/2006/relationships/oleObject" Target="../embeddings/oleObject514.bin"/><Relationship Id="rId10" Type="http://schemas.openxmlformats.org/officeDocument/2006/relationships/image" Target="../media/image521.emf"/><Relationship Id="rId19" Type="http://schemas.openxmlformats.org/officeDocument/2006/relationships/oleObject" Target="../embeddings/oleObject524.bin"/><Relationship Id="rId4" Type="http://schemas.openxmlformats.org/officeDocument/2006/relationships/image" Target="../media/image518.emf"/><Relationship Id="rId9" Type="http://schemas.openxmlformats.org/officeDocument/2006/relationships/oleObject" Target="../embeddings/oleObject522.bin"/><Relationship Id="rId14" Type="http://schemas.openxmlformats.org/officeDocument/2006/relationships/image" Target="../media/image508.emf"/><Relationship Id="rId22" Type="http://schemas.openxmlformats.org/officeDocument/2006/relationships/image" Target="../media/image512.e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5.emf"/><Relationship Id="rId3" Type="http://schemas.openxmlformats.org/officeDocument/2006/relationships/oleObject" Target="../embeddings/oleObject525.bin"/><Relationship Id="rId7" Type="http://schemas.openxmlformats.org/officeDocument/2006/relationships/oleObject" Target="../embeddings/oleObject527.bin"/><Relationship Id="rId12" Type="http://schemas.openxmlformats.org/officeDocument/2006/relationships/image" Target="../media/image52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524.emf"/><Relationship Id="rId11" Type="http://schemas.openxmlformats.org/officeDocument/2006/relationships/oleObject" Target="../embeddings/oleObject529.bin"/><Relationship Id="rId5" Type="http://schemas.openxmlformats.org/officeDocument/2006/relationships/oleObject" Target="../embeddings/oleObject526.bin"/><Relationship Id="rId10" Type="http://schemas.openxmlformats.org/officeDocument/2006/relationships/image" Target="../media/image526.emf"/><Relationship Id="rId4" Type="http://schemas.openxmlformats.org/officeDocument/2006/relationships/image" Target="../media/image523.emf"/><Relationship Id="rId9" Type="http://schemas.openxmlformats.org/officeDocument/2006/relationships/oleObject" Target="../embeddings/oleObject528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emf"/><Relationship Id="rId13" Type="http://schemas.openxmlformats.org/officeDocument/2006/relationships/oleObject" Target="../embeddings/oleObject535.bin"/><Relationship Id="rId18" Type="http://schemas.openxmlformats.org/officeDocument/2006/relationships/image" Target="../media/image535.emf"/><Relationship Id="rId26" Type="http://schemas.openxmlformats.org/officeDocument/2006/relationships/image" Target="../media/image539.emf"/><Relationship Id="rId39" Type="http://schemas.openxmlformats.org/officeDocument/2006/relationships/oleObject" Target="../embeddings/oleObject548.bin"/><Relationship Id="rId3" Type="http://schemas.openxmlformats.org/officeDocument/2006/relationships/oleObject" Target="../embeddings/oleObject530.bin"/><Relationship Id="rId21" Type="http://schemas.openxmlformats.org/officeDocument/2006/relationships/oleObject" Target="../embeddings/oleObject539.bin"/><Relationship Id="rId34" Type="http://schemas.openxmlformats.org/officeDocument/2006/relationships/image" Target="../media/image543.emf"/><Relationship Id="rId42" Type="http://schemas.openxmlformats.org/officeDocument/2006/relationships/image" Target="../media/image547.wmf"/><Relationship Id="rId7" Type="http://schemas.openxmlformats.org/officeDocument/2006/relationships/oleObject" Target="../embeddings/oleObject532.bin"/><Relationship Id="rId12" Type="http://schemas.openxmlformats.org/officeDocument/2006/relationships/image" Target="../media/image532.emf"/><Relationship Id="rId17" Type="http://schemas.openxmlformats.org/officeDocument/2006/relationships/oleObject" Target="../embeddings/oleObject537.bin"/><Relationship Id="rId25" Type="http://schemas.openxmlformats.org/officeDocument/2006/relationships/oleObject" Target="../embeddings/oleObject541.bin"/><Relationship Id="rId33" Type="http://schemas.openxmlformats.org/officeDocument/2006/relationships/oleObject" Target="../embeddings/oleObject545.bin"/><Relationship Id="rId38" Type="http://schemas.openxmlformats.org/officeDocument/2006/relationships/image" Target="../media/image545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34.emf"/><Relationship Id="rId20" Type="http://schemas.openxmlformats.org/officeDocument/2006/relationships/image" Target="../media/image536.emf"/><Relationship Id="rId29" Type="http://schemas.openxmlformats.org/officeDocument/2006/relationships/oleObject" Target="../embeddings/oleObject543.bin"/><Relationship Id="rId41" Type="http://schemas.openxmlformats.org/officeDocument/2006/relationships/oleObject" Target="../embeddings/oleObject549.bin"/><Relationship Id="rId1" Type="http://schemas.openxmlformats.org/officeDocument/2006/relationships/vmlDrawing" Target="../drawings/vmlDrawing55.vml"/><Relationship Id="rId6" Type="http://schemas.openxmlformats.org/officeDocument/2006/relationships/image" Target="../media/image529.emf"/><Relationship Id="rId11" Type="http://schemas.openxmlformats.org/officeDocument/2006/relationships/oleObject" Target="../embeddings/oleObject534.bin"/><Relationship Id="rId24" Type="http://schemas.openxmlformats.org/officeDocument/2006/relationships/image" Target="../media/image538.emf"/><Relationship Id="rId32" Type="http://schemas.openxmlformats.org/officeDocument/2006/relationships/image" Target="../media/image542.emf"/><Relationship Id="rId37" Type="http://schemas.openxmlformats.org/officeDocument/2006/relationships/oleObject" Target="../embeddings/oleObject547.bin"/><Relationship Id="rId40" Type="http://schemas.openxmlformats.org/officeDocument/2006/relationships/image" Target="../media/image546.emf"/><Relationship Id="rId5" Type="http://schemas.openxmlformats.org/officeDocument/2006/relationships/oleObject" Target="../embeddings/oleObject531.bin"/><Relationship Id="rId15" Type="http://schemas.openxmlformats.org/officeDocument/2006/relationships/oleObject" Target="../embeddings/oleObject536.bin"/><Relationship Id="rId23" Type="http://schemas.openxmlformats.org/officeDocument/2006/relationships/oleObject" Target="../embeddings/oleObject540.bin"/><Relationship Id="rId28" Type="http://schemas.openxmlformats.org/officeDocument/2006/relationships/image" Target="../media/image540.emf"/><Relationship Id="rId36" Type="http://schemas.openxmlformats.org/officeDocument/2006/relationships/image" Target="../media/image544.emf"/><Relationship Id="rId10" Type="http://schemas.openxmlformats.org/officeDocument/2006/relationships/image" Target="../media/image531.emf"/><Relationship Id="rId19" Type="http://schemas.openxmlformats.org/officeDocument/2006/relationships/oleObject" Target="../embeddings/oleObject538.bin"/><Relationship Id="rId31" Type="http://schemas.openxmlformats.org/officeDocument/2006/relationships/oleObject" Target="../embeddings/oleObject544.bin"/><Relationship Id="rId4" Type="http://schemas.openxmlformats.org/officeDocument/2006/relationships/image" Target="../media/image528.emf"/><Relationship Id="rId9" Type="http://schemas.openxmlformats.org/officeDocument/2006/relationships/oleObject" Target="../embeddings/oleObject533.bin"/><Relationship Id="rId14" Type="http://schemas.openxmlformats.org/officeDocument/2006/relationships/image" Target="../media/image533.emf"/><Relationship Id="rId22" Type="http://schemas.openxmlformats.org/officeDocument/2006/relationships/image" Target="../media/image537.emf"/><Relationship Id="rId27" Type="http://schemas.openxmlformats.org/officeDocument/2006/relationships/oleObject" Target="../embeddings/oleObject542.bin"/><Relationship Id="rId30" Type="http://schemas.openxmlformats.org/officeDocument/2006/relationships/image" Target="../media/image541.emf"/><Relationship Id="rId35" Type="http://schemas.openxmlformats.org/officeDocument/2006/relationships/oleObject" Target="../embeddings/oleObject546.bin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wmf"/><Relationship Id="rId13" Type="http://schemas.openxmlformats.org/officeDocument/2006/relationships/image" Target="../media/image552.wmf"/><Relationship Id="rId3" Type="http://schemas.openxmlformats.org/officeDocument/2006/relationships/oleObject" Target="../embeddings/oleObject550.bin"/><Relationship Id="rId7" Type="http://schemas.openxmlformats.org/officeDocument/2006/relationships/oleObject" Target="../embeddings/oleObject552.bin"/><Relationship Id="rId12" Type="http://schemas.openxmlformats.org/officeDocument/2006/relationships/oleObject" Target="../embeddings/oleObject5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549.emf"/><Relationship Id="rId11" Type="http://schemas.openxmlformats.org/officeDocument/2006/relationships/image" Target="../media/image608.png"/><Relationship Id="rId5" Type="http://schemas.openxmlformats.org/officeDocument/2006/relationships/oleObject" Target="../embeddings/oleObject551.bin"/><Relationship Id="rId15" Type="http://schemas.openxmlformats.org/officeDocument/2006/relationships/image" Target="../media/image610.png"/><Relationship Id="rId10" Type="http://schemas.openxmlformats.org/officeDocument/2006/relationships/image" Target="../media/image551.wmf"/><Relationship Id="rId4" Type="http://schemas.openxmlformats.org/officeDocument/2006/relationships/image" Target="../media/image548.emf"/><Relationship Id="rId9" Type="http://schemas.openxmlformats.org/officeDocument/2006/relationships/oleObject" Target="../embeddings/oleObject553.bin"/><Relationship Id="rId14" Type="http://schemas.openxmlformats.org/officeDocument/2006/relationships/image" Target="../media/image609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5.emf"/><Relationship Id="rId13" Type="http://schemas.openxmlformats.org/officeDocument/2006/relationships/oleObject" Target="../embeddings/oleObject560.bin"/><Relationship Id="rId18" Type="http://schemas.openxmlformats.org/officeDocument/2006/relationships/image" Target="../media/image560.emf"/><Relationship Id="rId26" Type="http://schemas.openxmlformats.org/officeDocument/2006/relationships/image" Target="../media/image564.emf"/><Relationship Id="rId3" Type="http://schemas.openxmlformats.org/officeDocument/2006/relationships/oleObject" Target="../embeddings/oleObject555.bin"/><Relationship Id="rId21" Type="http://schemas.openxmlformats.org/officeDocument/2006/relationships/oleObject" Target="../embeddings/oleObject564.bin"/><Relationship Id="rId7" Type="http://schemas.openxmlformats.org/officeDocument/2006/relationships/oleObject" Target="../embeddings/oleObject557.bin"/><Relationship Id="rId12" Type="http://schemas.openxmlformats.org/officeDocument/2006/relationships/image" Target="../media/image557.emf"/><Relationship Id="rId17" Type="http://schemas.openxmlformats.org/officeDocument/2006/relationships/oleObject" Target="../embeddings/oleObject562.bin"/><Relationship Id="rId25" Type="http://schemas.openxmlformats.org/officeDocument/2006/relationships/oleObject" Target="../embeddings/oleObject5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59.emf"/><Relationship Id="rId20" Type="http://schemas.openxmlformats.org/officeDocument/2006/relationships/image" Target="../media/image561.emf"/><Relationship Id="rId29" Type="http://schemas.openxmlformats.org/officeDocument/2006/relationships/oleObject" Target="../embeddings/oleObject568.bin"/><Relationship Id="rId1" Type="http://schemas.openxmlformats.org/officeDocument/2006/relationships/vmlDrawing" Target="../drawings/vmlDrawing57.vml"/><Relationship Id="rId6" Type="http://schemas.openxmlformats.org/officeDocument/2006/relationships/image" Target="../media/image554.emf"/><Relationship Id="rId11" Type="http://schemas.openxmlformats.org/officeDocument/2006/relationships/oleObject" Target="../embeddings/oleObject559.bin"/><Relationship Id="rId24" Type="http://schemas.openxmlformats.org/officeDocument/2006/relationships/image" Target="../media/image563.emf"/><Relationship Id="rId5" Type="http://schemas.openxmlformats.org/officeDocument/2006/relationships/oleObject" Target="../embeddings/oleObject556.bin"/><Relationship Id="rId15" Type="http://schemas.openxmlformats.org/officeDocument/2006/relationships/oleObject" Target="../embeddings/oleObject561.bin"/><Relationship Id="rId23" Type="http://schemas.openxmlformats.org/officeDocument/2006/relationships/oleObject" Target="../embeddings/oleObject565.bin"/><Relationship Id="rId28" Type="http://schemas.openxmlformats.org/officeDocument/2006/relationships/image" Target="../media/image565.emf"/><Relationship Id="rId10" Type="http://schemas.openxmlformats.org/officeDocument/2006/relationships/image" Target="../media/image556.emf"/><Relationship Id="rId19" Type="http://schemas.openxmlformats.org/officeDocument/2006/relationships/oleObject" Target="../embeddings/oleObject563.bin"/><Relationship Id="rId4" Type="http://schemas.openxmlformats.org/officeDocument/2006/relationships/image" Target="../media/image553.emf"/><Relationship Id="rId9" Type="http://schemas.openxmlformats.org/officeDocument/2006/relationships/oleObject" Target="../embeddings/oleObject558.bin"/><Relationship Id="rId14" Type="http://schemas.openxmlformats.org/officeDocument/2006/relationships/image" Target="../media/image558.emf"/><Relationship Id="rId22" Type="http://schemas.openxmlformats.org/officeDocument/2006/relationships/image" Target="../media/image562.emf"/><Relationship Id="rId27" Type="http://schemas.openxmlformats.org/officeDocument/2006/relationships/oleObject" Target="../embeddings/oleObject567.bin"/><Relationship Id="rId30" Type="http://schemas.openxmlformats.org/officeDocument/2006/relationships/image" Target="../media/image566.emf"/></Relationships>
</file>

<file path=ppt/slides/_rels/slide7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74.bin"/><Relationship Id="rId18" Type="http://schemas.openxmlformats.org/officeDocument/2006/relationships/image" Target="../media/image574.emf"/><Relationship Id="rId26" Type="http://schemas.openxmlformats.org/officeDocument/2006/relationships/image" Target="../media/image578.emf"/><Relationship Id="rId39" Type="http://schemas.openxmlformats.org/officeDocument/2006/relationships/oleObject" Target="../embeddings/oleObject587.bin"/><Relationship Id="rId3" Type="http://schemas.openxmlformats.org/officeDocument/2006/relationships/oleObject" Target="../embeddings/oleObject569.bin"/><Relationship Id="rId21" Type="http://schemas.openxmlformats.org/officeDocument/2006/relationships/oleObject" Target="../embeddings/oleObject578.bin"/><Relationship Id="rId34" Type="http://schemas.openxmlformats.org/officeDocument/2006/relationships/image" Target="../media/image582.emf"/><Relationship Id="rId42" Type="http://schemas.openxmlformats.org/officeDocument/2006/relationships/image" Target="../media/image586.emf"/><Relationship Id="rId47" Type="http://schemas.openxmlformats.org/officeDocument/2006/relationships/oleObject" Target="../embeddings/oleObject591.bin"/><Relationship Id="rId50" Type="http://schemas.openxmlformats.org/officeDocument/2006/relationships/image" Target="../media/image590.emf"/><Relationship Id="rId7" Type="http://schemas.openxmlformats.org/officeDocument/2006/relationships/oleObject" Target="../embeddings/oleObject571.bin"/><Relationship Id="rId12" Type="http://schemas.openxmlformats.org/officeDocument/2006/relationships/image" Target="../media/image571.emf"/><Relationship Id="rId17" Type="http://schemas.openxmlformats.org/officeDocument/2006/relationships/oleObject" Target="../embeddings/oleObject576.bin"/><Relationship Id="rId25" Type="http://schemas.openxmlformats.org/officeDocument/2006/relationships/oleObject" Target="../embeddings/oleObject580.bin"/><Relationship Id="rId33" Type="http://schemas.openxmlformats.org/officeDocument/2006/relationships/oleObject" Target="../embeddings/oleObject584.bin"/><Relationship Id="rId38" Type="http://schemas.openxmlformats.org/officeDocument/2006/relationships/image" Target="../media/image584.emf"/><Relationship Id="rId46" Type="http://schemas.openxmlformats.org/officeDocument/2006/relationships/image" Target="../media/image588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73.emf"/><Relationship Id="rId20" Type="http://schemas.openxmlformats.org/officeDocument/2006/relationships/image" Target="../media/image575.emf"/><Relationship Id="rId29" Type="http://schemas.openxmlformats.org/officeDocument/2006/relationships/oleObject" Target="../embeddings/oleObject582.bin"/><Relationship Id="rId41" Type="http://schemas.openxmlformats.org/officeDocument/2006/relationships/oleObject" Target="../embeddings/oleObject588.bin"/><Relationship Id="rId1" Type="http://schemas.openxmlformats.org/officeDocument/2006/relationships/vmlDrawing" Target="../drawings/vmlDrawing58.vml"/><Relationship Id="rId6" Type="http://schemas.openxmlformats.org/officeDocument/2006/relationships/image" Target="../media/image568.emf"/><Relationship Id="rId11" Type="http://schemas.openxmlformats.org/officeDocument/2006/relationships/oleObject" Target="../embeddings/oleObject573.bin"/><Relationship Id="rId24" Type="http://schemas.openxmlformats.org/officeDocument/2006/relationships/image" Target="../media/image577.emf"/><Relationship Id="rId32" Type="http://schemas.openxmlformats.org/officeDocument/2006/relationships/image" Target="../media/image581.emf"/><Relationship Id="rId37" Type="http://schemas.openxmlformats.org/officeDocument/2006/relationships/oleObject" Target="../embeddings/oleObject586.bin"/><Relationship Id="rId40" Type="http://schemas.openxmlformats.org/officeDocument/2006/relationships/image" Target="../media/image585.emf"/><Relationship Id="rId45" Type="http://schemas.openxmlformats.org/officeDocument/2006/relationships/oleObject" Target="../embeddings/oleObject590.bin"/><Relationship Id="rId5" Type="http://schemas.openxmlformats.org/officeDocument/2006/relationships/oleObject" Target="../embeddings/oleObject570.bin"/><Relationship Id="rId15" Type="http://schemas.openxmlformats.org/officeDocument/2006/relationships/oleObject" Target="../embeddings/oleObject575.bin"/><Relationship Id="rId23" Type="http://schemas.openxmlformats.org/officeDocument/2006/relationships/oleObject" Target="../embeddings/oleObject579.bin"/><Relationship Id="rId28" Type="http://schemas.openxmlformats.org/officeDocument/2006/relationships/image" Target="../media/image579.emf"/><Relationship Id="rId36" Type="http://schemas.openxmlformats.org/officeDocument/2006/relationships/image" Target="../media/image583.emf"/><Relationship Id="rId49" Type="http://schemas.openxmlformats.org/officeDocument/2006/relationships/oleObject" Target="../embeddings/oleObject592.bin"/><Relationship Id="rId10" Type="http://schemas.openxmlformats.org/officeDocument/2006/relationships/image" Target="../media/image570.emf"/><Relationship Id="rId19" Type="http://schemas.openxmlformats.org/officeDocument/2006/relationships/oleObject" Target="../embeddings/oleObject577.bin"/><Relationship Id="rId31" Type="http://schemas.openxmlformats.org/officeDocument/2006/relationships/oleObject" Target="../embeddings/oleObject583.bin"/><Relationship Id="rId44" Type="http://schemas.openxmlformats.org/officeDocument/2006/relationships/image" Target="../media/image587.emf"/><Relationship Id="rId4" Type="http://schemas.openxmlformats.org/officeDocument/2006/relationships/image" Target="../media/image567.emf"/><Relationship Id="rId9" Type="http://schemas.openxmlformats.org/officeDocument/2006/relationships/oleObject" Target="../embeddings/oleObject572.bin"/><Relationship Id="rId14" Type="http://schemas.openxmlformats.org/officeDocument/2006/relationships/image" Target="../media/image572.emf"/><Relationship Id="rId22" Type="http://schemas.openxmlformats.org/officeDocument/2006/relationships/image" Target="../media/image576.emf"/><Relationship Id="rId27" Type="http://schemas.openxmlformats.org/officeDocument/2006/relationships/oleObject" Target="../embeddings/oleObject581.bin"/><Relationship Id="rId30" Type="http://schemas.openxmlformats.org/officeDocument/2006/relationships/image" Target="../media/image580.emf"/><Relationship Id="rId35" Type="http://schemas.openxmlformats.org/officeDocument/2006/relationships/oleObject" Target="../embeddings/oleObject585.bin"/><Relationship Id="rId43" Type="http://schemas.openxmlformats.org/officeDocument/2006/relationships/oleObject" Target="../embeddings/oleObject589.bin"/><Relationship Id="rId48" Type="http://schemas.openxmlformats.org/officeDocument/2006/relationships/image" Target="../media/image589.emf"/><Relationship Id="rId8" Type="http://schemas.openxmlformats.org/officeDocument/2006/relationships/image" Target="../media/image569.e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3.emf"/><Relationship Id="rId13" Type="http://schemas.openxmlformats.org/officeDocument/2006/relationships/oleObject" Target="../embeddings/oleObject598.bin"/><Relationship Id="rId18" Type="http://schemas.openxmlformats.org/officeDocument/2006/relationships/image" Target="../media/image598.emf"/><Relationship Id="rId3" Type="http://schemas.openxmlformats.org/officeDocument/2006/relationships/oleObject" Target="../embeddings/oleObject593.bin"/><Relationship Id="rId7" Type="http://schemas.openxmlformats.org/officeDocument/2006/relationships/oleObject" Target="../embeddings/oleObject595.bin"/><Relationship Id="rId12" Type="http://schemas.openxmlformats.org/officeDocument/2006/relationships/image" Target="../media/image595.emf"/><Relationship Id="rId17" Type="http://schemas.openxmlformats.org/officeDocument/2006/relationships/oleObject" Target="../embeddings/oleObject6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97.emf"/><Relationship Id="rId1" Type="http://schemas.openxmlformats.org/officeDocument/2006/relationships/vmlDrawing" Target="../drawings/vmlDrawing59.vml"/><Relationship Id="rId6" Type="http://schemas.openxmlformats.org/officeDocument/2006/relationships/image" Target="../media/image592.emf"/><Relationship Id="rId11" Type="http://schemas.openxmlformats.org/officeDocument/2006/relationships/oleObject" Target="../embeddings/oleObject597.bin"/><Relationship Id="rId5" Type="http://schemas.openxmlformats.org/officeDocument/2006/relationships/oleObject" Target="../embeddings/oleObject594.bin"/><Relationship Id="rId15" Type="http://schemas.openxmlformats.org/officeDocument/2006/relationships/oleObject" Target="../embeddings/oleObject599.bin"/><Relationship Id="rId10" Type="http://schemas.openxmlformats.org/officeDocument/2006/relationships/image" Target="../media/image594.emf"/><Relationship Id="rId4" Type="http://schemas.openxmlformats.org/officeDocument/2006/relationships/image" Target="../media/image591.emf"/><Relationship Id="rId9" Type="http://schemas.openxmlformats.org/officeDocument/2006/relationships/oleObject" Target="../embeddings/oleObject596.bin"/><Relationship Id="rId14" Type="http://schemas.openxmlformats.org/officeDocument/2006/relationships/image" Target="../media/image596.e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wmf"/><Relationship Id="rId3" Type="http://schemas.openxmlformats.org/officeDocument/2006/relationships/slide" Target="slide23.xml"/><Relationship Id="rId7" Type="http://schemas.openxmlformats.org/officeDocument/2006/relationships/oleObject" Target="../embeddings/oleObject6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599.wmf"/><Relationship Id="rId11" Type="http://schemas.openxmlformats.org/officeDocument/2006/relationships/image" Target="../media/image662.png"/><Relationship Id="rId5" Type="http://schemas.openxmlformats.org/officeDocument/2006/relationships/oleObject" Target="../embeddings/oleObject601.bin"/><Relationship Id="rId10" Type="http://schemas.openxmlformats.org/officeDocument/2006/relationships/image" Target="../media/image661.png"/><Relationship Id="rId4" Type="http://schemas.openxmlformats.org/officeDocument/2006/relationships/image" Target="../media/image659.png"/><Relationship Id="rId9" Type="http://schemas.openxmlformats.org/officeDocument/2006/relationships/image" Target="../media/image660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5.bin"/><Relationship Id="rId3" Type="http://schemas.openxmlformats.org/officeDocument/2006/relationships/slide" Target="slide14.xml"/><Relationship Id="rId7" Type="http://schemas.openxmlformats.org/officeDocument/2006/relationships/image" Target="../media/image60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1.vml"/><Relationship Id="rId6" Type="http://schemas.openxmlformats.org/officeDocument/2006/relationships/oleObject" Target="../embeddings/oleObject604.bin"/><Relationship Id="rId11" Type="http://schemas.openxmlformats.org/officeDocument/2006/relationships/image" Target="../media/image667.png"/><Relationship Id="rId5" Type="http://schemas.openxmlformats.org/officeDocument/2006/relationships/image" Target="../media/image601.wmf"/><Relationship Id="rId10" Type="http://schemas.openxmlformats.org/officeDocument/2006/relationships/image" Target="../media/image666.png"/><Relationship Id="rId4" Type="http://schemas.openxmlformats.org/officeDocument/2006/relationships/oleObject" Target="../embeddings/oleObject603.bin"/><Relationship Id="rId9" Type="http://schemas.openxmlformats.org/officeDocument/2006/relationships/image" Target="../media/image603.w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6.emf"/><Relationship Id="rId13" Type="http://schemas.openxmlformats.org/officeDocument/2006/relationships/oleObject" Target="../embeddings/oleObject611.bin"/><Relationship Id="rId18" Type="http://schemas.openxmlformats.org/officeDocument/2006/relationships/image" Target="../media/image611.emf"/><Relationship Id="rId3" Type="http://schemas.openxmlformats.org/officeDocument/2006/relationships/oleObject" Target="../embeddings/oleObject606.bin"/><Relationship Id="rId7" Type="http://schemas.openxmlformats.org/officeDocument/2006/relationships/oleObject" Target="../embeddings/oleObject608.bin"/><Relationship Id="rId12" Type="http://schemas.openxmlformats.org/officeDocument/2006/relationships/image" Target="../media/image608.emf"/><Relationship Id="rId17" Type="http://schemas.openxmlformats.org/officeDocument/2006/relationships/oleObject" Target="../embeddings/oleObject6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0.emf"/><Relationship Id="rId1" Type="http://schemas.openxmlformats.org/officeDocument/2006/relationships/vmlDrawing" Target="../drawings/vmlDrawing62.vml"/><Relationship Id="rId6" Type="http://schemas.openxmlformats.org/officeDocument/2006/relationships/image" Target="../media/image605.emf"/><Relationship Id="rId11" Type="http://schemas.openxmlformats.org/officeDocument/2006/relationships/oleObject" Target="../embeddings/oleObject610.bin"/><Relationship Id="rId5" Type="http://schemas.openxmlformats.org/officeDocument/2006/relationships/oleObject" Target="../embeddings/oleObject607.bin"/><Relationship Id="rId15" Type="http://schemas.openxmlformats.org/officeDocument/2006/relationships/oleObject" Target="../embeddings/oleObject612.bin"/><Relationship Id="rId10" Type="http://schemas.openxmlformats.org/officeDocument/2006/relationships/image" Target="../media/image607.emf"/><Relationship Id="rId4" Type="http://schemas.openxmlformats.org/officeDocument/2006/relationships/image" Target="../media/image604.emf"/><Relationship Id="rId9" Type="http://schemas.openxmlformats.org/officeDocument/2006/relationships/oleObject" Target="../embeddings/oleObject609.bin"/><Relationship Id="rId14" Type="http://schemas.openxmlformats.org/officeDocument/2006/relationships/image" Target="../media/image609.emf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7.png"/><Relationship Id="rId13" Type="http://schemas.openxmlformats.org/officeDocument/2006/relationships/image" Target="../media/image622.png"/><Relationship Id="rId3" Type="http://schemas.openxmlformats.org/officeDocument/2006/relationships/image" Target="../media/image612.png"/><Relationship Id="rId7" Type="http://schemas.openxmlformats.org/officeDocument/2006/relationships/image" Target="../media/image616.png"/><Relationship Id="rId12" Type="http://schemas.openxmlformats.org/officeDocument/2006/relationships/image" Target="../media/image621.png"/><Relationship Id="rId2" Type="http://schemas.openxmlformats.org/officeDocument/2006/relationships/image" Target="../media/image6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5.png"/><Relationship Id="rId11" Type="http://schemas.openxmlformats.org/officeDocument/2006/relationships/image" Target="../media/image620.png"/><Relationship Id="rId5" Type="http://schemas.openxmlformats.org/officeDocument/2006/relationships/image" Target="../media/image614.png"/><Relationship Id="rId10" Type="http://schemas.openxmlformats.org/officeDocument/2006/relationships/image" Target="../media/image619.png"/><Relationship Id="rId4" Type="http://schemas.openxmlformats.org/officeDocument/2006/relationships/image" Target="../media/image613.png"/><Relationship Id="rId9" Type="http://schemas.openxmlformats.org/officeDocument/2006/relationships/image" Target="../media/image618.png"/><Relationship Id="rId14" Type="http://schemas.openxmlformats.org/officeDocument/2006/relationships/image" Target="../media/image623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4.emf"/><Relationship Id="rId3" Type="http://schemas.openxmlformats.org/officeDocument/2006/relationships/oleObject" Target="../embeddings/oleObject614.bin"/><Relationship Id="rId7" Type="http://schemas.openxmlformats.org/officeDocument/2006/relationships/oleObject" Target="../embeddings/oleObject6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613.emf"/><Relationship Id="rId5" Type="http://schemas.openxmlformats.org/officeDocument/2006/relationships/oleObject" Target="../embeddings/oleObject615.bin"/><Relationship Id="rId10" Type="http://schemas.openxmlformats.org/officeDocument/2006/relationships/image" Target="../media/image615.emf"/><Relationship Id="rId4" Type="http://schemas.openxmlformats.org/officeDocument/2006/relationships/image" Target="../media/image612.emf"/><Relationship Id="rId9" Type="http://schemas.openxmlformats.org/officeDocument/2006/relationships/oleObject" Target="../embeddings/oleObject617.bin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8.emf"/><Relationship Id="rId3" Type="http://schemas.openxmlformats.org/officeDocument/2006/relationships/oleObject" Target="../embeddings/oleObject618.bin"/><Relationship Id="rId7" Type="http://schemas.openxmlformats.org/officeDocument/2006/relationships/oleObject" Target="../embeddings/oleObject620.bin"/><Relationship Id="rId12" Type="http://schemas.openxmlformats.org/officeDocument/2006/relationships/image" Target="../media/image62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4.vml"/><Relationship Id="rId6" Type="http://schemas.openxmlformats.org/officeDocument/2006/relationships/image" Target="../media/image617.emf"/><Relationship Id="rId11" Type="http://schemas.openxmlformats.org/officeDocument/2006/relationships/oleObject" Target="../embeddings/oleObject622.bin"/><Relationship Id="rId5" Type="http://schemas.openxmlformats.org/officeDocument/2006/relationships/oleObject" Target="../embeddings/oleObject619.bin"/><Relationship Id="rId10" Type="http://schemas.openxmlformats.org/officeDocument/2006/relationships/image" Target="../media/image619.emf"/><Relationship Id="rId4" Type="http://schemas.openxmlformats.org/officeDocument/2006/relationships/image" Target="../media/image616.emf"/><Relationship Id="rId9" Type="http://schemas.openxmlformats.org/officeDocument/2006/relationships/oleObject" Target="../embeddings/oleObject621.bin"/></Relationships>
</file>

<file path=ppt/slides/_rels/slide8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28.bin"/><Relationship Id="rId18" Type="http://schemas.openxmlformats.org/officeDocument/2006/relationships/image" Target="../media/image628.emf"/><Relationship Id="rId26" Type="http://schemas.openxmlformats.org/officeDocument/2006/relationships/image" Target="../media/image632.emf"/><Relationship Id="rId39" Type="http://schemas.openxmlformats.org/officeDocument/2006/relationships/oleObject" Target="../embeddings/oleObject641.bin"/><Relationship Id="rId21" Type="http://schemas.openxmlformats.org/officeDocument/2006/relationships/oleObject" Target="../embeddings/oleObject632.bin"/><Relationship Id="rId34" Type="http://schemas.openxmlformats.org/officeDocument/2006/relationships/image" Target="../media/image636.emf"/><Relationship Id="rId42" Type="http://schemas.openxmlformats.org/officeDocument/2006/relationships/image" Target="../media/image640.emf"/><Relationship Id="rId47" Type="http://schemas.openxmlformats.org/officeDocument/2006/relationships/oleObject" Target="../embeddings/oleObject645.bin"/><Relationship Id="rId50" Type="http://schemas.openxmlformats.org/officeDocument/2006/relationships/image" Target="../media/image644.emf"/><Relationship Id="rId55" Type="http://schemas.openxmlformats.org/officeDocument/2006/relationships/oleObject" Target="../embeddings/oleObject649.bin"/><Relationship Id="rId7" Type="http://schemas.openxmlformats.org/officeDocument/2006/relationships/oleObject" Target="../embeddings/oleObject625.bin"/><Relationship Id="rId12" Type="http://schemas.openxmlformats.org/officeDocument/2006/relationships/image" Target="../media/image625.emf"/><Relationship Id="rId17" Type="http://schemas.openxmlformats.org/officeDocument/2006/relationships/oleObject" Target="../embeddings/oleObject630.bin"/><Relationship Id="rId25" Type="http://schemas.openxmlformats.org/officeDocument/2006/relationships/oleObject" Target="../embeddings/oleObject634.bin"/><Relationship Id="rId33" Type="http://schemas.openxmlformats.org/officeDocument/2006/relationships/oleObject" Target="../embeddings/oleObject638.bin"/><Relationship Id="rId38" Type="http://schemas.openxmlformats.org/officeDocument/2006/relationships/image" Target="../media/image638.emf"/><Relationship Id="rId46" Type="http://schemas.openxmlformats.org/officeDocument/2006/relationships/image" Target="../media/image642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27.emf"/><Relationship Id="rId20" Type="http://schemas.openxmlformats.org/officeDocument/2006/relationships/image" Target="../media/image629.emf"/><Relationship Id="rId29" Type="http://schemas.openxmlformats.org/officeDocument/2006/relationships/oleObject" Target="../embeddings/oleObject636.bin"/><Relationship Id="rId41" Type="http://schemas.openxmlformats.org/officeDocument/2006/relationships/oleObject" Target="../embeddings/oleObject642.bin"/><Relationship Id="rId54" Type="http://schemas.openxmlformats.org/officeDocument/2006/relationships/image" Target="../media/image646.emf"/><Relationship Id="rId1" Type="http://schemas.openxmlformats.org/officeDocument/2006/relationships/vmlDrawing" Target="../drawings/vmlDrawing65.vml"/><Relationship Id="rId6" Type="http://schemas.openxmlformats.org/officeDocument/2006/relationships/image" Target="../media/image622.emf"/><Relationship Id="rId11" Type="http://schemas.openxmlformats.org/officeDocument/2006/relationships/oleObject" Target="../embeddings/oleObject627.bin"/><Relationship Id="rId24" Type="http://schemas.openxmlformats.org/officeDocument/2006/relationships/image" Target="../media/image631.emf"/><Relationship Id="rId32" Type="http://schemas.openxmlformats.org/officeDocument/2006/relationships/image" Target="../media/image635.emf"/><Relationship Id="rId37" Type="http://schemas.openxmlformats.org/officeDocument/2006/relationships/oleObject" Target="../embeddings/oleObject640.bin"/><Relationship Id="rId40" Type="http://schemas.openxmlformats.org/officeDocument/2006/relationships/image" Target="../media/image639.emf"/><Relationship Id="rId45" Type="http://schemas.openxmlformats.org/officeDocument/2006/relationships/oleObject" Target="../embeddings/oleObject644.bin"/><Relationship Id="rId53" Type="http://schemas.openxmlformats.org/officeDocument/2006/relationships/oleObject" Target="../embeddings/oleObject648.bin"/><Relationship Id="rId58" Type="http://schemas.openxmlformats.org/officeDocument/2006/relationships/image" Target="../media/image648.emf"/><Relationship Id="rId5" Type="http://schemas.openxmlformats.org/officeDocument/2006/relationships/oleObject" Target="../embeddings/oleObject624.bin"/><Relationship Id="rId15" Type="http://schemas.openxmlformats.org/officeDocument/2006/relationships/oleObject" Target="../embeddings/oleObject629.bin"/><Relationship Id="rId23" Type="http://schemas.openxmlformats.org/officeDocument/2006/relationships/oleObject" Target="../embeddings/oleObject633.bin"/><Relationship Id="rId28" Type="http://schemas.openxmlformats.org/officeDocument/2006/relationships/image" Target="../media/image633.emf"/><Relationship Id="rId36" Type="http://schemas.openxmlformats.org/officeDocument/2006/relationships/image" Target="../media/image637.emf"/><Relationship Id="rId49" Type="http://schemas.openxmlformats.org/officeDocument/2006/relationships/oleObject" Target="../embeddings/oleObject646.bin"/><Relationship Id="rId57" Type="http://schemas.openxmlformats.org/officeDocument/2006/relationships/oleObject" Target="../embeddings/oleObject650.bin"/><Relationship Id="rId10" Type="http://schemas.openxmlformats.org/officeDocument/2006/relationships/image" Target="../media/image624.emf"/><Relationship Id="rId19" Type="http://schemas.openxmlformats.org/officeDocument/2006/relationships/oleObject" Target="../embeddings/oleObject631.bin"/><Relationship Id="rId31" Type="http://schemas.openxmlformats.org/officeDocument/2006/relationships/oleObject" Target="../embeddings/oleObject637.bin"/><Relationship Id="rId44" Type="http://schemas.openxmlformats.org/officeDocument/2006/relationships/image" Target="../media/image641.emf"/><Relationship Id="rId52" Type="http://schemas.openxmlformats.org/officeDocument/2006/relationships/image" Target="../media/image645.emf"/><Relationship Id="rId4" Type="http://schemas.openxmlformats.org/officeDocument/2006/relationships/image" Target="../media/image621.emf"/><Relationship Id="rId9" Type="http://schemas.openxmlformats.org/officeDocument/2006/relationships/oleObject" Target="../embeddings/oleObject626.bin"/><Relationship Id="rId14" Type="http://schemas.openxmlformats.org/officeDocument/2006/relationships/image" Target="../media/image626.emf"/><Relationship Id="rId22" Type="http://schemas.openxmlformats.org/officeDocument/2006/relationships/image" Target="../media/image630.emf"/><Relationship Id="rId27" Type="http://schemas.openxmlformats.org/officeDocument/2006/relationships/oleObject" Target="../embeddings/oleObject635.bin"/><Relationship Id="rId30" Type="http://schemas.openxmlformats.org/officeDocument/2006/relationships/image" Target="../media/image634.emf"/><Relationship Id="rId35" Type="http://schemas.openxmlformats.org/officeDocument/2006/relationships/oleObject" Target="../embeddings/oleObject639.bin"/><Relationship Id="rId43" Type="http://schemas.openxmlformats.org/officeDocument/2006/relationships/oleObject" Target="../embeddings/oleObject643.bin"/><Relationship Id="rId48" Type="http://schemas.openxmlformats.org/officeDocument/2006/relationships/image" Target="../media/image643.emf"/><Relationship Id="rId56" Type="http://schemas.openxmlformats.org/officeDocument/2006/relationships/image" Target="../media/image647.emf"/><Relationship Id="rId8" Type="http://schemas.openxmlformats.org/officeDocument/2006/relationships/image" Target="../media/image623.emf"/><Relationship Id="rId51" Type="http://schemas.openxmlformats.org/officeDocument/2006/relationships/oleObject" Target="../embeddings/oleObject647.bin"/><Relationship Id="rId3" Type="http://schemas.openxmlformats.org/officeDocument/2006/relationships/oleObject" Target="../embeddings/oleObject623.bin"/></Relationships>
</file>

<file path=ppt/slides/_rels/slide8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56.bin"/><Relationship Id="rId18" Type="http://schemas.openxmlformats.org/officeDocument/2006/relationships/image" Target="../media/image656.emf"/><Relationship Id="rId26" Type="http://schemas.openxmlformats.org/officeDocument/2006/relationships/image" Target="../media/image660.emf"/><Relationship Id="rId39" Type="http://schemas.openxmlformats.org/officeDocument/2006/relationships/oleObject" Target="../embeddings/oleObject669.bin"/><Relationship Id="rId21" Type="http://schemas.openxmlformats.org/officeDocument/2006/relationships/oleObject" Target="../embeddings/oleObject660.bin"/><Relationship Id="rId34" Type="http://schemas.openxmlformats.org/officeDocument/2006/relationships/image" Target="../media/image664.emf"/><Relationship Id="rId42" Type="http://schemas.openxmlformats.org/officeDocument/2006/relationships/image" Target="../media/image668.emf"/><Relationship Id="rId47" Type="http://schemas.openxmlformats.org/officeDocument/2006/relationships/oleObject" Target="../embeddings/oleObject673.bin"/><Relationship Id="rId50" Type="http://schemas.openxmlformats.org/officeDocument/2006/relationships/image" Target="../media/image672.emf"/><Relationship Id="rId55" Type="http://schemas.openxmlformats.org/officeDocument/2006/relationships/oleObject" Target="../embeddings/oleObject677.bin"/><Relationship Id="rId7" Type="http://schemas.openxmlformats.org/officeDocument/2006/relationships/oleObject" Target="../embeddings/oleObject6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55.emf"/><Relationship Id="rId20" Type="http://schemas.openxmlformats.org/officeDocument/2006/relationships/image" Target="../media/image657.emf"/><Relationship Id="rId29" Type="http://schemas.openxmlformats.org/officeDocument/2006/relationships/oleObject" Target="../embeddings/oleObject664.bin"/><Relationship Id="rId41" Type="http://schemas.openxmlformats.org/officeDocument/2006/relationships/oleObject" Target="../embeddings/oleObject670.bin"/><Relationship Id="rId54" Type="http://schemas.openxmlformats.org/officeDocument/2006/relationships/image" Target="../media/image674.emf"/><Relationship Id="rId62" Type="http://schemas.openxmlformats.org/officeDocument/2006/relationships/image" Target="../media/image678.emf"/><Relationship Id="rId1" Type="http://schemas.openxmlformats.org/officeDocument/2006/relationships/vmlDrawing" Target="../drawings/vmlDrawing66.vml"/><Relationship Id="rId6" Type="http://schemas.openxmlformats.org/officeDocument/2006/relationships/image" Target="../media/image650.emf"/><Relationship Id="rId11" Type="http://schemas.openxmlformats.org/officeDocument/2006/relationships/oleObject" Target="../embeddings/oleObject655.bin"/><Relationship Id="rId24" Type="http://schemas.openxmlformats.org/officeDocument/2006/relationships/image" Target="../media/image659.emf"/><Relationship Id="rId32" Type="http://schemas.openxmlformats.org/officeDocument/2006/relationships/image" Target="../media/image663.emf"/><Relationship Id="rId37" Type="http://schemas.openxmlformats.org/officeDocument/2006/relationships/oleObject" Target="../embeddings/oleObject668.bin"/><Relationship Id="rId40" Type="http://schemas.openxmlformats.org/officeDocument/2006/relationships/image" Target="../media/image667.emf"/><Relationship Id="rId45" Type="http://schemas.openxmlformats.org/officeDocument/2006/relationships/oleObject" Target="../embeddings/oleObject672.bin"/><Relationship Id="rId53" Type="http://schemas.openxmlformats.org/officeDocument/2006/relationships/oleObject" Target="../embeddings/oleObject676.bin"/><Relationship Id="rId58" Type="http://schemas.openxmlformats.org/officeDocument/2006/relationships/image" Target="../media/image676.emf"/><Relationship Id="rId5" Type="http://schemas.openxmlformats.org/officeDocument/2006/relationships/oleObject" Target="../embeddings/oleObject652.bin"/><Relationship Id="rId15" Type="http://schemas.openxmlformats.org/officeDocument/2006/relationships/oleObject" Target="../embeddings/oleObject657.bin"/><Relationship Id="rId23" Type="http://schemas.openxmlformats.org/officeDocument/2006/relationships/oleObject" Target="../embeddings/oleObject661.bin"/><Relationship Id="rId28" Type="http://schemas.openxmlformats.org/officeDocument/2006/relationships/image" Target="../media/image661.emf"/><Relationship Id="rId36" Type="http://schemas.openxmlformats.org/officeDocument/2006/relationships/image" Target="../media/image665.emf"/><Relationship Id="rId49" Type="http://schemas.openxmlformats.org/officeDocument/2006/relationships/oleObject" Target="../embeddings/oleObject674.bin"/><Relationship Id="rId57" Type="http://schemas.openxmlformats.org/officeDocument/2006/relationships/oleObject" Target="../embeddings/oleObject678.bin"/><Relationship Id="rId61" Type="http://schemas.openxmlformats.org/officeDocument/2006/relationships/oleObject" Target="../embeddings/oleObject680.bin"/><Relationship Id="rId10" Type="http://schemas.openxmlformats.org/officeDocument/2006/relationships/image" Target="../media/image652.emf"/><Relationship Id="rId19" Type="http://schemas.openxmlformats.org/officeDocument/2006/relationships/oleObject" Target="../embeddings/oleObject659.bin"/><Relationship Id="rId31" Type="http://schemas.openxmlformats.org/officeDocument/2006/relationships/oleObject" Target="../embeddings/oleObject665.bin"/><Relationship Id="rId44" Type="http://schemas.openxmlformats.org/officeDocument/2006/relationships/image" Target="../media/image669.emf"/><Relationship Id="rId52" Type="http://schemas.openxmlformats.org/officeDocument/2006/relationships/image" Target="../media/image673.emf"/><Relationship Id="rId60" Type="http://schemas.openxmlformats.org/officeDocument/2006/relationships/image" Target="../media/image677.emf"/><Relationship Id="rId4" Type="http://schemas.openxmlformats.org/officeDocument/2006/relationships/image" Target="../media/image649.emf"/><Relationship Id="rId9" Type="http://schemas.openxmlformats.org/officeDocument/2006/relationships/oleObject" Target="../embeddings/oleObject654.bin"/><Relationship Id="rId14" Type="http://schemas.openxmlformats.org/officeDocument/2006/relationships/image" Target="../media/image654.emf"/><Relationship Id="rId22" Type="http://schemas.openxmlformats.org/officeDocument/2006/relationships/image" Target="../media/image658.emf"/><Relationship Id="rId27" Type="http://schemas.openxmlformats.org/officeDocument/2006/relationships/oleObject" Target="../embeddings/oleObject663.bin"/><Relationship Id="rId30" Type="http://schemas.openxmlformats.org/officeDocument/2006/relationships/image" Target="../media/image662.emf"/><Relationship Id="rId35" Type="http://schemas.openxmlformats.org/officeDocument/2006/relationships/oleObject" Target="../embeddings/oleObject667.bin"/><Relationship Id="rId43" Type="http://schemas.openxmlformats.org/officeDocument/2006/relationships/oleObject" Target="../embeddings/oleObject671.bin"/><Relationship Id="rId48" Type="http://schemas.openxmlformats.org/officeDocument/2006/relationships/image" Target="../media/image671.emf"/><Relationship Id="rId56" Type="http://schemas.openxmlformats.org/officeDocument/2006/relationships/image" Target="../media/image675.emf"/><Relationship Id="rId8" Type="http://schemas.openxmlformats.org/officeDocument/2006/relationships/image" Target="../media/image651.emf"/><Relationship Id="rId51" Type="http://schemas.openxmlformats.org/officeDocument/2006/relationships/oleObject" Target="../embeddings/oleObject675.bin"/><Relationship Id="rId3" Type="http://schemas.openxmlformats.org/officeDocument/2006/relationships/oleObject" Target="../embeddings/oleObject651.bin"/><Relationship Id="rId12" Type="http://schemas.openxmlformats.org/officeDocument/2006/relationships/image" Target="../media/image653.emf"/><Relationship Id="rId17" Type="http://schemas.openxmlformats.org/officeDocument/2006/relationships/oleObject" Target="../embeddings/oleObject658.bin"/><Relationship Id="rId25" Type="http://schemas.openxmlformats.org/officeDocument/2006/relationships/oleObject" Target="../embeddings/oleObject662.bin"/><Relationship Id="rId33" Type="http://schemas.openxmlformats.org/officeDocument/2006/relationships/oleObject" Target="../embeddings/oleObject666.bin"/><Relationship Id="rId38" Type="http://schemas.openxmlformats.org/officeDocument/2006/relationships/image" Target="../media/image666.emf"/><Relationship Id="rId46" Type="http://schemas.openxmlformats.org/officeDocument/2006/relationships/image" Target="../media/image670.emf"/><Relationship Id="rId59" Type="http://schemas.openxmlformats.org/officeDocument/2006/relationships/oleObject" Target="../embeddings/oleObject679.bin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3.emf"/><Relationship Id="rId13" Type="http://schemas.openxmlformats.org/officeDocument/2006/relationships/oleObject" Target="../embeddings/oleObject624.bin"/><Relationship Id="rId18" Type="http://schemas.openxmlformats.org/officeDocument/2006/relationships/image" Target="../media/image663.emf"/><Relationship Id="rId26" Type="http://schemas.openxmlformats.org/officeDocument/2006/relationships/image" Target="../media/image676.emf"/><Relationship Id="rId3" Type="http://schemas.openxmlformats.org/officeDocument/2006/relationships/image" Target="../media/image680.png"/><Relationship Id="rId21" Type="http://schemas.openxmlformats.org/officeDocument/2006/relationships/oleObject" Target="../embeddings/oleObject676.bin"/><Relationship Id="rId34" Type="http://schemas.openxmlformats.org/officeDocument/2006/relationships/image" Target="../media/image687.png"/><Relationship Id="rId7" Type="http://schemas.openxmlformats.org/officeDocument/2006/relationships/oleObject" Target="../embeddings/oleObject645.bin"/><Relationship Id="rId12" Type="http://schemas.openxmlformats.org/officeDocument/2006/relationships/image" Target="../media/image645.emf"/><Relationship Id="rId17" Type="http://schemas.openxmlformats.org/officeDocument/2006/relationships/oleObject" Target="../embeddings/oleObject665.bin"/><Relationship Id="rId25" Type="http://schemas.openxmlformats.org/officeDocument/2006/relationships/oleObject" Target="../embeddings/oleObject678.bin"/><Relationship Id="rId33" Type="http://schemas.openxmlformats.org/officeDocument/2006/relationships/image" Target="../media/image649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83.png"/><Relationship Id="rId20" Type="http://schemas.openxmlformats.org/officeDocument/2006/relationships/image" Target="../media/image680.wmf"/><Relationship Id="rId29" Type="http://schemas.openxmlformats.org/officeDocument/2006/relationships/image" Target="../media/image684.png"/><Relationship Id="rId1" Type="http://schemas.openxmlformats.org/officeDocument/2006/relationships/vmlDrawing" Target="../drawings/vmlDrawing67.vml"/><Relationship Id="rId6" Type="http://schemas.openxmlformats.org/officeDocument/2006/relationships/image" Target="../media/image679.wmf"/><Relationship Id="rId11" Type="http://schemas.openxmlformats.org/officeDocument/2006/relationships/oleObject" Target="../embeddings/oleObject647.bin"/><Relationship Id="rId24" Type="http://schemas.openxmlformats.org/officeDocument/2006/relationships/image" Target="../media/image675.emf"/><Relationship Id="rId32" Type="http://schemas.openxmlformats.org/officeDocument/2006/relationships/oleObject" Target="../embeddings/oleObject651.bin"/><Relationship Id="rId5" Type="http://schemas.openxmlformats.org/officeDocument/2006/relationships/oleObject" Target="../embeddings/oleObject681.bin"/><Relationship Id="rId15" Type="http://schemas.openxmlformats.org/officeDocument/2006/relationships/image" Target="../media/image682.png"/><Relationship Id="rId23" Type="http://schemas.openxmlformats.org/officeDocument/2006/relationships/oleObject" Target="../embeddings/oleObject677.bin"/><Relationship Id="rId28" Type="http://schemas.openxmlformats.org/officeDocument/2006/relationships/image" Target="../media/image677.emf"/><Relationship Id="rId10" Type="http://schemas.openxmlformats.org/officeDocument/2006/relationships/image" Target="../media/image644.emf"/><Relationship Id="rId19" Type="http://schemas.openxmlformats.org/officeDocument/2006/relationships/oleObject" Target="../embeddings/oleObject682.bin"/><Relationship Id="rId31" Type="http://schemas.openxmlformats.org/officeDocument/2006/relationships/image" Target="../media/image686.png"/><Relationship Id="rId4" Type="http://schemas.openxmlformats.org/officeDocument/2006/relationships/image" Target="../media/image681.png"/><Relationship Id="rId9" Type="http://schemas.openxmlformats.org/officeDocument/2006/relationships/oleObject" Target="../embeddings/oleObject646.bin"/><Relationship Id="rId14" Type="http://schemas.openxmlformats.org/officeDocument/2006/relationships/image" Target="../media/image622.emf"/><Relationship Id="rId22" Type="http://schemas.openxmlformats.org/officeDocument/2006/relationships/image" Target="../media/image674.emf"/><Relationship Id="rId27" Type="http://schemas.openxmlformats.org/officeDocument/2006/relationships/oleObject" Target="../embeddings/oleObject679.bin"/><Relationship Id="rId30" Type="http://schemas.openxmlformats.org/officeDocument/2006/relationships/image" Target="../media/image685.png"/><Relationship Id="rId35" Type="http://schemas.openxmlformats.org/officeDocument/2006/relationships/image" Target="../media/image688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3.emf"/><Relationship Id="rId3" Type="http://schemas.openxmlformats.org/officeDocument/2006/relationships/oleObject" Target="../embeddings/oleObject683.bin"/><Relationship Id="rId7" Type="http://schemas.openxmlformats.org/officeDocument/2006/relationships/oleObject" Target="../embeddings/oleObject68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682.emf"/><Relationship Id="rId5" Type="http://schemas.openxmlformats.org/officeDocument/2006/relationships/oleObject" Target="../embeddings/oleObject684.bin"/><Relationship Id="rId10" Type="http://schemas.openxmlformats.org/officeDocument/2006/relationships/image" Target="../media/image684.emf"/><Relationship Id="rId4" Type="http://schemas.openxmlformats.org/officeDocument/2006/relationships/image" Target="../media/image681.emf"/><Relationship Id="rId9" Type="http://schemas.openxmlformats.org/officeDocument/2006/relationships/oleObject" Target="../embeddings/oleObject686.bin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92.bin"/><Relationship Id="rId18" Type="http://schemas.openxmlformats.org/officeDocument/2006/relationships/image" Target="../media/image692.emf"/><Relationship Id="rId26" Type="http://schemas.openxmlformats.org/officeDocument/2006/relationships/image" Target="../media/image696.emf"/><Relationship Id="rId39" Type="http://schemas.openxmlformats.org/officeDocument/2006/relationships/oleObject" Target="../embeddings/oleObject705.bin"/><Relationship Id="rId3" Type="http://schemas.openxmlformats.org/officeDocument/2006/relationships/oleObject" Target="../embeddings/oleObject687.bin"/><Relationship Id="rId21" Type="http://schemas.openxmlformats.org/officeDocument/2006/relationships/oleObject" Target="../embeddings/oleObject696.bin"/><Relationship Id="rId34" Type="http://schemas.openxmlformats.org/officeDocument/2006/relationships/image" Target="../media/image700.emf"/><Relationship Id="rId42" Type="http://schemas.openxmlformats.org/officeDocument/2006/relationships/image" Target="../media/image704.emf"/><Relationship Id="rId47" Type="http://schemas.openxmlformats.org/officeDocument/2006/relationships/oleObject" Target="../embeddings/oleObject709.bin"/><Relationship Id="rId50" Type="http://schemas.openxmlformats.org/officeDocument/2006/relationships/image" Target="../media/image708.emf"/><Relationship Id="rId7" Type="http://schemas.openxmlformats.org/officeDocument/2006/relationships/oleObject" Target="../embeddings/oleObject689.bin"/><Relationship Id="rId12" Type="http://schemas.openxmlformats.org/officeDocument/2006/relationships/image" Target="../media/image689.emf"/><Relationship Id="rId17" Type="http://schemas.openxmlformats.org/officeDocument/2006/relationships/oleObject" Target="../embeddings/oleObject694.bin"/><Relationship Id="rId25" Type="http://schemas.openxmlformats.org/officeDocument/2006/relationships/oleObject" Target="../embeddings/oleObject698.bin"/><Relationship Id="rId33" Type="http://schemas.openxmlformats.org/officeDocument/2006/relationships/oleObject" Target="../embeddings/oleObject702.bin"/><Relationship Id="rId38" Type="http://schemas.openxmlformats.org/officeDocument/2006/relationships/image" Target="../media/image702.emf"/><Relationship Id="rId46" Type="http://schemas.openxmlformats.org/officeDocument/2006/relationships/image" Target="../media/image70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91.emf"/><Relationship Id="rId20" Type="http://schemas.openxmlformats.org/officeDocument/2006/relationships/image" Target="../media/image693.emf"/><Relationship Id="rId29" Type="http://schemas.openxmlformats.org/officeDocument/2006/relationships/oleObject" Target="../embeddings/oleObject700.bin"/><Relationship Id="rId41" Type="http://schemas.openxmlformats.org/officeDocument/2006/relationships/oleObject" Target="../embeddings/oleObject706.bin"/><Relationship Id="rId1" Type="http://schemas.openxmlformats.org/officeDocument/2006/relationships/vmlDrawing" Target="../drawings/vmlDrawing69.vml"/><Relationship Id="rId6" Type="http://schemas.openxmlformats.org/officeDocument/2006/relationships/image" Target="../media/image686.emf"/><Relationship Id="rId11" Type="http://schemas.openxmlformats.org/officeDocument/2006/relationships/oleObject" Target="../embeddings/oleObject691.bin"/><Relationship Id="rId24" Type="http://schemas.openxmlformats.org/officeDocument/2006/relationships/image" Target="../media/image695.emf"/><Relationship Id="rId32" Type="http://schemas.openxmlformats.org/officeDocument/2006/relationships/image" Target="../media/image699.emf"/><Relationship Id="rId37" Type="http://schemas.openxmlformats.org/officeDocument/2006/relationships/oleObject" Target="../embeddings/oleObject704.bin"/><Relationship Id="rId40" Type="http://schemas.openxmlformats.org/officeDocument/2006/relationships/image" Target="../media/image703.emf"/><Relationship Id="rId45" Type="http://schemas.openxmlformats.org/officeDocument/2006/relationships/oleObject" Target="../embeddings/oleObject708.bin"/><Relationship Id="rId5" Type="http://schemas.openxmlformats.org/officeDocument/2006/relationships/oleObject" Target="../embeddings/oleObject688.bin"/><Relationship Id="rId15" Type="http://schemas.openxmlformats.org/officeDocument/2006/relationships/oleObject" Target="../embeddings/oleObject693.bin"/><Relationship Id="rId23" Type="http://schemas.openxmlformats.org/officeDocument/2006/relationships/oleObject" Target="../embeddings/oleObject697.bin"/><Relationship Id="rId28" Type="http://schemas.openxmlformats.org/officeDocument/2006/relationships/image" Target="../media/image697.emf"/><Relationship Id="rId36" Type="http://schemas.openxmlformats.org/officeDocument/2006/relationships/image" Target="../media/image701.emf"/><Relationship Id="rId49" Type="http://schemas.openxmlformats.org/officeDocument/2006/relationships/oleObject" Target="../embeddings/oleObject710.bin"/><Relationship Id="rId10" Type="http://schemas.openxmlformats.org/officeDocument/2006/relationships/image" Target="../media/image688.emf"/><Relationship Id="rId19" Type="http://schemas.openxmlformats.org/officeDocument/2006/relationships/oleObject" Target="../embeddings/oleObject695.bin"/><Relationship Id="rId31" Type="http://schemas.openxmlformats.org/officeDocument/2006/relationships/oleObject" Target="../embeddings/oleObject701.bin"/><Relationship Id="rId44" Type="http://schemas.openxmlformats.org/officeDocument/2006/relationships/image" Target="../media/image705.emf"/><Relationship Id="rId4" Type="http://schemas.openxmlformats.org/officeDocument/2006/relationships/image" Target="../media/image685.emf"/><Relationship Id="rId9" Type="http://schemas.openxmlformats.org/officeDocument/2006/relationships/oleObject" Target="../embeddings/oleObject690.bin"/><Relationship Id="rId14" Type="http://schemas.openxmlformats.org/officeDocument/2006/relationships/image" Target="../media/image690.emf"/><Relationship Id="rId22" Type="http://schemas.openxmlformats.org/officeDocument/2006/relationships/image" Target="../media/image694.emf"/><Relationship Id="rId27" Type="http://schemas.openxmlformats.org/officeDocument/2006/relationships/oleObject" Target="../embeddings/oleObject699.bin"/><Relationship Id="rId30" Type="http://schemas.openxmlformats.org/officeDocument/2006/relationships/image" Target="../media/image698.emf"/><Relationship Id="rId35" Type="http://schemas.openxmlformats.org/officeDocument/2006/relationships/oleObject" Target="../embeddings/oleObject703.bin"/><Relationship Id="rId43" Type="http://schemas.openxmlformats.org/officeDocument/2006/relationships/oleObject" Target="../embeddings/oleObject707.bin"/><Relationship Id="rId48" Type="http://schemas.openxmlformats.org/officeDocument/2006/relationships/image" Target="../media/image707.emf"/><Relationship Id="rId8" Type="http://schemas.openxmlformats.org/officeDocument/2006/relationships/image" Target="../media/image687.emf"/></Relationships>
</file>

<file path=ppt/slides/_rels/slide8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16.bin"/><Relationship Id="rId18" Type="http://schemas.openxmlformats.org/officeDocument/2006/relationships/image" Target="../media/image716.emf"/><Relationship Id="rId26" Type="http://schemas.openxmlformats.org/officeDocument/2006/relationships/image" Target="../media/image720.emf"/><Relationship Id="rId39" Type="http://schemas.openxmlformats.org/officeDocument/2006/relationships/oleObject" Target="../embeddings/oleObject729.bin"/><Relationship Id="rId21" Type="http://schemas.openxmlformats.org/officeDocument/2006/relationships/oleObject" Target="../embeddings/oleObject720.bin"/><Relationship Id="rId34" Type="http://schemas.openxmlformats.org/officeDocument/2006/relationships/image" Target="../media/image724.emf"/><Relationship Id="rId42" Type="http://schemas.openxmlformats.org/officeDocument/2006/relationships/image" Target="../media/image728.emf"/><Relationship Id="rId47" Type="http://schemas.openxmlformats.org/officeDocument/2006/relationships/oleObject" Target="../embeddings/oleObject733.bin"/><Relationship Id="rId50" Type="http://schemas.openxmlformats.org/officeDocument/2006/relationships/image" Target="../media/image732.emf"/><Relationship Id="rId55" Type="http://schemas.openxmlformats.org/officeDocument/2006/relationships/oleObject" Target="../embeddings/oleObject737.bin"/><Relationship Id="rId7" Type="http://schemas.openxmlformats.org/officeDocument/2006/relationships/oleObject" Target="../embeddings/oleObject713.bin"/><Relationship Id="rId12" Type="http://schemas.openxmlformats.org/officeDocument/2006/relationships/image" Target="../media/image713.emf"/><Relationship Id="rId17" Type="http://schemas.openxmlformats.org/officeDocument/2006/relationships/oleObject" Target="../embeddings/oleObject718.bin"/><Relationship Id="rId25" Type="http://schemas.openxmlformats.org/officeDocument/2006/relationships/oleObject" Target="../embeddings/oleObject722.bin"/><Relationship Id="rId33" Type="http://schemas.openxmlformats.org/officeDocument/2006/relationships/oleObject" Target="../embeddings/oleObject726.bin"/><Relationship Id="rId38" Type="http://schemas.openxmlformats.org/officeDocument/2006/relationships/image" Target="../media/image726.emf"/><Relationship Id="rId46" Type="http://schemas.openxmlformats.org/officeDocument/2006/relationships/image" Target="../media/image730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15.emf"/><Relationship Id="rId20" Type="http://schemas.openxmlformats.org/officeDocument/2006/relationships/image" Target="../media/image717.emf"/><Relationship Id="rId29" Type="http://schemas.openxmlformats.org/officeDocument/2006/relationships/oleObject" Target="../embeddings/oleObject724.bin"/><Relationship Id="rId41" Type="http://schemas.openxmlformats.org/officeDocument/2006/relationships/oleObject" Target="../embeddings/oleObject730.bin"/><Relationship Id="rId54" Type="http://schemas.openxmlformats.org/officeDocument/2006/relationships/image" Target="../media/image734.emf"/><Relationship Id="rId1" Type="http://schemas.openxmlformats.org/officeDocument/2006/relationships/vmlDrawing" Target="../drawings/vmlDrawing70.vml"/><Relationship Id="rId6" Type="http://schemas.openxmlformats.org/officeDocument/2006/relationships/image" Target="../media/image710.emf"/><Relationship Id="rId11" Type="http://schemas.openxmlformats.org/officeDocument/2006/relationships/oleObject" Target="../embeddings/oleObject715.bin"/><Relationship Id="rId24" Type="http://schemas.openxmlformats.org/officeDocument/2006/relationships/image" Target="../media/image719.emf"/><Relationship Id="rId32" Type="http://schemas.openxmlformats.org/officeDocument/2006/relationships/image" Target="../media/image723.emf"/><Relationship Id="rId37" Type="http://schemas.openxmlformats.org/officeDocument/2006/relationships/oleObject" Target="../embeddings/oleObject728.bin"/><Relationship Id="rId40" Type="http://schemas.openxmlformats.org/officeDocument/2006/relationships/image" Target="../media/image727.emf"/><Relationship Id="rId45" Type="http://schemas.openxmlformats.org/officeDocument/2006/relationships/oleObject" Target="../embeddings/oleObject732.bin"/><Relationship Id="rId53" Type="http://schemas.openxmlformats.org/officeDocument/2006/relationships/oleObject" Target="../embeddings/oleObject736.bin"/><Relationship Id="rId5" Type="http://schemas.openxmlformats.org/officeDocument/2006/relationships/oleObject" Target="../embeddings/oleObject712.bin"/><Relationship Id="rId15" Type="http://schemas.openxmlformats.org/officeDocument/2006/relationships/oleObject" Target="../embeddings/oleObject717.bin"/><Relationship Id="rId23" Type="http://schemas.openxmlformats.org/officeDocument/2006/relationships/oleObject" Target="../embeddings/oleObject721.bin"/><Relationship Id="rId28" Type="http://schemas.openxmlformats.org/officeDocument/2006/relationships/image" Target="../media/image721.emf"/><Relationship Id="rId36" Type="http://schemas.openxmlformats.org/officeDocument/2006/relationships/image" Target="../media/image725.emf"/><Relationship Id="rId49" Type="http://schemas.openxmlformats.org/officeDocument/2006/relationships/oleObject" Target="../embeddings/oleObject734.bin"/><Relationship Id="rId10" Type="http://schemas.openxmlformats.org/officeDocument/2006/relationships/image" Target="../media/image712.emf"/><Relationship Id="rId19" Type="http://schemas.openxmlformats.org/officeDocument/2006/relationships/oleObject" Target="../embeddings/oleObject719.bin"/><Relationship Id="rId31" Type="http://schemas.openxmlformats.org/officeDocument/2006/relationships/oleObject" Target="../embeddings/oleObject725.bin"/><Relationship Id="rId44" Type="http://schemas.openxmlformats.org/officeDocument/2006/relationships/image" Target="../media/image729.emf"/><Relationship Id="rId52" Type="http://schemas.openxmlformats.org/officeDocument/2006/relationships/image" Target="../media/image733.emf"/><Relationship Id="rId4" Type="http://schemas.openxmlformats.org/officeDocument/2006/relationships/image" Target="../media/image709.emf"/><Relationship Id="rId9" Type="http://schemas.openxmlformats.org/officeDocument/2006/relationships/oleObject" Target="../embeddings/oleObject714.bin"/><Relationship Id="rId14" Type="http://schemas.openxmlformats.org/officeDocument/2006/relationships/image" Target="../media/image714.emf"/><Relationship Id="rId22" Type="http://schemas.openxmlformats.org/officeDocument/2006/relationships/image" Target="../media/image718.emf"/><Relationship Id="rId27" Type="http://schemas.openxmlformats.org/officeDocument/2006/relationships/oleObject" Target="../embeddings/oleObject723.bin"/><Relationship Id="rId30" Type="http://schemas.openxmlformats.org/officeDocument/2006/relationships/image" Target="../media/image722.emf"/><Relationship Id="rId35" Type="http://schemas.openxmlformats.org/officeDocument/2006/relationships/oleObject" Target="../embeddings/oleObject727.bin"/><Relationship Id="rId43" Type="http://schemas.openxmlformats.org/officeDocument/2006/relationships/oleObject" Target="../embeddings/oleObject731.bin"/><Relationship Id="rId48" Type="http://schemas.openxmlformats.org/officeDocument/2006/relationships/image" Target="../media/image731.emf"/><Relationship Id="rId56" Type="http://schemas.openxmlformats.org/officeDocument/2006/relationships/image" Target="../media/image735.emf"/><Relationship Id="rId8" Type="http://schemas.openxmlformats.org/officeDocument/2006/relationships/image" Target="../media/image711.emf"/><Relationship Id="rId51" Type="http://schemas.openxmlformats.org/officeDocument/2006/relationships/oleObject" Target="../embeddings/oleObject735.bin"/><Relationship Id="rId3" Type="http://schemas.openxmlformats.org/officeDocument/2006/relationships/oleObject" Target="../embeddings/oleObject711.bin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0.emf"/><Relationship Id="rId13" Type="http://schemas.openxmlformats.org/officeDocument/2006/relationships/oleObject" Target="../embeddings/oleObject738.bin"/><Relationship Id="rId18" Type="http://schemas.openxmlformats.org/officeDocument/2006/relationships/image" Target="../media/image733.emf"/><Relationship Id="rId26" Type="http://schemas.openxmlformats.org/officeDocument/2006/relationships/image" Target="../media/image739.emf"/><Relationship Id="rId3" Type="http://schemas.openxmlformats.org/officeDocument/2006/relationships/oleObject" Target="../embeddings/oleObject730.bin"/><Relationship Id="rId21" Type="http://schemas.openxmlformats.org/officeDocument/2006/relationships/oleObject" Target="../embeddings/oleObject737.bin"/><Relationship Id="rId34" Type="http://schemas.openxmlformats.org/officeDocument/2006/relationships/image" Target="../media/image743.emf"/><Relationship Id="rId7" Type="http://schemas.openxmlformats.org/officeDocument/2006/relationships/oleObject" Target="../embeddings/oleObject732.bin"/><Relationship Id="rId12" Type="http://schemas.openxmlformats.org/officeDocument/2006/relationships/image" Target="../media/image732.emf"/><Relationship Id="rId17" Type="http://schemas.openxmlformats.org/officeDocument/2006/relationships/oleObject" Target="../embeddings/oleObject735.bin"/><Relationship Id="rId25" Type="http://schemas.openxmlformats.org/officeDocument/2006/relationships/oleObject" Target="../embeddings/oleObject741.bin"/><Relationship Id="rId33" Type="http://schemas.openxmlformats.org/officeDocument/2006/relationships/oleObject" Target="../embeddings/oleObject7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37.emf"/><Relationship Id="rId20" Type="http://schemas.openxmlformats.org/officeDocument/2006/relationships/image" Target="../media/image734.emf"/><Relationship Id="rId29" Type="http://schemas.openxmlformats.org/officeDocument/2006/relationships/oleObject" Target="../embeddings/oleObject743.bin"/><Relationship Id="rId1" Type="http://schemas.openxmlformats.org/officeDocument/2006/relationships/vmlDrawing" Target="../drawings/vmlDrawing71.vml"/><Relationship Id="rId6" Type="http://schemas.openxmlformats.org/officeDocument/2006/relationships/image" Target="../media/image729.emf"/><Relationship Id="rId11" Type="http://schemas.openxmlformats.org/officeDocument/2006/relationships/oleObject" Target="../embeddings/oleObject734.bin"/><Relationship Id="rId24" Type="http://schemas.openxmlformats.org/officeDocument/2006/relationships/image" Target="../media/image738.emf"/><Relationship Id="rId32" Type="http://schemas.openxmlformats.org/officeDocument/2006/relationships/image" Target="../media/image742.emf"/><Relationship Id="rId5" Type="http://schemas.openxmlformats.org/officeDocument/2006/relationships/oleObject" Target="../embeddings/oleObject731.bin"/><Relationship Id="rId15" Type="http://schemas.openxmlformats.org/officeDocument/2006/relationships/oleObject" Target="../embeddings/oleObject739.bin"/><Relationship Id="rId23" Type="http://schemas.openxmlformats.org/officeDocument/2006/relationships/oleObject" Target="../embeddings/oleObject740.bin"/><Relationship Id="rId28" Type="http://schemas.openxmlformats.org/officeDocument/2006/relationships/image" Target="../media/image740.emf"/><Relationship Id="rId36" Type="http://schemas.openxmlformats.org/officeDocument/2006/relationships/image" Target="../media/image744.emf"/><Relationship Id="rId10" Type="http://schemas.openxmlformats.org/officeDocument/2006/relationships/image" Target="../media/image731.emf"/><Relationship Id="rId19" Type="http://schemas.openxmlformats.org/officeDocument/2006/relationships/oleObject" Target="../embeddings/oleObject736.bin"/><Relationship Id="rId31" Type="http://schemas.openxmlformats.org/officeDocument/2006/relationships/oleObject" Target="../embeddings/oleObject744.bin"/><Relationship Id="rId4" Type="http://schemas.openxmlformats.org/officeDocument/2006/relationships/image" Target="../media/image728.emf"/><Relationship Id="rId9" Type="http://schemas.openxmlformats.org/officeDocument/2006/relationships/oleObject" Target="../embeddings/oleObject733.bin"/><Relationship Id="rId14" Type="http://schemas.openxmlformats.org/officeDocument/2006/relationships/image" Target="../media/image736.emf"/><Relationship Id="rId22" Type="http://schemas.openxmlformats.org/officeDocument/2006/relationships/image" Target="../media/image735.emf"/><Relationship Id="rId27" Type="http://schemas.openxmlformats.org/officeDocument/2006/relationships/oleObject" Target="../embeddings/oleObject742.bin"/><Relationship Id="rId30" Type="http://schemas.openxmlformats.org/officeDocument/2006/relationships/image" Target="../media/image741.emf"/><Relationship Id="rId35" Type="http://schemas.openxmlformats.org/officeDocument/2006/relationships/oleObject" Target="../embeddings/oleObject746.bin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2.vml"/><Relationship Id="rId4" Type="http://schemas.openxmlformats.org/officeDocument/2006/relationships/image" Target="../media/image745.emf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8.emf"/><Relationship Id="rId13" Type="http://schemas.openxmlformats.org/officeDocument/2006/relationships/oleObject" Target="../embeddings/oleObject753.bin"/><Relationship Id="rId3" Type="http://schemas.openxmlformats.org/officeDocument/2006/relationships/oleObject" Target="../embeddings/oleObject748.bin"/><Relationship Id="rId7" Type="http://schemas.openxmlformats.org/officeDocument/2006/relationships/oleObject" Target="../embeddings/oleObject750.bin"/><Relationship Id="rId12" Type="http://schemas.openxmlformats.org/officeDocument/2006/relationships/image" Target="../media/image750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52.emf"/><Relationship Id="rId1" Type="http://schemas.openxmlformats.org/officeDocument/2006/relationships/vmlDrawing" Target="../drawings/vmlDrawing73.vml"/><Relationship Id="rId6" Type="http://schemas.openxmlformats.org/officeDocument/2006/relationships/image" Target="../media/image747.emf"/><Relationship Id="rId11" Type="http://schemas.openxmlformats.org/officeDocument/2006/relationships/oleObject" Target="../embeddings/oleObject752.bin"/><Relationship Id="rId5" Type="http://schemas.openxmlformats.org/officeDocument/2006/relationships/oleObject" Target="../embeddings/oleObject749.bin"/><Relationship Id="rId15" Type="http://schemas.openxmlformats.org/officeDocument/2006/relationships/oleObject" Target="../embeddings/oleObject754.bin"/><Relationship Id="rId10" Type="http://schemas.openxmlformats.org/officeDocument/2006/relationships/image" Target="../media/image749.emf"/><Relationship Id="rId4" Type="http://schemas.openxmlformats.org/officeDocument/2006/relationships/image" Target="../media/image746.emf"/><Relationship Id="rId9" Type="http://schemas.openxmlformats.org/officeDocument/2006/relationships/oleObject" Target="../embeddings/oleObject751.bin"/><Relationship Id="rId14" Type="http://schemas.openxmlformats.org/officeDocument/2006/relationships/image" Target="../media/image751.emf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5.emf"/><Relationship Id="rId13" Type="http://schemas.openxmlformats.org/officeDocument/2006/relationships/oleObject" Target="../embeddings/oleObject760.bin"/><Relationship Id="rId18" Type="http://schemas.openxmlformats.org/officeDocument/2006/relationships/image" Target="../media/image760.emf"/><Relationship Id="rId26" Type="http://schemas.openxmlformats.org/officeDocument/2006/relationships/image" Target="../media/image764.emf"/><Relationship Id="rId3" Type="http://schemas.openxmlformats.org/officeDocument/2006/relationships/oleObject" Target="../embeddings/oleObject755.bin"/><Relationship Id="rId21" Type="http://schemas.openxmlformats.org/officeDocument/2006/relationships/oleObject" Target="../embeddings/oleObject764.bin"/><Relationship Id="rId7" Type="http://schemas.openxmlformats.org/officeDocument/2006/relationships/oleObject" Target="../embeddings/oleObject757.bin"/><Relationship Id="rId12" Type="http://schemas.openxmlformats.org/officeDocument/2006/relationships/image" Target="../media/image757.emf"/><Relationship Id="rId17" Type="http://schemas.openxmlformats.org/officeDocument/2006/relationships/oleObject" Target="../embeddings/oleObject762.bin"/><Relationship Id="rId25" Type="http://schemas.openxmlformats.org/officeDocument/2006/relationships/oleObject" Target="../embeddings/oleObject7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59.emf"/><Relationship Id="rId20" Type="http://schemas.openxmlformats.org/officeDocument/2006/relationships/image" Target="../media/image761.emf"/><Relationship Id="rId1" Type="http://schemas.openxmlformats.org/officeDocument/2006/relationships/vmlDrawing" Target="../drawings/vmlDrawing74.vml"/><Relationship Id="rId6" Type="http://schemas.openxmlformats.org/officeDocument/2006/relationships/image" Target="../media/image754.emf"/><Relationship Id="rId11" Type="http://schemas.openxmlformats.org/officeDocument/2006/relationships/oleObject" Target="../embeddings/oleObject759.bin"/><Relationship Id="rId24" Type="http://schemas.openxmlformats.org/officeDocument/2006/relationships/image" Target="../media/image763.emf"/><Relationship Id="rId5" Type="http://schemas.openxmlformats.org/officeDocument/2006/relationships/oleObject" Target="../embeddings/oleObject756.bin"/><Relationship Id="rId15" Type="http://schemas.openxmlformats.org/officeDocument/2006/relationships/oleObject" Target="../embeddings/oleObject761.bin"/><Relationship Id="rId23" Type="http://schemas.openxmlformats.org/officeDocument/2006/relationships/oleObject" Target="../embeddings/oleObject765.bin"/><Relationship Id="rId10" Type="http://schemas.openxmlformats.org/officeDocument/2006/relationships/image" Target="../media/image756.emf"/><Relationship Id="rId19" Type="http://schemas.openxmlformats.org/officeDocument/2006/relationships/oleObject" Target="../embeddings/oleObject763.bin"/><Relationship Id="rId4" Type="http://schemas.openxmlformats.org/officeDocument/2006/relationships/image" Target="../media/image753.emf"/><Relationship Id="rId9" Type="http://schemas.openxmlformats.org/officeDocument/2006/relationships/oleObject" Target="../embeddings/oleObject758.bin"/><Relationship Id="rId14" Type="http://schemas.openxmlformats.org/officeDocument/2006/relationships/image" Target="../media/image758.emf"/><Relationship Id="rId22" Type="http://schemas.openxmlformats.org/officeDocument/2006/relationships/image" Target="../media/image762.emf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7.emf"/><Relationship Id="rId13" Type="http://schemas.openxmlformats.org/officeDocument/2006/relationships/oleObject" Target="../embeddings/oleObject772.bin"/><Relationship Id="rId18" Type="http://schemas.openxmlformats.org/officeDocument/2006/relationships/image" Target="../media/image772.emf"/><Relationship Id="rId3" Type="http://schemas.openxmlformats.org/officeDocument/2006/relationships/oleObject" Target="../embeddings/oleObject767.bin"/><Relationship Id="rId21" Type="http://schemas.openxmlformats.org/officeDocument/2006/relationships/oleObject" Target="../embeddings/oleObject776.bin"/><Relationship Id="rId7" Type="http://schemas.openxmlformats.org/officeDocument/2006/relationships/oleObject" Target="../embeddings/oleObject769.bin"/><Relationship Id="rId12" Type="http://schemas.openxmlformats.org/officeDocument/2006/relationships/image" Target="../media/image769.emf"/><Relationship Id="rId17" Type="http://schemas.openxmlformats.org/officeDocument/2006/relationships/oleObject" Target="../embeddings/oleObject77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71.emf"/><Relationship Id="rId20" Type="http://schemas.openxmlformats.org/officeDocument/2006/relationships/image" Target="../media/image773.emf"/><Relationship Id="rId1" Type="http://schemas.openxmlformats.org/officeDocument/2006/relationships/vmlDrawing" Target="../drawings/vmlDrawing75.vml"/><Relationship Id="rId6" Type="http://schemas.openxmlformats.org/officeDocument/2006/relationships/image" Target="../media/image766.emf"/><Relationship Id="rId11" Type="http://schemas.openxmlformats.org/officeDocument/2006/relationships/oleObject" Target="../embeddings/oleObject771.bin"/><Relationship Id="rId24" Type="http://schemas.openxmlformats.org/officeDocument/2006/relationships/image" Target="../media/image775.emf"/><Relationship Id="rId5" Type="http://schemas.openxmlformats.org/officeDocument/2006/relationships/oleObject" Target="../embeddings/oleObject768.bin"/><Relationship Id="rId15" Type="http://schemas.openxmlformats.org/officeDocument/2006/relationships/oleObject" Target="../embeddings/oleObject773.bin"/><Relationship Id="rId23" Type="http://schemas.openxmlformats.org/officeDocument/2006/relationships/oleObject" Target="../embeddings/oleObject777.bin"/><Relationship Id="rId10" Type="http://schemas.openxmlformats.org/officeDocument/2006/relationships/image" Target="../media/image768.emf"/><Relationship Id="rId19" Type="http://schemas.openxmlformats.org/officeDocument/2006/relationships/oleObject" Target="../embeddings/oleObject775.bin"/><Relationship Id="rId4" Type="http://schemas.openxmlformats.org/officeDocument/2006/relationships/image" Target="../media/image765.emf"/><Relationship Id="rId9" Type="http://schemas.openxmlformats.org/officeDocument/2006/relationships/oleObject" Target="../embeddings/oleObject770.bin"/><Relationship Id="rId14" Type="http://schemas.openxmlformats.org/officeDocument/2006/relationships/image" Target="../media/image770.emf"/><Relationship Id="rId22" Type="http://schemas.openxmlformats.org/officeDocument/2006/relationships/image" Target="../media/image774.emf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8.emf"/><Relationship Id="rId13" Type="http://schemas.openxmlformats.org/officeDocument/2006/relationships/oleObject" Target="../embeddings/oleObject783.bin"/><Relationship Id="rId18" Type="http://schemas.openxmlformats.org/officeDocument/2006/relationships/image" Target="../media/image783.emf"/><Relationship Id="rId26" Type="http://schemas.openxmlformats.org/officeDocument/2006/relationships/image" Target="../media/image787.emf"/><Relationship Id="rId3" Type="http://schemas.openxmlformats.org/officeDocument/2006/relationships/oleObject" Target="../embeddings/oleObject778.bin"/><Relationship Id="rId21" Type="http://schemas.openxmlformats.org/officeDocument/2006/relationships/oleObject" Target="../embeddings/oleObject787.bin"/><Relationship Id="rId7" Type="http://schemas.openxmlformats.org/officeDocument/2006/relationships/oleObject" Target="../embeddings/oleObject780.bin"/><Relationship Id="rId12" Type="http://schemas.openxmlformats.org/officeDocument/2006/relationships/image" Target="../media/image780.emf"/><Relationship Id="rId17" Type="http://schemas.openxmlformats.org/officeDocument/2006/relationships/oleObject" Target="../embeddings/oleObject785.bin"/><Relationship Id="rId25" Type="http://schemas.openxmlformats.org/officeDocument/2006/relationships/oleObject" Target="../embeddings/oleObject7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82.emf"/><Relationship Id="rId20" Type="http://schemas.openxmlformats.org/officeDocument/2006/relationships/image" Target="../media/image784.emf"/><Relationship Id="rId29" Type="http://schemas.openxmlformats.org/officeDocument/2006/relationships/oleObject" Target="../embeddings/oleObject791.bin"/><Relationship Id="rId1" Type="http://schemas.openxmlformats.org/officeDocument/2006/relationships/vmlDrawing" Target="../drawings/vmlDrawing76.vml"/><Relationship Id="rId6" Type="http://schemas.openxmlformats.org/officeDocument/2006/relationships/image" Target="../media/image777.emf"/><Relationship Id="rId11" Type="http://schemas.openxmlformats.org/officeDocument/2006/relationships/oleObject" Target="../embeddings/oleObject782.bin"/><Relationship Id="rId24" Type="http://schemas.openxmlformats.org/officeDocument/2006/relationships/image" Target="../media/image786.emf"/><Relationship Id="rId5" Type="http://schemas.openxmlformats.org/officeDocument/2006/relationships/oleObject" Target="../embeddings/oleObject779.bin"/><Relationship Id="rId15" Type="http://schemas.openxmlformats.org/officeDocument/2006/relationships/oleObject" Target="../embeddings/oleObject784.bin"/><Relationship Id="rId23" Type="http://schemas.openxmlformats.org/officeDocument/2006/relationships/oleObject" Target="../embeddings/oleObject788.bin"/><Relationship Id="rId28" Type="http://schemas.openxmlformats.org/officeDocument/2006/relationships/image" Target="../media/image788.emf"/><Relationship Id="rId10" Type="http://schemas.openxmlformats.org/officeDocument/2006/relationships/image" Target="../media/image779.emf"/><Relationship Id="rId19" Type="http://schemas.openxmlformats.org/officeDocument/2006/relationships/oleObject" Target="../embeddings/oleObject786.bin"/><Relationship Id="rId4" Type="http://schemas.openxmlformats.org/officeDocument/2006/relationships/image" Target="../media/image776.emf"/><Relationship Id="rId9" Type="http://schemas.openxmlformats.org/officeDocument/2006/relationships/oleObject" Target="../embeddings/oleObject781.bin"/><Relationship Id="rId14" Type="http://schemas.openxmlformats.org/officeDocument/2006/relationships/image" Target="../media/image781.emf"/><Relationship Id="rId22" Type="http://schemas.openxmlformats.org/officeDocument/2006/relationships/image" Target="../media/image785.emf"/><Relationship Id="rId27" Type="http://schemas.openxmlformats.org/officeDocument/2006/relationships/oleObject" Target="../embeddings/oleObject790.bin"/><Relationship Id="rId30" Type="http://schemas.openxmlformats.org/officeDocument/2006/relationships/image" Target="../media/image789.emf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4.bin"/><Relationship Id="rId13" Type="http://schemas.openxmlformats.org/officeDocument/2006/relationships/image" Target="../media/image794.wmf"/><Relationship Id="rId18" Type="http://schemas.openxmlformats.org/officeDocument/2006/relationships/oleObject" Target="../embeddings/oleObject799.bin"/><Relationship Id="rId26" Type="http://schemas.openxmlformats.org/officeDocument/2006/relationships/oleObject" Target="../embeddings/oleObject803.bin"/><Relationship Id="rId39" Type="http://schemas.openxmlformats.org/officeDocument/2006/relationships/image" Target="../media/image807.wmf"/><Relationship Id="rId3" Type="http://schemas.openxmlformats.org/officeDocument/2006/relationships/image" Target="../media/image808.wmf"/><Relationship Id="rId21" Type="http://schemas.openxmlformats.org/officeDocument/2006/relationships/image" Target="../media/image798.wmf"/><Relationship Id="rId34" Type="http://schemas.openxmlformats.org/officeDocument/2006/relationships/oleObject" Target="../embeddings/oleObject807.bin"/><Relationship Id="rId7" Type="http://schemas.openxmlformats.org/officeDocument/2006/relationships/image" Target="../media/image791.wmf"/><Relationship Id="rId12" Type="http://schemas.openxmlformats.org/officeDocument/2006/relationships/oleObject" Target="../embeddings/oleObject796.bin"/><Relationship Id="rId17" Type="http://schemas.openxmlformats.org/officeDocument/2006/relationships/image" Target="../media/image796.wmf"/><Relationship Id="rId25" Type="http://schemas.openxmlformats.org/officeDocument/2006/relationships/image" Target="../media/image800.wmf"/><Relationship Id="rId33" Type="http://schemas.openxmlformats.org/officeDocument/2006/relationships/image" Target="../media/image804.wmf"/><Relationship Id="rId38" Type="http://schemas.openxmlformats.org/officeDocument/2006/relationships/oleObject" Target="../embeddings/oleObject80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98.bin"/><Relationship Id="rId20" Type="http://schemas.openxmlformats.org/officeDocument/2006/relationships/oleObject" Target="../embeddings/oleObject800.bin"/><Relationship Id="rId29" Type="http://schemas.openxmlformats.org/officeDocument/2006/relationships/image" Target="../media/image802.wmf"/><Relationship Id="rId1" Type="http://schemas.openxmlformats.org/officeDocument/2006/relationships/vmlDrawing" Target="../drawings/vmlDrawing77.vml"/><Relationship Id="rId6" Type="http://schemas.openxmlformats.org/officeDocument/2006/relationships/oleObject" Target="../embeddings/oleObject793.bin"/><Relationship Id="rId11" Type="http://schemas.openxmlformats.org/officeDocument/2006/relationships/image" Target="../media/image793.wmf"/><Relationship Id="rId24" Type="http://schemas.openxmlformats.org/officeDocument/2006/relationships/oleObject" Target="../embeddings/oleObject802.bin"/><Relationship Id="rId32" Type="http://schemas.openxmlformats.org/officeDocument/2006/relationships/oleObject" Target="../embeddings/oleObject806.bin"/><Relationship Id="rId37" Type="http://schemas.openxmlformats.org/officeDocument/2006/relationships/image" Target="../media/image806.wmf"/><Relationship Id="rId5" Type="http://schemas.openxmlformats.org/officeDocument/2006/relationships/image" Target="../media/image790.wmf"/><Relationship Id="rId15" Type="http://schemas.openxmlformats.org/officeDocument/2006/relationships/image" Target="../media/image795.wmf"/><Relationship Id="rId23" Type="http://schemas.openxmlformats.org/officeDocument/2006/relationships/image" Target="../media/image799.wmf"/><Relationship Id="rId28" Type="http://schemas.openxmlformats.org/officeDocument/2006/relationships/oleObject" Target="../embeddings/oleObject804.bin"/><Relationship Id="rId36" Type="http://schemas.openxmlformats.org/officeDocument/2006/relationships/oleObject" Target="../embeddings/oleObject808.bin"/><Relationship Id="rId10" Type="http://schemas.openxmlformats.org/officeDocument/2006/relationships/oleObject" Target="../embeddings/oleObject795.bin"/><Relationship Id="rId19" Type="http://schemas.openxmlformats.org/officeDocument/2006/relationships/image" Target="../media/image797.wmf"/><Relationship Id="rId31" Type="http://schemas.openxmlformats.org/officeDocument/2006/relationships/image" Target="../media/image803.wmf"/><Relationship Id="rId4" Type="http://schemas.openxmlformats.org/officeDocument/2006/relationships/oleObject" Target="../embeddings/oleObject792.bin"/><Relationship Id="rId9" Type="http://schemas.openxmlformats.org/officeDocument/2006/relationships/image" Target="../media/image792.wmf"/><Relationship Id="rId14" Type="http://schemas.openxmlformats.org/officeDocument/2006/relationships/oleObject" Target="../embeddings/oleObject797.bin"/><Relationship Id="rId22" Type="http://schemas.openxmlformats.org/officeDocument/2006/relationships/oleObject" Target="../embeddings/oleObject801.bin"/><Relationship Id="rId27" Type="http://schemas.openxmlformats.org/officeDocument/2006/relationships/image" Target="../media/image801.wmf"/><Relationship Id="rId30" Type="http://schemas.openxmlformats.org/officeDocument/2006/relationships/oleObject" Target="../embeddings/oleObject805.bin"/><Relationship Id="rId35" Type="http://schemas.openxmlformats.org/officeDocument/2006/relationships/image" Target="../media/image805.wmf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4.wmf"/><Relationship Id="rId13" Type="http://schemas.openxmlformats.org/officeDocument/2006/relationships/oleObject" Target="../embeddings/oleObject815.bin"/><Relationship Id="rId18" Type="http://schemas.openxmlformats.org/officeDocument/2006/relationships/oleObject" Target="../embeddings/oleObject817.bin"/><Relationship Id="rId26" Type="http://schemas.openxmlformats.org/officeDocument/2006/relationships/oleObject" Target="../embeddings/oleObject821.bin"/><Relationship Id="rId3" Type="http://schemas.openxmlformats.org/officeDocument/2006/relationships/oleObject" Target="../embeddings/oleObject810.bin"/><Relationship Id="rId21" Type="http://schemas.openxmlformats.org/officeDocument/2006/relationships/image" Target="../media/image802.wmf"/><Relationship Id="rId7" Type="http://schemas.openxmlformats.org/officeDocument/2006/relationships/oleObject" Target="../embeddings/oleObject812.bin"/><Relationship Id="rId12" Type="http://schemas.openxmlformats.org/officeDocument/2006/relationships/image" Target="../media/image812.emf"/><Relationship Id="rId17" Type="http://schemas.openxmlformats.org/officeDocument/2006/relationships/image" Target="../media/image800.wmf"/><Relationship Id="rId25" Type="http://schemas.openxmlformats.org/officeDocument/2006/relationships/image" Target="../media/image80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16.bin"/><Relationship Id="rId20" Type="http://schemas.openxmlformats.org/officeDocument/2006/relationships/oleObject" Target="../embeddings/oleObject818.bin"/><Relationship Id="rId29" Type="http://schemas.openxmlformats.org/officeDocument/2006/relationships/image" Target="../media/image806.wmf"/><Relationship Id="rId1" Type="http://schemas.openxmlformats.org/officeDocument/2006/relationships/vmlDrawing" Target="../drawings/vmlDrawing78.vml"/><Relationship Id="rId6" Type="http://schemas.openxmlformats.org/officeDocument/2006/relationships/image" Target="../media/image810.wmf"/><Relationship Id="rId11" Type="http://schemas.openxmlformats.org/officeDocument/2006/relationships/oleObject" Target="../embeddings/oleObject814.bin"/><Relationship Id="rId24" Type="http://schemas.openxmlformats.org/officeDocument/2006/relationships/oleObject" Target="../embeddings/oleObject820.bin"/><Relationship Id="rId5" Type="http://schemas.openxmlformats.org/officeDocument/2006/relationships/oleObject" Target="../embeddings/oleObject811.bin"/><Relationship Id="rId15" Type="http://schemas.openxmlformats.org/officeDocument/2006/relationships/image" Target="../media/image814.wmf"/><Relationship Id="rId23" Type="http://schemas.openxmlformats.org/officeDocument/2006/relationships/image" Target="../media/image803.wmf"/><Relationship Id="rId28" Type="http://schemas.openxmlformats.org/officeDocument/2006/relationships/oleObject" Target="../embeddings/oleObject822.bin"/><Relationship Id="rId10" Type="http://schemas.openxmlformats.org/officeDocument/2006/relationships/image" Target="../media/image811.wmf"/><Relationship Id="rId19" Type="http://schemas.openxmlformats.org/officeDocument/2006/relationships/image" Target="../media/image801.wmf"/><Relationship Id="rId31" Type="http://schemas.openxmlformats.org/officeDocument/2006/relationships/image" Target="../media/image807.wmf"/><Relationship Id="rId4" Type="http://schemas.openxmlformats.org/officeDocument/2006/relationships/image" Target="../media/image809.wmf"/><Relationship Id="rId9" Type="http://schemas.openxmlformats.org/officeDocument/2006/relationships/oleObject" Target="../embeddings/oleObject813.bin"/><Relationship Id="rId14" Type="http://schemas.openxmlformats.org/officeDocument/2006/relationships/image" Target="../media/image813.emf"/><Relationship Id="rId22" Type="http://schemas.openxmlformats.org/officeDocument/2006/relationships/oleObject" Target="../embeddings/oleObject819.bin"/><Relationship Id="rId27" Type="http://schemas.openxmlformats.org/officeDocument/2006/relationships/image" Target="../media/image805.wmf"/><Relationship Id="rId30" Type="http://schemas.openxmlformats.org/officeDocument/2006/relationships/oleObject" Target="../embeddings/oleObject823.bin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08" name="Rectangle 68"/>
          <p:cNvSpPr>
            <a:spLocks noChangeArrowheads="1"/>
          </p:cNvSpPr>
          <p:nvPr/>
        </p:nvSpPr>
        <p:spPr bwMode="auto">
          <a:xfrm>
            <a:off x="3216684" y="243820"/>
            <a:ext cx="7239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3600" dirty="0">
                <a:ea typeface="黑体" panose="02010609060101010101" pitchFamily="49" charset="-122"/>
              </a:rPr>
              <a:t>  </a:t>
            </a:r>
            <a:r>
              <a:rPr lang="zh-CN" altLang="en-US" sz="3600" dirty="0">
                <a:solidFill>
                  <a:schemeClr val="accent2"/>
                </a:solidFill>
                <a:ea typeface="黑体" panose="02010609060101010101" pitchFamily="49" charset="-122"/>
              </a:rPr>
              <a:t>第十二章  无穷级数</a:t>
            </a:r>
          </a:p>
        </p:txBody>
      </p:sp>
      <p:sp>
        <p:nvSpPr>
          <p:cNvPr id="138332" name="Text Box 92"/>
          <p:cNvSpPr txBox="1">
            <a:spLocks noChangeArrowheads="1"/>
          </p:cNvSpPr>
          <p:nvPr/>
        </p:nvSpPr>
        <p:spPr bwMode="auto">
          <a:xfrm>
            <a:off x="2019300" y="5064780"/>
            <a:ext cx="2209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kumimoji="1"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本章内容</a:t>
            </a:r>
          </a:p>
        </p:txBody>
      </p:sp>
      <p:sp>
        <p:nvSpPr>
          <p:cNvPr id="138333" name="Text Box 93"/>
          <p:cNvSpPr txBox="1">
            <a:spLocks noChangeArrowheads="1"/>
          </p:cNvSpPr>
          <p:nvPr/>
        </p:nvSpPr>
        <p:spPr bwMode="auto">
          <a:xfrm>
            <a:off x="1922477" y="2930160"/>
            <a:ext cx="5410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kumimoji="1" lang="zh-CN" altLang="en-US" sz="28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无穷级数是研究函数的工具</a:t>
            </a:r>
          </a:p>
        </p:txBody>
      </p:sp>
      <p:sp>
        <p:nvSpPr>
          <p:cNvPr id="138334" name="Text Box 94"/>
          <p:cNvSpPr txBox="1">
            <a:spLocks noChangeArrowheads="1"/>
          </p:cNvSpPr>
          <p:nvPr/>
        </p:nvSpPr>
        <p:spPr bwMode="auto">
          <a:xfrm>
            <a:off x="7142177" y="2401524"/>
            <a:ext cx="2209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表示函数</a:t>
            </a:r>
          </a:p>
        </p:txBody>
      </p:sp>
      <p:sp>
        <p:nvSpPr>
          <p:cNvPr id="138335" name="Text Box 95"/>
          <p:cNvSpPr txBox="1">
            <a:spLocks noChangeArrowheads="1"/>
          </p:cNvSpPr>
          <p:nvPr/>
        </p:nvSpPr>
        <p:spPr bwMode="auto">
          <a:xfrm>
            <a:off x="7142177" y="2980960"/>
            <a:ext cx="297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研究函数性质</a:t>
            </a:r>
          </a:p>
        </p:txBody>
      </p:sp>
      <p:sp>
        <p:nvSpPr>
          <p:cNvPr id="138336" name="Text Box 96"/>
          <p:cNvSpPr txBox="1">
            <a:spLocks noChangeArrowheads="1"/>
          </p:cNvSpPr>
          <p:nvPr/>
        </p:nvSpPr>
        <p:spPr bwMode="auto">
          <a:xfrm>
            <a:off x="1947877" y="1334723"/>
            <a:ext cx="73025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kumimoji="1"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无穷级数就是无限多项相加</a:t>
            </a:r>
            <a:r>
              <a:rPr kumimoji="1" lang="en-US" alt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它是高等数学的重要组成部分</a:t>
            </a:r>
            <a:r>
              <a:rPr kumimoji="1" lang="en-US" alt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38337" name="Text Box 97"/>
          <p:cNvSpPr txBox="1">
            <a:spLocks noChangeArrowheads="1"/>
          </p:cNvSpPr>
          <p:nvPr/>
        </p:nvSpPr>
        <p:spPr bwMode="auto">
          <a:xfrm>
            <a:off x="4305300" y="4381500"/>
            <a:ext cx="2743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常数项级数</a:t>
            </a:r>
          </a:p>
        </p:txBody>
      </p:sp>
      <p:sp>
        <p:nvSpPr>
          <p:cNvPr id="138338" name="Text Box 98"/>
          <p:cNvSpPr txBox="1">
            <a:spLocks noChangeArrowheads="1"/>
          </p:cNvSpPr>
          <p:nvPr/>
        </p:nvSpPr>
        <p:spPr bwMode="auto">
          <a:xfrm>
            <a:off x="4292600" y="5588000"/>
            <a:ext cx="6045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函数项级数</a:t>
            </a:r>
            <a:r>
              <a:rPr kumimoji="1" lang="en-US" alt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幂级数</a:t>
            </a:r>
            <a:r>
              <a:rPr kumimoji="1" lang="en-US" alt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傅立叶级数</a:t>
            </a:r>
            <a:r>
              <a:rPr kumimoji="1" lang="en-US" alt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138340" name="AutoShape 100"/>
          <p:cNvSpPr>
            <a:spLocks/>
          </p:cNvSpPr>
          <p:nvPr/>
        </p:nvSpPr>
        <p:spPr bwMode="auto">
          <a:xfrm>
            <a:off x="4076700" y="4622800"/>
            <a:ext cx="152400" cy="1524000"/>
          </a:xfrm>
          <a:prstGeom prst="leftBrace">
            <a:avLst>
              <a:gd name="adj1" fmla="val 8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38341" name="AutoShape 101"/>
          <p:cNvSpPr>
            <a:spLocks/>
          </p:cNvSpPr>
          <p:nvPr/>
        </p:nvSpPr>
        <p:spPr bwMode="auto">
          <a:xfrm>
            <a:off x="6989777" y="2523760"/>
            <a:ext cx="152400" cy="1524000"/>
          </a:xfrm>
          <a:prstGeom prst="leftBrace">
            <a:avLst>
              <a:gd name="adj1" fmla="val 8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38343" name="Text Box 103"/>
          <p:cNvSpPr txBox="1">
            <a:spLocks noChangeArrowheads="1"/>
          </p:cNvSpPr>
          <p:nvPr/>
        </p:nvSpPr>
        <p:spPr bwMode="auto">
          <a:xfrm>
            <a:off x="7231077" y="3684224"/>
            <a:ext cx="2514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数值计算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787C6B1-3A04-4C1E-BC48-915752476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620BC-FCBF-444E-B6DB-29ECF77BE076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8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8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8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8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8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8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8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8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332" grpId="0" autoUpdateAnimBg="0"/>
      <p:bldP spid="138333" grpId="0" autoUpdateAnimBg="0"/>
      <p:bldP spid="138334" grpId="0" autoUpdateAnimBg="0"/>
      <p:bldP spid="138335" grpId="0" autoUpdateAnimBg="0"/>
      <p:bldP spid="138336" grpId="0" autoUpdateAnimBg="0"/>
      <p:bldP spid="138337" grpId="0" autoUpdateAnimBg="0"/>
      <p:bldP spid="138338" grpId="0" autoUpdateAnimBg="0"/>
      <p:bldP spid="138340" grpId="0" animBg="1"/>
      <p:bldP spid="138341" grpId="0" animBg="1"/>
      <p:bldP spid="138343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94" name="Rectangle 110"/>
          <p:cNvSpPr>
            <a:spLocks noChangeArrowheads="1"/>
          </p:cNvSpPr>
          <p:nvPr/>
        </p:nvSpPr>
        <p:spPr bwMode="auto">
          <a:xfrm>
            <a:off x="1524000" y="0"/>
            <a:ext cx="9144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B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0095" name="Rectangle 111"/>
          <p:cNvSpPr>
            <a:spLocks noChangeArrowheads="1"/>
          </p:cNvSpPr>
          <p:nvPr/>
        </p:nvSpPr>
        <p:spPr bwMode="auto">
          <a:xfrm>
            <a:off x="3149600" y="228600"/>
            <a:ext cx="73533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4000">
                <a:solidFill>
                  <a:schemeClr val="tx1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第一节</a:t>
            </a:r>
            <a:r>
              <a:rPr lang="zh-CN" altLang="en-US" sz="4000">
                <a:solidFill>
                  <a:schemeClr val="tx1"/>
                </a:solidFill>
                <a:ea typeface="华文新魏" panose="02010800040101010101" pitchFamily="2" charset="-122"/>
              </a:rPr>
              <a:t>常数项级数的概念和性质 </a:t>
            </a:r>
          </a:p>
        </p:txBody>
      </p:sp>
      <p:sp>
        <p:nvSpPr>
          <p:cNvPr id="170111" name="Rectangle 12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835400" y="1905001"/>
            <a:ext cx="410368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40000"/>
              </a:spcBef>
            </a:pPr>
            <a:r>
              <a:rPr kumimoji="1" lang="zh-CN" altLang="en-US" sz="32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一、常数项级数的概念</a:t>
            </a:r>
          </a:p>
        </p:txBody>
      </p:sp>
      <p:sp>
        <p:nvSpPr>
          <p:cNvPr id="170112" name="Rectangle 128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835400" y="2708276"/>
            <a:ext cx="451405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二、收敛级数的基本性质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1DBADF-9458-4BE0-9E07-B8C47D553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0B795-8359-4EDC-B4C1-23BA10CBD7E5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3F9E2F-A660-40BA-985B-02D0EAAEB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5DD8A-0385-4F57-AF71-EF1E26FBCC08}" type="datetime11">
              <a:rPr lang="zh-CN" altLang="en-US" smtClean="0"/>
              <a:t>20:40:10</a:t>
            </a:fld>
            <a:endParaRPr lang="en-US" altLang="zh-CN"/>
          </a:p>
        </p:txBody>
      </p:sp>
      <p:sp>
        <p:nvSpPr>
          <p:cNvPr id="219227" name="Rectangle 1115"/>
          <p:cNvSpPr>
            <a:spLocks noGrp="1" noChangeArrowheads="1"/>
          </p:cNvSpPr>
          <p:nvPr>
            <p:ph type="title" idx="4294967295"/>
          </p:nvPr>
        </p:nvSpPr>
        <p:spPr>
          <a:xfrm>
            <a:off x="952500" y="343694"/>
            <a:ext cx="5105400" cy="762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2CBA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rgbClr val="99CC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zh-CN" altLang="en-US" sz="3200" b="1" dirty="0">
                <a:solidFill>
                  <a:schemeClr val="accent2"/>
                </a:solidFill>
                <a:ea typeface="黑体" panose="02010609060101010101" pitchFamily="49" charset="-122"/>
              </a:rPr>
              <a:t>一、常数项级数的概念</a:t>
            </a:r>
            <a:r>
              <a:rPr lang="zh-CN" altLang="en-US" sz="32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19228" name="Text Box 1116"/>
          <p:cNvSpPr txBox="1">
            <a:spLocks noChangeArrowheads="1"/>
          </p:cNvSpPr>
          <p:nvPr/>
        </p:nvSpPr>
        <p:spPr bwMode="auto">
          <a:xfrm>
            <a:off x="1812925" y="1038226"/>
            <a:ext cx="708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引例</a:t>
            </a:r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用圆内接正多边形面积逼近圆面积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9229" name="Text Box 1117"/>
              <p:cNvSpPr txBox="1">
                <a:spLocks noChangeArrowheads="1"/>
              </p:cNvSpPr>
              <p:nvPr/>
            </p:nvSpPr>
            <p:spPr bwMode="auto">
              <a:xfrm>
                <a:off x="1828801" y="1655639"/>
                <a:ext cx="644793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9900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eaLnBrk="0" hangingPunct="0"/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依次作圆内接正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3×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,⋯</m:t>
                        </m:r>
                      </m:e>
                    </m:d>
                  </m:oMath>
                </a14:m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边形</a:t>
                </a:r>
                <a:r>
                  <a:rPr kumimoji="1" lang="en-US" altLang="zh-CN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,</a:t>
                </a:r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9229" name="Text Box 1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8801" y="1655639"/>
                <a:ext cx="6447934" cy="461665"/>
              </a:xfrm>
              <a:prstGeom prst="rect">
                <a:avLst/>
              </a:prstGeom>
              <a:blipFill>
                <a:blip r:embed="rId2"/>
                <a:stretch>
                  <a:fillRect l="-1418" t="-129333" b="-201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99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9242" name="Oval 1130"/>
          <p:cNvSpPr>
            <a:spLocks noChangeArrowheads="1"/>
          </p:cNvSpPr>
          <p:nvPr/>
        </p:nvSpPr>
        <p:spPr bwMode="auto">
          <a:xfrm>
            <a:off x="8013700" y="2519364"/>
            <a:ext cx="2349500" cy="2352675"/>
          </a:xfrm>
          <a:prstGeom prst="ellipse">
            <a:avLst/>
          </a:prstGeom>
          <a:solidFill>
            <a:srgbClr val="B2B2B2"/>
          </a:solidFill>
          <a:ln w="9525">
            <a:solidFill>
              <a:srgbClr val="FFFF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243" name="AutoShape 1131"/>
          <p:cNvSpPr>
            <a:spLocks noChangeArrowheads="1"/>
          </p:cNvSpPr>
          <p:nvPr/>
        </p:nvSpPr>
        <p:spPr bwMode="auto">
          <a:xfrm>
            <a:off x="8154989" y="2514601"/>
            <a:ext cx="2073275" cy="1751013"/>
          </a:xfrm>
          <a:prstGeom prst="triangle">
            <a:avLst>
              <a:gd name="adj" fmla="val 50000"/>
            </a:avLst>
          </a:prstGeom>
          <a:solidFill>
            <a:srgbClr val="99CC00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9244" name="Group 1132"/>
          <p:cNvGrpSpPr>
            <a:grpSpLocks/>
          </p:cNvGrpSpPr>
          <p:nvPr/>
        </p:nvGrpSpPr>
        <p:grpSpPr bwMode="auto">
          <a:xfrm>
            <a:off x="8154989" y="2514601"/>
            <a:ext cx="2073275" cy="2335213"/>
            <a:chOff x="3936" y="1968"/>
            <a:chExt cx="1536" cy="1728"/>
          </a:xfrm>
        </p:grpSpPr>
        <p:sp>
          <p:nvSpPr>
            <p:cNvPr id="219245" name="Freeform 1133"/>
            <p:cNvSpPr>
              <a:spLocks/>
            </p:cNvSpPr>
            <p:nvPr/>
          </p:nvSpPr>
          <p:spPr bwMode="auto">
            <a:xfrm>
              <a:off x="4704" y="1968"/>
              <a:ext cx="768" cy="1296"/>
            </a:xfrm>
            <a:custGeom>
              <a:avLst/>
              <a:gdLst>
                <a:gd name="T0" fmla="*/ 0 w 768"/>
                <a:gd name="T1" fmla="*/ 0 h 1296"/>
                <a:gd name="T2" fmla="*/ 768 w 768"/>
                <a:gd name="T3" fmla="*/ 480 h 1296"/>
                <a:gd name="T4" fmla="*/ 768 w 768"/>
                <a:gd name="T5" fmla="*/ 1296 h 1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8" h="1296">
                  <a:moveTo>
                    <a:pt x="0" y="0"/>
                  </a:moveTo>
                  <a:lnTo>
                    <a:pt x="768" y="480"/>
                  </a:lnTo>
                  <a:lnTo>
                    <a:pt x="768" y="1296"/>
                  </a:lnTo>
                </a:path>
              </a:pathLst>
            </a:custGeom>
            <a:solidFill>
              <a:srgbClr val="339933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246" name="Freeform 1134"/>
            <p:cNvSpPr>
              <a:spLocks/>
            </p:cNvSpPr>
            <p:nvPr/>
          </p:nvSpPr>
          <p:spPr bwMode="auto">
            <a:xfrm>
              <a:off x="3936" y="3264"/>
              <a:ext cx="1536" cy="432"/>
            </a:xfrm>
            <a:custGeom>
              <a:avLst/>
              <a:gdLst>
                <a:gd name="T0" fmla="*/ 0 w 1536"/>
                <a:gd name="T1" fmla="*/ 0 h 432"/>
                <a:gd name="T2" fmla="*/ 768 w 1536"/>
                <a:gd name="T3" fmla="*/ 432 h 432"/>
                <a:gd name="T4" fmla="*/ 1536 w 1536"/>
                <a:gd name="T5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6" h="432">
                  <a:moveTo>
                    <a:pt x="0" y="0"/>
                  </a:moveTo>
                  <a:lnTo>
                    <a:pt x="768" y="432"/>
                  </a:lnTo>
                  <a:lnTo>
                    <a:pt x="1536" y="0"/>
                  </a:lnTo>
                </a:path>
              </a:pathLst>
            </a:custGeom>
            <a:solidFill>
              <a:srgbClr val="339933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247" name="Freeform 1135"/>
            <p:cNvSpPr>
              <a:spLocks/>
            </p:cNvSpPr>
            <p:nvPr/>
          </p:nvSpPr>
          <p:spPr bwMode="auto">
            <a:xfrm>
              <a:off x="3936" y="1968"/>
              <a:ext cx="768" cy="1296"/>
            </a:xfrm>
            <a:custGeom>
              <a:avLst/>
              <a:gdLst>
                <a:gd name="T0" fmla="*/ 768 w 768"/>
                <a:gd name="T1" fmla="*/ 0 h 1296"/>
                <a:gd name="T2" fmla="*/ 0 w 768"/>
                <a:gd name="T3" fmla="*/ 480 h 1296"/>
                <a:gd name="T4" fmla="*/ 0 w 768"/>
                <a:gd name="T5" fmla="*/ 1296 h 1296"/>
                <a:gd name="T6" fmla="*/ 768 w 768"/>
                <a:gd name="T7" fmla="*/ 0 h 1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8" h="1296">
                  <a:moveTo>
                    <a:pt x="768" y="0"/>
                  </a:moveTo>
                  <a:lnTo>
                    <a:pt x="0" y="480"/>
                  </a:lnTo>
                  <a:lnTo>
                    <a:pt x="0" y="1296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rgbClr val="339933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9248" name="Group 1136"/>
          <p:cNvGrpSpPr>
            <a:grpSpLocks/>
          </p:cNvGrpSpPr>
          <p:nvPr/>
        </p:nvGrpSpPr>
        <p:grpSpPr bwMode="auto">
          <a:xfrm>
            <a:off x="8013700" y="2667000"/>
            <a:ext cx="2344738" cy="2052638"/>
            <a:chOff x="3831" y="2081"/>
            <a:chExt cx="1737" cy="1519"/>
          </a:xfrm>
        </p:grpSpPr>
        <p:sp>
          <p:nvSpPr>
            <p:cNvPr id="219249" name="AutoShape 1137"/>
            <p:cNvSpPr>
              <a:spLocks noChangeArrowheads="1"/>
            </p:cNvSpPr>
            <p:nvPr/>
          </p:nvSpPr>
          <p:spPr bwMode="auto">
            <a:xfrm rot="5400000">
              <a:off x="5064" y="2794"/>
              <a:ext cx="884" cy="98"/>
            </a:xfrm>
            <a:prstGeom prst="triangle">
              <a:avLst>
                <a:gd name="adj" fmla="val 49880"/>
              </a:avLst>
            </a:prstGeom>
            <a:solidFill>
              <a:srgbClr val="FF99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250" name="AutoShape 1138"/>
            <p:cNvSpPr>
              <a:spLocks noChangeArrowheads="1"/>
            </p:cNvSpPr>
            <p:nvPr/>
          </p:nvSpPr>
          <p:spPr bwMode="auto">
            <a:xfrm rot="16200000">
              <a:off x="3445" y="2787"/>
              <a:ext cx="884" cy="111"/>
            </a:xfrm>
            <a:prstGeom prst="triangle">
              <a:avLst>
                <a:gd name="adj" fmla="val 49880"/>
              </a:avLst>
            </a:prstGeom>
            <a:solidFill>
              <a:srgbClr val="FF99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251" name="AutoShape 1139"/>
            <p:cNvSpPr>
              <a:spLocks noChangeArrowheads="1"/>
            </p:cNvSpPr>
            <p:nvPr/>
          </p:nvSpPr>
          <p:spPr bwMode="auto">
            <a:xfrm rot="8940000">
              <a:off x="4684" y="3465"/>
              <a:ext cx="884" cy="120"/>
            </a:xfrm>
            <a:prstGeom prst="triangle">
              <a:avLst>
                <a:gd name="adj" fmla="val 49880"/>
              </a:avLst>
            </a:prstGeom>
            <a:solidFill>
              <a:srgbClr val="FF99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252" name="AutoShape 1140"/>
            <p:cNvSpPr>
              <a:spLocks noChangeArrowheads="1"/>
            </p:cNvSpPr>
            <p:nvPr/>
          </p:nvSpPr>
          <p:spPr bwMode="auto">
            <a:xfrm rot="12600000">
              <a:off x="3844" y="3473"/>
              <a:ext cx="884" cy="127"/>
            </a:xfrm>
            <a:prstGeom prst="triangle">
              <a:avLst>
                <a:gd name="adj" fmla="val 49880"/>
              </a:avLst>
            </a:prstGeom>
            <a:solidFill>
              <a:srgbClr val="FF99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253" name="AutoShape 1141"/>
            <p:cNvSpPr>
              <a:spLocks noChangeArrowheads="1"/>
            </p:cNvSpPr>
            <p:nvPr/>
          </p:nvSpPr>
          <p:spPr bwMode="auto">
            <a:xfrm rot="1933595">
              <a:off x="4670" y="2094"/>
              <a:ext cx="884" cy="127"/>
            </a:xfrm>
            <a:prstGeom prst="triangle">
              <a:avLst>
                <a:gd name="adj" fmla="val 49880"/>
              </a:avLst>
            </a:prstGeom>
            <a:solidFill>
              <a:srgbClr val="FF99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254" name="AutoShape 1142"/>
            <p:cNvSpPr>
              <a:spLocks noChangeArrowheads="1"/>
            </p:cNvSpPr>
            <p:nvPr/>
          </p:nvSpPr>
          <p:spPr bwMode="auto">
            <a:xfrm rot="19680000">
              <a:off x="3851" y="2081"/>
              <a:ext cx="884" cy="127"/>
            </a:xfrm>
            <a:prstGeom prst="triangle">
              <a:avLst>
                <a:gd name="adj" fmla="val 49880"/>
              </a:avLst>
            </a:prstGeom>
            <a:solidFill>
              <a:srgbClr val="FF99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550083" y="5257454"/>
                <a:ext cx="447661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083" y="5257454"/>
                <a:ext cx="4476610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859879" y="3912502"/>
                <a:ext cx="324890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879" y="3912502"/>
                <a:ext cx="3248903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830989" y="3373139"/>
                <a:ext cx="495631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eaLnBrk="0" hangingPunct="0"/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则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圆内接正</a:t>
                </a:r>
                <a14:m>
                  <m:oMath xmlns:m="http://schemas.openxmlformats.org/officeDocument/2006/math"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3×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边形的面积</a:t>
                </a:r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为：</a:t>
                </a:r>
                <a:endParaRPr kumimoji="1"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989" y="3373139"/>
                <a:ext cx="4956310" cy="461665"/>
              </a:xfrm>
              <a:prstGeom prst="rect">
                <a:avLst/>
              </a:prstGeom>
              <a:blipFill>
                <a:blip r:embed="rId5"/>
                <a:stretch>
                  <a:fillRect l="-1845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832274" y="2256886"/>
                <a:ext cx="419211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表示内接正三角形面积</a:t>
                </a:r>
                <a:r>
                  <a:rPr kumimoji="1"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,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274" y="2256886"/>
                <a:ext cx="4192110" cy="461665"/>
              </a:xfrm>
              <a:prstGeom prst="rect">
                <a:avLst/>
              </a:prstGeom>
              <a:blipFill>
                <a:blip r:embed="rId6"/>
                <a:stretch>
                  <a:fillRect l="-2329" t="-14474" r="-1310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852774" y="2767319"/>
                <a:ext cx="42820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表示边数增加时增加的</a:t>
                </a:r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面积</a:t>
                </a:r>
                <a:r>
                  <a:rPr kumimoji="1"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,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774" y="2767319"/>
                <a:ext cx="4282070" cy="461665"/>
              </a:xfrm>
              <a:prstGeom prst="rect">
                <a:avLst/>
              </a:prstGeom>
              <a:blipFill>
                <a:blip r:embed="rId7"/>
                <a:stretch>
                  <a:fillRect t="-14474" r="-1282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852774" y="4584978"/>
                <a:ext cx="63168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时，这个和逼近于圆的面积 </a:t>
                </a:r>
                <a:r>
                  <a:rPr kumimoji="1" lang="en-US" altLang="zh-CN" sz="24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A </a:t>
                </a:r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。即：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774" y="4584978"/>
                <a:ext cx="6316857" cy="461665"/>
              </a:xfrm>
              <a:prstGeom prst="rect">
                <a:avLst/>
              </a:prstGeom>
              <a:blipFill>
                <a:blip r:embed="rId8"/>
                <a:stretch>
                  <a:fillRect l="-1544" t="-14474" r="-579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9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228" grpId="0" autoUpdateAnimBg="0"/>
      <p:bldP spid="219229" grpId="0" autoUpdateAnimBg="0"/>
      <p:bldP spid="219242" grpId="0" animBg="1"/>
      <p:bldP spid="219243" grpId="0" animBg="1"/>
      <p:bldP spid="5" grpId="0"/>
      <p:bldP spid="6" grpId="0"/>
      <p:bldP spid="7" grpId="0"/>
      <p:bldP spid="8" grpId="0"/>
      <p:bldP spid="9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21" name="Rectangle 677"/>
          <p:cNvSpPr>
            <a:spLocks noChangeArrowheads="1"/>
          </p:cNvSpPr>
          <p:nvPr/>
        </p:nvSpPr>
        <p:spPr bwMode="auto">
          <a:xfrm>
            <a:off x="1190706" y="314391"/>
            <a:ext cx="1371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定义</a:t>
            </a:r>
            <a:r>
              <a:rPr lang="zh-CN" altLang="en-US" sz="2400" dirty="0">
                <a:solidFill>
                  <a:schemeClr val="accent2"/>
                </a:solidFill>
                <a:ea typeface="黑体" panose="02010609060101010101" pitchFamily="49" charset="-122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422" name="Text Box 678"/>
              <p:cNvSpPr txBox="1">
                <a:spLocks noChangeArrowheads="1"/>
              </p:cNvSpPr>
              <p:nvPr/>
            </p:nvSpPr>
            <p:spPr bwMode="auto">
              <a:xfrm>
                <a:off x="2114851" y="401104"/>
                <a:ext cx="991496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给定一个数列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，将各项依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次相加</a:t>
                </a:r>
                <a:r>
                  <a:rPr kumimoji="1"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简记为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</m:oMath>
                </a14:m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</a:t>
                </a:r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0422" name="Text Box 6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14851" y="401104"/>
                <a:ext cx="9914962" cy="461665"/>
              </a:xfrm>
              <a:prstGeom prst="rect">
                <a:avLst/>
              </a:prstGeom>
              <a:blipFill>
                <a:blip r:embed="rId2"/>
                <a:stretch>
                  <a:fillRect l="-984" t="-127632" r="-677" b="-19736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426" name="Text Box 682"/>
              <p:cNvSpPr txBox="1">
                <a:spLocks noChangeArrowheads="1"/>
              </p:cNvSpPr>
              <p:nvPr/>
            </p:nvSpPr>
            <p:spPr bwMode="auto">
              <a:xfrm>
                <a:off x="2133386" y="1010704"/>
                <a:ext cx="633223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0426" name="Text Box 6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386" y="1010704"/>
                <a:ext cx="6332237" cy="461665"/>
              </a:xfrm>
              <a:prstGeom prst="rect">
                <a:avLst/>
              </a:prstGeom>
              <a:blipFill>
                <a:blip r:embed="rId3"/>
                <a:stretch>
                  <a:fillRect l="-2695" t="-127632" b="-19736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429" name="Text Box 685"/>
              <p:cNvSpPr txBox="1">
                <a:spLocks noChangeArrowheads="1"/>
              </p:cNvSpPr>
              <p:nvPr/>
            </p:nvSpPr>
            <p:spPr bwMode="auto">
              <a:xfrm>
                <a:off x="2114851" y="1601669"/>
                <a:ext cx="750069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称上式为</a:t>
                </a:r>
                <a:r>
                  <a:rPr kumimoji="1" lang="zh-CN" altLang="en-US" sz="24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无穷级数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其中第</a:t>
                </a:r>
                <a:r>
                  <a:rPr kumimoji="1" lang="zh-CN" altLang="en-US" sz="24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en-US" altLang="zh-CN" sz="24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n</a:t>
                </a:r>
                <a:r>
                  <a:rPr kumimoji="1"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叫做级数的</a:t>
                </a:r>
                <a:r>
                  <a:rPr kumimoji="1" lang="zh-CN" altLang="en-US" sz="2400" dirty="0">
                    <a:solidFill>
                      <a:srgbClr val="ED7D3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一般项</a:t>
                </a:r>
                <a:r>
                  <a:rPr kumimoji="1" lang="en-US" altLang="zh-CN" sz="2400" dirty="0">
                    <a:solidFill>
                      <a:srgbClr val="ED7D3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,</a:t>
                </a:r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0429" name="Text Box 6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14851" y="1601669"/>
                <a:ext cx="7500690" cy="461665"/>
              </a:xfrm>
              <a:prstGeom prst="rect">
                <a:avLst/>
              </a:prstGeom>
              <a:blipFill>
                <a:blip r:embed="rId4"/>
                <a:stretch>
                  <a:fillRect l="-1301" t="-14667" b="-32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433" name="Text Box 689"/>
          <p:cNvSpPr txBox="1">
            <a:spLocks noChangeArrowheads="1"/>
          </p:cNvSpPr>
          <p:nvPr/>
        </p:nvSpPr>
        <p:spPr bwMode="auto">
          <a:xfrm>
            <a:off x="2133386" y="2359176"/>
            <a:ext cx="2819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级数的前</a:t>
            </a:r>
            <a:r>
              <a:rPr kumimoji="1" lang="zh-CN" altLang="en-US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项和</a:t>
            </a:r>
          </a:p>
        </p:txBody>
      </p:sp>
      <p:sp>
        <p:nvSpPr>
          <p:cNvPr id="160435" name="Text Box 691"/>
          <p:cNvSpPr txBox="1">
            <a:spLocks noChangeArrowheads="1"/>
          </p:cNvSpPr>
          <p:nvPr/>
        </p:nvSpPr>
        <p:spPr bwMode="auto">
          <a:xfrm>
            <a:off x="2133386" y="3034283"/>
            <a:ext cx="3276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称为级数的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部分和</a:t>
            </a: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442" name="Text Box 698"/>
              <p:cNvSpPr txBox="1">
                <a:spLocks noChangeArrowheads="1"/>
              </p:cNvSpPr>
              <p:nvPr/>
            </p:nvSpPr>
            <p:spPr bwMode="auto">
              <a:xfrm>
                <a:off x="2133386" y="4368818"/>
                <a:ext cx="3155133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记作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</m:oMath>
                </a14:m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0442" name="Text Box 6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386" y="4368818"/>
                <a:ext cx="3155133" cy="461665"/>
              </a:xfrm>
              <a:prstGeom prst="rect">
                <a:avLst/>
              </a:prstGeom>
              <a:blipFill>
                <a:blip r:embed="rId5"/>
                <a:stretch>
                  <a:fillRect l="-3089" t="-129333" b="-201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1353"/>
              <p:cNvSpPr txBox="1">
                <a:spLocks noChangeArrowheads="1"/>
              </p:cNvSpPr>
              <p:nvPr/>
            </p:nvSpPr>
            <p:spPr bwMode="auto">
              <a:xfrm>
                <a:off x="2151921" y="5488397"/>
                <a:ext cx="925223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称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差值</a:t>
                </a: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+⋯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为级数的</a:t>
                </a:r>
                <a:r>
                  <a:rPr kumimoji="1" lang="zh-CN" altLang="en-US" sz="24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余项。</a:t>
                </a:r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Text Box 13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1921" y="5488397"/>
                <a:ext cx="9252232" cy="461665"/>
              </a:xfrm>
              <a:prstGeom prst="rect">
                <a:avLst/>
              </a:prstGeom>
              <a:blipFill>
                <a:blip r:embed="rId6"/>
                <a:stretch>
                  <a:fillRect l="-988" t="-14474" b="-2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FBD5877-C868-4C65-953A-D72D793F03F7}"/>
                  </a:ext>
                </a:extLst>
              </p:cNvPr>
              <p:cNvSpPr/>
              <p:nvPr/>
            </p:nvSpPr>
            <p:spPr>
              <a:xfrm>
                <a:off x="4463503" y="2039730"/>
                <a:ext cx="5422703" cy="11005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CN" altLang="en-US" sz="24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⋯</m:t>
                      </m:r>
                      <m:r>
                        <m:rPr>
                          <m:nor/>
                        </m:rPr>
                        <a:rPr lang="zh-CN" altLang="en-US" sz="24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FBD5877-C868-4C65-953A-D72D793F03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503" y="2039730"/>
                <a:ext cx="5422703" cy="110055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49ED569-DD80-4CD7-9A94-8FCD9E8CE309}"/>
                  </a:ext>
                </a:extLst>
              </p:cNvPr>
              <p:cNvSpPr/>
              <p:nvPr/>
            </p:nvSpPr>
            <p:spPr>
              <a:xfrm>
                <a:off x="2133386" y="3709390"/>
                <a:ext cx="8484951" cy="5731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</m:oMath>
                </a14:m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存在，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则称无穷级数</a:t>
                </a:r>
                <a:r>
                  <a:rPr kumimoji="1" lang="zh-CN" altLang="en-US" sz="2400" b="1" dirty="0">
                    <a:solidFill>
                      <a:srgbClr val="ED7D3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收敛</a:t>
                </a:r>
                <a:r>
                  <a:rPr kumimoji="1" lang="zh-CN" altLang="en-US" sz="2400" b="1" dirty="0">
                    <a:solidFill>
                      <a:srgbClr val="44546A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并称 </a:t>
                </a:r>
                <a:r>
                  <a:rPr kumimoji="1" lang="en-US" altLang="zh-CN" sz="24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S</a:t>
                </a:r>
                <a:r>
                  <a:rPr kumimoji="1" lang="en-US" altLang="zh-CN" sz="2400" i="1" dirty="0">
                    <a:solidFill>
                      <a:srgbClr val="44546A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为级数的</a:t>
                </a:r>
                <a:r>
                  <a:rPr kumimoji="1" lang="zh-CN" altLang="en-US" sz="2400" b="1" dirty="0">
                    <a:solidFill>
                      <a:srgbClr val="ED7D3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和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</a:t>
                </a:r>
                <a:endPara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49ED569-DD80-4CD7-9A94-8FCD9E8CE3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386" y="3709390"/>
                <a:ext cx="8484951" cy="573106"/>
              </a:xfrm>
              <a:prstGeom prst="rect">
                <a:avLst/>
              </a:prstGeom>
              <a:blipFill>
                <a:blip r:embed="rId8"/>
                <a:stretch>
                  <a:fillRect l="-1149" t="-11579" r="-144" b="-4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B667A68-84A7-4B62-B85C-0D1E14071729}"/>
                  </a:ext>
                </a:extLst>
              </p:cNvPr>
              <p:cNvSpPr/>
              <p:nvPr/>
            </p:nvSpPr>
            <p:spPr>
              <a:xfrm>
                <a:off x="2151921" y="4915291"/>
                <a:ext cx="5457456" cy="5731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sSub>
                      <m:sSub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  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不存在，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则称无穷级数</a:t>
                </a:r>
                <a:r>
                  <a:rPr kumimoji="1" lang="zh-CN" altLang="en-US" sz="2400" b="1" dirty="0">
                    <a:solidFill>
                      <a:srgbClr val="ED7D3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发散。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B667A68-84A7-4B62-B85C-0D1E140717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921" y="4915291"/>
                <a:ext cx="5457456" cy="573106"/>
              </a:xfrm>
              <a:prstGeom prst="rect">
                <a:avLst/>
              </a:prstGeom>
              <a:blipFill>
                <a:blip r:embed="rId9"/>
                <a:stretch>
                  <a:fillRect l="-1676" t="-11702" r="-894" b="-2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5337532-AA33-4A14-A281-BED0428311DF}"/>
                  </a:ext>
                </a:extLst>
              </p:cNvPr>
              <p:cNvSpPr/>
              <p:nvPr/>
            </p:nvSpPr>
            <p:spPr>
              <a:xfrm>
                <a:off x="2151921" y="6036384"/>
                <a:ext cx="3853684" cy="5731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无穷级数</a:t>
                </a:r>
                <a:r>
                  <a:rPr kumimoji="1" lang="zh-CN" altLang="en-US" sz="2400" b="1" dirty="0">
                    <a:solidFill>
                      <a:srgbClr val="ED7D3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收敛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⟺</m:t>
                    </m:r>
                    <m:limLow>
                      <m:limLow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5337532-AA33-4A14-A281-BED0428311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921" y="6036384"/>
                <a:ext cx="3853684" cy="573106"/>
              </a:xfrm>
              <a:prstGeom prst="rect">
                <a:avLst/>
              </a:prstGeom>
              <a:blipFill>
                <a:blip r:embed="rId10"/>
                <a:stretch>
                  <a:fillRect l="-2373" t="-11702" b="-2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日期占位符 17">
            <a:extLst>
              <a:ext uri="{FF2B5EF4-FFF2-40B4-BE49-F238E27FC236}">
                <a16:creationId xmlns:a16="http://schemas.microsoft.com/office/drawing/2014/main" id="{AF25D51D-EC50-47E1-B857-774F7EA3A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337C4-749F-4CC2-AA80-D8B100A0F365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0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0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0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421" grpId="0"/>
      <p:bldP spid="160422" grpId="0"/>
      <p:bldP spid="160426" grpId="0"/>
      <p:bldP spid="160429" grpId="0"/>
      <p:bldP spid="160433" grpId="0"/>
      <p:bldP spid="160435" grpId="0"/>
      <p:bldP spid="160442" grpId="0"/>
      <p:bldP spid="27" grpId="0"/>
      <p:bldP spid="9" grpId="0"/>
      <p:bldP spid="11" grpId="0"/>
      <p:bldP spid="13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13" name="Text Box 149"/>
          <p:cNvSpPr txBox="1">
            <a:spLocks noChangeArrowheads="1"/>
          </p:cNvSpPr>
          <p:nvPr/>
        </p:nvSpPr>
        <p:spPr bwMode="auto">
          <a:xfrm>
            <a:off x="1752601" y="801310"/>
            <a:ext cx="1308050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级数举例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pic>
        <p:nvPicPr>
          <p:cNvPr id="190614" name="Picture 1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72" r="82489"/>
          <a:stretch>
            <a:fillRect/>
          </a:stretch>
        </p:blipFill>
        <p:spPr bwMode="auto">
          <a:xfrm>
            <a:off x="8128001" y="2212596"/>
            <a:ext cx="271463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615" name="Picture 15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04"/>
          <a:stretch>
            <a:fillRect/>
          </a:stretch>
        </p:blipFill>
        <p:spPr bwMode="auto">
          <a:xfrm>
            <a:off x="2054226" y="2220535"/>
            <a:ext cx="284797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616" name="Picture 15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489"/>
          <a:stretch>
            <a:fillRect/>
          </a:stretch>
        </p:blipFill>
        <p:spPr bwMode="auto">
          <a:xfrm>
            <a:off x="6040438" y="2220535"/>
            <a:ext cx="64770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0617" name="Text Box 153"/>
          <p:cNvSpPr txBox="1">
            <a:spLocks noChangeArrowheads="1"/>
          </p:cNvSpPr>
          <p:nvPr/>
        </p:nvSpPr>
        <p:spPr bwMode="auto">
          <a:xfrm>
            <a:off x="9036050" y="2441196"/>
            <a:ext cx="1308050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调和级数 </a:t>
            </a:r>
          </a:p>
        </p:txBody>
      </p:sp>
      <p:pic>
        <p:nvPicPr>
          <p:cNvPr id="190618" name="Picture 15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456"/>
          <a:stretch>
            <a:fillRect/>
          </a:stretch>
        </p:blipFill>
        <p:spPr bwMode="auto">
          <a:xfrm>
            <a:off x="6040438" y="3125410"/>
            <a:ext cx="1350962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619" name="Picture 15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75"/>
          <a:stretch>
            <a:fillRect/>
          </a:stretch>
        </p:blipFill>
        <p:spPr bwMode="auto">
          <a:xfrm>
            <a:off x="2054226" y="3125410"/>
            <a:ext cx="373697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620" name="Picture 15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2" r="73456"/>
          <a:stretch>
            <a:fillRect/>
          </a:stretch>
        </p:blipFill>
        <p:spPr bwMode="auto">
          <a:xfrm>
            <a:off x="7781926" y="3125410"/>
            <a:ext cx="96202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621" name="Picture 15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111"/>
          <a:stretch>
            <a:fillRect/>
          </a:stretch>
        </p:blipFill>
        <p:spPr bwMode="auto">
          <a:xfrm>
            <a:off x="6040438" y="4039810"/>
            <a:ext cx="8953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622" name="Picture 15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09"/>
          <a:stretch>
            <a:fillRect/>
          </a:stretch>
        </p:blipFill>
        <p:spPr bwMode="auto">
          <a:xfrm>
            <a:off x="2054225" y="4039810"/>
            <a:ext cx="36258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0623" name="Text Box 159"/>
          <p:cNvSpPr txBox="1">
            <a:spLocks noChangeArrowheads="1"/>
          </p:cNvSpPr>
          <p:nvPr/>
        </p:nvSpPr>
        <p:spPr bwMode="auto">
          <a:xfrm>
            <a:off x="9036050" y="4471609"/>
            <a:ext cx="1231106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几何级数</a:t>
            </a:r>
          </a:p>
        </p:txBody>
      </p:sp>
      <p:pic>
        <p:nvPicPr>
          <p:cNvPr id="190624" name="Picture 16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524"/>
          <a:stretch>
            <a:fillRect/>
          </a:stretch>
        </p:blipFill>
        <p:spPr bwMode="auto">
          <a:xfrm>
            <a:off x="6040439" y="4955797"/>
            <a:ext cx="827087" cy="91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625" name="Picture 16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76"/>
          <a:stretch>
            <a:fillRect/>
          </a:stretch>
        </p:blipFill>
        <p:spPr bwMode="auto">
          <a:xfrm>
            <a:off x="2054226" y="4955797"/>
            <a:ext cx="3419475" cy="91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0626" name="Picture 16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2" r="80524"/>
          <a:stretch>
            <a:fillRect/>
          </a:stretch>
        </p:blipFill>
        <p:spPr bwMode="auto">
          <a:xfrm>
            <a:off x="8039100" y="4955797"/>
            <a:ext cx="446088" cy="91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90627" name="Group 163"/>
          <p:cNvGrpSpPr>
            <a:grpSpLocks/>
          </p:cNvGrpSpPr>
          <p:nvPr/>
        </p:nvGrpSpPr>
        <p:grpSpPr bwMode="auto">
          <a:xfrm>
            <a:off x="1752600" y="1526796"/>
            <a:ext cx="8686800" cy="4343400"/>
            <a:chOff x="144" y="576"/>
            <a:chExt cx="5472" cy="2736"/>
          </a:xfrm>
        </p:grpSpPr>
        <p:sp>
          <p:nvSpPr>
            <p:cNvPr id="190628" name="Text Box 164"/>
            <p:cNvSpPr txBox="1">
              <a:spLocks noChangeArrowheads="1"/>
            </p:cNvSpPr>
            <p:nvPr/>
          </p:nvSpPr>
          <p:spPr bwMode="auto">
            <a:xfrm>
              <a:off x="368" y="624"/>
              <a:ext cx="1357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级数的展开形式</a:t>
              </a:r>
            </a:p>
          </p:txBody>
        </p:sp>
        <p:sp>
          <p:nvSpPr>
            <p:cNvPr id="190629" name="Rectangle 165"/>
            <p:cNvSpPr>
              <a:spLocks noChangeArrowheads="1"/>
            </p:cNvSpPr>
            <p:nvPr/>
          </p:nvSpPr>
          <p:spPr bwMode="auto">
            <a:xfrm>
              <a:off x="4960" y="624"/>
              <a:ext cx="388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备注</a:t>
              </a:r>
            </a:p>
          </p:txBody>
        </p:sp>
        <p:sp>
          <p:nvSpPr>
            <p:cNvPr id="190630" name="Rectangle 166"/>
            <p:cNvSpPr>
              <a:spLocks noChangeArrowheads="1"/>
            </p:cNvSpPr>
            <p:nvPr/>
          </p:nvSpPr>
          <p:spPr bwMode="auto">
            <a:xfrm>
              <a:off x="3936" y="624"/>
              <a:ext cx="582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一般项</a:t>
              </a:r>
            </a:p>
          </p:txBody>
        </p:sp>
        <p:sp>
          <p:nvSpPr>
            <p:cNvPr id="190631" name="Rectangle 167"/>
            <p:cNvSpPr>
              <a:spLocks noChangeArrowheads="1"/>
            </p:cNvSpPr>
            <p:nvPr/>
          </p:nvSpPr>
          <p:spPr bwMode="auto">
            <a:xfrm>
              <a:off x="2864" y="624"/>
              <a:ext cx="775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简写形式</a:t>
              </a:r>
            </a:p>
          </p:txBody>
        </p:sp>
        <p:grpSp>
          <p:nvGrpSpPr>
            <p:cNvPr id="190632" name="Group 168"/>
            <p:cNvGrpSpPr>
              <a:grpSpLocks/>
            </p:cNvGrpSpPr>
            <p:nvPr/>
          </p:nvGrpSpPr>
          <p:grpSpPr bwMode="auto">
            <a:xfrm>
              <a:off x="144" y="576"/>
              <a:ext cx="5472" cy="2736"/>
              <a:chOff x="144" y="576"/>
              <a:chExt cx="5472" cy="2736"/>
            </a:xfrm>
          </p:grpSpPr>
          <p:sp>
            <p:nvSpPr>
              <p:cNvPr id="190634" name="Line 170"/>
              <p:cNvSpPr>
                <a:spLocks noChangeShapeType="1"/>
              </p:cNvSpPr>
              <p:nvPr/>
            </p:nvSpPr>
            <p:spPr bwMode="auto">
              <a:xfrm>
                <a:off x="144" y="1008"/>
                <a:ext cx="5472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190635" name="Line 171"/>
              <p:cNvSpPr>
                <a:spLocks noChangeShapeType="1"/>
              </p:cNvSpPr>
              <p:nvPr/>
            </p:nvSpPr>
            <p:spPr bwMode="auto">
              <a:xfrm>
                <a:off x="2640" y="576"/>
                <a:ext cx="0" cy="273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190636" name="Line 172"/>
              <p:cNvSpPr>
                <a:spLocks noChangeShapeType="1"/>
              </p:cNvSpPr>
              <p:nvPr/>
            </p:nvSpPr>
            <p:spPr bwMode="auto">
              <a:xfrm>
                <a:off x="3840" y="576"/>
                <a:ext cx="0" cy="273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190637" name="Line 173"/>
              <p:cNvSpPr>
                <a:spLocks noChangeShapeType="1"/>
              </p:cNvSpPr>
              <p:nvPr/>
            </p:nvSpPr>
            <p:spPr bwMode="auto">
              <a:xfrm>
                <a:off x="4656" y="576"/>
                <a:ext cx="0" cy="273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190638" name="Line 174"/>
              <p:cNvSpPr>
                <a:spLocks noChangeShapeType="1"/>
              </p:cNvSpPr>
              <p:nvPr/>
            </p:nvSpPr>
            <p:spPr bwMode="auto">
              <a:xfrm>
                <a:off x="144" y="1584"/>
                <a:ext cx="5472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190639" name="Line 175"/>
              <p:cNvSpPr>
                <a:spLocks noChangeShapeType="1"/>
              </p:cNvSpPr>
              <p:nvPr/>
            </p:nvSpPr>
            <p:spPr bwMode="auto">
              <a:xfrm>
                <a:off x="144" y="2160"/>
                <a:ext cx="5472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190640" name="Line 176"/>
              <p:cNvSpPr>
                <a:spLocks noChangeShapeType="1"/>
              </p:cNvSpPr>
              <p:nvPr/>
            </p:nvSpPr>
            <p:spPr bwMode="auto">
              <a:xfrm>
                <a:off x="144" y="2736"/>
                <a:ext cx="5472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 sz="2400"/>
              </a:p>
            </p:txBody>
          </p:sp>
        </p:grpSp>
      </p:grpSp>
      <p:sp>
        <p:nvSpPr>
          <p:cNvPr id="190641" name="Rectangle 177"/>
          <p:cNvSpPr>
            <a:spLocks noChangeArrowheads="1"/>
          </p:cNvSpPr>
          <p:nvPr/>
        </p:nvSpPr>
        <p:spPr bwMode="auto">
          <a:xfrm>
            <a:off x="9036050" y="4041396"/>
            <a:ext cx="1231106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等比级数</a:t>
            </a:r>
          </a:p>
        </p:txBody>
      </p:sp>
      <p:sp>
        <p:nvSpPr>
          <p:cNvPr id="190642" name="Text Box 178"/>
          <p:cNvSpPr txBox="1">
            <a:spLocks noChangeArrowheads="1"/>
          </p:cNvSpPr>
          <p:nvPr/>
        </p:nvSpPr>
        <p:spPr bwMode="auto">
          <a:xfrm>
            <a:off x="8001001" y="4193797"/>
            <a:ext cx="581891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aq</a:t>
            </a:r>
            <a:r>
              <a:rPr kumimoji="1" lang="en-US" altLang="zh-CN" sz="2400" i="1" baseline="300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-1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90643" name="Text Box 179"/>
          <p:cNvSpPr txBox="1">
            <a:spLocks noChangeArrowheads="1"/>
          </p:cNvSpPr>
          <p:nvPr/>
        </p:nvSpPr>
        <p:spPr bwMode="auto">
          <a:xfrm>
            <a:off x="9067800" y="5184396"/>
            <a:ext cx="982641" cy="400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级数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97C6B4-138C-4A0E-8F5F-FA2D86ACC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59DB4-6325-403C-8EC7-69342617B2C1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0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0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0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0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0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0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0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0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0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0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0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0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0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0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613" grpId="0" build="p" autoUpdateAnimBg="0"/>
      <p:bldP spid="190617" grpId="0" build="p" autoUpdateAnimBg="0"/>
      <p:bldP spid="190623" grpId="0" build="p" autoUpdateAnimBg="0"/>
      <p:bldP spid="190641" grpId="0" build="p" autoUpdateAnimBg="0"/>
      <p:bldP spid="190642" grpId="0" build="p" autoUpdateAnimBg="0"/>
      <p:bldP spid="19064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27356F-1A99-4C90-BDAA-990C384A6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B4DA-E094-490E-B836-84D4CB9428A2}" type="datetime11">
              <a:rPr lang="zh-CN" altLang="en-US" smtClean="0"/>
              <a:t>20:40:10</a:t>
            </a:fld>
            <a:endParaRPr lang="en-US" altLang="zh-CN"/>
          </a:p>
        </p:txBody>
      </p:sp>
      <p:sp>
        <p:nvSpPr>
          <p:cNvPr id="244738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447800" y="521941"/>
            <a:ext cx="9296400" cy="1881187"/>
          </a:xfrm>
          <a:noFill/>
          <a:ln/>
        </p:spPr>
        <p:txBody>
          <a:bodyPr>
            <a:normAutofit/>
          </a:bodyPr>
          <a:lstStyle/>
          <a:p>
            <a:r>
              <a:rPr lang="zh-CN" altLang="en-US" sz="2400" dirty="0">
                <a:ea typeface="华文新魏" panose="02010800040101010101" pitchFamily="2" charset="-122"/>
              </a:rPr>
              <a:t>无穷级数是一个怪物</a:t>
            </a:r>
            <a:r>
              <a:rPr lang="en-US" altLang="zh-CN" sz="2400" dirty="0"/>
              <a:t>?  </a:t>
            </a:r>
            <a:r>
              <a:rPr lang="zh-CN" altLang="en-US" sz="2400" dirty="0"/>
              <a:t>有一个人步行每秒走</a:t>
            </a:r>
            <a:r>
              <a:rPr lang="en-US" altLang="zh-CN" sz="2400" dirty="0"/>
              <a:t>1</a:t>
            </a:r>
            <a:r>
              <a:rPr lang="zh-CN" altLang="en-US" sz="2400" dirty="0"/>
              <a:t>米</a:t>
            </a:r>
            <a:r>
              <a:rPr lang="en-US" altLang="zh-CN" sz="2400" dirty="0"/>
              <a:t>, </a:t>
            </a:r>
            <a:r>
              <a:rPr lang="zh-CN" altLang="en-US" sz="2400" dirty="0"/>
              <a:t>在他前面</a:t>
            </a:r>
            <a:r>
              <a:rPr lang="en-US" altLang="zh-CN" sz="2400" dirty="0"/>
              <a:t>10</a:t>
            </a:r>
            <a:r>
              <a:rPr lang="zh-CN" altLang="en-US" sz="2400" dirty="0"/>
              <a:t>米</a:t>
            </a:r>
            <a:r>
              <a:rPr lang="en-US" altLang="zh-CN" sz="2400" i="1" dirty="0"/>
              <a:t>A</a:t>
            </a:r>
            <a:r>
              <a:rPr lang="zh-CN" altLang="en-US" sz="2400" dirty="0"/>
              <a:t>处有一只乌龟每秒爬行</a:t>
            </a:r>
            <a:r>
              <a:rPr lang="en-US" altLang="zh-CN" sz="2400" dirty="0"/>
              <a:t>0.1</a:t>
            </a:r>
            <a:r>
              <a:rPr lang="zh-CN" altLang="en-US" sz="2400" dirty="0"/>
              <a:t>米</a:t>
            </a:r>
            <a:r>
              <a:rPr lang="en-US" altLang="zh-CN" sz="2400" dirty="0"/>
              <a:t>, </a:t>
            </a:r>
            <a:r>
              <a:rPr lang="zh-CN" altLang="en-US" sz="2400" dirty="0"/>
              <a:t>这个人永远追不上乌龟。理由是</a:t>
            </a:r>
            <a:r>
              <a:rPr lang="en-US" altLang="zh-CN" sz="2400" dirty="0"/>
              <a:t>: </a:t>
            </a:r>
            <a:r>
              <a:rPr lang="zh-CN" altLang="en-US" sz="2400" dirty="0"/>
              <a:t>当人到达乌龟开始位置</a:t>
            </a:r>
            <a:r>
              <a:rPr lang="en-US" altLang="zh-CN" sz="2400" i="1" dirty="0"/>
              <a:t>A</a:t>
            </a:r>
            <a:r>
              <a:rPr lang="zh-CN" altLang="en-US" sz="2400" dirty="0"/>
              <a:t>时</a:t>
            </a:r>
            <a:r>
              <a:rPr lang="en-US" altLang="zh-CN" sz="2400" dirty="0"/>
              <a:t>, </a:t>
            </a:r>
            <a:r>
              <a:rPr lang="zh-CN" altLang="en-US" sz="2400" dirty="0"/>
              <a:t>要</a:t>
            </a:r>
            <a:r>
              <a:rPr lang="en-US" altLang="zh-CN" sz="2400" dirty="0"/>
              <a:t>10</a:t>
            </a:r>
            <a:r>
              <a:rPr lang="zh-CN" altLang="en-US" sz="2400" dirty="0"/>
              <a:t>秒钟</a:t>
            </a:r>
            <a:r>
              <a:rPr lang="en-US" altLang="zh-CN" sz="2400" dirty="0"/>
              <a:t>, </a:t>
            </a:r>
            <a:r>
              <a:rPr lang="zh-CN" altLang="en-US" sz="2400" dirty="0"/>
              <a:t>而这时乌龟又向前走了</a:t>
            </a:r>
            <a:r>
              <a:rPr lang="en-US" altLang="zh-CN" sz="2400" dirty="0"/>
              <a:t>10·0.1=1</a:t>
            </a:r>
            <a:r>
              <a:rPr lang="zh-CN" altLang="en-US" sz="2400" dirty="0"/>
              <a:t>米</a:t>
            </a:r>
            <a:r>
              <a:rPr lang="en-US" altLang="zh-CN" sz="2400" dirty="0"/>
              <a:t>, </a:t>
            </a:r>
            <a:r>
              <a:rPr lang="zh-CN" altLang="en-US" sz="2400" dirty="0"/>
              <a:t>到达</a:t>
            </a:r>
            <a:r>
              <a:rPr lang="en-US" altLang="zh-CN" sz="2400" i="1" dirty="0"/>
              <a:t>B</a:t>
            </a:r>
            <a:r>
              <a:rPr lang="zh-CN" altLang="en-US" sz="2400" dirty="0"/>
              <a:t>处</a:t>
            </a:r>
            <a:r>
              <a:rPr lang="en-US" altLang="zh-CN" sz="2400" dirty="0"/>
              <a:t>;</a:t>
            </a:r>
            <a:r>
              <a:rPr lang="zh-CN" altLang="en-US" sz="2400" dirty="0"/>
              <a:t>当人到达</a:t>
            </a:r>
            <a:r>
              <a:rPr lang="en-US" altLang="zh-CN" sz="2400" i="1" dirty="0"/>
              <a:t>B</a:t>
            </a:r>
            <a:r>
              <a:rPr lang="zh-CN" altLang="en-US" sz="2400" dirty="0"/>
              <a:t>时</a:t>
            </a:r>
            <a:r>
              <a:rPr lang="en-US" altLang="zh-CN" sz="2400" dirty="0"/>
              <a:t>, </a:t>
            </a:r>
            <a:r>
              <a:rPr lang="zh-CN" altLang="en-US" sz="2400" dirty="0"/>
              <a:t>要</a:t>
            </a:r>
            <a:r>
              <a:rPr lang="en-US" altLang="zh-CN" sz="2400" dirty="0"/>
              <a:t>1</a:t>
            </a:r>
            <a:r>
              <a:rPr lang="zh-CN" altLang="en-US" sz="2400" dirty="0"/>
              <a:t>秒钟</a:t>
            </a:r>
            <a:r>
              <a:rPr lang="en-US" altLang="zh-CN" sz="2400" dirty="0"/>
              <a:t>, </a:t>
            </a:r>
            <a:r>
              <a:rPr lang="zh-CN" altLang="en-US" sz="2400" dirty="0"/>
              <a:t>而这时乌龟又向前走了</a:t>
            </a:r>
            <a:r>
              <a:rPr lang="en-US" altLang="zh-CN" sz="2400" dirty="0"/>
              <a:t>1·0.1=0.1</a:t>
            </a:r>
            <a:r>
              <a:rPr lang="zh-CN" altLang="en-US" sz="2400" dirty="0"/>
              <a:t>米</a:t>
            </a:r>
            <a:r>
              <a:rPr lang="en-US" altLang="zh-CN" sz="2400" dirty="0"/>
              <a:t>, </a:t>
            </a:r>
            <a:r>
              <a:rPr lang="zh-CN" altLang="en-US" sz="2400" dirty="0"/>
              <a:t>到达</a:t>
            </a:r>
            <a:r>
              <a:rPr lang="en-US" altLang="zh-CN" sz="2400" i="1" dirty="0"/>
              <a:t>C</a:t>
            </a:r>
            <a:r>
              <a:rPr lang="zh-CN" altLang="en-US" sz="2400" dirty="0"/>
              <a:t>处</a:t>
            </a:r>
            <a:r>
              <a:rPr lang="en-US" altLang="zh-CN" sz="2400" dirty="0"/>
              <a:t>; …</a:t>
            </a:r>
          </a:p>
        </p:txBody>
      </p:sp>
      <p:sp>
        <p:nvSpPr>
          <p:cNvPr id="244739" name="Line 3"/>
          <p:cNvSpPr>
            <a:spLocks noChangeShapeType="1"/>
          </p:cNvSpPr>
          <p:nvPr/>
        </p:nvSpPr>
        <p:spPr bwMode="auto">
          <a:xfrm>
            <a:off x="2338572" y="2423257"/>
            <a:ext cx="67818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4740" name="Oval 4"/>
          <p:cNvSpPr>
            <a:spLocks noChangeArrowheads="1"/>
          </p:cNvSpPr>
          <p:nvPr/>
        </p:nvSpPr>
        <p:spPr bwMode="auto">
          <a:xfrm>
            <a:off x="5310372" y="2347057"/>
            <a:ext cx="76200" cy="762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4741" name="Line 5"/>
          <p:cNvSpPr>
            <a:spLocks noChangeShapeType="1"/>
          </p:cNvSpPr>
          <p:nvPr/>
        </p:nvSpPr>
        <p:spPr bwMode="auto">
          <a:xfrm>
            <a:off x="2567172" y="2270857"/>
            <a:ext cx="0" cy="152400"/>
          </a:xfrm>
          <a:prstGeom prst="line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4742" name="Text Box 6"/>
          <p:cNvSpPr txBox="1">
            <a:spLocks noChangeArrowheads="1"/>
          </p:cNvSpPr>
          <p:nvPr/>
        </p:nvSpPr>
        <p:spPr bwMode="auto">
          <a:xfrm>
            <a:off x="5163528" y="2499457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i="1" dirty="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44743" name="Oval 7"/>
          <p:cNvSpPr>
            <a:spLocks noChangeArrowheads="1"/>
          </p:cNvSpPr>
          <p:nvPr/>
        </p:nvSpPr>
        <p:spPr bwMode="auto">
          <a:xfrm>
            <a:off x="6072372" y="2347057"/>
            <a:ext cx="76200" cy="762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4744" name="Oval 8"/>
          <p:cNvSpPr>
            <a:spLocks noChangeArrowheads="1"/>
          </p:cNvSpPr>
          <p:nvPr/>
        </p:nvSpPr>
        <p:spPr bwMode="auto">
          <a:xfrm>
            <a:off x="6310497" y="2347057"/>
            <a:ext cx="76200" cy="762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4745" name="Text Box 9"/>
          <p:cNvSpPr txBox="1">
            <a:spLocks noChangeArrowheads="1"/>
          </p:cNvSpPr>
          <p:nvPr/>
        </p:nvSpPr>
        <p:spPr bwMode="auto">
          <a:xfrm>
            <a:off x="5843772" y="2499457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44746" name="Text Box 10"/>
          <p:cNvSpPr txBox="1">
            <a:spLocks noChangeArrowheads="1"/>
          </p:cNvSpPr>
          <p:nvPr/>
        </p:nvSpPr>
        <p:spPr bwMode="auto">
          <a:xfrm>
            <a:off x="6196197" y="2531207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i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1723192" y="3020157"/>
            <a:ext cx="8229600" cy="568325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实际上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人走的路程为</a:t>
            </a:r>
          </a:p>
        </p:txBody>
      </p:sp>
      <p:graphicFrame>
        <p:nvGraphicFramePr>
          <p:cNvPr id="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815121"/>
              </p:ext>
            </p:extLst>
          </p:nvPr>
        </p:nvGraphicFramePr>
        <p:xfrm>
          <a:off x="5152192" y="3032856"/>
          <a:ext cx="5882773" cy="395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52" name="Equation" r:id="rId3" imgW="3022560" imgH="203040" progId="Equation.3">
                  <p:embed/>
                </p:oleObj>
              </mc:Choice>
              <mc:Fallback>
                <p:oleObj name="Equation" r:id="rId3" imgW="30225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2192" y="3032856"/>
                        <a:ext cx="5882773" cy="3956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262325"/>
              </p:ext>
            </p:extLst>
          </p:nvPr>
        </p:nvGraphicFramePr>
        <p:xfrm>
          <a:off x="4567422" y="4055599"/>
          <a:ext cx="1504950" cy="822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53" name="Equation" r:id="rId5" imgW="838080" imgH="457200" progId="Equation.3">
                  <p:embed/>
                </p:oleObj>
              </mc:Choice>
              <mc:Fallback>
                <p:oleObj name="Equation" r:id="rId5" imgW="8380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422" y="4055599"/>
                        <a:ext cx="1504950" cy="822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0874299"/>
              </p:ext>
            </p:extLst>
          </p:nvPr>
        </p:nvGraphicFramePr>
        <p:xfrm>
          <a:off x="3265448" y="4877610"/>
          <a:ext cx="1447799" cy="670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854" name="Equation" r:id="rId7" imgW="850680" imgH="393480" progId="Equation.3">
                  <p:embed/>
                </p:oleObj>
              </mc:Choice>
              <mc:Fallback>
                <p:oleObj name="Equation" r:id="rId7" imgW="850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448" y="4877610"/>
                        <a:ext cx="1447799" cy="670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1738430" y="5685160"/>
            <a:ext cx="929653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20000"/>
              </a:spcBef>
              <a:buFontTx/>
              <a:buChar char="•"/>
            </a:pP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另一方面也说明</a:t>
            </a:r>
            <a:r>
              <a:rPr kumimoji="1"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无穷多个数相加不同于有限个数相加</a:t>
            </a:r>
            <a:r>
              <a:rPr kumimoji="1"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2034342" y="5014229"/>
            <a:ext cx="12311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就可知道</a:t>
            </a: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2034342" y="3661507"/>
            <a:ext cx="8666814" cy="81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fontAlgn="t">
              <a:lnSpc>
                <a:spcPct val="110000"/>
              </a:lnSpc>
            </a:pP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这是无穷多个数不断地相加</a:t>
            </a:r>
            <a:r>
              <a:rPr kumimoji="1"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应该有一个运算结果</a:t>
            </a:r>
            <a:r>
              <a:rPr kumimoji="1"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因为简单地求解一个方程组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F49A5D2-EE7F-474C-A853-FE16AFFB5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ECC3E-814A-481A-82C8-AD8BF844A80F}" type="datetime11">
              <a:rPr lang="zh-CN" altLang="en-US" smtClean="0"/>
              <a:t>20:40:10</a:t>
            </a:fld>
            <a:endParaRPr lang="en-US" altLang="zh-CN"/>
          </a:p>
        </p:txBody>
      </p:sp>
      <p:sp>
        <p:nvSpPr>
          <p:cNvPr id="246786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958588" y="963671"/>
            <a:ext cx="10461625" cy="4056062"/>
          </a:xfrm>
          <a:noFill/>
          <a:ln/>
        </p:spPr>
        <p:txBody>
          <a:bodyPr>
            <a:norm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又一怪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?  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交错出现的无穷级数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波尔察诺级数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): 1-1+1-1+1-1+1-1+</a:t>
            </a:r>
            <a:r>
              <a:rPr lang="en-US" altLang="zh-CN" sz="2400" dirty="0">
                <a:ea typeface="黑体" panose="02010609060101010101" pitchFamily="49" charset="-122"/>
              </a:rPr>
              <a:t>…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(1)(1-1)+(1-1)+(1-1)+</a:t>
            </a:r>
            <a:r>
              <a:rPr lang="en-US" altLang="zh-CN" sz="2400" dirty="0">
                <a:ea typeface="黑体" panose="02010609060101010101" pitchFamily="49" charset="-122"/>
              </a:rPr>
              <a:t>…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= 0;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(2)1+(-1+1)+(-1+1)+(-1+1)+</a:t>
            </a:r>
            <a:r>
              <a:rPr lang="en-US" altLang="zh-CN" sz="2400" dirty="0">
                <a:ea typeface="黑体" panose="02010609060101010101" pitchFamily="49" charset="-122"/>
              </a:rPr>
              <a:t>…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= 1;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= 1-1+1-1+1-1+1-1+</a:t>
            </a:r>
            <a:r>
              <a:rPr lang="en-US" altLang="zh-CN" sz="2400" dirty="0">
                <a:ea typeface="黑体" panose="02010609060101010101" pitchFamily="49" charset="-122"/>
              </a:rPr>
              <a:t>…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= 1-(1-1+1-1+1-1+</a:t>
            </a:r>
            <a:r>
              <a:rPr lang="en-US" altLang="zh-CN" sz="2400" dirty="0">
                <a:ea typeface="黑体" panose="02010609060101010101" pitchFamily="49" charset="-122"/>
              </a:rPr>
              <a:t>…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)= 1 </a:t>
            </a:r>
            <a:r>
              <a:rPr lang="en-US" altLang="zh-CN" sz="2400" dirty="0">
                <a:ea typeface="黑体" panose="02010609060101010101" pitchFamily="49" charset="-122"/>
              </a:rPr>
              <a:t>–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</a:p>
          <a:p>
            <a:pPr marL="0" indent="0">
              <a:buNone/>
            </a:pP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	s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= 1- 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= 0.5. </a:t>
            </a: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Cauchy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首先注意到无穷级数是不能象有限个数相加那样交换计算顺序的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换句话说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无穷级数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只能依次进行计算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同时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他也注意到无穷级数不一定有和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这才有了前面的定义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10" name="Rectangle 422"/>
          <p:cNvSpPr>
            <a:spLocks noChangeArrowheads="1"/>
          </p:cNvSpPr>
          <p:nvPr/>
        </p:nvSpPr>
        <p:spPr bwMode="auto">
          <a:xfrm>
            <a:off x="1075623" y="409638"/>
            <a:ext cx="478874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spcBef>
                <a:spcPct val="50000"/>
              </a:spcBef>
            </a:pP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1.</a:t>
            </a:r>
            <a:r>
              <a:rPr lang="en-US" altLang="zh-CN" sz="2400" b="1" dirty="0"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</a:rPr>
              <a:t>讨论</a:t>
            </a:r>
            <a:r>
              <a:rPr lang="zh-CN" altLang="en-US" sz="2400" dirty="0" smtClean="0">
                <a:solidFill>
                  <a:schemeClr val="tx1"/>
                </a:solidFill>
                <a:ea typeface="黑体" panose="02010609060101010101" pitchFamily="49" charset="-122"/>
              </a:rPr>
              <a:t>等比级数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又称几何级数</a:t>
            </a:r>
            <a:r>
              <a:rPr kumimoji="1" lang="en-US" altLang="zh-CN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lang="zh-CN" altLang="en-US" sz="240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1913" name="Text Box 425"/>
              <p:cNvSpPr txBox="1">
                <a:spLocks noChangeArrowheads="1"/>
              </p:cNvSpPr>
              <p:nvPr/>
            </p:nvSpPr>
            <p:spPr bwMode="auto">
              <a:xfrm>
                <a:off x="1713809" y="1932334"/>
                <a:ext cx="64770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的敛散</a:t>
                </a: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性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。</a:t>
                </a:r>
                <a:r>
                  <a:rPr kumimoji="1" lang="en-US" altLang="zh-CN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称为公比 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) </a:t>
                </a:r>
                <a:endParaRPr kumimoji="1" lang="en-US" altLang="zh-CN" sz="2000" dirty="0">
                  <a:solidFill>
                    <a:schemeClr val="accent2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1913" name="Text Box 4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3809" y="1932334"/>
                <a:ext cx="6477000" cy="461665"/>
              </a:xfrm>
              <a:prstGeom prst="rect">
                <a:avLst/>
              </a:prstGeom>
              <a:blipFill>
                <a:blip r:embed="rId2"/>
                <a:stretch>
                  <a:fillRect l="-1411" t="-14474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914" name="Text Box 426"/>
              <p:cNvSpPr txBox="1">
                <a:spLocks noChangeArrowheads="1"/>
              </p:cNvSpPr>
              <p:nvPr/>
            </p:nvSpPr>
            <p:spPr bwMode="auto">
              <a:xfrm>
                <a:off x="1075623" y="2453355"/>
                <a:ext cx="9840616" cy="692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kumimoji="1" lang="zh-CN" altLang="en-US" sz="2400" b="1" dirty="0" smtClean="0">
                    <a:solidFill>
                      <a:schemeClr val="accent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解</a:t>
                </a:r>
                <a:r>
                  <a:rPr kumimoji="1" lang="en-US" altLang="zh-CN" sz="24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: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1)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zh-CN" alt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则</a:t>
                </a:r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部分和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1914" name="Text Box 4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623" y="2453355"/>
                <a:ext cx="9840616" cy="692177"/>
              </a:xfrm>
              <a:prstGeom prst="rect">
                <a:avLst/>
              </a:prstGeom>
              <a:blipFill>
                <a:blip r:embed="rId3"/>
                <a:stretch>
                  <a:fillRect l="-929" b="-8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922" name="Text Box 434"/>
              <p:cNvSpPr txBox="1">
                <a:spLocks noChangeArrowheads="1"/>
              </p:cNvSpPr>
              <p:nvPr/>
            </p:nvSpPr>
            <p:spPr bwMode="auto">
              <a:xfrm>
                <a:off x="1901522" y="3777687"/>
                <a:ext cx="5790750" cy="627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因此级数收敛 </a:t>
                </a:r>
                <a:r>
                  <a:rPr kumimoji="1" lang="en-US" altLang="zh-CN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,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其和为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endPara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1922" name="Text Box 4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1522" y="3777687"/>
                <a:ext cx="5790750" cy="627159"/>
              </a:xfrm>
              <a:prstGeom prst="rect">
                <a:avLst/>
              </a:prstGeom>
              <a:blipFill>
                <a:blip r:embed="rId4"/>
                <a:stretch>
                  <a:fillRect l="-1684" t="-4854" b="-194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4"/>
              <p:cNvSpPr txBox="1">
                <a:spLocks noChangeArrowheads="1"/>
              </p:cNvSpPr>
              <p:nvPr/>
            </p:nvSpPr>
            <p:spPr bwMode="auto">
              <a:xfrm>
                <a:off x="1589972" y="4979446"/>
                <a:ext cx="496165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kumimoji="1" lang="en-US" altLang="zh-CN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2)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</a:t>
                </a:r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则级数发散。</a:t>
                </a:r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9972" y="4979446"/>
                <a:ext cx="4961657" cy="461665"/>
              </a:xfrm>
              <a:prstGeom prst="rect">
                <a:avLst/>
              </a:prstGeom>
              <a:blipFill>
                <a:blip r:embed="rId5"/>
                <a:stretch>
                  <a:fillRect l="-1966" t="-14474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1589972" y="5579716"/>
            <a:ext cx="23134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综合 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1)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2)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可知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30FFEA-04C4-4AB9-8C8D-351656DC6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D047-6120-41B0-9BFE-705CA2A6A409}" type="datetime11">
              <a:rPr lang="zh-CN" altLang="en-US" smtClean="0"/>
              <a:t>20:40:10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009579" y="929741"/>
                <a:ext cx="6949403" cy="10996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nor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 </m:t>
                          </m:r>
                          <m:sSup>
                            <m:sSup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nor/>
                        </m:rPr>
                        <a:rPr lang="zh-CN" altLang="en-US" sz="24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nor/>
                        </m:rPr>
                        <a:rPr lang="zh-CN" altLang="en-US" sz="2400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+⋯+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nor/>
                        </m:rPr>
                        <a:rPr lang="zh-CN" altLang="en-US" sz="2400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+⋯</m:t>
                      </m:r>
                      <m:r>
                        <m:rPr>
                          <m:nor/>
                        </m:rPr>
                        <a:rPr lang="zh-CN" altLang="en-US" sz="2400" i="1">
                          <a:latin typeface="Cambria Math" panose="02040503050406030204" pitchFamily="18" charset="0"/>
                        </a:rPr>
                        <m:t>  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zh-CN" altLang="en-US" sz="24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≠0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9579" y="929741"/>
                <a:ext cx="6949403" cy="10996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901522" y="3151143"/>
                <a:ext cx="6807248" cy="6271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时，由于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sSup>
                      <m:sSup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，从而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522" y="3151143"/>
                <a:ext cx="6807248" cy="627159"/>
              </a:xfrm>
              <a:prstGeom prst="rect">
                <a:avLst/>
              </a:prstGeom>
              <a:blipFill>
                <a:blip r:embed="rId7"/>
                <a:stretch>
                  <a:fillRect l="-1432" t="-48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/>
              <p:cNvSpPr/>
              <p:nvPr/>
            </p:nvSpPr>
            <p:spPr>
              <a:xfrm>
                <a:off x="1904693" y="4406340"/>
                <a:ext cx="9187323" cy="5731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时，由于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sSup>
                      <m:sSup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，从而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，因此级数</a:t>
                </a:r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发散。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9" name="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693" y="4406340"/>
                <a:ext cx="9187323" cy="573106"/>
              </a:xfrm>
              <a:prstGeom prst="rect">
                <a:avLst/>
              </a:prstGeom>
              <a:blipFill>
                <a:blip r:embed="rId8"/>
                <a:stretch>
                  <a:fillRect l="-995" t="-11702" r="-66" b="-2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901522" y="6102648"/>
                <a:ext cx="838389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kumimoji="1" lang="zh-CN" altLang="en-US" sz="2400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</a:t>
                </a:r>
                <a:r>
                  <a:rPr kumimoji="1" lang="zh-CN" altLang="en-U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</a:t>
                </a:r>
                <a:r>
                  <a:rPr kumimoji="1" lang="zh-CN" altLang="en-US" sz="2400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等比级数收敛；</a:t>
                </a:r>
                <a:r>
                  <a:rPr kumimoji="1" lang="zh-CN" altLang="en-U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时，等比级数</a:t>
                </a:r>
                <a:r>
                  <a:rPr kumimoji="1" lang="zh-CN" altLang="en-US" sz="2400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发散。</a:t>
                </a:r>
                <a:endParaRPr kumimoji="1"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522" y="6102648"/>
                <a:ext cx="8383898" cy="461665"/>
              </a:xfrm>
              <a:prstGeom prst="rect">
                <a:avLst/>
              </a:prstGeom>
              <a:blipFill>
                <a:blip r:embed="rId9"/>
                <a:stretch>
                  <a:fillRect l="-1164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1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914" grpId="0" autoUpdateAnimBg="0"/>
      <p:bldP spid="191922" grpId="0"/>
      <p:bldP spid="25" grpId="0"/>
      <p:bldP spid="3" grpId="0"/>
      <p:bldP spid="8" grpId="0"/>
      <p:bldP spid="39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01" name="Rectangle 5"/>
          <p:cNvSpPr>
            <a:spLocks noChangeArrowheads="1"/>
          </p:cNvSpPr>
          <p:nvPr/>
        </p:nvSpPr>
        <p:spPr bwMode="auto">
          <a:xfrm>
            <a:off x="1273125" y="309066"/>
            <a:ext cx="4724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2.</a:t>
            </a:r>
            <a:r>
              <a:rPr lang="en-US" altLang="zh-CN" sz="2400" dirty="0"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</a:rPr>
              <a:t>判别下列级数的敛散性</a:t>
            </a:r>
            <a:r>
              <a:rPr lang="en-US" altLang="zh-CN" sz="2400" dirty="0">
                <a:solidFill>
                  <a:schemeClr val="tx1"/>
                </a:solidFill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2345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352102"/>
              </p:ext>
            </p:extLst>
          </p:nvPr>
        </p:nvGraphicFramePr>
        <p:xfrm>
          <a:off x="3184918" y="770476"/>
          <a:ext cx="4968482" cy="890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20" name="Equation" r:id="rId3" imgW="6172200" imgH="1104840" progId="Equation.3">
                  <p:embed/>
                </p:oleObj>
              </mc:Choice>
              <mc:Fallback>
                <p:oleObj name="Equation" r:id="rId3" imgW="6172200" imgH="11048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918" y="770476"/>
                        <a:ext cx="4968482" cy="890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03" name="Text Box 7"/>
          <p:cNvSpPr txBox="1">
            <a:spLocks noChangeArrowheads="1"/>
          </p:cNvSpPr>
          <p:nvPr/>
        </p:nvSpPr>
        <p:spPr bwMode="auto">
          <a:xfrm>
            <a:off x="1273125" y="1860996"/>
            <a:ext cx="129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(1) </a:t>
            </a:r>
          </a:p>
        </p:txBody>
      </p:sp>
      <p:graphicFrame>
        <p:nvGraphicFramePr>
          <p:cNvPr id="2345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418461"/>
              </p:ext>
            </p:extLst>
          </p:nvPr>
        </p:nvGraphicFramePr>
        <p:xfrm>
          <a:off x="2404629" y="1792345"/>
          <a:ext cx="1122413" cy="70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21" name="Equation" r:id="rId5" imgW="1346040" imgH="850680" progId="Equation.3">
                  <p:embed/>
                </p:oleObj>
              </mc:Choice>
              <mc:Fallback>
                <p:oleObj name="Equation" r:id="rId5" imgW="1346040" imgH="8506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4629" y="1792345"/>
                        <a:ext cx="1122413" cy="70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703120"/>
              </p:ext>
            </p:extLst>
          </p:nvPr>
        </p:nvGraphicFramePr>
        <p:xfrm>
          <a:off x="2772878" y="2819295"/>
          <a:ext cx="70691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22" name="Equation" r:id="rId7" imgW="7073640" imgH="431640" progId="Equation.3">
                  <p:embed/>
                </p:oleObj>
              </mc:Choice>
              <mc:Fallback>
                <p:oleObj name="Equation" r:id="rId7" imgW="7073640" imgH="431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878" y="2819295"/>
                        <a:ext cx="70691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580264"/>
              </p:ext>
            </p:extLst>
          </p:nvPr>
        </p:nvGraphicFramePr>
        <p:xfrm>
          <a:off x="2772878" y="3479920"/>
          <a:ext cx="1341639" cy="363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23" name="Equation" r:id="rId9" imgW="1498320" imgH="406080" progId="Equation.3">
                  <p:embed/>
                </p:oleObj>
              </mc:Choice>
              <mc:Fallback>
                <p:oleObj name="Equation" r:id="rId9" imgW="1498320" imgH="4060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878" y="3479920"/>
                        <a:ext cx="1341639" cy="3638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571284"/>
              </p:ext>
            </p:extLst>
          </p:nvPr>
        </p:nvGraphicFramePr>
        <p:xfrm>
          <a:off x="4334978" y="3467220"/>
          <a:ext cx="2160266" cy="386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24" name="Equation" r:id="rId11" imgW="2412720" imgH="431640" progId="Equation.3">
                  <p:embed/>
                </p:oleObj>
              </mc:Choice>
              <mc:Fallback>
                <p:oleObj name="Equation" r:id="rId11" imgW="2412720" imgH="431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4978" y="3467220"/>
                        <a:ext cx="2160266" cy="3865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08" name="Text Box 12"/>
          <p:cNvSpPr txBox="1">
            <a:spLocks noChangeArrowheads="1"/>
          </p:cNvSpPr>
          <p:nvPr/>
        </p:nvSpPr>
        <p:spPr bwMode="auto">
          <a:xfrm>
            <a:off x="2679216" y="3851786"/>
            <a:ext cx="3733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所以级数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(1)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发散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graphicFrame>
        <p:nvGraphicFramePr>
          <p:cNvPr id="23451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996711"/>
              </p:ext>
            </p:extLst>
          </p:nvPr>
        </p:nvGraphicFramePr>
        <p:xfrm>
          <a:off x="3589337" y="1838381"/>
          <a:ext cx="663413" cy="66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25" name="Equation" r:id="rId13" imgW="850680" imgH="850680" progId="Equation.3">
                  <p:embed/>
                </p:oleObj>
              </mc:Choice>
              <mc:Fallback>
                <p:oleObj name="Equation" r:id="rId13" imgW="850680" imgH="8506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9337" y="1838381"/>
                        <a:ext cx="663413" cy="66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1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37404"/>
              </p:ext>
            </p:extLst>
          </p:nvPr>
        </p:nvGraphicFramePr>
        <p:xfrm>
          <a:off x="4315045" y="1838381"/>
          <a:ext cx="692182" cy="692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26" name="Equation" r:id="rId15" imgW="850680" imgH="850680" progId="Equation.3">
                  <p:embed/>
                </p:oleObj>
              </mc:Choice>
              <mc:Fallback>
                <p:oleObj name="Equation" r:id="rId15" imgW="850680" imgH="8506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5045" y="1838381"/>
                        <a:ext cx="692182" cy="6921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260154"/>
              </p:ext>
            </p:extLst>
          </p:nvPr>
        </p:nvGraphicFramePr>
        <p:xfrm>
          <a:off x="5164138" y="1821345"/>
          <a:ext cx="1676400" cy="72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27" name="Equation" r:id="rId17" imgW="1968480" imgH="850680" progId="Equation.3">
                  <p:embed/>
                </p:oleObj>
              </mc:Choice>
              <mc:Fallback>
                <p:oleObj name="Equation" r:id="rId17" imgW="1968480" imgH="8506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138" y="1821345"/>
                        <a:ext cx="1676400" cy="724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14" name="Oval 18"/>
          <p:cNvSpPr>
            <a:spLocks noChangeArrowheads="1"/>
          </p:cNvSpPr>
          <p:nvPr/>
        </p:nvSpPr>
        <p:spPr bwMode="auto">
          <a:xfrm>
            <a:off x="3822216" y="2763732"/>
            <a:ext cx="914400" cy="5334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234515" name="Line 19"/>
          <p:cNvSpPr>
            <a:spLocks noChangeShapeType="1"/>
          </p:cNvSpPr>
          <p:nvPr/>
        </p:nvSpPr>
        <p:spPr bwMode="auto">
          <a:xfrm>
            <a:off x="3212616" y="2687532"/>
            <a:ext cx="304800" cy="609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234516" name="Line 20"/>
          <p:cNvSpPr>
            <a:spLocks noChangeShapeType="1"/>
          </p:cNvSpPr>
          <p:nvPr/>
        </p:nvSpPr>
        <p:spPr bwMode="auto">
          <a:xfrm>
            <a:off x="6108216" y="2687532"/>
            <a:ext cx="304800" cy="609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234517" name="Line 21"/>
          <p:cNvSpPr>
            <a:spLocks noChangeShapeType="1"/>
          </p:cNvSpPr>
          <p:nvPr/>
        </p:nvSpPr>
        <p:spPr bwMode="auto">
          <a:xfrm>
            <a:off x="5270016" y="2687532"/>
            <a:ext cx="304800" cy="609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234518" name="Line 22"/>
          <p:cNvSpPr>
            <a:spLocks noChangeShapeType="1"/>
          </p:cNvSpPr>
          <p:nvPr/>
        </p:nvSpPr>
        <p:spPr bwMode="auto">
          <a:xfrm>
            <a:off x="6946416" y="2687532"/>
            <a:ext cx="304800" cy="609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234519" name="Line 23"/>
          <p:cNvSpPr>
            <a:spLocks noChangeShapeType="1"/>
          </p:cNvSpPr>
          <p:nvPr/>
        </p:nvSpPr>
        <p:spPr bwMode="auto">
          <a:xfrm>
            <a:off x="9308616" y="2687532"/>
            <a:ext cx="304800" cy="609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1729339" y="4339463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(2) </a:t>
            </a:r>
          </a:p>
        </p:txBody>
      </p:sp>
      <p:graphicFrame>
        <p:nvGraphicFramePr>
          <p:cNvPr id="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5979443"/>
              </p:ext>
            </p:extLst>
          </p:nvPr>
        </p:nvGraphicFramePr>
        <p:xfrm>
          <a:off x="2404629" y="4224965"/>
          <a:ext cx="4378877" cy="752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28" name="Equation" r:id="rId19" imgW="5397480" imgH="927000" progId="Equation.3">
                  <p:embed/>
                </p:oleObj>
              </mc:Choice>
              <mc:Fallback>
                <p:oleObj name="Equation" r:id="rId19" imgW="5397480" imgH="927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4629" y="4224965"/>
                        <a:ext cx="4378877" cy="7521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763570"/>
              </p:ext>
            </p:extLst>
          </p:nvPr>
        </p:nvGraphicFramePr>
        <p:xfrm>
          <a:off x="6840538" y="4213461"/>
          <a:ext cx="1218124" cy="722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29" name="Equation" r:id="rId21" imgW="1434960" imgH="850680" progId="Equation.3">
                  <p:embed/>
                </p:oleObj>
              </mc:Choice>
              <mc:Fallback>
                <p:oleObj name="Equation" r:id="rId21" imgW="143496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0538" y="4213461"/>
                        <a:ext cx="1218124" cy="7222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713674"/>
              </p:ext>
            </p:extLst>
          </p:nvPr>
        </p:nvGraphicFramePr>
        <p:xfrm>
          <a:off x="8364538" y="4356472"/>
          <a:ext cx="1951154" cy="366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30" name="Equation" r:id="rId23" imgW="2298600" imgH="431640" progId="Equation.3">
                  <p:embed/>
                </p:oleObj>
              </mc:Choice>
              <mc:Fallback>
                <p:oleObj name="Equation" r:id="rId23" imgW="22986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4538" y="4356472"/>
                        <a:ext cx="1951154" cy="3665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9"/>
          <p:cNvSpPr txBox="1">
            <a:spLocks noChangeArrowheads="1"/>
          </p:cNvSpPr>
          <p:nvPr/>
        </p:nvSpPr>
        <p:spPr bwMode="auto">
          <a:xfrm>
            <a:off x="2679216" y="5275817"/>
            <a:ext cx="487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所以级数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(2)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收敛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其和为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1 .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454D34-9D01-4F75-A870-8A3371185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A77F9-8D2E-44DB-89AF-E24796E19A98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4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4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3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4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3" grpId="0" autoUpdateAnimBg="0"/>
      <p:bldP spid="234508" grpId="0" autoUpdateAnimBg="0"/>
      <p:bldP spid="234514" grpId="0" animBg="1"/>
      <p:bldP spid="234515" grpId="0" animBg="1"/>
      <p:bldP spid="234516" grpId="0" animBg="1"/>
      <p:bldP spid="234517" grpId="0" animBg="1"/>
      <p:bldP spid="234518" grpId="0" animBg="1"/>
      <p:bldP spid="234519" grpId="0" animBg="1"/>
      <p:bldP spid="24" grpId="0" autoUpdateAnimBg="0"/>
      <p:bldP spid="29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8" name="Rectangle 4"/>
          <p:cNvSpPr>
            <a:spLocks noChangeArrowheads="1"/>
          </p:cNvSpPr>
          <p:nvPr/>
        </p:nvSpPr>
        <p:spPr bwMode="auto">
          <a:xfrm>
            <a:off x="1195388" y="355453"/>
            <a:ext cx="5486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二、无穷级数的基本性质</a:t>
            </a:r>
            <a:r>
              <a:rPr lang="zh-CN" altLang="en-US" sz="2400" b="1" dirty="0">
                <a:ea typeface="黑体" panose="02010609060101010101" pitchFamily="49" charset="-122"/>
              </a:rPr>
              <a:t>  </a:t>
            </a:r>
            <a:endParaRPr lang="zh-CN" altLang="en-US" sz="2400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236549" name="Text Box 5"/>
          <p:cNvSpPr txBox="1">
            <a:spLocks noChangeArrowheads="1"/>
          </p:cNvSpPr>
          <p:nvPr/>
        </p:nvSpPr>
        <p:spPr bwMode="auto">
          <a:xfrm>
            <a:off x="1758950" y="1081386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性质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若级数</a:t>
            </a:r>
          </a:p>
        </p:txBody>
      </p:sp>
      <p:graphicFrame>
        <p:nvGraphicFramePr>
          <p:cNvPr id="2365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475014"/>
              </p:ext>
            </p:extLst>
          </p:nvPr>
        </p:nvGraphicFramePr>
        <p:xfrm>
          <a:off x="3716798" y="884369"/>
          <a:ext cx="628856" cy="804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48" name="Equation" r:id="rId3" imgW="863280" imgH="1104840" progId="Equation.3">
                  <p:embed/>
                </p:oleObj>
              </mc:Choice>
              <mc:Fallback>
                <p:oleObj name="Equation" r:id="rId3" imgW="863280" imgH="11048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798" y="884369"/>
                        <a:ext cx="628856" cy="8045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1" name="Text Box 7"/>
          <p:cNvSpPr txBox="1">
            <a:spLocks noChangeArrowheads="1"/>
          </p:cNvSpPr>
          <p:nvPr/>
        </p:nvSpPr>
        <p:spPr bwMode="auto">
          <a:xfrm>
            <a:off x="4305300" y="1092537"/>
            <a:ext cx="19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收敛于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S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2365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692292"/>
              </p:ext>
            </p:extLst>
          </p:nvPr>
        </p:nvGraphicFramePr>
        <p:xfrm>
          <a:off x="6196702" y="952669"/>
          <a:ext cx="1170196" cy="799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49" name="Equation" r:id="rId5" imgW="1562040" imgH="1066680" progId="Equation.3">
                  <p:embed/>
                </p:oleObj>
              </mc:Choice>
              <mc:Fallback>
                <p:oleObj name="Equation" r:id="rId5" imgW="1562040" imgH="10666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6702" y="952669"/>
                        <a:ext cx="1170196" cy="7991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3" name="Text Box 9"/>
          <p:cNvSpPr txBox="1">
            <a:spLocks noChangeArrowheads="1"/>
          </p:cNvSpPr>
          <p:nvPr/>
        </p:nvSpPr>
        <p:spPr bwMode="auto">
          <a:xfrm>
            <a:off x="7366898" y="1095746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则各项</a:t>
            </a:r>
          </a:p>
        </p:txBody>
      </p:sp>
      <p:sp>
        <p:nvSpPr>
          <p:cNvPr id="236554" name="Text Box 10"/>
          <p:cNvSpPr txBox="1">
            <a:spLocks noChangeArrowheads="1"/>
          </p:cNvSpPr>
          <p:nvPr/>
        </p:nvSpPr>
        <p:spPr bwMode="auto">
          <a:xfrm>
            <a:off x="8320559" y="1092537"/>
            <a:ext cx="29217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乘以常数</a:t>
            </a:r>
            <a:r>
              <a:rPr kumimoji="1" lang="zh-CN" altLang="en-US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所得级数</a:t>
            </a:r>
          </a:p>
        </p:txBody>
      </p:sp>
      <p:graphicFrame>
        <p:nvGraphicFramePr>
          <p:cNvPr id="23655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9639220"/>
              </p:ext>
            </p:extLst>
          </p:nvPr>
        </p:nvGraphicFramePr>
        <p:xfrm>
          <a:off x="2814671" y="1659235"/>
          <a:ext cx="771458" cy="780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50" name="Equation" r:id="rId7" imgW="1054080" imgH="1066680" progId="Equation.3">
                  <p:embed/>
                </p:oleObj>
              </mc:Choice>
              <mc:Fallback>
                <p:oleObj name="Equation" r:id="rId7" imgW="1054080" imgH="10666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671" y="1659235"/>
                        <a:ext cx="771458" cy="7807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6" name="Text Box 12"/>
          <p:cNvSpPr txBox="1">
            <a:spLocks noChangeArrowheads="1"/>
          </p:cNvSpPr>
          <p:nvPr/>
        </p:nvSpPr>
        <p:spPr bwMode="auto">
          <a:xfrm>
            <a:off x="3549650" y="1814959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也收敛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236557" name="Text Box 13"/>
          <p:cNvSpPr txBox="1">
            <a:spLocks noChangeArrowheads="1"/>
          </p:cNvSpPr>
          <p:nvPr/>
        </p:nvSpPr>
        <p:spPr bwMode="auto">
          <a:xfrm>
            <a:off x="1758950" y="2628900"/>
            <a:ext cx="129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令</a:t>
            </a:r>
          </a:p>
        </p:txBody>
      </p:sp>
      <p:graphicFrame>
        <p:nvGraphicFramePr>
          <p:cNvPr id="23655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958428"/>
              </p:ext>
            </p:extLst>
          </p:nvPr>
        </p:nvGraphicFramePr>
        <p:xfrm>
          <a:off x="2687988" y="2482726"/>
          <a:ext cx="1304223" cy="828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51" name="Equation" r:id="rId9" imgW="1739880" imgH="1104840" progId="Equation.3">
                  <p:embed/>
                </p:oleObj>
              </mc:Choice>
              <mc:Fallback>
                <p:oleObj name="Equation" r:id="rId9" imgW="1739880" imgH="11048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988" y="2482726"/>
                        <a:ext cx="1304223" cy="828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9" name="Text Box 15"/>
          <p:cNvSpPr txBox="1">
            <a:spLocks noChangeArrowheads="1"/>
          </p:cNvSpPr>
          <p:nvPr/>
        </p:nvSpPr>
        <p:spPr bwMode="auto">
          <a:xfrm>
            <a:off x="3938588" y="2649463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</a:p>
        </p:txBody>
      </p:sp>
      <p:graphicFrame>
        <p:nvGraphicFramePr>
          <p:cNvPr id="23656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6010956"/>
              </p:ext>
            </p:extLst>
          </p:nvPr>
        </p:nvGraphicFramePr>
        <p:xfrm>
          <a:off x="4482965" y="2474126"/>
          <a:ext cx="1482861" cy="853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52" name="Equation" r:id="rId11" imgW="1854000" imgH="1066680" progId="Equation.3">
                  <p:embed/>
                </p:oleObj>
              </mc:Choice>
              <mc:Fallback>
                <p:oleObj name="Equation" r:id="rId11" imgW="1854000" imgH="10666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2965" y="2474126"/>
                        <a:ext cx="1482861" cy="8531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6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67615"/>
              </p:ext>
            </p:extLst>
          </p:nvPr>
        </p:nvGraphicFramePr>
        <p:xfrm>
          <a:off x="6014604" y="2733675"/>
          <a:ext cx="869926" cy="358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53" name="Equation" r:id="rId13" imgW="1079280" imgH="444240" progId="Equation.3">
                  <p:embed/>
                </p:oleObj>
              </mc:Choice>
              <mc:Fallback>
                <p:oleObj name="Equation" r:id="rId13" imgW="1079280" imgH="4442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4604" y="2733675"/>
                        <a:ext cx="869926" cy="358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6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020123"/>
              </p:ext>
            </p:extLst>
          </p:nvPr>
        </p:nvGraphicFramePr>
        <p:xfrm>
          <a:off x="2739167" y="3645282"/>
          <a:ext cx="1318527" cy="496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54" name="Equation" r:id="rId15" imgW="1650960" imgH="622080" progId="Equation.3">
                  <p:embed/>
                </p:oleObj>
              </mc:Choice>
              <mc:Fallback>
                <p:oleObj name="Equation" r:id="rId15" imgW="1650960" imgH="6220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9167" y="3645282"/>
                        <a:ext cx="1318527" cy="496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6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281239"/>
              </p:ext>
            </p:extLst>
          </p:nvPr>
        </p:nvGraphicFramePr>
        <p:xfrm>
          <a:off x="5437012" y="3706056"/>
          <a:ext cx="632175" cy="326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55" name="Equation" r:id="rId17" imgW="761760" imgH="393480" progId="Equation.3">
                  <p:embed/>
                </p:oleObj>
              </mc:Choice>
              <mc:Fallback>
                <p:oleObj name="Equation" r:id="rId17" imgW="761760" imgH="3934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7012" y="3706056"/>
                        <a:ext cx="632175" cy="3266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64" name="Text Box 20"/>
          <p:cNvSpPr txBox="1">
            <a:spLocks noChangeArrowheads="1"/>
          </p:cNvSpPr>
          <p:nvPr/>
        </p:nvSpPr>
        <p:spPr bwMode="auto">
          <a:xfrm>
            <a:off x="1758950" y="4617046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这说明</a:t>
            </a:r>
          </a:p>
        </p:txBody>
      </p:sp>
      <p:graphicFrame>
        <p:nvGraphicFramePr>
          <p:cNvPr id="23656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893027"/>
              </p:ext>
            </p:extLst>
          </p:nvPr>
        </p:nvGraphicFramePr>
        <p:xfrm>
          <a:off x="2887814" y="4412292"/>
          <a:ext cx="828984" cy="838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56" name="Equation" r:id="rId19" imgW="1054080" imgH="1066680" progId="Equation.3">
                  <p:embed/>
                </p:oleObj>
              </mc:Choice>
              <mc:Fallback>
                <p:oleObj name="Equation" r:id="rId19" imgW="1054080" imgH="10666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7814" y="4412292"/>
                        <a:ext cx="828984" cy="8389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66" name="Text Box 22"/>
          <p:cNvSpPr txBox="1">
            <a:spLocks noChangeArrowheads="1"/>
          </p:cNvSpPr>
          <p:nvPr/>
        </p:nvSpPr>
        <p:spPr bwMode="auto">
          <a:xfrm>
            <a:off x="3740150" y="4617045"/>
            <a:ext cx="3124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收敛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其和为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c S</a:t>
            </a:r>
            <a:r>
              <a:rPr kumimoji="1" lang="en-US" altLang="zh-CN" sz="2400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.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23656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275626"/>
              </p:ext>
            </p:extLst>
          </p:nvPr>
        </p:nvGraphicFramePr>
        <p:xfrm>
          <a:off x="4143133" y="3678828"/>
          <a:ext cx="1201035" cy="482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57" name="Equation" r:id="rId21" imgW="1549080" imgH="622080" progId="Equation.3">
                  <p:embed/>
                </p:oleObj>
              </mc:Choice>
              <mc:Fallback>
                <p:oleObj name="Equation" r:id="rId21" imgW="1549080" imgH="62208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133" y="3678828"/>
                        <a:ext cx="1201035" cy="4823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68" name="Text Box 24"/>
          <p:cNvSpPr txBox="1">
            <a:spLocks noChangeArrowheads="1"/>
          </p:cNvSpPr>
          <p:nvPr/>
        </p:nvSpPr>
        <p:spPr bwMode="auto">
          <a:xfrm>
            <a:off x="1758950" y="5357533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级数各项乘以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非零常数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后其敛散性不变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36569" name="Text Box 25"/>
          <p:cNvSpPr txBox="1">
            <a:spLocks noChangeArrowheads="1"/>
          </p:cNvSpPr>
          <p:nvPr/>
        </p:nvSpPr>
        <p:spPr bwMode="auto">
          <a:xfrm>
            <a:off x="5753100" y="1092537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即</a:t>
            </a:r>
          </a:p>
        </p:txBody>
      </p:sp>
      <p:sp>
        <p:nvSpPr>
          <p:cNvPr id="236570" name="Text Box 26"/>
          <p:cNvSpPr txBox="1">
            <a:spLocks noChangeArrowheads="1"/>
          </p:cNvSpPr>
          <p:nvPr/>
        </p:nvSpPr>
        <p:spPr bwMode="auto">
          <a:xfrm>
            <a:off x="4743651" y="1798290"/>
            <a:ext cx="17059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其和为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c S 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0B208A-B1E5-4ED1-83A2-EC3814E1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36F0B-942E-43F6-ACD7-B4FA13C4237B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6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6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6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6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6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7" grpId="0" autoUpdateAnimBg="0"/>
      <p:bldP spid="236559" grpId="0" autoUpdateAnimBg="0"/>
      <p:bldP spid="236564" grpId="0" autoUpdateAnimBg="0"/>
      <p:bldP spid="236566" grpId="0" autoUpdateAnimBg="0"/>
      <p:bldP spid="23656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2" name="Rectangle 4"/>
          <p:cNvSpPr>
            <a:spLocks noChangeArrowheads="1"/>
          </p:cNvSpPr>
          <p:nvPr/>
        </p:nvSpPr>
        <p:spPr bwMode="auto">
          <a:xfrm>
            <a:off x="1276951" y="478483"/>
            <a:ext cx="4495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性质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2.</a:t>
            </a:r>
            <a:r>
              <a:rPr lang="en-US" altLang="zh-CN" sz="2400" b="1" dirty="0"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</a:rPr>
              <a:t>设有两个收敛级数</a:t>
            </a:r>
            <a:endParaRPr lang="zh-CN" altLang="en-US" sz="2400" dirty="0">
              <a:ea typeface="黑体" panose="02010609060101010101" pitchFamily="49" charset="-122"/>
            </a:endParaRPr>
          </a:p>
        </p:txBody>
      </p:sp>
      <p:graphicFrame>
        <p:nvGraphicFramePr>
          <p:cNvPr id="2375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407393"/>
              </p:ext>
            </p:extLst>
          </p:nvPr>
        </p:nvGraphicFramePr>
        <p:xfrm>
          <a:off x="4844650" y="400161"/>
          <a:ext cx="1156100" cy="825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63" name="Equation" r:id="rId3" imgW="1549080" imgH="1104840" progId="Equation.3">
                  <p:embed/>
                </p:oleObj>
              </mc:Choice>
              <mc:Fallback>
                <p:oleObj name="Equation" r:id="rId3" imgW="1549080" imgH="11048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4650" y="400161"/>
                        <a:ext cx="1156100" cy="8252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552954"/>
              </p:ext>
            </p:extLst>
          </p:nvPr>
        </p:nvGraphicFramePr>
        <p:xfrm>
          <a:off x="6165850" y="360122"/>
          <a:ext cx="1206252" cy="846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64" name="Equation" r:id="rId5" imgW="1574640" imgH="1104840" progId="Equation.3">
                  <p:embed/>
                </p:oleObj>
              </mc:Choice>
              <mc:Fallback>
                <p:oleObj name="Equation" r:id="rId5" imgW="1574640" imgH="11048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5850" y="360122"/>
                        <a:ext cx="1206252" cy="8463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75" name="Text Box 7"/>
          <p:cNvSpPr txBox="1">
            <a:spLocks noChangeArrowheads="1"/>
          </p:cNvSpPr>
          <p:nvPr/>
        </p:nvSpPr>
        <p:spPr bwMode="auto">
          <a:xfrm>
            <a:off x="2317751" y="1395710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则级数</a:t>
            </a:r>
          </a:p>
        </p:txBody>
      </p:sp>
      <p:graphicFrame>
        <p:nvGraphicFramePr>
          <p:cNvPr id="2375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9665105"/>
              </p:ext>
            </p:extLst>
          </p:nvPr>
        </p:nvGraphicFramePr>
        <p:xfrm>
          <a:off x="3376129" y="1193801"/>
          <a:ext cx="1424471" cy="849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65" name="Equation" r:id="rId7" imgW="1854000" imgH="1104840" progId="Equation.3">
                  <p:embed/>
                </p:oleObj>
              </mc:Choice>
              <mc:Fallback>
                <p:oleObj name="Equation" r:id="rId7" imgW="1854000" imgH="11048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6129" y="1193801"/>
                        <a:ext cx="1424471" cy="8495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77" name="Text Box 9"/>
          <p:cNvSpPr txBox="1">
            <a:spLocks noChangeArrowheads="1"/>
          </p:cNvSpPr>
          <p:nvPr/>
        </p:nvSpPr>
        <p:spPr bwMode="auto">
          <a:xfrm>
            <a:off x="4757840" y="1386036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也收敛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其和为</a:t>
            </a:r>
          </a:p>
        </p:txBody>
      </p:sp>
      <p:graphicFrame>
        <p:nvGraphicFramePr>
          <p:cNvPr id="2375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433607"/>
              </p:ext>
            </p:extLst>
          </p:nvPr>
        </p:nvGraphicFramePr>
        <p:xfrm>
          <a:off x="6877050" y="1504397"/>
          <a:ext cx="778844" cy="309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66" name="Equation" r:id="rId9" imgW="990360" imgH="393480" progId="Equation.3">
                  <p:embed/>
                </p:oleObj>
              </mc:Choice>
              <mc:Fallback>
                <p:oleObj name="Equation" r:id="rId9" imgW="990360" imgH="393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1504397"/>
                        <a:ext cx="778844" cy="3095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79" name="Text Box 11"/>
          <p:cNvSpPr txBox="1">
            <a:spLocks noChangeArrowheads="1"/>
          </p:cNvSpPr>
          <p:nvPr/>
        </p:nvSpPr>
        <p:spPr bwMode="auto">
          <a:xfrm>
            <a:off x="1276951" y="2221855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令</a:t>
            </a:r>
          </a:p>
        </p:txBody>
      </p:sp>
      <p:graphicFrame>
        <p:nvGraphicFramePr>
          <p:cNvPr id="2375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033630"/>
              </p:ext>
            </p:extLst>
          </p:nvPr>
        </p:nvGraphicFramePr>
        <p:xfrm>
          <a:off x="2427639" y="2100507"/>
          <a:ext cx="1228023" cy="779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67" name="Equation" r:id="rId11" imgW="1739880" imgH="1104840" progId="Equation.3">
                  <p:embed/>
                </p:oleObj>
              </mc:Choice>
              <mc:Fallback>
                <p:oleObj name="Equation" r:id="rId11" imgW="1739880" imgH="11048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639" y="2100507"/>
                        <a:ext cx="1228023" cy="779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827528"/>
              </p:ext>
            </p:extLst>
          </p:nvPr>
        </p:nvGraphicFramePr>
        <p:xfrm>
          <a:off x="3771233" y="2079898"/>
          <a:ext cx="1334102" cy="841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68" name="Equation" r:id="rId13" imgW="1752480" imgH="1104840" progId="Equation.3">
                  <p:embed/>
                </p:oleObj>
              </mc:Choice>
              <mc:Fallback>
                <p:oleObj name="Equation" r:id="rId13" imgW="1752480" imgH="11048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233" y="2079898"/>
                        <a:ext cx="1334102" cy="841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82" name="Text Box 14"/>
          <p:cNvSpPr txBox="1">
            <a:spLocks noChangeArrowheads="1"/>
          </p:cNvSpPr>
          <p:nvPr/>
        </p:nvSpPr>
        <p:spPr bwMode="auto">
          <a:xfrm>
            <a:off x="5220906" y="2259593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</a:p>
        </p:txBody>
      </p:sp>
      <p:graphicFrame>
        <p:nvGraphicFramePr>
          <p:cNvPr id="23758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446602"/>
              </p:ext>
            </p:extLst>
          </p:nvPr>
        </p:nvGraphicFramePr>
        <p:xfrm>
          <a:off x="2427639" y="3042310"/>
          <a:ext cx="2105659" cy="884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69" name="Equation" r:id="rId15" imgW="2539800" imgH="1066680" progId="Equation.3">
                  <p:embed/>
                </p:oleObj>
              </mc:Choice>
              <mc:Fallback>
                <p:oleObj name="Equation" r:id="rId15" imgW="2539800" imgH="10666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639" y="3042310"/>
                        <a:ext cx="2105659" cy="8849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40072"/>
              </p:ext>
            </p:extLst>
          </p:nvPr>
        </p:nvGraphicFramePr>
        <p:xfrm>
          <a:off x="4638778" y="3343658"/>
          <a:ext cx="1164256" cy="360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70" name="Equation" r:id="rId17" imgW="1434960" imgH="444240" progId="Equation.3">
                  <p:embed/>
                </p:oleObj>
              </mc:Choice>
              <mc:Fallback>
                <p:oleObj name="Equation" r:id="rId17" imgW="1434960" imgH="4442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8778" y="3343658"/>
                        <a:ext cx="1164256" cy="3606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8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6330749"/>
              </p:ext>
            </p:extLst>
          </p:nvPr>
        </p:nvGraphicFramePr>
        <p:xfrm>
          <a:off x="5893073" y="3357326"/>
          <a:ext cx="2248300" cy="3332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71" name="Equation" r:id="rId19" imgW="2743200" imgH="406080" progId="Equation.3">
                  <p:embed/>
                </p:oleObj>
              </mc:Choice>
              <mc:Fallback>
                <p:oleObj name="Equation" r:id="rId19" imgW="2743200" imgH="4060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3073" y="3357326"/>
                        <a:ext cx="2248300" cy="3332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86" name="Text Box 18"/>
          <p:cNvSpPr txBox="1">
            <a:spLocks noChangeArrowheads="1"/>
          </p:cNvSpPr>
          <p:nvPr/>
        </p:nvSpPr>
        <p:spPr bwMode="auto">
          <a:xfrm>
            <a:off x="1854868" y="4047756"/>
            <a:ext cx="259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这说明级数</a:t>
            </a:r>
          </a:p>
        </p:txBody>
      </p:sp>
      <p:graphicFrame>
        <p:nvGraphicFramePr>
          <p:cNvPr id="23758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945576"/>
              </p:ext>
            </p:extLst>
          </p:nvPr>
        </p:nvGraphicFramePr>
        <p:xfrm>
          <a:off x="3604646" y="3779576"/>
          <a:ext cx="1549216" cy="923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72" name="Equation" r:id="rId21" imgW="1854000" imgH="1104840" progId="Equation.3">
                  <p:embed/>
                </p:oleObj>
              </mc:Choice>
              <mc:Fallback>
                <p:oleObj name="Equation" r:id="rId21" imgW="1854000" imgH="11048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4646" y="3779576"/>
                        <a:ext cx="1549216" cy="923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88" name="Text Box 20"/>
          <p:cNvSpPr txBox="1">
            <a:spLocks noChangeArrowheads="1"/>
          </p:cNvSpPr>
          <p:nvPr/>
        </p:nvSpPr>
        <p:spPr bwMode="auto">
          <a:xfrm>
            <a:off x="5220301" y="4047756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也收敛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其和为</a:t>
            </a:r>
          </a:p>
        </p:txBody>
      </p:sp>
      <p:graphicFrame>
        <p:nvGraphicFramePr>
          <p:cNvPr id="23758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047319"/>
              </p:ext>
            </p:extLst>
          </p:nvPr>
        </p:nvGraphicFramePr>
        <p:xfrm>
          <a:off x="7420629" y="4121574"/>
          <a:ext cx="790135" cy="314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73" name="Equation" r:id="rId23" imgW="990360" imgH="393480" progId="Equation.3">
                  <p:embed/>
                </p:oleObj>
              </mc:Choice>
              <mc:Fallback>
                <p:oleObj name="Equation" r:id="rId23" imgW="990360" imgH="3934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0629" y="4121574"/>
                        <a:ext cx="790135" cy="3140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1276951" y="4762402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2211006" y="5266665"/>
            <a:ext cx="624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(2) 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若两级数中一个收敛一个发散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</a:p>
        </p:txBody>
      </p:sp>
      <p:graphicFrame>
        <p:nvGraphicFramePr>
          <p:cNvPr id="2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033509"/>
              </p:ext>
            </p:extLst>
          </p:nvPr>
        </p:nvGraphicFramePr>
        <p:xfrm>
          <a:off x="7438679" y="5104342"/>
          <a:ext cx="1330996" cy="781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74" name="Equation" r:id="rId25" imgW="1815840" imgH="1066680" progId="Equation.3">
                  <p:embed/>
                </p:oleObj>
              </mc:Choice>
              <mc:Fallback>
                <p:oleObj name="Equation" r:id="rId25" imgW="1815840" imgH="1066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8679" y="5104342"/>
                        <a:ext cx="1330996" cy="781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8769675" y="5224067"/>
            <a:ext cx="19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必发散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2211006" y="4763930"/>
            <a:ext cx="6858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(1) 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性质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表明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收敛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级数可逐项相加或减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2038951" y="5936616"/>
            <a:ext cx="3505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但若二级数都发散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032786"/>
              </p:ext>
            </p:extLst>
          </p:nvPr>
        </p:nvGraphicFramePr>
        <p:xfrm>
          <a:off x="4868832" y="5732148"/>
          <a:ext cx="1482093" cy="87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75" name="Equation" r:id="rId27" imgW="1815840" imgH="1066680" progId="Equation.3">
                  <p:embed/>
                </p:oleObj>
              </mc:Choice>
              <mc:Fallback>
                <p:oleObj name="Equation" r:id="rId27" imgW="1815840" imgH="1066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8832" y="5732148"/>
                        <a:ext cx="1482093" cy="87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10"/>
          <p:cNvSpPr txBox="1">
            <a:spLocks noChangeArrowheads="1"/>
          </p:cNvSpPr>
          <p:nvPr/>
        </p:nvSpPr>
        <p:spPr bwMode="auto">
          <a:xfrm>
            <a:off x="6398594" y="5936616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不一定发散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00E1AD-20B0-4943-93C8-1C2546E8A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FCA5D-F17D-4B92-9286-AD427321E4C7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7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7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7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9" grpId="0" autoUpdateAnimBg="0"/>
      <p:bldP spid="237582" grpId="0" autoUpdateAnimBg="0"/>
      <p:bldP spid="237586" grpId="0" autoUpdateAnimBg="0"/>
      <p:bldP spid="237588" grpId="0" autoUpdateAnimBg="0"/>
      <p:bldP spid="23" grpId="0" autoUpdateAnimBg="0"/>
      <p:bldP spid="25" grpId="0" autoUpdateAnimBg="0"/>
      <p:bldP spid="26" grpId="0" autoUpdateAnimBg="0"/>
      <p:bldP spid="28" grpId="0" autoUpdateAnimBg="0"/>
      <p:bldP spid="3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20" name="Rectangle 4"/>
          <p:cNvSpPr>
            <a:spLocks noChangeArrowheads="1"/>
          </p:cNvSpPr>
          <p:nvPr/>
        </p:nvSpPr>
        <p:spPr bwMode="auto">
          <a:xfrm>
            <a:off x="1371600" y="437853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性质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3.</a:t>
            </a:r>
          </a:p>
        </p:txBody>
      </p:sp>
      <p:sp>
        <p:nvSpPr>
          <p:cNvPr id="239621" name="Text Box 5"/>
          <p:cNvSpPr txBox="1">
            <a:spLocks noChangeArrowheads="1"/>
          </p:cNvSpPr>
          <p:nvPr/>
        </p:nvSpPr>
        <p:spPr bwMode="auto">
          <a:xfrm>
            <a:off x="2438400" y="454287"/>
            <a:ext cx="7162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在级数前面加上或去掉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有限项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不会影响级数</a:t>
            </a:r>
          </a:p>
        </p:txBody>
      </p:sp>
      <p:sp>
        <p:nvSpPr>
          <p:cNvPr id="239622" name="Text Box 6"/>
          <p:cNvSpPr txBox="1">
            <a:spLocks noChangeArrowheads="1"/>
          </p:cNvSpPr>
          <p:nvPr/>
        </p:nvSpPr>
        <p:spPr bwMode="auto">
          <a:xfrm>
            <a:off x="8382000" y="468574"/>
            <a:ext cx="19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的敛散性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39623" name="Text Box 7"/>
          <p:cNvSpPr txBox="1">
            <a:spLocks noChangeArrowheads="1"/>
          </p:cNvSpPr>
          <p:nvPr/>
        </p:nvSpPr>
        <p:spPr bwMode="auto">
          <a:xfrm>
            <a:off x="1371600" y="1205061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将级数</a:t>
            </a:r>
          </a:p>
        </p:txBody>
      </p:sp>
      <p:graphicFrame>
        <p:nvGraphicFramePr>
          <p:cNvPr id="2396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571577"/>
              </p:ext>
            </p:extLst>
          </p:nvPr>
        </p:nvGraphicFramePr>
        <p:xfrm>
          <a:off x="2987216" y="1080014"/>
          <a:ext cx="556084" cy="711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905" name="Equation" r:id="rId3" imgW="863280" imgH="1104840" progId="Equation.3">
                  <p:embed/>
                </p:oleObj>
              </mc:Choice>
              <mc:Fallback>
                <p:oleObj name="Equation" r:id="rId3" imgW="863280" imgH="11048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216" y="1080014"/>
                        <a:ext cx="556084" cy="7114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25" name="Text Box 9"/>
          <p:cNvSpPr txBox="1">
            <a:spLocks noChangeArrowheads="1"/>
          </p:cNvSpPr>
          <p:nvPr/>
        </p:nvSpPr>
        <p:spPr bwMode="auto">
          <a:xfrm>
            <a:off x="3543300" y="1200574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的前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k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项去掉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2396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7736297"/>
              </p:ext>
            </p:extLst>
          </p:nvPr>
        </p:nvGraphicFramePr>
        <p:xfrm>
          <a:off x="7225737" y="1046801"/>
          <a:ext cx="864725" cy="783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906" name="Equation" r:id="rId5" imgW="1218960" imgH="1104840" progId="Equation.3">
                  <p:embed/>
                </p:oleObj>
              </mc:Choice>
              <mc:Fallback>
                <p:oleObj name="Equation" r:id="rId5" imgW="1218960" imgH="11048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5737" y="1046801"/>
                        <a:ext cx="864725" cy="7836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27" name="Text Box 11"/>
          <p:cNvSpPr txBox="1">
            <a:spLocks noChangeArrowheads="1"/>
          </p:cNvSpPr>
          <p:nvPr/>
        </p:nvSpPr>
        <p:spPr bwMode="auto">
          <a:xfrm>
            <a:off x="8090462" y="1207796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的部分和为</a:t>
            </a:r>
          </a:p>
        </p:txBody>
      </p:sp>
      <p:graphicFrame>
        <p:nvGraphicFramePr>
          <p:cNvPr id="2396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903450"/>
              </p:ext>
            </p:extLst>
          </p:nvPr>
        </p:nvGraphicFramePr>
        <p:xfrm>
          <a:off x="3008873" y="1860750"/>
          <a:ext cx="1642536" cy="919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907" name="Equation" r:id="rId7" imgW="1904760" imgH="1066680" progId="Equation.3">
                  <p:embed/>
                </p:oleObj>
              </mc:Choice>
              <mc:Fallback>
                <p:oleObj name="Equation" r:id="rId7" imgW="1904760" imgH="10666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873" y="1860750"/>
                        <a:ext cx="1642536" cy="9198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695419"/>
              </p:ext>
            </p:extLst>
          </p:nvPr>
        </p:nvGraphicFramePr>
        <p:xfrm>
          <a:off x="4775763" y="2134701"/>
          <a:ext cx="1434537" cy="371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908" name="Equation" r:id="rId9" imgW="1714320" imgH="444240" progId="Equation.3">
                  <p:embed/>
                </p:oleObj>
              </mc:Choice>
              <mc:Fallback>
                <p:oleObj name="Equation" r:id="rId9" imgW="1714320" imgH="4442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763" y="2134701"/>
                        <a:ext cx="1434537" cy="371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6965830"/>
              </p:ext>
            </p:extLst>
          </p:nvPr>
        </p:nvGraphicFramePr>
        <p:xfrm>
          <a:off x="4198620" y="2865501"/>
          <a:ext cx="1356360" cy="387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909" name="Equation" r:id="rId11" imgW="1600200" imgH="457200" progId="Equation.3">
                  <p:embed/>
                </p:oleObj>
              </mc:Choice>
              <mc:Fallback>
                <p:oleObj name="Equation" r:id="rId11" imgW="1600200" imgH="457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8620" y="2865501"/>
                        <a:ext cx="1356360" cy="3875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453835"/>
              </p:ext>
            </p:extLst>
          </p:nvPr>
        </p:nvGraphicFramePr>
        <p:xfrm>
          <a:off x="2057400" y="2877261"/>
          <a:ext cx="2042962" cy="403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910" name="Equation" r:id="rId13" imgW="2247840" imgH="444240" progId="Equation.3">
                  <p:embed/>
                </p:oleObj>
              </mc:Choice>
              <mc:Fallback>
                <p:oleObj name="Equation" r:id="rId13" imgW="2247840" imgH="4442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877261"/>
                        <a:ext cx="2042962" cy="4039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32" name="Text Box 16"/>
          <p:cNvSpPr txBox="1">
            <a:spLocks noChangeArrowheads="1"/>
          </p:cNvSpPr>
          <p:nvPr/>
        </p:nvSpPr>
        <p:spPr bwMode="auto">
          <a:xfrm>
            <a:off x="2007958" y="3381082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数敛散性相同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  </a:t>
            </a:r>
          </a:p>
        </p:txBody>
      </p:sp>
      <p:sp>
        <p:nvSpPr>
          <p:cNvPr id="239633" name="Text Box 17"/>
          <p:cNvSpPr txBox="1">
            <a:spLocks noChangeArrowheads="1"/>
          </p:cNvSpPr>
          <p:nvPr/>
        </p:nvSpPr>
        <p:spPr bwMode="auto">
          <a:xfrm>
            <a:off x="2007958" y="3842747"/>
            <a:ext cx="480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当级数收敛时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其和的关系为</a:t>
            </a:r>
          </a:p>
        </p:txBody>
      </p:sp>
      <p:graphicFrame>
        <p:nvGraphicFramePr>
          <p:cNvPr id="23963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803177"/>
              </p:ext>
            </p:extLst>
          </p:nvPr>
        </p:nvGraphicFramePr>
        <p:xfrm>
          <a:off x="6019800" y="3898729"/>
          <a:ext cx="1378819" cy="34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911" name="Equation" r:id="rId15" imgW="1752480" imgH="444240" progId="Equation.3">
                  <p:embed/>
                </p:oleObj>
              </mc:Choice>
              <mc:Fallback>
                <p:oleObj name="Equation" r:id="rId15" imgW="1752480" imgH="4442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898729"/>
                        <a:ext cx="1378819" cy="34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35" name="Text Box 19"/>
          <p:cNvSpPr txBox="1">
            <a:spLocks noChangeArrowheads="1"/>
          </p:cNvSpPr>
          <p:nvPr/>
        </p:nvSpPr>
        <p:spPr bwMode="auto">
          <a:xfrm>
            <a:off x="2007958" y="4407122"/>
            <a:ext cx="548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类似可证前面加上有限项的情况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39636" name="Text Box 20"/>
          <p:cNvSpPr txBox="1">
            <a:spLocks noChangeArrowheads="1"/>
          </p:cNvSpPr>
          <p:nvPr/>
        </p:nvSpPr>
        <p:spPr bwMode="auto">
          <a:xfrm>
            <a:off x="5653238" y="2816706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极限状况相同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</a:p>
        </p:txBody>
      </p:sp>
      <p:sp>
        <p:nvSpPr>
          <p:cNvPr id="239637" name="Text Box 21"/>
          <p:cNvSpPr txBox="1">
            <a:spLocks noChangeArrowheads="1"/>
          </p:cNvSpPr>
          <p:nvPr/>
        </p:nvSpPr>
        <p:spPr bwMode="auto">
          <a:xfrm>
            <a:off x="7739514" y="2816706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故新旧两级</a:t>
            </a:r>
          </a:p>
        </p:txBody>
      </p:sp>
      <p:sp>
        <p:nvSpPr>
          <p:cNvPr id="239638" name="Text Box 22"/>
          <p:cNvSpPr txBox="1">
            <a:spLocks noChangeArrowheads="1"/>
          </p:cNvSpPr>
          <p:nvPr/>
        </p:nvSpPr>
        <p:spPr bwMode="auto">
          <a:xfrm>
            <a:off x="5524500" y="1207798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所得新级数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D59D4B8-C74E-49C8-9A61-C569EE2D1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B51E-3FF6-4D4F-951B-18A5F6BFA8D3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9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9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9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9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9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9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9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9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9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9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23" grpId="0"/>
      <p:bldP spid="239625" grpId="0"/>
      <p:bldP spid="239627" grpId="0"/>
      <p:bldP spid="239632" grpId="0" autoUpdateAnimBg="0"/>
      <p:bldP spid="239633" grpId="0" autoUpdateAnimBg="0"/>
      <p:bldP spid="239635" grpId="0" autoUpdateAnimBg="0"/>
      <p:bldP spid="239636" grpId="0" autoUpdateAnimBg="0"/>
      <p:bldP spid="239637" grpId="0" autoUpdateAnimBg="0"/>
      <p:bldP spid="2396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4" name="Rectangle 4"/>
          <p:cNvSpPr>
            <a:spLocks noChangeArrowheads="1"/>
          </p:cNvSpPr>
          <p:nvPr/>
        </p:nvSpPr>
        <p:spPr bwMode="auto">
          <a:xfrm>
            <a:off x="1180699" y="380704"/>
            <a:ext cx="1600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性质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4.</a:t>
            </a:r>
            <a:r>
              <a:rPr lang="en-US" altLang="zh-CN" sz="2400" dirty="0"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40645" name="Text Box 5"/>
          <p:cNvSpPr txBox="1">
            <a:spLocks noChangeArrowheads="1"/>
          </p:cNvSpPr>
          <p:nvPr/>
        </p:nvSpPr>
        <p:spPr bwMode="auto">
          <a:xfrm>
            <a:off x="2133600" y="445146"/>
            <a:ext cx="7315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收敛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级数加括弧后所成的级数仍收敛于原级数</a:t>
            </a:r>
          </a:p>
        </p:txBody>
      </p:sp>
      <p:sp>
        <p:nvSpPr>
          <p:cNvPr id="240646" name="Text Box 6"/>
          <p:cNvSpPr txBox="1">
            <a:spLocks noChangeArrowheads="1"/>
          </p:cNvSpPr>
          <p:nvPr/>
        </p:nvSpPr>
        <p:spPr bwMode="auto">
          <a:xfrm>
            <a:off x="8229600" y="445145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的和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40647" name="Text Box 7"/>
          <p:cNvSpPr txBox="1">
            <a:spLocks noChangeArrowheads="1"/>
          </p:cNvSpPr>
          <p:nvPr/>
        </p:nvSpPr>
        <p:spPr bwMode="auto">
          <a:xfrm>
            <a:off x="1180699" y="1268065"/>
            <a:ext cx="297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设收敛级数</a:t>
            </a:r>
          </a:p>
        </p:txBody>
      </p:sp>
      <p:graphicFrame>
        <p:nvGraphicFramePr>
          <p:cNvPr id="2406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066371"/>
              </p:ext>
            </p:extLst>
          </p:nvPr>
        </p:nvGraphicFramePr>
        <p:xfrm>
          <a:off x="3349758" y="1120283"/>
          <a:ext cx="1161783" cy="828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964" name="Equation" r:id="rId3" imgW="1549080" imgH="1104840" progId="Equation.3">
                  <p:embed/>
                </p:oleObj>
              </mc:Choice>
              <mc:Fallback>
                <p:oleObj name="Equation" r:id="rId3" imgW="1549080" imgH="11048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758" y="1120283"/>
                        <a:ext cx="1161783" cy="8284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649" name="Text Box 9"/>
          <p:cNvSpPr txBox="1">
            <a:spLocks noChangeArrowheads="1"/>
          </p:cNvSpPr>
          <p:nvPr/>
        </p:nvSpPr>
        <p:spPr bwMode="auto">
          <a:xfrm>
            <a:off x="4533900" y="1268065"/>
            <a:ext cx="3733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若按某一规律加括弧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2406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6962427"/>
              </p:ext>
            </p:extLst>
          </p:nvPr>
        </p:nvGraphicFramePr>
        <p:xfrm>
          <a:off x="3297856" y="2075767"/>
          <a:ext cx="3615088" cy="369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965" name="Equation" r:id="rId5" imgW="4343400" imgH="444240" progId="Equation.3">
                  <p:embed/>
                </p:oleObj>
              </mc:Choice>
              <mc:Fallback>
                <p:oleObj name="Equation" r:id="rId5" imgW="4343400" imgH="4442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7856" y="2075767"/>
                        <a:ext cx="3615088" cy="3699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651" name="Text Box 11"/>
          <p:cNvSpPr txBox="1">
            <a:spLocks noChangeArrowheads="1"/>
          </p:cNvSpPr>
          <p:nvPr/>
        </p:nvSpPr>
        <p:spPr bwMode="auto">
          <a:xfrm>
            <a:off x="1663700" y="2548137"/>
            <a:ext cx="541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则新级数的部分和序列 </a:t>
            </a:r>
          </a:p>
        </p:txBody>
      </p:sp>
      <p:graphicFrame>
        <p:nvGraphicFramePr>
          <p:cNvPr id="2406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227699"/>
              </p:ext>
            </p:extLst>
          </p:nvPr>
        </p:nvGraphicFramePr>
        <p:xfrm>
          <a:off x="4931863" y="2569564"/>
          <a:ext cx="1981081" cy="376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966" name="Equation" r:id="rId7" imgW="2336760" imgH="444240" progId="Equation.3">
                  <p:embed/>
                </p:oleObj>
              </mc:Choice>
              <mc:Fallback>
                <p:oleObj name="Equation" r:id="rId7" imgW="2336760" imgH="4442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1863" y="2569564"/>
                        <a:ext cx="1981081" cy="376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653" name="Text Box 13"/>
          <p:cNvSpPr txBox="1">
            <a:spLocks noChangeArrowheads="1"/>
          </p:cNvSpPr>
          <p:nvPr/>
        </p:nvSpPr>
        <p:spPr bwMode="auto">
          <a:xfrm>
            <a:off x="6896100" y="2521933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为原级数部分和</a:t>
            </a:r>
          </a:p>
        </p:txBody>
      </p:sp>
      <p:sp>
        <p:nvSpPr>
          <p:cNvPr id="240654" name="Text Box 14"/>
          <p:cNvSpPr txBox="1">
            <a:spLocks noChangeArrowheads="1"/>
          </p:cNvSpPr>
          <p:nvPr/>
        </p:nvSpPr>
        <p:spPr bwMode="auto">
          <a:xfrm>
            <a:off x="9038137" y="2519544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序列 </a:t>
            </a:r>
          </a:p>
        </p:txBody>
      </p:sp>
      <p:graphicFrame>
        <p:nvGraphicFramePr>
          <p:cNvPr id="24065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952728"/>
              </p:ext>
            </p:extLst>
          </p:nvPr>
        </p:nvGraphicFramePr>
        <p:xfrm>
          <a:off x="1803400" y="3208536"/>
          <a:ext cx="1866900" cy="328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967" name="Equation" r:id="rId9" imgW="2527200" imgH="444240" progId="Equation.3">
                  <p:embed/>
                </p:oleObj>
              </mc:Choice>
              <mc:Fallback>
                <p:oleObj name="Equation" r:id="rId9" imgW="2527200" imgH="4442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3208536"/>
                        <a:ext cx="1866900" cy="3283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656" name="Text Box 16"/>
          <p:cNvSpPr txBox="1">
            <a:spLocks noChangeArrowheads="1"/>
          </p:cNvSpPr>
          <p:nvPr/>
        </p:nvSpPr>
        <p:spPr bwMode="auto">
          <a:xfrm>
            <a:off x="3633804" y="3114905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的一个子序列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24065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601049"/>
              </p:ext>
            </p:extLst>
          </p:nvPr>
        </p:nvGraphicFramePr>
        <p:xfrm>
          <a:off x="3297855" y="3788061"/>
          <a:ext cx="2144829" cy="50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968" name="Equation" r:id="rId11" imgW="2628720" imgH="622080" progId="Equation.3">
                  <p:embed/>
                </p:oleObj>
              </mc:Choice>
              <mc:Fallback>
                <p:oleObj name="Equation" r:id="rId11" imgW="2628720" imgH="6220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7855" y="3788061"/>
                        <a:ext cx="2144829" cy="50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5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144562"/>
              </p:ext>
            </p:extLst>
          </p:nvPr>
        </p:nvGraphicFramePr>
        <p:xfrm>
          <a:off x="5498659" y="3849204"/>
          <a:ext cx="458081" cy="266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969" name="Equation" r:id="rId13" imgW="545760" imgH="317160" progId="Equation.3">
                  <p:embed/>
                </p:oleObj>
              </mc:Choice>
              <mc:Fallback>
                <p:oleObj name="Equation" r:id="rId13" imgW="545760" imgH="31716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8659" y="3849204"/>
                        <a:ext cx="458081" cy="2663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659" name="Text Box 19"/>
          <p:cNvSpPr txBox="1">
            <a:spLocks noChangeArrowheads="1"/>
          </p:cNvSpPr>
          <p:nvPr/>
        </p:nvSpPr>
        <p:spPr bwMode="auto">
          <a:xfrm>
            <a:off x="1180699" y="4483433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推论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若加括弧后的级数发散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则原级数必发散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40660" name="Text Box 20"/>
          <p:cNvSpPr txBox="1">
            <a:spLocks noChangeArrowheads="1"/>
          </p:cNvSpPr>
          <p:nvPr/>
        </p:nvSpPr>
        <p:spPr bwMode="auto">
          <a:xfrm>
            <a:off x="1180699" y="5182047"/>
            <a:ext cx="7772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注意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收敛级数去括弧后所成的级数不一定收敛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24066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3849695"/>
              </p:ext>
            </p:extLst>
          </p:nvPr>
        </p:nvGraphicFramePr>
        <p:xfrm>
          <a:off x="3114676" y="5918200"/>
          <a:ext cx="33623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970" name="Equation" r:id="rId15" imgW="3365280" imgH="406080" progId="Equation.3">
                  <p:embed/>
                </p:oleObj>
              </mc:Choice>
              <mc:Fallback>
                <p:oleObj name="Equation" r:id="rId15" imgW="3365280" imgH="4060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676" y="5918200"/>
                        <a:ext cx="33623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662" name="Text Box 22"/>
          <p:cNvSpPr txBox="1">
            <a:spLocks noChangeArrowheads="1"/>
          </p:cNvSpPr>
          <p:nvPr/>
        </p:nvSpPr>
        <p:spPr bwMode="auto">
          <a:xfrm>
            <a:off x="6553200" y="5805488"/>
            <a:ext cx="10493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但</a:t>
            </a:r>
          </a:p>
        </p:txBody>
      </p:sp>
      <p:graphicFrame>
        <p:nvGraphicFramePr>
          <p:cNvPr id="24066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697843"/>
              </p:ext>
            </p:extLst>
          </p:nvPr>
        </p:nvGraphicFramePr>
        <p:xfrm>
          <a:off x="7073900" y="5943600"/>
          <a:ext cx="2146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971" name="Equation" r:id="rId17" imgW="2145960" imgH="304560" progId="Equation.3">
                  <p:embed/>
                </p:oleObj>
              </mc:Choice>
              <mc:Fallback>
                <p:oleObj name="Equation" r:id="rId17" imgW="2145960" imgH="30456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3900" y="5943600"/>
                        <a:ext cx="21463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664" name="Text Box 24"/>
          <p:cNvSpPr txBox="1">
            <a:spLocks noChangeArrowheads="1"/>
          </p:cNvSpPr>
          <p:nvPr/>
        </p:nvSpPr>
        <p:spPr bwMode="auto">
          <a:xfrm>
            <a:off x="9237664" y="5815013"/>
            <a:ext cx="12779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发散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40665" name="Text Box 25"/>
          <p:cNvSpPr txBox="1">
            <a:spLocks noChangeArrowheads="1"/>
          </p:cNvSpPr>
          <p:nvPr/>
        </p:nvSpPr>
        <p:spPr bwMode="auto">
          <a:xfrm>
            <a:off x="5727700" y="3110300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因此必有</a:t>
            </a:r>
          </a:p>
        </p:txBody>
      </p:sp>
      <p:sp>
        <p:nvSpPr>
          <p:cNvPr id="240666" name="Text Box 26"/>
          <p:cNvSpPr txBox="1">
            <a:spLocks noChangeArrowheads="1"/>
          </p:cNvSpPr>
          <p:nvPr/>
        </p:nvSpPr>
        <p:spPr bwMode="auto">
          <a:xfrm>
            <a:off x="2133600" y="5791201"/>
            <a:ext cx="1536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例如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</a:p>
        </p:txBody>
      </p:sp>
      <p:sp>
        <p:nvSpPr>
          <p:cNvPr id="240668" name="Text Box 28"/>
          <p:cNvSpPr txBox="1">
            <a:spLocks noChangeArrowheads="1"/>
          </p:cNvSpPr>
          <p:nvPr/>
        </p:nvSpPr>
        <p:spPr bwMode="auto">
          <a:xfrm>
            <a:off x="7467481" y="1274852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例如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7692199-A6CB-479B-A483-DE9F07ABA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A8E3A-2855-42C6-88C5-B87C22057DAF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0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0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0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40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0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0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0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0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40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0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4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4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4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4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7" grpId="0"/>
      <p:bldP spid="240649" grpId="0"/>
      <p:bldP spid="240651" grpId="0" autoUpdateAnimBg="0"/>
      <p:bldP spid="240653" grpId="0" autoUpdateAnimBg="0"/>
      <p:bldP spid="240654" grpId="0" autoUpdateAnimBg="0"/>
      <p:bldP spid="240656" grpId="0" autoUpdateAnimBg="0"/>
      <p:bldP spid="240659" grpId="0" autoUpdateAnimBg="0"/>
      <p:bldP spid="240660" grpId="0" autoUpdateAnimBg="0"/>
      <p:bldP spid="240662" grpId="0" autoUpdateAnimBg="0"/>
      <p:bldP spid="240664" grpId="0" autoUpdateAnimBg="0"/>
      <p:bldP spid="240665" grpId="0" autoUpdateAnimBg="0"/>
      <p:bldP spid="240666" grpId="0" autoUpdateAnimBg="0"/>
      <p:bldP spid="24066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8" name="Rectangle 4"/>
          <p:cNvSpPr>
            <a:spLocks noChangeArrowheads="1"/>
          </p:cNvSpPr>
          <p:nvPr/>
        </p:nvSpPr>
        <p:spPr bwMode="auto">
          <a:xfrm>
            <a:off x="1154113" y="526258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>
                <a:solidFill>
                  <a:schemeClr val="accent2"/>
                </a:solidFill>
                <a:ea typeface="黑体" panose="02010609060101010101" pitchFamily="49" charset="-122"/>
              </a:rPr>
              <a:t>3.</a:t>
            </a:r>
            <a:r>
              <a:rPr lang="zh-CN" altLang="en-US" sz="2400">
                <a:solidFill>
                  <a:schemeClr val="tx1"/>
                </a:solidFill>
                <a:ea typeface="黑体" panose="02010609060101010101" pitchFamily="49" charset="-122"/>
              </a:rPr>
              <a:t>判断级数的敛散性</a:t>
            </a:r>
            <a:r>
              <a:rPr lang="en-US" altLang="zh-CN" sz="2400">
                <a:solidFill>
                  <a:schemeClr val="tx1"/>
                </a:solidFill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2416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784340"/>
              </p:ext>
            </p:extLst>
          </p:nvPr>
        </p:nvGraphicFramePr>
        <p:xfrm>
          <a:off x="2590800" y="965201"/>
          <a:ext cx="7431088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01" name="Equation" r:id="rId3" imgW="6476760" imgH="634680" progId="Equation.3">
                  <p:embed/>
                </p:oleObj>
              </mc:Choice>
              <mc:Fallback>
                <p:oleObj name="Equation" r:id="rId3" imgW="6476760" imgH="6346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965201"/>
                        <a:ext cx="7431088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670" name="Text Box 6"/>
          <p:cNvSpPr txBox="1">
            <a:spLocks noChangeArrowheads="1"/>
          </p:cNvSpPr>
          <p:nvPr/>
        </p:nvSpPr>
        <p:spPr bwMode="auto">
          <a:xfrm>
            <a:off x="1154113" y="1903710"/>
            <a:ext cx="449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考虑加括号后的级数</a:t>
            </a:r>
          </a:p>
        </p:txBody>
      </p:sp>
      <p:graphicFrame>
        <p:nvGraphicFramePr>
          <p:cNvPr id="2416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0200067"/>
              </p:ext>
            </p:extLst>
          </p:nvPr>
        </p:nvGraphicFramePr>
        <p:xfrm>
          <a:off x="2667000" y="2520950"/>
          <a:ext cx="7234238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02" name="Equation" r:id="rId5" imgW="7238880" imgH="634680" progId="Equation.3">
                  <p:embed/>
                </p:oleObj>
              </mc:Choice>
              <mc:Fallback>
                <p:oleObj name="Equation" r:id="rId5" imgW="7238880" imgH="6346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520950"/>
                        <a:ext cx="7234238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6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04039"/>
              </p:ext>
            </p:extLst>
          </p:nvPr>
        </p:nvGraphicFramePr>
        <p:xfrm>
          <a:off x="3505200" y="3311525"/>
          <a:ext cx="2971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03" name="Equation" r:id="rId7" imgW="2971800" imgH="863280" progId="Equation.3">
                  <p:embed/>
                </p:oleObj>
              </mc:Choice>
              <mc:Fallback>
                <p:oleObj name="Equation" r:id="rId7" imgW="2971800" imgH="8632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311525"/>
                        <a:ext cx="29718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6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3407838"/>
              </p:ext>
            </p:extLst>
          </p:nvPr>
        </p:nvGraphicFramePr>
        <p:xfrm>
          <a:off x="6553200" y="3338513"/>
          <a:ext cx="990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04" name="Equation" r:id="rId9" imgW="990360" imgH="850680" progId="Equation.3">
                  <p:embed/>
                </p:oleObj>
              </mc:Choice>
              <mc:Fallback>
                <p:oleObj name="Equation" r:id="rId9" imgW="990360" imgH="8506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338513"/>
                        <a:ext cx="9906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6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3767491"/>
              </p:ext>
            </p:extLst>
          </p:nvPr>
        </p:nvGraphicFramePr>
        <p:xfrm>
          <a:off x="2286000" y="4495800"/>
          <a:ext cx="14351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05" name="Equation" r:id="rId11" imgW="1434960" imgH="1066680" progId="Equation.3">
                  <p:embed/>
                </p:oleObj>
              </mc:Choice>
              <mc:Fallback>
                <p:oleObj name="Equation" r:id="rId11" imgW="1434960" imgH="10666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495800"/>
                        <a:ext cx="14351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675" name="Text Box 11"/>
          <p:cNvSpPr txBox="1">
            <a:spLocks noChangeArrowheads="1"/>
          </p:cNvSpPr>
          <p:nvPr/>
        </p:nvSpPr>
        <p:spPr bwMode="auto">
          <a:xfrm>
            <a:off x="5116513" y="4738688"/>
            <a:ext cx="1371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发散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241676" name="Text Box 12"/>
          <p:cNvSpPr txBox="1">
            <a:spLocks noChangeArrowheads="1"/>
          </p:cNvSpPr>
          <p:nvPr/>
        </p:nvSpPr>
        <p:spPr bwMode="auto">
          <a:xfrm>
            <a:off x="6096000" y="4738687"/>
            <a:ext cx="3352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从而原级数发散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2416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5818307"/>
              </p:ext>
            </p:extLst>
          </p:nvPr>
        </p:nvGraphicFramePr>
        <p:xfrm>
          <a:off x="3757613" y="4502150"/>
          <a:ext cx="12827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06" name="Equation" r:id="rId13" imgW="1282680" imgH="1104840" progId="Equation.3">
                  <p:embed/>
                </p:oleObj>
              </mc:Choice>
              <mc:Fallback>
                <p:oleObj name="Equation" r:id="rId13" imgW="1282680" imgH="11048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7613" y="4502150"/>
                        <a:ext cx="12827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549957-486C-47F9-BB64-33F41064D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C064A-1217-46FD-B1C3-730EA7B150E0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1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1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1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1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1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1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70" grpId="0" autoUpdateAnimBg="0"/>
      <p:bldP spid="241675" grpId="0" autoUpdateAnimBg="0"/>
      <p:bldP spid="24167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3" name="Text Box 5"/>
          <p:cNvSpPr txBox="1">
            <a:spLocks noChangeArrowheads="1"/>
          </p:cNvSpPr>
          <p:nvPr/>
        </p:nvSpPr>
        <p:spPr bwMode="auto">
          <a:xfrm>
            <a:off x="2476500" y="1079501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设收敛级数</a:t>
            </a:r>
          </a:p>
        </p:txBody>
      </p:sp>
      <p:graphicFrame>
        <p:nvGraphicFramePr>
          <p:cNvPr id="2426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31058"/>
              </p:ext>
            </p:extLst>
          </p:nvPr>
        </p:nvGraphicFramePr>
        <p:xfrm>
          <a:off x="4180022" y="935832"/>
          <a:ext cx="111950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005" name="Equation" r:id="rId3" imgW="1562040" imgH="1143000" progId="Equation.3">
                  <p:embed/>
                </p:oleObj>
              </mc:Choice>
              <mc:Fallback>
                <p:oleObj name="Equation" r:id="rId3" imgW="1562040" imgH="114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0022" y="935832"/>
                        <a:ext cx="1119505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695" name="Text Box 7"/>
          <p:cNvSpPr txBox="1">
            <a:spLocks noChangeArrowheads="1"/>
          </p:cNvSpPr>
          <p:nvPr/>
        </p:nvSpPr>
        <p:spPr bwMode="auto">
          <a:xfrm>
            <a:off x="5386904" y="1079500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则必有</a:t>
            </a:r>
          </a:p>
        </p:txBody>
      </p:sp>
      <p:graphicFrame>
        <p:nvGraphicFramePr>
          <p:cNvPr id="2426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52161"/>
              </p:ext>
            </p:extLst>
          </p:nvPr>
        </p:nvGraphicFramePr>
        <p:xfrm>
          <a:off x="6618422" y="1131019"/>
          <a:ext cx="1333500" cy="469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006" name="Equation" r:id="rId5" imgW="1803240" imgH="634680" progId="Equation.3">
                  <p:embed/>
                </p:oleObj>
              </mc:Choice>
              <mc:Fallback>
                <p:oleObj name="Equation" r:id="rId5" imgW="1803240" imgH="6346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8422" y="1131019"/>
                        <a:ext cx="1333500" cy="4695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697" name="Text Box 9"/>
          <p:cNvSpPr txBox="1">
            <a:spLocks noChangeArrowheads="1"/>
          </p:cNvSpPr>
          <p:nvPr/>
        </p:nvSpPr>
        <p:spPr bwMode="auto">
          <a:xfrm>
            <a:off x="1382095" y="1939510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2426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8932915"/>
              </p:ext>
            </p:extLst>
          </p:nvPr>
        </p:nvGraphicFramePr>
        <p:xfrm>
          <a:off x="2308484" y="1991886"/>
          <a:ext cx="1769419" cy="375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007" name="Equation" r:id="rId7" imgW="2095200" imgH="444240" progId="Equation.3">
                  <p:embed/>
                </p:oleObj>
              </mc:Choice>
              <mc:Fallback>
                <p:oleObj name="Equation" r:id="rId7" imgW="2095200" imgH="4442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8484" y="1991886"/>
                        <a:ext cx="1769419" cy="375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231983"/>
              </p:ext>
            </p:extLst>
          </p:nvPr>
        </p:nvGraphicFramePr>
        <p:xfrm>
          <a:off x="2898777" y="2636839"/>
          <a:ext cx="3921123" cy="525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008" name="Equation" r:id="rId9" imgW="4647960" imgH="622080" progId="Equation.3">
                  <p:embed/>
                </p:oleObj>
              </mc:Choice>
              <mc:Fallback>
                <p:oleObj name="Equation" r:id="rId9" imgW="4647960" imgH="6220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7" y="2636839"/>
                        <a:ext cx="3921123" cy="525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401092"/>
              </p:ext>
            </p:extLst>
          </p:nvPr>
        </p:nvGraphicFramePr>
        <p:xfrm>
          <a:off x="6971632" y="2721686"/>
          <a:ext cx="1296469" cy="249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009" name="Equation" r:id="rId11" imgW="1650960" imgH="317160" progId="Equation.3">
                  <p:embed/>
                </p:oleObj>
              </mc:Choice>
              <mc:Fallback>
                <p:oleObj name="Equation" r:id="rId11" imgW="1650960" imgH="3171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1632" y="2721686"/>
                        <a:ext cx="1296469" cy="2493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701" name="Text Box 13"/>
          <p:cNvSpPr txBox="1">
            <a:spLocks noChangeArrowheads="1"/>
          </p:cNvSpPr>
          <p:nvPr/>
        </p:nvSpPr>
        <p:spPr bwMode="auto">
          <a:xfrm>
            <a:off x="1382095" y="3323164"/>
            <a:ext cx="7848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可见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:  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若级数的一般项不趋于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0 , 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则级数必发散 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42702" name="Text Box 14"/>
          <p:cNvSpPr txBox="1">
            <a:spLocks noChangeArrowheads="1"/>
          </p:cNvSpPr>
          <p:nvPr/>
        </p:nvSpPr>
        <p:spPr bwMode="auto">
          <a:xfrm>
            <a:off x="2133600" y="4191001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例如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24270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634181"/>
              </p:ext>
            </p:extLst>
          </p:nvPr>
        </p:nvGraphicFramePr>
        <p:xfrm>
          <a:off x="3088524" y="4092132"/>
          <a:ext cx="4422006" cy="689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010" name="Equation" r:id="rId13" imgW="5460840" imgH="850680" progId="Equation.3">
                  <p:embed/>
                </p:oleObj>
              </mc:Choice>
              <mc:Fallback>
                <p:oleObj name="Equation" r:id="rId13" imgW="5460840" imgH="8506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8524" y="4092132"/>
                        <a:ext cx="4422006" cy="689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704" name="Text Box 16"/>
          <p:cNvSpPr txBox="1">
            <a:spLocks noChangeArrowheads="1"/>
          </p:cNvSpPr>
          <p:nvPr/>
        </p:nvSpPr>
        <p:spPr bwMode="auto">
          <a:xfrm>
            <a:off x="7510530" y="4191001"/>
            <a:ext cx="205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其一般项为</a:t>
            </a:r>
          </a:p>
        </p:txBody>
      </p:sp>
      <p:graphicFrame>
        <p:nvGraphicFramePr>
          <p:cNvPr id="24270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557765"/>
              </p:ext>
            </p:extLst>
          </p:nvPr>
        </p:nvGraphicFramePr>
        <p:xfrm>
          <a:off x="3291805" y="4909493"/>
          <a:ext cx="2095099" cy="698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011" name="Equation" r:id="rId15" imgW="2552400" imgH="850680" progId="Equation.3">
                  <p:embed/>
                </p:oleObj>
              </mc:Choice>
              <mc:Fallback>
                <p:oleObj name="Equation" r:id="rId15" imgW="2552400" imgH="8506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1805" y="4909493"/>
                        <a:ext cx="2095099" cy="6983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706" name="Text Box 18"/>
          <p:cNvSpPr txBox="1">
            <a:spLocks noChangeArrowheads="1"/>
          </p:cNvSpPr>
          <p:nvPr/>
        </p:nvSpPr>
        <p:spPr bwMode="auto">
          <a:xfrm>
            <a:off x="3924300" y="5763183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不趋于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0,</a:t>
            </a:r>
          </a:p>
        </p:txBody>
      </p:sp>
      <p:sp>
        <p:nvSpPr>
          <p:cNvPr id="242707" name="Text Box 19"/>
          <p:cNvSpPr txBox="1">
            <a:spLocks noChangeArrowheads="1"/>
          </p:cNvSpPr>
          <p:nvPr/>
        </p:nvSpPr>
        <p:spPr bwMode="auto">
          <a:xfrm>
            <a:off x="5221288" y="5763182"/>
            <a:ext cx="3276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因此这个级数发散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24270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715506"/>
              </p:ext>
            </p:extLst>
          </p:nvPr>
        </p:nvGraphicFramePr>
        <p:xfrm>
          <a:off x="1924486" y="5796969"/>
          <a:ext cx="1948581" cy="394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012" name="Equation" r:id="rId17" imgW="2260440" imgH="457200" progId="Equation.3">
                  <p:embed/>
                </p:oleObj>
              </mc:Choice>
              <mc:Fallback>
                <p:oleObj name="Equation" r:id="rId17" imgW="2260440" imgH="457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486" y="5796969"/>
                        <a:ext cx="1948581" cy="3940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716" name="Text Box 28"/>
          <p:cNvSpPr txBox="1">
            <a:spLocks noChangeArrowheads="1"/>
          </p:cNvSpPr>
          <p:nvPr/>
        </p:nvSpPr>
        <p:spPr bwMode="auto">
          <a:xfrm>
            <a:off x="1382095" y="549344"/>
            <a:ext cx="3839193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t">
              <a:lnSpc>
                <a:spcPct val="110000"/>
              </a:lnSpc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性质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5.(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级数收敛的必要条件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AD8909-CA18-42FE-9B2B-170F87A4F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BA41-13C8-4FBE-A783-42C0DA17AA2B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2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7" grpId="0"/>
      <p:bldP spid="242701" grpId="0" autoUpdateAnimBg="0"/>
      <p:bldP spid="242702" grpId="0" autoUpdateAnimBg="0"/>
      <p:bldP spid="242704" grpId="0" autoUpdateAnimBg="0"/>
      <p:bldP spid="242706" grpId="0" autoUpdateAnimBg="0"/>
      <p:bldP spid="24270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6" name="Rectangle 4"/>
          <p:cNvSpPr>
            <a:spLocks noChangeArrowheads="1"/>
          </p:cNvSpPr>
          <p:nvPr/>
        </p:nvSpPr>
        <p:spPr bwMode="auto">
          <a:xfrm>
            <a:off x="1295400" y="373063"/>
            <a:ext cx="1447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注意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2437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535021"/>
              </p:ext>
            </p:extLst>
          </p:nvPr>
        </p:nvGraphicFramePr>
        <p:xfrm>
          <a:off x="2271963" y="512589"/>
          <a:ext cx="1247274" cy="463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028" name="Equation" r:id="rId3" imgW="1676160" imgH="622080" progId="Equation.3">
                  <p:embed/>
                </p:oleObj>
              </mc:Choice>
              <mc:Fallback>
                <p:oleObj name="Equation" r:id="rId3" imgW="1676160" imgH="6220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1963" y="512589"/>
                        <a:ext cx="1247274" cy="4630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18" name="Text Box 6"/>
          <p:cNvSpPr txBox="1">
            <a:spLocks noChangeArrowheads="1"/>
          </p:cNvSpPr>
          <p:nvPr/>
        </p:nvSpPr>
        <p:spPr bwMode="auto">
          <a:xfrm>
            <a:off x="3657600" y="510791"/>
            <a:ext cx="4343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并非级数收敛的充分条件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43719" name="Text Box 7"/>
          <p:cNvSpPr txBox="1">
            <a:spLocks noChangeArrowheads="1"/>
          </p:cNvSpPr>
          <p:nvPr/>
        </p:nvSpPr>
        <p:spPr bwMode="auto">
          <a:xfrm>
            <a:off x="2133600" y="1293167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例如</a:t>
            </a: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调和级数</a:t>
            </a:r>
          </a:p>
        </p:txBody>
      </p:sp>
      <p:graphicFrame>
        <p:nvGraphicFramePr>
          <p:cNvPr id="2437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7256891"/>
              </p:ext>
            </p:extLst>
          </p:nvPr>
        </p:nvGraphicFramePr>
        <p:xfrm>
          <a:off x="4437113" y="1087150"/>
          <a:ext cx="3378601" cy="878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029" name="Equation" r:id="rId5" imgW="4101840" imgH="1066680" progId="Equation.3">
                  <p:embed/>
                </p:oleObj>
              </mc:Choice>
              <mc:Fallback>
                <p:oleObj name="Equation" r:id="rId5" imgW="4101840" imgH="10666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113" y="1087150"/>
                        <a:ext cx="3378601" cy="878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1" name="Text Box 9"/>
          <p:cNvSpPr txBox="1">
            <a:spLocks noChangeArrowheads="1"/>
          </p:cNvSpPr>
          <p:nvPr/>
        </p:nvSpPr>
        <p:spPr bwMode="auto">
          <a:xfrm>
            <a:off x="2129055" y="2131367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虽然</a:t>
            </a:r>
          </a:p>
        </p:txBody>
      </p:sp>
      <p:graphicFrame>
        <p:nvGraphicFramePr>
          <p:cNvPr id="2437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537364"/>
              </p:ext>
            </p:extLst>
          </p:nvPr>
        </p:nvGraphicFramePr>
        <p:xfrm>
          <a:off x="2927684" y="1949696"/>
          <a:ext cx="2558716" cy="723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030" name="Equation" r:id="rId7" imgW="3098520" imgH="876240" progId="Equation.3">
                  <p:embed/>
                </p:oleObj>
              </mc:Choice>
              <mc:Fallback>
                <p:oleObj name="Equation" r:id="rId7" imgW="3098520" imgH="8762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84" y="1949696"/>
                        <a:ext cx="2558716" cy="7235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3" name="Text Box 11"/>
          <p:cNvSpPr txBox="1">
            <a:spLocks noChangeArrowheads="1"/>
          </p:cNvSpPr>
          <p:nvPr/>
        </p:nvSpPr>
        <p:spPr bwMode="auto">
          <a:xfrm>
            <a:off x="5570621" y="2110687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但此级数发散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43724" name="Text Box 12"/>
          <p:cNvSpPr txBox="1">
            <a:spLocks noChangeArrowheads="1"/>
          </p:cNvSpPr>
          <p:nvPr/>
        </p:nvSpPr>
        <p:spPr bwMode="auto">
          <a:xfrm>
            <a:off x="2108200" y="2854938"/>
            <a:ext cx="586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事实上 </a:t>
            </a: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假设调和级数收敛于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</a:p>
        </p:txBody>
      </p:sp>
      <p:graphicFrame>
        <p:nvGraphicFramePr>
          <p:cNvPr id="2437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355012"/>
              </p:ext>
            </p:extLst>
          </p:nvPr>
        </p:nvGraphicFramePr>
        <p:xfrm>
          <a:off x="6942221" y="2917374"/>
          <a:ext cx="1951121" cy="452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031" name="Equation" r:id="rId9" imgW="2844720" imgH="660240" progId="Equation.3">
                  <p:embed/>
                </p:oleObj>
              </mc:Choice>
              <mc:Fallback>
                <p:oleObj name="Equation" r:id="rId9" imgW="2844720" imgH="6602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2221" y="2917374"/>
                        <a:ext cx="1951121" cy="4529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343317"/>
              </p:ext>
            </p:extLst>
          </p:nvPr>
        </p:nvGraphicFramePr>
        <p:xfrm>
          <a:off x="7883929" y="3719607"/>
          <a:ext cx="545373" cy="641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032" name="Equation" r:id="rId11" imgW="723600" imgH="850680" progId="Equation.3">
                  <p:embed/>
                </p:oleObj>
              </mc:Choice>
              <mc:Fallback>
                <p:oleObj name="Equation" r:id="rId11" imgW="723600" imgH="8506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3929" y="3719607"/>
                        <a:ext cx="545373" cy="6410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940541"/>
              </p:ext>
            </p:extLst>
          </p:nvPr>
        </p:nvGraphicFramePr>
        <p:xfrm>
          <a:off x="4186454" y="3699918"/>
          <a:ext cx="3392269" cy="683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033" name="Equation" r:id="rId13" imgW="4228920" imgH="850680" progId="Equation.3">
                  <p:embed/>
                </p:oleObj>
              </mc:Choice>
              <mc:Fallback>
                <p:oleObj name="Equation" r:id="rId13" imgW="4228920" imgH="8506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6454" y="3699918"/>
                        <a:ext cx="3392269" cy="6830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28" name="Text Box 16"/>
          <p:cNvSpPr txBox="1">
            <a:spLocks noChangeArrowheads="1"/>
          </p:cNvSpPr>
          <p:nvPr/>
        </p:nvSpPr>
        <p:spPr bwMode="auto">
          <a:xfrm>
            <a:off x="2129055" y="3809302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但</a:t>
            </a:r>
          </a:p>
        </p:txBody>
      </p:sp>
      <p:graphicFrame>
        <p:nvGraphicFramePr>
          <p:cNvPr id="24372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535616"/>
              </p:ext>
            </p:extLst>
          </p:nvPr>
        </p:nvGraphicFramePr>
        <p:xfrm>
          <a:off x="2916455" y="3853752"/>
          <a:ext cx="1269999" cy="358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034" name="Equation" r:id="rId15" imgW="1574640" imgH="444240" progId="Equation.3">
                  <p:embed/>
                </p:oleObj>
              </mc:Choice>
              <mc:Fallback>
                <p:oleObj name="Equation" r:id="rId15" imgW="1574640" imgH="4442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455" y="3853752"/>
                        <a:ext cx="1269999" cy="3584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30" name="Text Box 18"/>
          <p:cNvSpPr txBox="1">
            <a:spLocks noChangeArrowheads="1"/>
          </p:cNvSpPr>
          <p:nvPr/>
        </p:nvSpPr>
        <p:spPr bwMode="auto">
          <a:xfrm>
            <a:off x="2113013" y="4749368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矛盾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!</a:t>
            </a:r>
          </a:p>
        </p:txBody>
      </p:sp>
      <p:sp>
        <p:nvSpPr>
          <p:cNvPr id="243731" name="Text Box 19"/>
          <p:cNvSpPr txBox="1">
            <a:spLocks noChangeArrowheads="1"/>
          </p:cNvSpPr>
          <p:nvPr/>
        </p:nvSpPr>
        <p:spPr bwMode="auto">
          <a:xfrm>
            <a:off x="3103613" y="4749368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所以假设不真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24373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3909444"/>
              </p:ext>
            </p:extLst>
          </p:nvPr>
        </p:nvGraphicFramePr>
        <p:xfrm>
          <a:off x="8569322" y="3699918"/>
          <a:ext cx="404839" cy="645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035" name="Equation" r:id="rId17" imgW="533160" imgH="850680" progId="Equation.3">
                  <p:embed/>
                </p:oleObj>
              </mc:Choice>
              <mc:Fallback>
                <p:oleObj name="Equation" r:id="rId17" imgW="533160" imgH="8506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9322" y="3699918"/>
                        <a:ext cx="404839" cy="6458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8A676F-346F-475B-9A82-2302BD8A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DFFF-06DB-4AE5-B184-E05376ACD1B8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3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3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8" grpId="0" autoUpdateAnimBg="0"/>
      <p:bldP spid="243719" grpId="0" autoUpdateAnimBg="0"/>
      <p:bldP spid="243721" grpId="0"/>
      <p:bldP spid="243723" grpId="0"/>
      <p:bldP spid="243724" grpId="0"/>
      <p:bldP spid="243728" grpId="0"/>
      <p:bldP spid="243730" grpId="0"/>
      <p:bldP spid="24373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7" name="Rectangle 9"/>
          <p:cNvSpPr>
            <a:spLocks noChangeArrowheads="1"/>
          </p:cNvSpPr>
          <p:nvPr/>
        </p:nvSpPr>
        <p:spPr bwMode="auto">
          <a:xfrm>
            <a:off x="1524000" y="0"/>
            <a:ext cx="9144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B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8058" name="Rectangle 10"/>
          <p:cNvSpPr>
            <a:spLocks noChangeArrowheads="1"/>
          </p:cNvSpPr>
          <p:nvPr/>
        </p:nvSpPr>
        <p:spPr bwMode="auto">
          <a:xfrm>
            <a:off x="3014846" y="834991"/>
            <a:ext cx="73533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4000">
                <a:solidFill>
                  <a:schemeClr val="tx1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第二节</a:t>
            </a:r>
            <a:r>
              <a:rPr lang="zh-CN" altLang="en-US" sz="4000">
                <a:solidFill>
                  <a:schemeClr val="tx1"/>
                </a:solidFill>
                <a:ea typeface="华文新魏" panose="02010800040101010101" pitchFamily="2" charset="-122"/>
              </a:rPr>
              <a:t>常数项级数的审敛法</a:t>
            </a:r>
          </a:p>
        </p:txBody>
      </p:sp>
      <p:sp>
        <p:nvSpPr>
          <p:cNvPr id="258059" name="Rectangle 11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218046" y="2435192"/>
            <a:ext cx="451405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40000"/>
              </a:spcBef>
            </a:pPr>
            <a:r>
              <a:rPr kumimoji="1" lang="zh-CN" altLang="en-US" sz="32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一、正项级数及其审敛法</a:t>
            </a:r>
          </a:p>
        </p:txBody>
      </p:sp>
      <p:sp>
        <p:nvSpPr>
          <p:cNvPr id="258060" name="Rectangle 12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218046" y="3120992"/>
            <a:ext cx="451405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二、交错级数及其审敛法</a:t>
            </a:r>
          </a:p>
        </p:txBody>
      </p:sp>
      <p:sp>
        <p:nvSpPr>
          <p:cNvPr id="258061" name="Rectangle 13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218046" y="3806792"/>
            <a:ext cx="451405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三、绝对收敛与条件收敛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9317131-0E9C-489D-BF92-EC069A4DD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EEA5A-BF21-41A9-8721-BC365AF87F74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210271" y="519672"/>
            <a:ext cx="33855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40000"/>
              </a:spcBef>
            </a:pPr>
            <a:r>
              <a:rPr kumimoji="1" lang="zh-CN" altLang="en-US" sz="24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一、正项级数及其审敛法</a:t>
            </a:r>
          </a:p>
        </p:txBody>
      </p:sp>
      <p:sp>
        <p:nvSpPr>
          <p:cNvPr id="259075" name="Text Box 3"/>
          <p:cNvSpPr txBox="1">
            <a:spLocks noChangeArrowheads="1"/>
          </p:cNvSpPr>
          <p:nvPr/>
        </p:nvSpPr>
        <p:spPr bwMode="auto">
          <a:xfrm>
            <a:off x="2133601" y="1062038"/>
            <a:ext cx="8937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若</a:t>
            </a:r>
          </a:p>
        </p:txBody>
      </p:sp>
      <p:graphicFrame>
        <p:nvGraphicFramePr>
          <p:cNvPr id="2590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631761"/>
              </p:ext>
            </p:extLst>
          </p:nvPr>
        </p:nvGraphicFramePr>
        <p:xfrm>
          <a:off x="2646363" y="1143000"/>
          <a:ext cx="806451" cy="336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55" name="Equation" r:id="rId4" imgW="1066680" imgH="444240" progId="Equation.3">
                  <p:embed/>
                </p:oleObj>
              </mc:Choice>
              <mc:Fallback>
                <p:oleObj name="Equation" r:id="rId4" imgW="106668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6363" y="1143000"/>
                        <a:ext cx="806451" cy="3360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001862"/>
              </p:ext>
            </p:extLst>
          </p:nvPr>
        </p:nvGraphicFramePr>
        <p:xfrm>
          <a:off x="4292691" y="848671"/>
          <a:ext cx="682053" cy="868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56" name="Equation" r:id="rId6" imgW="838080" imgH="1066680" progId="Equation.3">
                  <p:embed/>
                </p:oleObj>
              </mc:Choice>
              <mc:Fallback>
                <p:oleObj name="Equation" r:id="rId6" imgW="838080" imgH="10666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91" y="848671"/>
                        <a:ext cx="682053" cy="8680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78" name="Text Box 6"/>
          <p:cNvSpPr txBox="1">
            <a:spLocks noChangeArrowheads="1"/>
          </p:cNvSpPr>
          <p:nvPr/>
        </p:nvSpPr>
        <p:spPr bwMode="auto">
          <a:xfrm>
            <a:off x="1750219" y="1850610"/>
            <a:ext cx="2959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 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正项级数</a:t>
            </a:r>
          </a:p>
        </p:txBody>
      </p:sp>
      <p:graphicFrame>
        <p:nvGraphicFramePr>
          <p:cNvPr id="2590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1317307"/>
              </p:ext>
            </p:extLst>
          </p:nvPr>
        </p:nvGraphicFramePr>
        <p:xfrm>
          <a:off x="4186237" y="1703099"/>
          <a:ext cx="619125" cy="787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57" name="Equation" r:id="rId8" imgW="838080" imgH="1066680" progId="Equation.3">
                  <p:embed/>
                </p:oleObj>
              </mc:Choice>
              <mc:Fallback>
                <p:oleObj name="Equation" r:id="rId8" imgW="838080" imgH="10666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6237" y="1703099"/>
                        <a:ext cx="619125" cy="7879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80" name="Text Box 8"/>
          <p:cNvSpPr txBox="1">
            <a:spLocks noChangeArrowheads="1"/>
          </p:cNvSpPr>
          <p:nvPr/>
        </p:nvSpPr>
        <p:spPr bwMode="auto">
          <a:xfrm>
            <a:off x="4816007" y="1850610"/>
            <a:ext cx="15144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收敛</a:t>
            </a:r>
            <a:r>
              <a:rPr kumimoji="1" lang="zh-CN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</a:p>
        </p:txBody>
      </p:sp>
      <p:sp>
        <p:nvSpPr>
          <p:cNvPr id="259081" name="Text Box 9"/>
          <p:cNvSpPr txBox="1">
            <a:spLocks noChangeArrowheads="1"/>
          </p:cNvSpPr>
          <p:nvPr/>
        </p:nvSpPr>
        <p:spPr bwMode="auto">
          <a:xfrm>
            <a:off x="5784850" y="1846145"/>
            <a:ext cx="205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部分和序列</a:t>
            </a:r>
          </a:p>
        </p:txBody>
      </p:sp>
      <p:graphicFrame>
        <p:nvGraphicFramePr>
          <p:cNvPr id="25908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239497"/>
              </p:ext>
            </p:extLst>
          </p:nvPr>
        </p:nvGraphicFramePr>
        <p:xfrm>
          <a:off x="7435726" y="1932664"/>
          <a:ext cx="285997" cy="33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58" name="Equation" r:id="rId10" imgW="380880" imgH="444240" progId="Equation.3">
                  <p:embed/>
                </p:oleObj>
              </mc:Choice>
              <mc:Fallback>
                <p:oleObj name="Equation" r:id="rId10" imgW="380880" imgH="4442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5726" y="1932664"/>
                        <a:ext cx="285997" cy="33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830231"/>
              </p:ext>
            </p:extLst>
          </p:nvPr>
        </p:nvGraphicFramePr>
        <p:xfrm>
          <a:off x="7801768" y="1944239"/>
          <a:ext cx="1509714" cy="342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59" name="Equation" r:id="rId12" imgW="1790640" imgH="406080" progId="Equation.3">
                  <p:embed/>
                </p:oleObj>
              </mc:Choice>
              <mc:Fallback>
                <p:oleObj name="Equation" r:id="rId12" imgW="1790640" imgH="4060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1768" y="1944239"/>
                        <a:ext cx="1509714" cy="3426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84" name="Text Box 12"/>
          <p:cNvSpPr txBox="1">
            <a:spLocks noChangeArrowheads="1"/>
          </p:cNvSpPr>
          <p:nvPr/>
        </p:nvSpPr>
        <p:spPr bwMode="auto">
          <a:xfrm>
            <a:off x="9311482" y="1846145"/>
            <a:ext cx="11668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有界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59085" name="Text Box 13"/>
          <p:cNvSpPr txBox="1">
            <a:spLocks noChangeArrowheads="1"/>
          </p:cNvSpPr>
          <p:nvPr/>
        </p:nvSpPr>
        <p:spPr bwMode="auto">
          <a:xfrm>
            <a:off x="3526750" y="2883828"/>
            <a:ext cx="10556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若</a:t>
            </a:r>
          </a:p>
        </p:txBody>
      </p:sp>
      <p:graphicFrame>
        <p:nvGraphicFramePr>
          <p:cNvPr id="25908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69009"/>
              </p:ext>
            </p:extLst>
          </p:nvPr>
        </p:nvGraphicFramePr>
        <p:xfrm>
          <a:off x="4002925" y="2685759"/>
          <a:ext cx="660545" cy="840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60" name="Equation" r:id="rId14" imgW="838080" imgH="1066680" progId="Equation.3">
                  <p:embed/>
                </p:oleObj>
              </mc:Choice>
              <mc:Fallback>
                <p:oleObj name="Equation" r:id="rId14" imgW="838080" imgH="10666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2925" y="2685759"/>
                        <a:ext cx="660545" cy="8406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87" name="Text Box 15"/>
          <p:cNvSpPr txBox="1">
            <a:spLocks noChangeArrowheads="1"/>
          </p:cNvSpPr>
          <p:nvPr/>
        </p:nvSpPr>
        <p:spPr bwMode="auto">
          <a:xfrm>
            <a:off x="4658179" y="2869695"/>
            <a:ext cx="13811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收敛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</a:p>
        </p:txBody>
      </p:sp>
      <p:graphicFrame>
        <p:nvGraphicFramePr>
          <p:cNvPr id="25908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583663"/>
              </p:ext>
            </p:extLst>
          </p:nvPr>
        </p:nvGraphicFramePr>
        <p:xfrm>
          <a:off x="5621658" y="2957359"/>
          <a:ext cx="1713422" cy="372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61" name="Equation" r:id="rId16" imgW="2044440" imgH="444240" progId="Equation.3">
                  <p:embed/>
                </p:oleObj>
              </mc:Choice>
              <mc:Fallback>
                <p:oleObj name="Equation" r:id="rId16" imgW="2044440" imgH="4442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1658" y="2957359"/>
                        <a:ext cx="1713422" cy="3724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8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002516"/>
              </p:ext>
            </p:extLst>
          </p:nvPr>
        </p:nvGraphicFramePr>
        <p:xfrm>
          <a:off x="3760787" y="3753811"/>
          <a:ext cx="1213957" cy="382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62" name="Equation" r:id="rId18" imgW="1409400" imgH="444240" progId="Equation.3">
                  <p:embed/>
                </p:oleObj>
              </mc:Choice>
              <mc:Fallback>
                <p:oleObj name="Equation" r:id="rId18" imgW="1409400" imgH="4442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0787" y="3753811"/>
                        <a:ext cx="1213957" cy="3827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90" name="Text Box 18"/>
          <p:cNvSpPr txBox="1">
            <a:spLocks noChangeArrowheads="1"/>
          </p:cNvSpPr>
          <p:nvPr/>
        </p:nvSpPr>
        <p:spPr bwMode="auto">
          <a:xfrm>
            <a:off x="5016032" y="3698081"/>
            <a:ext cx="26289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∴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部分和数列</a:t>
            </a:r>
          </a:p>
        </p:txBody>
      </p:sp>
      <p:graphicFrame>
        <p:nvGraphicFramePr>
          <p:cNvPr id="25909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303253"/>
              </p:ext>
            </p:extLst>
          </p:nvPr>
        </p:nvGraphicFramePr>
        <p:xfrm>
          <a:off x="6993811" y="3742176"/>
          <a:ext cx="651121" cy="392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63" name="Equation" r:id="rId20" imgW="736560" imgH="444240" progId="Equation.3">
                  <p:embed/>
                </p:oleObj>
              </mc:Choice>
              <mc:Fallback>
                <p:oleObj name="Equation" r:id="rId20" imgW="736560" imgH="4442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3811" y="3742176"/>
                        <a:ext cx="651121" cy="3929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9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0277258"/>
              </p:ext>
            </p:extLst>
          </p:nvPr>
        </p:nvGraphicFramePr>
        <p:xfrm>
          <a:off x="3456960" y="4600860"/>
          <a:ext cx="609599" cy="367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64" name="Equation" r:id="rId22" imgW="736560" imgH="444240" progId="Equation.3">
                  <p:embed/>
                </p:oleObj>
              </mc:Choice>
              <mc:Fallback>
                <p:oleObj name="Equation" r:id="rId22" imgW="736560" imgH="4442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6960" y="4600860"/>
                        <a:ext cx="609599" cy="3678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93" name="Text Box 21"/>
          <p:cNvSpPr txBox="1">
            <a:spLocks noChangeArrowheads="1"/>
          </p:cNvSpPr>
          <p:nvPr/>
        </p:nvSpPr>
        <p:spPr bwMode="auto">
          <a:xfrm>
            <a:off x="4045306" y="4520909"/>
            <a:ext cx="10810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有界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</a:p>
        </p:txBody>
      </p:sp>
      <p:sp>
        <p:nvSpPr>
          <p:cNvPr id="259094" name="Text Box 22"/>
          <p:cNvSpPr txBox="1">
            <a:spLocks noChangeArrowheads="1"/>
          </p:cNvSpPr>
          <p:nvPr/>
        </p:nvSpPr>
        <p:spPr bwMode="auto">
          <a:xfrm>
            <a:off x="4859338" y="4507056"/>
            <a:ext cx="812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故</a:t>
            </a:r>
          </a:p>
        </p:txBody>
      </p:sp>
      <p:graphicFrame>
        <p:nvGraphicFramePr>
          <p:cNvPr id="25909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3589246"/>
              </p:ext>
            </p:extLst>
          </p:nvPr>
        </p:nvGraphicFramePr>
        <p:xfrm>
          <a:off x="5312794" y="4598407"/>
          <a:ext cx="617727" cy="372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65" name="Equation" r:id="rId24" imgW="736560" imgH="444240" progId="Equation.3">
                  <p:embed/>
                </p:oleObj>
              </mc:Choice>
              <mc:Fallback>
                <p:oleObj name="Equation" r:id="rId24" imgW="736560" imgH="44424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2794" y="4598407"/>
                        <a:ext cx="617727" cy="3727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9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646987"/>
              </p:ext>
            </p:extLst>
          </p:nvPr>
        </p:nvGraphicFramePr>
        <p:xfrm>
          <a:off x="7635798" y="4342712"/>
          <a:ext cx="638759" cy="812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66" name="Equation" r:id="rId26" imgW="838080" imgH="1066680" progId="Equation.3">
                  <p:embed/>
                </p:oleObj>
              </mc:Choice>
              <mc:Fallback>
                <p:oleObj name="Equation" r:id="rId26" imgW="838080" imgH="10666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798" y="4342712"/>
                        <a:ext cx="638759" cy="8129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97" name="Text Box 25"/>
          <p:cNvSpPr txBox="1">
            <a:spLocks noChangeArrowheads="1"/>
          </p:cNvSpPr>
          <p:nvPr/>
        </p:nvSpPr>
        <p:spPr bwMode="auto">
          <a:xfrm>
            <a:off x="6863635" y="4509141"/>
            <a:ext cx="1136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从而</a:t>
            </a:r>
          </a:p>
        </p:txBody>
      </p:sp>
      <p:sp>
        <p:nvSpPr>
          <p:cNvPr id="259098" name="Text Box 26"/>
          <p:cNvSpPr txBox="1">
            <a:spLocks noChangeArrowheads="1"/>
          </p:cNvSpPr>
          <p:nvPr/>
        </p:nvSpPr>
        <p:spPr bwMode="auto">
          <a:xfrm>
            <a:off x="2397126" y="4518363"/>
            <a:ext cx="14462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又已知</a:t>
            </a:r>
          </a:p>
        </p:txBody>
      </p:sp>
      <p:sp>
        <p:nvSpPr>
          <p:cNvPr id="259099" name="Text Box 27"/>
          <p:cNvSpPr txBox="1">
            <a:spLocks noChangeArrowheads="1"/>
          </p:cNvSpPr>
          <p:nvPr/>
        </p:nvSpPr>
        <p:spPr bwMode="auto">
          <a:xfrm>
            <a:off x="7335080" y="2869695"/>
            <a:ext cx="15573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故有界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59100" name="Text Box 28"/>
          <p:cNvSpPr txBox="1">
            <a:spLocks noChangeArrowheads="1"/>
          </p:cNvSpPr>
          <p:nvPr/>
        </p:nvSpPr>
        <p:spPr bwMode="auto">
          <a:xfrm>
            <a:off x="3526750" y="1062038"/>
            <a:ext cx="10906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则称</a:t>
            </a:r>
          </a:p>
        </p:txBody>
      </p:sp>
      <p:sp>
        <p:nvSpPr>
          <p:cNvPr id="259101" name="Text Box 29"/>
          <p:cNvSpPr txBox="1">
            <a:spLocks noChangeArrowheads="1"/>
          </p:cNvSpPr>
          <p:nvPr/>
        </p:nvSpPr>
        <p:spPr bwMode="auto">
          <a:xfrm>
            <a:off x="5021665" y="1065889"/>
            <a:ext cx="24368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为</a:t>
            </a:r>
            <a:r>
              <a:rPr kumimoji="1"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正项级数 </a:t>
            </a:r>
            <a:r>
              <a:rPr kumimoji="1"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59102" name="Text Box 30"/>
          <p:cNvSpPr txBox="1">
            <a:spLocks noChangeArrowheads="1"/>
          </p:cNvSpPr>
          <p:nvPr/>
        </p:nvSpPr>
        <p:spPr bwMode="auto">
          <a:xfrm>
            <a:off x="7653337" y="3707802"/>
            <a:ext cx="18065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单调递增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</a:p>
        </p:txBody>
      </p:sp>
      <p:sp>
        <p:nvSpPr>
          <p:cNvPr id="259103" name="Text Box 31"/>
          <p:cNvSpPr txBox="1">
            <a:spLocks noChangeArrowheads="1"/>
          </p:cNvSpPr>
          <p:nvPr/>
        </p:nvSpPr>
        <p:spPr bwMode="auto">
          <a:xfrm>
            <a:off x="5913102" y="4526467"/>
            <a:ext cx="1238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收敛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</a:p>
        </p:txBody>
      </p:sp>
      <p:sp>
        <p:nvSpPr>
          <p:cNvPr id="259104" name="Text Box 32"/>
          <p:cNvSpPr txBox="1">
            <a:spLocks noChangeArrowheads="1"/>
          </p:cNvSpPr>
          <p:nvPr/>
        </p:nvSpPr>
        <p:spPr bwMode="auto">
          <a:xfrm>
            <a:off x="8209499" y="4507056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也收敛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grpSp>
        <p:nvGrpSpPr>
          <p:cNvPr id="259105" name="Group 33"/>
          <p:cNvGrpSpPr>
            <a:grpSpLocks/>
          </p:cNvGrpSpPr>
          <p:nvPr/>
        </p:nvGrpSpPr>
        <p:grpSpPr bwMode="auto">
          <a:xfrm>
            <a:off x="1750219" y="2808071"/>
            <a:ext cx="2192338" cy="461963"/>
            <a:chOff x="251" y="2568"/>
            <a:chExt cx="1381" cy="291"/>
          </a:xfrm>
        </p:grpSpPr>
        <p:sp>
          <p:nvSpPr>
            <p:cNvPr id="259106" name="Text Box 34"/>
            <p:cNvSpPr txBox="1">
              <a:spLocks noChangeArrowheads="1"/>
            </p:cNvSpPr>
            <p:nvPr/>
          </p:nvSpPr>
          <p:spPr bwMode="auto">
            <a:xfrm>
              <a:off x="251" y="2568"/>
              <a:ext cx="138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证</a:t>
              </a:r>
              <a:r>
                <a:rPr kumimoji="1" lang="en-US" altLang="zh-CN" sz="2400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: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“         ”</a:t>
              </a:r>
            </a:p>
          </p:txBody>
        </p:sp>
        <p:sp>
          <p:nvSpPr>
            <p:cNvPr id="259107" name="AutoShape 35"/>
            <p:cNvSpPr>
              <a:spLocks noChangeArrowheads="1"/>
            </p:cNvSpPr>
            <p:nvPr/>
          </p:nvSpPr>
          <p:spPr bwMode="auto">
            <a:xfrm>
              <a:off x="816" y="2712"/>
              <a:ext cx="459" cy="102"/>
            </a:xfrm>
            <a:prstGeom prst="rightArrow">
              <a:avLst>
                <a:gd name="adj1" fmla="val 50000"/>
                <a:gd name="adj2" fmla="val 1125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8600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pSp>
        <p:nvGrpSpPr>
          <p:cNvPr id="259108" name="Group 36"/>
          <p:cNvGrpSpPr>
            <a:grpSpLocks/>
          </p:cNvGrpSpPr>
          <p:nvPr/>
        </p:nvGrpSpPr>
        <p:grpSpPr bwMode="auto">
          <a:xfrm>
            <a:off x="2274888" y="3572838"/>
            <a:ext cx="1789113" cy="488577"/>
            <a:chOff x="336" y="2736"/>
            <a:chExt cx="1056" cy="288"/>
          </a:xfrm>
        </p:grpSpPr>
        <p:sp>
          <p:nvSpPr>
            <p:cNvPr id="259109" name="Text Box 37"/>
            <p:cNvSpPr txBox="1">
              <a:spLocks noChangeArrowheads="1"/>
            </p:cNvSpPr>
            <p:nvPr/>
          </p:nvSpPr>
          <p:spPr bwMode="auto">
            <a:xfrm>
              <a:off x="336" y="2736"/>
              <a:ext cx="1056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“          ”</a:t>
              </a:r>
            </a:p>
          </p:txBody>
        </p:sp>
        <p:sp>
          <p:nvSpPr>
            <p:cNvPr id="259110" name="AutoShape 38"/>
            <p:cNvSpPr>
              <a:spLocks noChangeArrowheads="1"/>
            </p:cNvSpPr>
            <p:nvPr/>
          </p:nvSpPr>
          <p:spPr bwMode="auto">
            <a:xfrm rot="10800000">
              <a:off x="528" y="2928"/>
              <a:ext cx="431" cy="96"/>
            </a:xfrm>
            <a:prstGeom prst="rightArrow">
              <a:avLst>
                <a:gd name="adj1" fmla="val 50000"/>
                <a:gd name="adj2" fmla="val 11224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8600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6C0B0EB-0B70-45CF-A539-D05581820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7AE10-39FB-4778-BADB-D147EB526A91}" type="datetime11">
              <a:rPr lang="zh-CN" altLang="en-US" smtClean="0"/>
              <a:t>20:40:10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9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9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9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9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9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9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9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9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9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9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9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9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9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9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9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9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5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59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5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59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5" grpId="0"/>
      <p:bldP spid="259078" grpId="0"/>
      <p:bldP spid="259080" grpId="0"/>
      <p:bldP spid="259081" grpId="0"/>
      <p:bldP spid="259084" grpId="0"/>
      <p:bldP spid="259085" grpId="0"/>
      <p:bldP spid="259087" grpId="0"/>
      <p:bldP spid="259090" grpId="0"/>
      <p:bldP spid="259093" grpId="0"/>
      <p:bldP spid="259094" grpId="0"/>
      <p:bldP spid="259097" grpId="0"/>
      <p:bldP spid="259098" grpId="0"/>
      <p:bldP spid="259099" grpId="0"/>
      <p:bldP spid="259100" grpId="0"/>
      <p:bldP spid="259101" grpId="0"/>
      <p:bldP spid="259102" grpId="0"/>
      <p:bldP spid="259103" grpId="0"/>
      <p:bldP spid="25910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0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441418"/>
              </p:ext>
            </p:extLst>
          </p:nvPr>
        </p:nvGraphicFramePr>
        <p:xfrm>
          <a:off x="9738680" y="3028811"/>
          <a:ext cx="999449" cy="445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43" name="Equation" r:id="rId3" imgW="1168200" imgH="520560" progId="Equation.3">
                  <p:embed/>
                </p:oleObj>
              </mc:Choice>
              <mc:Fallback>
                <p:oleObj name="Equation" r:id="rId3" imgW="1168200" imgH="5205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8680" y="3028811"/>
                        <a:ext cx="999449" cy="4454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0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725144"/>
              </p:ext>
            </p:extLst>
          </p:nvPr>
        </p:nvGraphicFramePr>
        <p:xfrm>
          <a:off x="2530593" y="3683676"/>
          <a:ext cx="1194184" cy="357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44" name="Equation" r:id="rId5" imgW="1485720" imgH="444240" progId="Equation.3">
                  <p:embed/>
                </p:oleObj>
              </mc:Choice>
              <mc:Fallback>
                <p:oleObj name="Equation" r:id="rId5" imgW="1485720" imgH="444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593" y="3683676"/>
                        <a:ext cx="1194184" cy="3572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0" name="Text Box 4"/>
          <p:cNvSpPr txBox="1">
            <a:spLocks noChangeArrowheads="1"/>
          </p:cNvSpPr>
          <p:nvPr/>
        </p:nvSpPr>
        <p:spPr bwMode="auto">
          <a:xfrm>
            <a:off x="1778276" y="3622693"/>
            <a:ext cx="1060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都有</a:t>
            </a:r>
          </a:p>
        </p:txBody>
      </p:sp>
      <p:sp>
        <p:nvSpPr>
          <p:cNvPr id="260101" name="Rectangle 5"/>
          <p:cNvSpPr>
            <a:spLocks noChangeArrowheads="1"/>
          </p:cNvSpPr>
          <p:nvPr/>
        </p:nvSpPr>
        <p:spPr bwMode="auto">
          <a:xfrm>
            <a:off x="1219200" y="485628"/>
            <a:ext cx="3657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定理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2400" b="1" dirty="0"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比较审敛法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260102" name="Text Box 6"/>
          <p:cNvSpPr txBox="1">
            <a:spLocks noChangeArrowheads="1"/>
          </p:cNvSpPr>
          <p:nvPr/>
        </p:nvSpPr>
        <p:spPr bwMode="auto">
          <a:xfrm>
            <a:off x="3949700" y="595621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设</a:t>
            </a:r>
          </a:p>
        </p:txBody>
      </p:sp>
      <p:graphicFrame>
        <p:nvGraphicFramePr>
          <p:cNvPr id="2601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439598"/>
              </p:ext>
            </p:extLst>
          </p:nvPr>
        </p:nvGraphicFramePr>
        <p:xfrm>
          <a:off x="4439235" y="384028"/>
          <a:ext cx="700689" cy="812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45" name="Equation" r:id="rId7" imgW="952200" imgH="1104840" progId="Equation.3">
                  <p:embed/>
                </p:oleObj>
              </mc:Choice>
              <mc:Fallback>
                <p:oleObj name="Equation" r:id="rId7" imgW="952200" imgH="11048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9235" y="384028"/>
                        <a:ext cx="700689" cy="8127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8721352"/>
              </p:ext>
            </p:extLst>
          </p:nvPr>
        </p:nvGraphicFramePr>
        <p:xfrm>
          <a:off x="5277435" y="384028"/>
          <a:ext cx="633579" cy="835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46" name="Equation" r:id="rId9" imgW="838080" imgH="1104840" progId="Equation.3">
                  <p:embed/>
                </p:oleObj>
              </mc:Choice>
              <mc:Fallback>
                <p:oleObj name="Equation" r:id="rId9" imgW="838080" imgH="11048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7435" y="384028"/>
                        <a:ext cx="633579" cy="8351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5" name="Text Box 9"/>
          <p:cNvSpPr txBox="1">
            <a:spLocks noChangeArrowheads="1"/>
          </p:cNvSpPr>
          <p:nvPr/>
        </p:nvSpPr>
        <p:spPr bwMode="auto">
          <a:xfrm>
            <a:off x="8275721" y="564009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且存在</a:t>
            </a:r>
          </a:p>
        </p:txBody>
      </p:sp>
      <p:graphicFrame>
        <p:nvGraphicFramePr>
          <p:cNvPr id="2601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610195"/>
              </p:ext>
            </p:extLst>
          </p:nvPr>
        </p:nvGraphicFramePr>
        <p:xfrm>
          <a:off x="9324217" y="559585"/>
          <a:ext cx="1052362" cy="414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47" name="Equation" r:id="rId11" imgW="1320480" imgH="520560" progId="Equation.3">
                  <p:embed/>
                </p:oleObj>
              </mc:Choice>
              <mc:Fallback>
                <p:oleObj name="Equation" r:id="rId11" imgW="1320480" imgH="52056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24217" y="559585"/>
                        <a:ext cx="1052362" cy="4148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7" name="Text Box 11"/>
          <p:cNvSpPr txBox="1">
            <a:spLocks noChangeArrowheads="1"/>
          </p:cNvSpPr>
          <p:nvPr/>
        </p:nvSpPr>
        <p:spPr bwMode="auto">
          <a:xfrm>
            <a:off x="2085148" y="1201186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对一切</a:t>
            </a:r>
          </a:p>
        </p:txBody>
      </p:sp>
      <p:graphicFrame>
        <p:nvGraphicFramePr>
          <p:cNvPr id="2601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151069"/>
              </p:ext>
            </p:extLst>
          </p:nvPr>
        </p:nvGraphicFramePr>
        <p:xfrm>
          <a:off x="3151982" y="1287950"/>
          <a:ext cx="831816" cy="309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48" name="Equation" r:id="rId13" imgW="990360" imgH="368280" progId="Equation.3">
                  <p:embed/>
                </p:oleObj>
              </mc:Choice>
              <mc:Fallback>
                <p:oleObj name="Equation" r:id="rId13" imgW="990360" imgH="3682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982" y="1287950"/>
                        <a:ext cx="831816" cy="3092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9" name="Text Box 13"/>
          <p:cNvSpPr txBox="1">
            <a:spLocks noChangeArrowheads="1"/>
          </p:cNvSpPr>
          <p:nvPr/>
        </p:nvSpPr>
        <p:spPr bwMode="auto">
          <a:xfrm>
            <a:off x="3957262" y="1185210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有</a:t>
            </a:r>
          </a:p>
        </p:txBody>
      </p:sp>
      <p:sp>
        <p:nvSpPr>
          <p:cNvPr id="260110" name="Text Box 14"/>
          <p:cNvSpPr txBox="1">
            <a:spLocks noChangeArrowheads="1"/>
          </p:cNvSpPr>
          <p:nvPr/>
        </p:nvSpPr>
        <p:spPr bwMode="auto">
          <a:xfrm>
            <a:off x="2113537" y="1725151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(1)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若级数</a:t>
            </a:r>
          </a:p>
        </p:txBody>
      </p:sp>
      <p:graphicFrame>
        <p:nvGraphicFramePr>
          <p:cNvPr id="26011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8195090"/>
              </p:ext>
            </p:extLst>
          </p:nvPr>
        </p:nvGraphicFramePr>
        <p:xfrm>
          <a:off x="3635515" y="1596270"/>
          <a:ext cx="537443" cy="694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49" name="Equation" r:id="rId15" imgW="825480" imgH="1066680" progId="Equation.3">
                  <p:embed/>
                </p:oleObj>
              </mc:Choice>
              <mc:Fallback>
                <p:oleObj name="Equation" r:id="rId15" imgW="825480" imgH="10666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515" y="1596270"/>
                        <a:ext cx="537443" cy="6945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12" name="Text Box 16"/>
          <p:cNvSpPr txBox="1">
            <a:spLocks noChangeArrowheads="1"/>
          </p:cNvSpPr>
          <p:nvPr/>
        </p:nvSpPr>
        <p:spPr bwMode="auto">
          <a:xfrm>
            <a:off x="5045215" y="1725151"/>
            <a:ext cx="19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则级数</a:t>
            </a:r>
          </a:p>
        </p:txBody>
      </p:sp>
      <p:graphicFrame>
        <p:nvGraphicFramePr>
          <p:cNvPr id="2601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709222"/>
              </p:ext>
            </p:extLst>
          </p:nvPr>
        </p:nvGraphicFramePr>
        <p:xfrm>
          <a:off x="6072092" y="1581533"/>
          <a:ext cx="568869" cy="724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50" name="Equation" r:id="rId17" imgW="838080" imgH="1066680" progId="Equation.3">
                  <p:embed/>
                </p:oleObj>
              </mc:Choice>
              <mc:Fallback>
                <p:oleObj name="Equation" r:id="rId17" imgW="838080" imgH="10666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092" y="1581533"/>
                        <a:ext cx="568869" cy="7240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14" name="Text Box 18"/>
          <p:cNvSpPr txBox="1">
            <a:spLocks noChangeArrowheads="1"/>
          </p:cNvSpPr>
          <p:nvPr/>
        </p:nvSpPr>
        <p:spPr bwMode="auto">
          <a:xfrm>
            <a:off x="2091254" y="2413177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(2)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若级数</a:t>
            </a:r>
          </a:p>
        </p:txBody>
      </p:sp>
      <p:graphicFrame>
        <p:nvGraphicFramePr>
          <p:cNvPr id="26011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784182"/>
              </p:ext>
            </p:extLst>
          </p:nvPr>
        </p:nvGraphicFramePr>
        <p:xfrm>
          <a:off x="3586430" y="2271469"/>
          <a:ext cx="558567" cy="710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51" name="Equation" r:id="rId19" imgW="838080" imgH="1066680" progId="Equation.3">
                  <p:embed/>
                </p:oleObj>
              </mc:Choice>
              <mc:Fallback>
                <p:oleObj name="Equation" r:id="rId19" imgW="838080" imgH="10666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6430" y="2271469"/>
                        <a:ext cx="558567" cy="7109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16" name="Text Box 20"/>
          <p:cNvSpPr txBox="1">
            <a:spLocks noChangeArrowheads="1"/>
          </p:cNvSpPr>
          <p:nvPr/>
        </p:nvSpPr>
        <p:spPr bwMode="auto">
          <a:xfrm>
            <a:off x="5018338" y="2413175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则级数</a:t>
            </a:r>
          </a:p>
        </p:txBody>
      </p:sp>
      <p:graphicFrame>
        <p:nvGraphicFramePr>
          <p:cNvPr id="26011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8683783"/>
              </p:ext>
            </p:extLst>
          </p:nvPr>
        </p:nvGraphicFramePr>
        <p:xfrm>
          <a:off x="6107076" y="2229581"/>
          <a:ext cx="621698" cy="80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52" name="Equation" r:id="rId21" imgW="825480" imgH="1066680" progId="Equation.3">
                  <p:embed/>
                </p:oleObj>
              </mc:Choice>
              <mc:Fallback>
                <p:oleObj name="Equation" r:id="rId21" imgW="825480" imgH="10666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7076" y="2229581"/>
                        <a:ext cx="621698" cy="80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18" name="Text Box 22"/>
          <p:cNvSpPr txBox="1">
            <a:spLocks noChangeArrowheads="1"/>
          </p:cNvSpPr>
          <p:nvPr/>
        </p:nvSpPr>
        <p:spPr bwMode="auto">
          <a:xfrm>
            <a:off x="1165501" y="3045707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60119" name="Text Box 23"/>
          <p:cNvSpPr txBox="1">
            <a:spLocks noChangeArrowheads="1"/>
          </p:cNvSpPr>
          <p:nvPr/>
        </p:nvSpPr>
        <p:spPr bwMode="auto">
          <a:xfrm>
            <a:off x="8319581" y="3033006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设对一切</a:t>
            </a:r>
          </a:p>
        </p:txBody>
      </p:sp>
      <p:graphicFrame>
        <p:nvGraphicFramePr>
          <p:cNvPr id="26012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754016"/>
              </p:ext>
            </p:extLst>
          </p:nvPr>
        </p:nvGraphicFramePr>
        <p:xfrm>
          <a:off x="3832502" y="3687820"/>
          <a:ext cx="990600" cy="360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53" name="Equation" r:id="rId23" imgW="1257120" imgH="457200" progId="Equation.3">
                  <p:embed/>
                </p:oleObj>
              </mc:Choice>
              <mc:Fallback>
                <p:oleObj name="Equation" r:id="rId23" imgW="1257120" imgH="4572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2502" y="3687820"/>
                        <a:ext cx="990600" cy="3602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2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216317"/>
              </p:ext>
            </p:extLst>
          </p:nvPr>
        </p:nvGraphicFramePr>
        <p:xfrm>
          <a:off x="4980874" y="3622693"/>
          <a:ext cx="394320" cy="418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54" name="Equation" r:id="rId25" imgW="419040" imgH="444240" progId="Equation.3">
                  <p:embed/>
                </p:oleObj>
              </mc:Choice>
              <mc:Fallback>
                <p:oleObj name="Equation" r:id="rId25" imgW="419040" imgH="4442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0874" y="3622693"/>
                        <a:ext cx="394320" cy="4182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22" name="Text Box 26"/>
          <p:cNvSpPr txBox="1">
            <a:spLocks noChangeArrowheads="1"/>
          </p:cNvSpPr>
          <p:nvPr/>
        </p:nvSpPr>
        <p:spPr bwMode="auto">
          <a:xfrm>
            <a:off x="7325669" y="1177371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则有</a:t>
            </a:r>
          </a:p>
        </p:txBody>
      </p:sp>
      <p:sp>
        <p:nvSpPr>
          <p:cNvPr id="260123" name="Text Box 27"/>
          <p:cNvSpPr txBox="1">
            <a:spLocks noChangeArrowheads="1"/>
          </p:cNvSpPr>
          <p:nvPr/>
        </p:nvSpPr>
        <p:spPr bwMode="auto">
          <a:xfrm>
            <a:off x="4121590" y="1726722"/>
            <a:ext cx="129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收敛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260124" name="Text Box 28"/>
          <p:cNvSpPr txBox="1">
            <a:spLocks noChangeArrowheads="1"/>
          </p:cNvSpPr>
          <p:nvPr/>
        </p:nvSpPr>
        <p:spPr bwMode="auto">
          <a:xfrm>
            <a:off x="6622421" y="1712707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也收敛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260125" name="Text Box 29"/>
          <p:cNvSpPr txBox="1">
            <a:spLocks noChangeArrowheads="1"/>
          </p:cNvSpPr>
          <p:nvPr/>
        </p:nvSpPr>
        <p:spPr bwMode="auto">
          <a:xfrm>
            <a:off x="4107382" y="2413176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发散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260126" name="Text Box 30"/>
          <p:cNvSpPr txBox="1">
            <a:spLocks noChangeArrowheads="1"/>
          </p:cNvSpPr>
          <p:nvPr/>
        </p:nvSpPr>
        <p:spPr bwMode="auto">
          <a:xfrm>
            <a:off x="6640961" y="2413683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也发散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60127" name="Text Box 31"/>
          <p:cNvSpPr txBox="1">
            <a:spLocks noChangeArrowheads="1"/>
          </p:cNvSpPr>
          <p:nvPr/>
        </p:nvSpPr>
        <p:spPr bwMode="auto">
          <a:xfrm>
            <a:off x="5436145" y="3622692"/>
            <a:ext cx="46360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分别表示两个级数的部分和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则有</a:t>
            </a:r>
          </a:p>
        </p:txBody>
      </p:sp>
      <p:graphicFrame>
        <p:nvGraphicFramePr>
          <p:cNvPr id="26012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3801237"/>
              </p:ext>
            </p:extLst>
          </p:nvPr>
        </p:nvGraphicFramePr>
        <p:xfrm>
          <a:off x="4462366" y="1252530"/>
          <a:ext cx="1074864" cy="354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55" name="Equation" r:id="rId27" imgW="1346040" imgH="444240" progId="Equation.3">
                  <p:embed/>
                </p:oleObj>
              </mc:Choice>
              <mc:Fallback>
                <p:oleObj name="Equation" r:id="rId27" imgW="1346040" imgH="44424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2366" y="1252530"/>
                        <a:ext cx="1074864" cy="3549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30" name="Text Box 34"/>
          <p:cNvSpPr txBox="1">
            <a:spLocks noChangeArrowheads="1"/>
          </p:cNvSpPr>
          <p:nvPr/>
        </p:nvSpPr>
        <p:spPr bwMode="auto">
          <a:xfrm>
            <a:off x="5953559" y="559594"/>
            <a:ext cx="24929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是两个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正项级数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60131" name="Text Box 35"/>
          <p:cNvSpPr txBox="1">
            <a:spLocks noChangeArrowheads="1"/>
          </p:cNvSpPr>
          <p:nvPr/>
        </p:nvSpPr>
        <p:spPr bwMode="auto">
          <a:xfrm>
            <a:off x="5564822" y="1145669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常数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&gt; 0 ),</a:t>
            </a:r>
          </a:p>
        </p:txBody>
      </p:sp>
      <p:sp>
        <p:nvSpPr>
          <p:cNvPr id="260132" name="Text Box 36"/>
          <p:cNvSpPr txBox="1">
            <a:spLocks noChangeArrowheads="1"/>
          </p:cNvSpPr>
          <p:nvPr/>
        </p:nvSpPr>
        <p:spPr bwMode="auto">
          <a:xfrm>
            <a:off x="1775101" y="3033007"/>
            <a:ext cx="5878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因在级数前加、减有限项不改变其敛散性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</a:p>
        </p:txBody>
      </p:sp>
      <p:sp>
        <p:nvSpPr>
          <p:cNvPr id="260133" name="Text Box 37"/>
          <p:cNvSpPr txBox="1">
            <a:spLocks noChangeArrowheads="1"/>
          </p:cNvSpPr>
          <p:nvPr/>
        </p:nvSpPr>
        <p:spPr bwMode="auto">
          <a:xfrm>
            <a:off x="7426985" y="3033006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故不妨</a:t>
            </a:r>
          </a:p>
        </p:txBody>
      </p:sp>
      <p:sp>
        <p:nvSpPr>
          <p:cNvPr id="40" name="Text Box 2"/>
          <p:cNvSpPr txBox="1">
            <a:spLocks noChangeArrowheads="1"/>
          </p:cNvSpPr>
          <p:nvPr/>
        </p:nvSpPr>
        <p:spPr bwMode="auto">
          <a:xfrm>
            <a:off x="1775101" y="4149451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(1)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若级数</a:t>
            </a:r>
          </a:p>
        </p:txBody>
      </p:sp>
      <p:graphicFrame>
        <p:nvGraphicFramePr>
          <p:cNvPr id="4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6053010"/>
              </p:ext>
            </p:extLst>
          </p:nvPr>
        </p:nvGraphicFramePr>
        <p:xfrm>
          <a:off x="3267701" y="4003084"/>
          <a:ext cx="649121" cy="838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56" name="Equation" r:id="rId29" imgW="825480" imgH="1066680" progId="Equation.3">
                  <p:embed/>
                </p:oleObj>
              </mc:Choice>
              <mc:Fallback>
                <p:oleObj name="Equation" r:id="rId29" imgW="825480" imgH="1066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7701" y="4003084"/>
                        <a:ext cx="649121" cy="8388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4646788" y="4147366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则有</a:t>
            </a:r>
          </a:p>
        </p:txBody>
      </p:sp>
      <p:graphicFrame>
        <p:nvGraphicFramePr>
          <p:cNvPr id="4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180249"/>
              </p:ext>
            </p:extLst>
          </p:nvPr>
        </p:nvGraphicFramePr>
        <p:xfrm>
          <a:off x="5396372" y="4210204"/>
          <a:ext cx="1369829" cy="497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57" name="Equation" r:id="rId31" imgW="1714320" imgH="622080" progId="Equation.3">
                  <p:embed/>
                </p:oleObj>
              </mc:Choice>
              <mc:Fallback>
                <p:oleObj name="Equation" r:id="rId31" imgW="1714320" imgH="622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6372" y="4210204"/>
                        <a:ext cx="1369829" cy="4971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Box 6"/>
          <p:cNvSpPr txBox="1">
            <a:spLocks noChangeArrowheads="1"/>
          </p:cNvSpPr>
          <p:nvPr/>
        </p:nvSpPr>
        <p:spPr bwMode="auto">
          <a:xfrm>
            <a:off x="6833681" y="4147366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因此对一切</a:t>
            </a:r>
          </a:p>
        </p:txBody>
      </p:sp>
      <p:graphicFrame>
        <p:nvGraphicFramePr>
          <p:cNvPr id="4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536527"/>
              </p:ext>
            </p:extLst>
          </p:nvPr>
        </p:nvGraphicFramePr>
        <p:xfrm>
          <a:off x="8502146" y="4153944"/>
          <a:ext cx="887552" cy="388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58" name="Equation" r:id="rId33" imgW="1130040" imgH="495000" progId="Equation.3">
                  <p:embed/>
                </p:oleObj>
              </mc:Choice>
              <mc:Fallback>
                <p:oleObj name="Equation" r:id="rId33" imgW="113004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2146" y="4153944"/>
                        <a:ext cx="887552" cy="388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8"/>
          <p:cNvSpPr txBox="1">
            <a:spLocks noChangeArrowheads="1"/>
          </p:cNvSpPr>
          <p:nvPr/>
        </p:nvSpPr>
        <p:spPr bwMode="auto">
          <a:xfrm>
            <a:off x="9351051" y="4142314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有</a:t>
            </a:r>
          </a:p>
        </p:txBody>
      </p:sp>
      <p:graphicFrame>
        <p:nvGraphicFramePr>
          <p:cNvPr id="4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911051"/>
              </p:ext>
            </p:extLst>
          </p:nvPr>
        </p:nvGraphicFramePr>
        <p:xfrm>
          <a:off x="9796699" y="4232831"/>
          <a:ext cx="322457" cy="3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59" name="Equation" r:id="rId35" imgW="380880" imgH="444240" progId="Equation.3">
                  <p:embed/>
                </p:oleObj>
              </mc:Choice>
              <mc:Fallback>
                <p:oleObj name="Equation" r:id="rId35" imgW="3808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6699" y="4232831"/>
                        <a:ext cx="322457" cy="3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10"/>
          <p:cNvSpPr txBox="1">
            <a:spLocks noChangeArrowheads="1"/>
          </p:cNvSpPr>
          <p:nvPr/>
        </p:nvSpPr>
        <p:spPr bwMode="auto">
          <a:xfrm>
            <a:off x="2226435" y="4880433"/>
            <a:ext cx="2819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由定理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可知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4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146366"/>
              </p:ext>
            </p:extLst>
          </p:nvPr>
        </p:nvGraphicFramePr>
        <p:xfrm>
          <a:off x="5011579" y="4715486"/>
          <a:ext cx="634784" cy="807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60" name="Equation" r:id="rId37" imgW="838080" imgH="1066680" progId="Equation.3">
                  <p:embed/>
                </p:oleObj>
              </mc:Choice>
              <mc:Fallback>
                <p:oleObj name="Equation" r:id="rId37" imgW="838080" imgH="1066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1579" y="4715486"/>
                        <a:ext cx="634784" cy="8079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223495"/>
              </p:ext>
            </p:extLst>
          </p:nvPr>
        </p:nvGraphicFramePr>
        <p:xfrm>
          <a:off x="10213779" y="4266438"/>
          <a:ext cx="686016" cy="343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61" name="Equation" r:id="rId39" imgW="812520" imgH="406080" progId="Equation.3">
                  <p:embed/>
                </p:oleObj>
              </mc:Choice>
              <mc:Fallback>
                <p:oleObj name="Equation" r:id="rId39" imgW="81252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13779" y="4266438"/>
                        <a:ext cx="686016" cy="3430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794437"/>
              </p:ext>
            </p:extLst>
          </p:nvPr>
        </p:nvGraphicFramePr>
        <p:xfrm>
          <a:off x="9995705" y="3683676"/>
          <a:ext cx="317500" cy="370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62" name="Equation" r:id="rId41" imgW="380880" imgH="444240" progId="Equation.3">
                  <p:embed/>
                </p:oleObj>
              </mc:Choice>
              <mc:Fallback>
                <p:oleObj name="Equation" r:id="rId41" imgW="3808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95705" y="3683676"/>
                        <a:ext cx="317500" cy="3704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593957"/>
              </p:ext>
            </p:extLst>
          </p:nvPr>
        </p:nvGraphicFramePr>
        <p:xfrm>
          <a:off x="10322880" y="3683676"/>
          <a:ext cx="798512" cy="372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63" name="Equation" r:id="rId43" imgW="952200" imgH="444240" progId="Equation.3">
                  <p:embed/>
                </p:oleObj>
              </mc:Choice>
              <mc:Fallback>
                <p:oleObj name="Equation" r:id="rId43" imgW="9522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22880" y="3683676"/>
                        <a:ext cx="798512" cy="3726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24"/>
          <p:cNvSpPr txBox="1">
            <a:spLocks noChangeArrowheads="1"/>
          </p:cNvSpPr>
          <p:nvPr/>
        </p:nvSpPr>
        <p:spPr bwMode="auto">
          <a:xfrm>
            <a:off x="5646363" y="4880433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也收敛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54" name="Text Box 26"/>
          <p:cNvSpPr txBox="1">
            <a:spLocks noChangeArrowheads="1"/>
          </p:cNvSpPr>
          <p:nvPr/>
        </p:nvSpPr>
        <p:spPr bwMode="auto">
          <a:xfrm>
            <a:off x="3852136" y="4149450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收敛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55" name="Text Box 27"/>
          <p:cNvSpPr txBox="1">
            <a:spLocks noChangeArrowheads="1"/>
          </p:cNvSpPr>
          <p:nvPr/>
        </p:nvSpPr>
        <p:spPr bwMode="auto">
          <a:xfrm>
            <a:off x="4244699" y="4873271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级数</a:t>
            </a:r>
          </a:p>
        </p:txBody>
      </p:sp>
      <p:sp>
        <p:nvSpPr>
          <p:cNvPr id="56" name="Text Box 12"/>
          <p:cNvSpPr txBox="1">
            <a:spLocks noChangeArrowheads="1"/>
          </p:cNvSpPr>
          <p:nvPr/>
        </p:nvSpPr>
        <p:spPr bwMode="auto">
          <a:xfrm>
            <a:off x="4592764" y="5450345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则有</a:t>
            </a:r>
          </a:p>
        </p:txBody>
      </p:sp>
      <p:sp>
        <p:nvSpPr>
          <p:cNvPr id="57" name="Text Box 13"/>
          <p:cNvSpPr txBox="1">
            <a:spLocks noChangeArrowheads="1"/>
          </p:cNvSpPr>
          <p:nvPr/>
        </p:nvSpPr>
        <p:spPr bwMode="auto">
          <a:xfrm>
            <a:off x="1775101" y="5418297"/>
            <a:ext cx="228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(2)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若级数</a:t>
            </a:r>
          </a:p>
        </p:txBody>
      </p:sp>
      <p:graphicFrame>
        <p:nvGraphicFramePr>
          <p:cNvPr id="5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4124016"/>
              </p:ext>
            </p:extLst>
          </p:nvPr>
        </p:nvGraphicFramePr>
        <p:xfrm>
          <a:off x="3213771" y="5295846"/>
          <a:ext cx="586949" cy="747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64" name="Equation" r:id="rId45" imgW="838080" imgH="1066680" progId="Equation.3">
                  <p:embed/>
                </p:oleObj>
              </mc:Choice>
              <mc:Fallback>
                <p:oleObj name="Equation" r:id="rId45" imgW="838080" imgH="1066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771" y="5295846"/>
                        <a:ext cx="586949" cy="747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030572"/>
              </p:ext>
            </p:extLst>
          </p:nvPr>
        </p:nvGraphicFramePr>
        <p:xfrm>
          <a:off x="5325513" y="5498498"/>
          <a:ext cx="1328008" cy="460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65" name="Equation" r:id="rId47" imgW="1904760" imgH="660240" progId="Equation.3">
                  <p:embed/>
                </p:oleObj>
              </mc:Choice>
              <mc:Fallback>
                <p:oleObj name="Equation" r:id="rId47" imgW="1904760" imgH="660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5513" y="5498498"/>
                        <a:ext cx="1328008" cy="4603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Text Box 16"/>
          <p:cNvSpPr txBox="1">
            <a:spLocks noChangeArrowheads="1"/>
          </p:cNvSpPr>
          <p:nvPr/>
        </p:nvSpPr>
        <p:spPr bwMode="auto">
          <a:xfrm>
            <a:off x="6738570" y="5418296"/>
            <a:ext cx="129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因此</a:t>
            </a:r>
          </a:p>
        </p:txBody>
      </p:sp>
      <p:graphicFrame>
        <p:nvGraphicFramePr>
          <p:cNvPr id="6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245097"/>
              </p:ext>
            </p:extLst>
          </p:nvPr>
        </p:nvGraphicFramePr>
        <p:xfrm>
          <a:off x="7495796" y="5483144"/>
          <a:ext cx="1405056" cy="455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66" name="Equation" r:id="rId49" imgW="1917360" imgH="622080" progId="Equation.3">
                  <p:embed/>
                </p:oleObj>
              </mc:Choice>
              <mc:Fallback>
                <p:oleObj name="Equation" r:id="rId49" imgW="1917360" imgH="622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5796" y="5483144"/>
                        <a:ext cx="1405056" cy="455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 Box 18"/>
          <p:cNvSpPr txBox="1">
            <a:spLocks noChangeArrowheads="1"/>
          </p:cNvSpPr>
          <p:nvPr/>
        </p:nvSpPr>
        <p:spPr bwMode="auto">
          <a:xfrm>
            <a:off x="2210093" y="6060797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这说明级数</a:t>
            </a:r>
          </a:p>
        </p:txBody>
      </p:sp>
      <p:graphicFrame>
        <p:nvGraphicFramePr>
          <p:cNvPr id="6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3719360"/>
              </p:ext>
            </p:extLst>
          </p:nvPr>
        </p:nvGraphicFramePr>
        <p:xfrm>
          <a:off x="3885769" y="5890474"/>
          <a:ext cx="604154" cy="780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067" name="Equation" r:id="rId51" imgW="825480" imgH="1066680" progId="Equation.3">
                  <p:embed/>
                </p:oleObj>
              </mc:Choice>
              <mc:Fallback>
                <p:oleObj name="Equation" r:id="rId51" imgW="825480" imgH="1066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5769" y="5890474"/>
                        <a:ext cx="604154" cy="7807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Text Box 20"/>
          <p:cNvSpPr txBox="1">
            <a:spLocks noChangeArrowheads="1"/>
          </p:cNvSpPr>
          <p:nvPr/>
        </p:nvSpPr>
        <p:spPr bwMode="auto">
          <a:xfrm>
            <a:off x="4473299" y="6050017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也发散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65" name="Text Box 25"/>
          <p:cNvSpPr txBox="1">
            <a:spLocks noChangeArrowheads="1"/>
          </p:cNvSpPr>
          <p:nvPr/>
        </p:nvSpPr>
        <p:spPr bwMode="auto">
          <a:xfrm>
            <a:off x="3752269" y="5423553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发散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9CED89-5981-421D-95CB-F22DF2A2E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66B0-9768-4AA6-86D6-2F3FBDF35F0A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0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0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00" grpId="0"/>
      <p:bldP spid="260118" grpId="0" autoUpdateAnimBg="0"/>
      <p:bldP spid="260119" grpId="0"/>
      <p:bldP spid="260127" grpId="0"/>
      <p:bldP spid="260132" grpId="0"/>
      <p:bldP spid="260133" grpId="0"/>
      <p:bldP spid="40" grpId="0"/>
      <p:bldP spid="42" grpId="0"/>
      <p:bldP spid="44" grpId="0"/>
      <p:bldP spid="46" grpId="0"/>
      <p:bldP spid="48" grpId="0"/>
      <p:bldP spid="53" grpId="0"/>
      <p:bldP spid="54" grpId="0"/>
      <p:bldP spid="55" grpId="0"/>
      <p:bldP spid="56" grpId="0"/>
      <p:bldP spid="57" grpId="0"/>
      <p:bldP spid="60" grpId="0"/>
      <p:bldP spid="62" grpId="0" autoUpdateAnimBg="0"/>
      <p:bldP spid="64" grpId="0" autoUpdateAnimBg="0"/>
      <p:bldP spid="6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ChangeArrowheads="1"/>
          </p:cNvSpPr>
          <p:nvPr/>
        </p:nvSpPr>
        <p:spPr bwMode="auto">
          <a:xfrm>
            <a:off x="1208556" y="519758"/>
            <a:ext cx="3124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1.</a:t>
            </a:r>
            <a:r>
              <a:rPr lang="en-US" altLang="zh-CN" sz="2400" dirty="0"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</a:rPr>
              <a:t>讨论 </a:t>
            </a:r>
            <a:r>
              <a:rPr lang="en-US" altLang="zh-CN" sz="2400" i="1" dirty="0">
                <a:solidFill>
                  <a:schemeClr val="tx1"/>
                </a:solidFill>
                <a:ea typeface="黑体" panose="02010609060101010101" pitchFamily="49" charset="-122"/>
              </a:rPr>
              <a:t>p</a:t>
            </a:r>
            <a:r>
              <a:rPr lang="en-US" altLang="zh-CN" sz="24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</a:rPr>
              <a:t>级数</a:t>
            </a:r>
            <a:endParaRPr lang="zh-CN" altLang="en-US" sz="2400" dirty="0">
              <a:ea typeface="黑体" panose="02010609060101010101" pitchFamily="49" charset="-122"/>
            </a:endParaRPr>
          </a:p>
        </p:txBody>
      </p:sp>
      <p:graphicFrame>
        <p:nvGraphicFramePr>
          <p:cNvPr id="2621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196591"/>
              </p:ext>
            </p:extLst>
          </p:nvPr>
        </p:nvGraphicFramePr>
        <p:xfrm>
          <a:off x="3558340" y="463245"/>
          <a:ext cx="3284620" cy="774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34" name="Equation" r:id="rId3" imgW="3771720" imgH="888840" progId="Equation.3">
                  <p:embed/>
                </p:oleObj>
              </mc:Choice>
              <mc:Fallback>
                <p:oleObj name="Equation" r:id="rId3" imgW="3771720" imgH="8888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8340" y="463245"/>
                        <a:ext cx="3284620" cy="7748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48" name="Text Box 4"/>
          <p:cNvSpPr txBox="1">
            <a:spLocks noChangeArrowheads="1"/>
          </p:cNvSpPr>
          <p:nvPr/>
        </p:nvSpPr>
        <p:spPr bwMode="auto">
          <a:xfrm>
            <a:off x="7052109" y="593725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常数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&gt; 0)</a:t>
            </a:r>
          </a:p>
        </p:txBody>
      </p:sp>
      <p:sp>
        <p:nvSpPr>
          <p:cNvPr id="262149" name="Text Box 5"/>
          <p:cNvSpPr txBox="1">
            <a:spLocks noChangeArrowheads="1"/>
          </p:cNvSpPr>
          <p:nvPr/>
        </p:nvSpPr>
        <p:spPr bwMode="auto">
          <a:xfrm>
            <a:off x="8633861" y="593724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的敛散性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  <a:endParaRPr kumimoji="1" lang="en-US" altLang="zh-CN" sz="2000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62150" name="Text Box 6"/>
          <p:cNvSpPr txBox="1">
            <a:spLocks noChangeArrowheads="1"/>
          </p:cNvSpPr>
          <p:nvPr/>
        </p:nvSpPr>
        <p:spPr bwMode="auto">
          <a:xfrm>
            <a:off x="1208556" y="1305223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1) 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若</a:t>
            </a:r>
          </a:p>
        </p:txBody>
      </p:sp>
      <p:graphicFrame>
        <p:nvGraphicFramePr>
          <p:cNvPr id="2621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712530"/>
              </p:ext>
            </p:extLst>
          </p:nvPr>
        </p:nvGraphicFramePr>
        <p:xfrm>
          <a:off x="2675406" y="1373440"/>
          <a:ext cx="723900" cy="325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35" name="Equation" r:id="rId5" imgW="876240" imgH="393480" progId="Equation.3">
                  <p:embed/>
                </p:oleObj>
              </mc:Choice>
              <mc:Fallback>
                <p:oleObj name="Equation" r:id="rId5" imgW="876240" imgH="393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5406" y="1373440"/>
                        <a:ext cx="723900" cy="325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52" name="Text Box 8"/>
          <p:cNvSpPr txBox="1">
            <a:spLocks noChangeArrowheads="1"/>
          </p:cNvSpPr>
          <p:nvPr/>
        </p:nvSpPr>
        <p:spPr bwMode="auto">
          <a:xfrm>
            <a:off x="3462338" y="1300905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因为对一切</a:t>
            </a:r>
          </a:p>
        </p:txBody>
      </p:sp>
      <p:graphicFrame>
        <p:nvGraphicFramePr>
          <p:cNvPr id="2621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373494"/>
              </p:ext>
            </p:extLst>
          </p:nvPr>
        </p:nvGraphicFramePr>
        <p:xfrm>
          <a:off x="5175985" y="1325482"/>
          <a:ext cx="925629" cy="412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36" name="Equation" r:id="rId7" imgW="1168200" imgH="520560" progId="Equation.3">
                  <p:embed/>
                </p:oleObj>
              </mc:Choice>
              <mc:Fallback>
                <p:oleObj name="Equation" r:id="rId7" imgW="1168200" imgH="5205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5985" y="1325482"/>
                        <a:ext cx="925629" cy="4125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54" name="Text Box 10"/>
          <p:cNvSpPr txBox="1">
            <a:spLocks noChangeArrowheads="1"/>
          </p:cNvSpPr>
          <p:nvPr/>
        </p:nvSpPr>
        <p:spPr bwMode="auto">
          <a:xfrm>
            <a:off x="2114919" y="1945828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而调和级数</a:t>
            </a:r>
          </a:p>
        </p:txBody>
      </p:sp>
      <p:graphicFrame>
        <p:nvGraphicFramePr>
          <p:cNvPr id="26215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859879"/>
              </p:ext>
            </p:extLst>
          </p:nvPr>
        </p:nvGraphicFramePr>
        <p:xfrm>
          <a:off x="3737292" y="1768644"/>
          <a:ext cx="590919" cy="816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37" name="Equation" r:id="rId9" imgW="799920" imgH="1104840" progId="Equation.3">
                  <p:embed/>
                </p:oleObj>
              </mc:Choice>
              <mc:Fallback>
                <p:oleObj name="Equation" r:id="rId9" imgW="799920" imgH="11048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7292" y="1768644"/>
                        <a:ext cx="590919" cy="816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56" name="Text Box 12"/>
          <p:cNvSpPr txBox="1">
            <a:spLocks noChangeArrowheads="1"/>
          </p:cNvSpPr>
          <p:nvPr/>
        </p:nvSpPr>
        <p:spPr bwMode="auto">
          <a:xfrm>
            <a:off x="5175985" y="1942235"/>
            <a:ext cx="449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由比较审敛法可知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级数</a:t>
            </a:r>
          </a:p>
        </p:txBody>
      </p:sp>
      <p:graphicFrame>
        <p:nvGraphicFramePr>
          <p:cNvPr id="2621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2568176"/>
              </p:ext>
            </p:extLst>
          </p:nvPr>
        </p:nvGraphicFramePr>
        <p:xfrm>
          <a:off x="8665297" y="1762839"/>
          <a:ext cx="714215" cy="821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38" name="Equation" r:id="rId11" imgW="927000" imgH="1066680" progId="Equation.3">
                  <p:embed/>
                </p:oleObj>
              </mc:Choice>
              <mc:Fallback>
                <p:oleObj name="Equation" r:id="rId11" imgW="927000" imgH="10666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5297" y="1762839"/>
                        <a:ext cx="714215" cy="821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15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2340867"/>
              </p:ext>
            </p:extLst>
          </p:nvPr>
        </p:nvGraphicFramePr>
        <p:xfrm>
          <a:off x="6650336" y="1212125"/>
          <a:ext cx="493621" cy="661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39" name="Equation" r:id="rId13" imgW="634680" imgH="850680" progId="Equation.3">
                  <p:embed/>
                </p:oleObj>
              </mc:Choice>
              <mc:Fallback>
                <p:oleObj name="Equation" r:id="rId13" imgW="634680" imgH="8506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336" y="1212125"/>
                        <a:ext cx="493621" cy="6614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59" name="Text Box 15"/>
          <p:cNvSpPr txBox="1">
            <a:spLocks noChangeArrowheads="1"/>
          </p:cNvSpPr>
          <p:nvPr/>
        </p:nvSpPr>
        <p:spPr bwMode="auto">
          <a:xfrm>
            <a:off x="9379512" y="1945828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发散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62160" name="Text Box 16"/>
          <p:cNvSpPr txBox="1">
            <a:spLocks noChangeArrowheads="1"/>
          </p:cNvSpPr>
          <p:nvPr/>
        </p:nvSpPr>
        <p:spPr bwMode="auto">
          <a:xfrm>
            <a:off x="4273467" y="1945828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发散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26216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4196464"/>
              </p:ext>
            </p:extLst>
          </p:nvPr>
        </p:nvGraphicFramePr>
        <p:xfrm>
          <a:off x="6209986" y="1188311"/>
          <a:ext cx="375152" cy="691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40" name="Equation" r:id="rId15" imgW="482400" imgH="888840" progId="Equation.3">
                  <p:embed/>
                </p:oleObj>
              </mc:Choice>
              <mc:Fallback>
                <p:oleObj name="Equation" r:id="rId15" imgW="482400" imgH="8888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9986" y="1188311"/>
                        <a:ext cx="375152" cy="691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368238"/>
              </p:ext>
            </p:extLst>
          </p:nvPr>
        </p:nvGraphicFramePr>
        <p:xfrm>
          <a:off x="2470634" y="2893766"/>
          <a:ext cx="71693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41" name="Equation" r:id="rId17" imgW="888840" imgH="393480" progId="Equation.3">
                  <p:embed/>
                </p:oleObj>
              </mc:Choice>
              <mc:Fallback>
                <p:oleObj name="Equation" r:id="rId17" imgW="8888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634" y="2893766"/>
                        <a:ext cx="71693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3165625" y="2824811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因为当</a:t>
            </a:r>
          </a:p>
        </p:txBody>
      </p:sp>
      <p:graphicFrame>
        <p:nvGraphicFramePr>
          <p:cNvPr id="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353447"/>
              </p:ext>
            </p:extLst>
          </p:nvPr>
        </p:nvGraphicFramePr>
        <p:xfrm>
          <a:off x="4273467" y="2930673"/>
          <a:ext cx="1494376" cy="266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42" name="Equation" r:id="rId19" imgW="1777680" imgH="317160" progId="Equation.3">
                  <p:embed/>
                </p:oleObj>
              </mc:Choice>
              <mc:Fallback>
                <p:oleObj name="Equation" r:id="rId19" imgW="177768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3467" y="2930673"/>
                        <a:ext cx="1494376" cy="2668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738584"/>
              </p:ext>
            </p:extLst>
          </p:nvPr>
        </p:nvGraphicFramePr>
        <p:xfrm>
          <a:off x="6355531" y="2734420"/>
          <a:ext cx="1083229" cy="659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43" name="Equation" r:id="rId21" imgW="1460160" imgH="888840" progId="Equation.3">
                  <p:embed/>
                </p:oleObj>
              </mc:Choice>
              <mc:Fallback>
                <p:oleObj name="Equation" r:id="rId21" imgW="146016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5531" y="2734420"/>
                        <a:ext cx="1083229" cy="659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6"/>
          <p:cNvSpPr txBox="1">
            <a:spLocks noChangeArrowheads="1"/>
          </p:cNvSpPr>
          <p:nvPr/>
        </p:nvSpPr>
        <p:spPr bwMode="auto">
          <a:xfrm>
            <a:off x="7433749" y="2858867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故</a:t>
            </a:r>
          </a:p>
        </p:txBody>
      </p:sp>
      <p:graphicFrame>
        <p:nvGraphicFramePr>
          <p:cNvPr id="2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416840"/>
              </p:ext>
            </p:extLst>
          </p:nvPr>
        </p:nvGraphicFramePr>
        <p:xfrm>
          <a:off x="2481356" y="3494439"/>
          <a:ext cx="1804653" cy="644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44" name="Equation" r:id="rId23" imgW="2489040" imgH="888840" progId="Equation.3">
                  <p:embed/>
                </p:oleObj>
              </mc:Choice>
              <mc:Fallback>
                <p:oleObj name="Equation" r:id="rId23" imgW="248904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1356" y="3494439"/>
                        <a:ext cx="1804653" cy="6445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303500"/>
              </p:ext>
            </p:extLst>
          </p:nvPr>
        </p:nvGraphicFramePr>
        <p:xfrm>
          <a:off x="4308417" y="3463233"/>
          <a:ext cx="1575201" cy="7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45" name="Equation" r:id="rId25" imgW="1955520" imgH="888840" progId="Equation.3">
                  <p:embed/>
                </p:oleObj>
              </mc:Choice>
              <mc:Fallback>
                <p:oleObj name="Equation" r:id="rId25" imgW="195552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8417" y="3463233"/>
                        <a:ext cx="1575201" cy="7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489308"/>
              </p:ext>
            </p:extLst>
          </p:nvPr>
        </p:nvGraphicFramePr>
        <p:xfrm>
          <a:off x="5906026" y="3474118"/>
          <a:ext cx="3319463" cy="768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46" name="Equation" r:id="rId27" imgW="4279680" imgH="990360" progId="Equation.3">
                  <p:embed/>
                </p:oleObj>
              </mc:Choice>
              <mc:Fallback>
                <p:oleObj name="Equation" r:id="rId27" imgW="4279680" imgH="990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6026" y="3474118"/>
                        <a:ext cx="3319463" cy="7683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1924419" y="4350723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考虑级数</a:t>
            </a:r>
          </a:p>
        </p:txBody>
      </p:sp>
      <p:graphicFrame>
        <p:nvGraphicFramePr>
          <p:cNvPr id="2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35160"/>
              </p:ext>
            </p:extLst>
          </p:nvPr>
        </p:nvGraphicFramePr>
        <p:xfrm>
          <a:off x="3165625" y="4231508"/>
          <a:ext cx="2790391" cy="828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47" name="Equation" r:id="rId29" imgW="3593880" imgH="1066680" progId="Equation.3">
                  <p:embed/>
                </p:oleObj>
              </mc:Choice>
              <mc:Fallback>
                <p:oleObj name="Equation" r:id="rId29" imgW="3593880" imgH="1066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5625" y="4231508"/>
                        <a:ext cx="2790391" cy="8282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12"/>
          <p:cNvSpPr txBox="1">
            <a:spLocks noChangeArrowheads="1"/>
          </p:cNvSpPr>
          <p:nvPr/>
        </p:nvSpPr>
        <p:spPr bwMode="auto">
          <a:xfrm>
            <a:off x="5944645" y="4383203"/>
            <a:ext cx="19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的部分和</a:t>
            </a:r>
          </a:p>
        </p:txBody>
      </p:sp>
      <p:graphicFrame>
        <p:nvGraphicFramePr>
          <p:cNvPr id="3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832991"/>
              </p:ext>
            </p:extLst>
          </p:nvPr>
        </p:nvGraphicFramePr>
        <p:xfrm>
          <a:off x="2334518" y="5307349"/>
          <a:ext cx="340888" cy="361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48" name="Equation" r:id="rId31" imgW="419040" imgH="444240" progId="Equation.3">
                  <p:embed/>
                </p:oleObj>
              </mc:Choice>
              <mc:Fallback>
                <p:oleObj name="Equation" r:id="rId31" imgW="4190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4518" y="5307349"/>
                        <a:ext cx="340888" cy="3615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5241587"/>
              </p:ext>
            </p:extLst>
          </p:nvPr>
        </p:nvGraphicFramePr>
        <p:xfrm>
          <a:off x="2741406" y="5087243"/>
          <a:ext cx="2854532" cy="80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49" name="Equation" r:id="rId33" imgW="3771720" imgH="1066680" progId="Equation.3">
                  <p:embed/>
                </p:oleObj>
              </mc:Choice>
              <mc:Fallback>
                <p:oleObj name="Equation" r:id="rId33" imgW="3771720" imgH="1066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1406" y="5087243"/>
                        <a:ext cx="2854532" cy="80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76463"/>
              </p:ext>
            </p:extLst>
          </p:nvPr>
        </p:nvGraphicFramePr>
        <p:xfrm>
          <a:off x="7491160" y="5326164"/>
          <a:ext cx="816066" cy="206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50" name="Equation" r:id="rId35" imgW="1002960" imgH="253800" progId="Equation.3">
                  <p:embed/>
                </p:oleObj>
              </mc:Choice>
              <mc:Fallback>
                <p:oleObj name="Equation" r:id="rId35" imgW="10029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1160" y="5326164"/>
                        <a:ext cx="816066" cy="2065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6"/>
          <p:cNvSpPr txBox="1">
            <a:spLocks noChangeArrowheads="1"/>
          </p:cNvSpPr>
          <p:nvPr/>
        </p:nvSpPr>
        <p:spPr bwMode="auto">
          <a:xfrm>
            <a:off x="1924419" y="6046699"/>
            <a:ext cx="7239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故级数收敛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由比较审敛法知</a:t>
            </a:r>
            <a:r>
              <a:rPr kumimoji="1" lang="zh-CN" altLang="en-US" sz="2400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级数收敛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5" name="Text Box 17"/>
          <p:cNvSpPr txBox="1">
            <a:spLocks noChangeArrowheads="1"/>
          </p:cNvSpPr>
          <p:nvPr/>
        </p:nvSpPr>
        <p:spPr bwMode="auto">
          <a:xfrm>
            <a:off x="5752786" y="2852343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时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3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870002"/>
              </p:ext>
            </p:extLst>
          </p:nvPr>
        </p:nvGraphicFramePr>
        <p:xfrm>
          <a:off x="5622098" y="5240094"/>
          <a:ext cx="1545746" cy="683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51" name="Equation" r:id="rId37" imgW="2184120" imgH="965160" progId="Equation.3">
                  <p:embed/>
                </p:oleObj>
              </mc:Choice>
              <mc:Fallback>
                <p:oleObj name="Equation" r:id="rId37" imgW="218412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2098" y="5240094"/>
                        <a:ext cx="1545746" cy="6830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Line 20"/>
          <p:cNvSpPr>
            <a:spLocks noChangeShapeType="1"/>
          </p:cNvSpPr>
          <p:nvPr/>
        </p:nvSpPr>
        <p:spPr bwMode="auto">
          <a:xfrm>
            <a:off x="7384797" y="5656364"/>
            <a:ext cx="92969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graphicFrame>
        <p:nvGraphicFramePr>
          <p:cNvPr id="3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76698"/>
              </p:ext>
            </p:extLst>
          </p:nvPr>
        </p:nvGraphicFramePr>
        <p:xfrm>
          <a:off x="8680197" y="5503964"/>
          <a:ext cx="123959" cy="247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52" name="Equation" r:id="rId39" imgW="152280" imgH="304560" progId="Equation.3">
                  <p:embed/>
                </p:oleObj>
              </mc:Choice>
              <mc:Fallback>
                <p:oleObj name="Equation" r:id="rId39" imgW="15228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0197" y="5503964"/>
                        <a:ext cx="123959" cy="2479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22"/>
          <p:cNvSpPr>
            <a:spLocks noChangeArrowheads="1"/>
          </p:cNvSpPr>
          <p:nvPr/>
        </p:nvSpPr>
        <p:spPr bwMode="auto">
          <a:xfrm>
            <a:off x="1675113" y="2781651"/>
            <a:ext cx="106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2400" dirty="0">
                <a:solidFill>
                  <a:schemeClr val="tx1"/>
                </a:solidFill>
                <a:ea typeface="黑体" panose="02010609060101010101" pitchFamily="49" charset="-122"/>
              </a:rPr>
              <a:t>2) 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</a:rPr>
              <a:t>若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9D82C0B-0853-437A-A9AF-A9F7DBCA7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BFAEF-2CBE-432D-9C42-4DF88CEFAD69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2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2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2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2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2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2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2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2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2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50" grpId="0"/>
      <p:bldP spid="262152" grpId="0"/>
      <p:bldP spid="262154" grpId="0"/>
      <p:bldP spid="262156" grpId="0"/>
      <p:bldP spid="262159" grpId="0"/>
      <p:bldP spid="262160" grpId="0"/>
      <p:bldP spid="21" grpId="0" autoUpdateAnimBg="0"/>
      <p:bldP spid="24" grpId="0" autoUpdateAnimBg="0"/>
      <p:bldP spid="28" grpId="0" autoUpdateAnimBg="0"/>
      <p:bldP spid="30" grpId="0" autoUpdateAnimBg="0"/>
      <p:bldP spid="34" grpId="0" autoUpdateAnimBg="0"/>
      <p:bldP spid="35" grpId="0" autoUpdateAnimBg="0"/>
      <p:bldP spid="3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Text Box 2"/>
          <p:cNvSpPr txBox="1">
            <a:spLocks noChangeArrowheads="1"/>
          </p:cNvSpPr>
          <p:nvPr/>
        </p:nvSpPr>
        <p:spPr bwMode="auto">
          <a:xfrm>
            <a:off x="2051050" y="497533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证明级数</a:t>
            </a:r>
          </a:p>
        </p:txBody>
      </p:sp>
      <p:graphicFrame>
        <p:nvGraphicFramePr>
          <p:cNvPr id="2652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452511"/>
              </p:ext>
            </p:extLst>
          </p:nvPr>
        </p:nvGraphicFramePr>
        <p:xfrm>
          <a:off x="3429000" y="385911"/>
          <a:ext cx="1414312" cy="766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406" name="Equation" r:id="rId3" imgW="1968480" imgH="1066680" progId="Equation.3">
                  <p:embed/>
                </p:oleObj>
              </mc:Choice>
              <mc:Fallback>
                <p:oleObj name="Equation" r:id="rId3" imgW="1968480" imgH="10666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85911"/>
                        <a:ext cx="1414312" cy="7664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220" name="Text Box 4"/>
          <p:cNvSpPr txBox="1">
            <a:spLocks noChangeArrowheads="1"/>
          </p:cNvSpPr>
          <p:nvPr/>
        </p:nvSpPr>
        <p:spPr bwMode="auto">
          <a:xfrm>
            <a:off x="4914900" y="497533"/>
            <a:ext cx="3352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发散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kumimoji="1" lang="en-US" altLang="zh-CN" sz="200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65221" name="Text Box 5"/>
          <p:cNvSpPr txBox="1">
            <a:spLocks noChangeArrowheads="1"/>
          </p:cNvSpPr>
          <p:nvPr/>
        </p:nvSpPr>
        <p:spPr bwMode="auto">
          <a:xfrm>
            <a:off x="1336675" y="1546140"/>
            <a:ext cx="1593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因为</a:t>
            </a:r>
          </a:p>
        </p:txBody>
      </p:sp>
      <p:graphicFrame>
        <p:nvGraphicFramePr>
          <p:cNvPr id="2652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0165368"/>
              </p:ext>
            </p:extLst>
          </p:nvPr>
        </p:nvGraphicFramePr>
        <p:xfrm>
          <a:off x="2763527" y="1435740"/>
          <a:ext cx="2745258" cy="838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407" name="Equation" r:id="rId5" imgW="3327120" imgH="1015920" progId="Equation.3">
                  <p:embed/>
                </p:oleObj>
              </mc:Choice>
              <mc:Fallback>
                <p:oleObj name="Equation" r:id="rId5" imgW="3327120" imgH="10159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3527" y="1435740"/>
                        <a:ext cx="2745258" cy="8386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318942"/>
              </p:ext>
            </p:extLst>
          </p:nvPr>
        </p:nvGraphicFramePr>
        <p:xfrm>
          <a:off x="5638800" y="1426220"/>
          <a:ext cx="2653784" cy="750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408" name="Equation" r:id="rId7" imgW="3009600" imgH="850680" progId="Equation.3">
                  <p:embed/>
                </p:oleObj>
              </mc:Choice>
              <mc:Fallback>
                <p:oleObj name="Equation" r:id="rId7" imgW="3009600" imgH="8506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426220"/>
                        <a:ext cx="2653784" cy="750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224" name="Text Box 8"/>
          <p:cNvSpPr txBox="1">
            <a:spLocks noChangeArrowheads="1"/>
          </p:cNvSpPr>
          <p:nvPr/>
        </p:nvSpPr>
        <p:spPr bwMode="auto">
          <a:xfrm>
            <a:off x="1828800" y="2572252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而级数</a:t>
            </a:r>
          </a:p>
        </p:txBody>
      </p:sp>
      <p:graphicFrame>
        <p:nvGraphicFramePr>
          <p:cNvPr id="2652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555149"/>
              </p:ext>
            </p:extLst>
          </p:nvPr>
        </p:nvGraphicFramePr>
        <p:xfrm>
          <a:off x="3027406" y="2370465"/>
          <a:ext cx="879389" cy="8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409" name="Equation" r:id="rId9" imgW="1143000" imgH="1066680" progId="Equation.3">
                  <p:embed/>
                </p:oleObj>
              </mc:Choice>
              <mc:Fallback>
                <p:oleObj name="Equation" r:id="rId9" imgW="1143000" imgH="10666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7406" y="2370465"/>
                        <a:ext cx="879389" cy="8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3079921"/>
              </p:ext>
            </p:extLst>
          </p:nvPr>
        </p:nvGraphicFramePr>
        <p:xfrm>
          <a:off x="4022468" y="2348781"/>
          <a:ext cx="981712" cy="908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410" name="Equation" r:id="rId11" imgW="1193760" imgH="1104840" progId="Equation.3">
                  <p:embed/>
                </p:oleObj>
              </mc:Choice>
              <mc:Fallback>
                <p:oleObj name="Equation" r:id="rId11" imgW="1193760" imgH="11048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2468" y="2348781"/>
                        <a:ext cx="981712" cy="908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227" name="Text Box 11"/>
          <p:cNvSpPr txBox="1">
            <a:spLocks noChangeArrowheads="1"/>
          </p:cNvSpPr>
          <p:nvPr/>
        </p:nvSpPr>
        <p:spPr bwMode="auto">
          <a:xfrm>
            <a:off x="5202195" y="2572252"/>
            <a:ext cx="129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发散</a:t>
            </a:r>
          </a:p>
        </p:txBody>
      </p:sp>
      <p:sp>
        <p:nvSpPr>
          <p:cNvPr id="265228" name="Text Box 12"/>
          <p:cNvSpPr txBox="1">
            <a:spLocks noChangeArrowheads="1"/>
          </p:cNvSpPr>
          <p:nvPr/>
        </p:nvSpPr>
        <p:spPr bwMode="auto">
          <a:xfrm>
            <a:off x="1828800" y="3913777"/>
            <a:ext cx="3962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根据比较审敛法可知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265229" name="Text Box 13"/>
          <p:cNvSpPr txBox="1">
            <a:spLocks noChangeArrowheads="1"/>
          </p:cNvSpPr>
          <p:nvPr/>
        </p:nvSpPr>
        <p:spPr bwMode="auto">
          <a:xfrm>
            <a:off x="4914900" y="3913777"/>
            <a:ext cx="2819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所给级数发散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65230" name="Rectangle 14"/>
          <p:cNvSpPr>
            <a:spLocks noChangeArrowheads="1"/>
          </p:cNvSpPr>
          <p:nvPr/>
        </p:nvSpPr>
        <p:spPr bwMode="auto">
          <a:xfrm>
            <a:off x="1219200" y="461666"/>
            <a:ext cx="914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2.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0842EC-D108-4758-95D3-8D6E747B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3B599-C98F-4150-8AD4-1EEB605F985D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5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5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5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5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5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5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21" grpId="0" autoUpdateAnimBg="0"/>
      <p:bldP spid="265224" grpId="0" autoUpdateAnimBg="0"/>
      <p:bldP spid="265227" grpId="0" autoUpdateAnimBg="0"/>
      <p:bldP spid="265228" grpId="0" autoUpdateAnimBg="0"/>
      <p:bldP spid="26522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ChangeArrowheads="1"/>
          </p:cNvSpPr>
          <p:nvPr/>
        </p:nvSpPr>
        <p:spPr bwMode="auto">
          <a:xfrm>
            <a:off x="1174750" y="350838"/>
            <a:ext cx="52133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定理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3.</a:t>
            </a:r>
            <a:r>
              <a:rPr lang="en-US" altLang="zh-CN" sz="2400" dirty="0">
                <a:ea typeface="黑体" panose="02010609060101010101" pitchFamily="49" charset="-122"/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schemeClr val="accent2"/>
                </a:solidFill>
                <a:ea typeface="黑体" panose="02010609060101010101" pitchFamily="49" charset="-122"/>
              </a:rPr>
              <a:t>比较审敛法的极限形式</a:t>
            </a:r>
            <a:r>
              <a:rPr lang="en-US" altLang="zh-CN" sz="2400" dirty="0">
                <a:solidFill>
                  <a:schemeClr val="accent2"/>
                </a:solidFill>
                <a:ea typeface="黑体" panose="02010609060101010101" pitchFamily="49" charset="-122"/>
              </a:rPr>
              <a:t>)</a:t>
            </a:r>
          </a:p>
        </p:txBody>
      </p:sp>
      <p:graphicFrame>
        <p:nvGraphicFramePr>
          <p:cNvPr id="266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581686"/>
              </p:ext>
            </p:extLst>
          </p:nvPr>
        </p:nvGraphicFramePr>
        <p:xfrm>
          <a:off x="4083313" y="934104"/>
          <a:ext cx="745675" cy="864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83" name="Equation" r:id="rId3" imgW="952200" imgH="1104840" progId="Equation.3">
                  <p:embed/>
                </p:oleObj>
              </mc:Choice>
              <mc:Fallback>
                <p:oleObj name="Equation" r:id="rId3" imgW="952200" imgH="11048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313" y="934104"/>
                        <a:ext cx="745675" cy="864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086472"/>
              </p:ext>
            </p:extLst>
          </p:nvPr>
        </p:nvGraphicFramePr>
        <p:xfrm>
          <a:off x="4936080" y="934104"/>
          <a:ext cx="654908" cy="86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84" name="Equation" r:id="rId5" imgW="838080" imgH="1104840" progId="Equation.3">
                  <p:embed/>
                </p:oleObj>
              </mc:Choice>
              <mc:Fallback>
                <p:oleObj name="Equation" r:id="rId5" imgW="838080" imgH="11048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6080" y="934104"/>
                        <a:ext cx="654908" cy="86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773441"/>
              </p:ext>
            </p:extLst>
          </p:nvPr>
        </p:nvGraphicFramePr>
        <p:xfrm>
          <a:off x="6388100" y="978719"/>
          <a:ext cx="1482811" cy="777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85" name="Equation" r:id="rId7" imgW="1815840" imgH="952200" progId="Equation.3">
                  <p:embed/>
                </p:oleObj>
              </mc:Choice>
              <mc:Fallback>
                <p:oleObj name="Equation" r:id="rId7" imgW="1815840" imgH="952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8100" y="978719"/>
                        <a:ext cx="1482811" cy="7776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46" name="Text Box 6"/>
          <p:cNvSpPr txBox="1">
            <a:spLocks noChangeArrowheads="1"/>
          </p:cNvSpPr>
          <p:nvPr/>
        </p:nvSpPr>
        <p:spPr bwMode="auto">
          <a:xfrm>
            <a:off x="7991491" y="1143093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则有</a:t>
            </a:r>
          </a:p>
        </p:txBody>
      </p:sp>
      <p:sp>
        <p:nvSpPr>
          <p:cNvPr id="266247" name="Text Box 7"/>
          <p:cNvSpPr txBox="1">
            <a:spLocks noChangeArrowheads="1"/>
          </p:cNvSpPr>
          <p:nvPr/>
        </p:nvSpPr>
        <p:spPr bwMode="auto">
          <a:xfrm>
            <a:off x="5065713" y="1767188"/>
            <a:ext cx="449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两个级数同时收敛或发散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266248" name="Text Box 8"/>
          <p:cNvSpPr txBox="1">
            <a:spLocks noChangeArrowheads="1"/>
          </p:cNvSpPr>
          <p:nvPr/>
        </p:nvSpPr>
        <p:spPr bwMode="auto">
          <a:xfrm>
            <a:off x="2593204" y="2350001"/>
            <a:ext cx="19939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(2)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  <a:r>
              <a:rPr kumimoji="1" lang="zh-CN" altLang="en-US" sz="2400" i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 </a:t>
            </a:r>
            <a:r>
              <a:rPr kumimoji="1"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kumimoji="1" lang="en-US" altLang="zh-CN" sz="2400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2662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659460"/>
              </p:ext>
            </p:extLst>
          </p:nvPr>
        </p:nvGraphicFramePr>
        <p:xfrm>
          <a:off x="4396604" y="2159420"/>
          <a:ext cx="2044819" cy="893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86" name="Equation" r:id="rId9" imgW="2527200" imgH="1104840" progId="Equation.3">
                  <p:embed/>
                </p:oleObj>
              </mc:Choice>
              <mc:Fallback>
                <p:oleObj name="Equation" r:id="rId9" imgW="2527200" imgH="11048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6604" y="2159420"/>
                        <a:ext cx="2044819" cy="8939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3999411"/>
              </p:ext>
            </p:extLst>
          </p:nvPr>
        </p:nvGraphicFramePr>
        <p:xfrm>
          <a:off x="6598852" y="2122693"/>
          <a:ext cx="1748481" cy="874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87" name="Equation" r:id="rId11" imgW="2209680" imgH="1104840" progId="Equation.3">
                  <p:embed/>
                </p:oleObj>
              </mc:Choice>
              <mc:Fallback>
                <p:oleObj name="Equation" r:id="rId11" imgW="2209680" imgH="11048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8852" y="2122693"/>
                        <a:ext cx="1748481" cy="874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51" name="Text Box 11"/>
          <p:cNvSpPr txBox="1">
            <a:spLocks noChangeArrowheads="1"/>
          </p:cNvSpPr>
          <p:nvPr/>
        </p:nvSpPr>
        <p:spPr bwMode="auto">
          <a:xfrm>
            <a:off x="2580684" y="3197103"/>
            <a:ext cx="2044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(3)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  <a:r>
              <a:rPr kumimoji="1" lang="zh-CN" altLang="en-US" sz="2400" i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 </a:t>
            </a:r>
            <a:r>
              <a:rPr kumimoji="1"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=∞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2662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343187"/>
              </p:ext>
            </p:extLst>
          </p:nvPr>
        </p:nvGraphicFramePr>
        <p:xfrm>
          <a:off x="4326934" y="2996474"/>
          <a:ext cx="1993900" cy="854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88" name="Equation" r:id="rId13" imgW="2577960" imgH="1104840" progId="Equation.3">
                  <p:embed/>
                </p:oleObj>
              </mc:Choice>
              <mc:Fallback>
                <p:oleObj name="Equation" r:id="rId13" imgW="2577960" imgH="11048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6934" y="2996474"/>
                        <a:ext cx="1993900" cy="8545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5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30912"/>
              </p:ext>
            </p:extLst>
          </p:nvPr>
        </p:nvGraphicFramePr>
        <p:xfrm>
          <a:off x="6441603" y="2938666"/>
          <a:ext cx="1744019" cy="908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89" name="Equation" r:id="rId15" imgW="2120760" imgH="1104840" progId="Equation.3">
                  <p:embed/>
                </p:oleObj>
              </mc:Choice>
              <mc:Fallback>
                <p:oleObj name="Equation" r:id="rId15" imgW="2120760" imgH="11048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1603" y="2938666"/>
                        <a:ext cx="1744019" cy="9085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54" name="Text Box 14"/>
          <p:cNvSpPr txBox="1">
            <a:spLocks noChangeArrowheads="1"/>
          </p:cNvSpPr>
          <p:nvPr/>
        </p:nvSpPr>
        <p:spPr bwMode="auto">
          <a:xfrm>
            <a:off x="2149029" y="3900890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据极限定义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26625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190376"/>
              </p:ext>
            </p:extLst>
          </p:nvPr>
        </p:nvGraphicFramePr>
        <p:xfrm>
          <a:off x="4450793" y="3970956"/>
          <a:ext cx="1026657" cy="345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90" name="Equation" r:id="rId17" imgW="1244520" imgH="419040" progId="Equation.3">
                  <p:embed/>
                </p:oleObj>
              </mc:Choice>
              <mc:Fallback>
                <p:oleObj name="Equation" r:id="rId17" imgW="1244520" imgH="4190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0793" y="3970956"/>
                        <a:ext cx="1026657" cy="3457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5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8981015"/>
              </p:ext>
            </p:extLst>
          </p:nvPr>
        </p:nvGraphicFramePr>
        <p:xfrm>
          <a:off x="5658537" y="3900890"/>
          <a:ext cx="1743985" cy="465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91" name="Equation" r:id="rId19" imgW="2044440" imgH="545760" progId="Equation.3">
                  <p:embed/>
                </p:oleObj>
              </mc:Choice>
              <mc:Fallback>
                <p:oleObj name="Equation" r:id="rId19" imgW="2044440" imgH="54576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8537" y="3900890"/>
                        <a:ext cx="1743985" cy="465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5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301759"/>
              </p:ext>
            </p:extLst>
          </p:nvPr>
        </p:nvGraphicFramePr>
        <p:xfrm>
          <a:off x="8968721" y="3815757"/>
          <a:ext cx="1423421" cy="656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92" name="Equation" r:id="rId21" imgW="1625400" imgH="749160" progId="Equation.3">
                  <p:embed/>
                </p:oleObj>
              </mc:Choice>
              <mc:Fallback>
                <p:oleObj name="Equation" r:id="rId21" imgW="1625400" imgH="74916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8721" y="3815757"/>
                        <a:ext cx="1423421" cy="656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5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3191086"/>
              </p:ext>
            </p:extLst>
          </p:nvPr>
        </p:nvGraphicFramePr>
        <p:xfrm>
          <a:off x="10478900" y="3976619"/>
          <a:ext cx="982250" cy="334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93" name="Equation" r:id="rId23" imgW="1193760" imgH="406080" progId="Equation.3">
                  <p:embed/>
                </p:oleObj>
              </mc:Choice>
              <mc:Fallback>
                <p:oleObj name="Equation" r:id="rId23" imgW="1193760" imgH="4060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8900" y="3976619"/>
                        <a:ext cx="982250" cy="3343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59" name="Text Box 19"/>
          <p:cNvSpPr txBox="1">
            <a:spLocks noChangeArrowheads="1"/>
          </p:cNvSpPr>
          <p:nvPr/>
        </p:nvSpPr>
        <p:spPr bwMode="auto">
          <a:xfrm>
            <a:off x="2149029" y="1143093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设两正项级数</a:t>
            </a:r>
          </a:p>
        </p:txBody>
      </p:sp>
      <p:sp>
        <p:nvSpPr>
          <p:cNvPr id="266260" name="Text Box 20"/>
          <p:cNvSpPr txBox="1">
            <a:spLocks noChangeArrowheads="1"/>
          </p:cNvSpPr>
          <p:nvPr/>
        </p:nvSpPr>
        <p:spPr bwMode="auto">
          <a:xfrm>
            <a:off x="5664200" y="1143093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满足</a:t>
            </a:r>
          </a:p>
        </p:txBody>
      </p:sp>
      <p:sp>
        <p:nvSpPr>
          <p:cNvPr id="266261" name="Text Box 21"/>
          <p:cNvSpPr txBox="1">
            <a:spLocks noChangeArrowheads="1"/>
          </p:cNvSpPr>
          <p:nvPr/>
        </p:nvSpPr>
        <p:spPr bwMode="auto">
          <a:xfrm>
            <a:off x="2590800" y="1769569"/>
            <a:ext cx="3371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(1)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当 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 &lt;</a:t>
            </a:r>
            <a:r>
              <a:rPr kumimoji="1"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l 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&lt;∞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时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26626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800578"/>
              </p:ext>
            </p:extLst>
          </p:nvPr>
        </p:nvGraphicFramePr>
        <p:xfrm>
          <a:off x="7489280" y="3956644"/>
          <a:ext cx="1392683" cy="374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94" name="Equation" r:id="rId25" imgW="1650960" imgH="444240" progId="Equation.3">
                  <p:embed/>
                </p:oleObj>
              </mc:Choice>
              <mc:Fallback>
                <p:oleObj name="Equation" r:id="rId25" imgW="1650960" imgH="4442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9280" y="3956644"/>
                        <a:ext cx="1392683" cy="3743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79348"/>
              </p:ext>
            </p:extLst>
          </p:nvPr>
        </p:nvGraphicFramePr>
        <p:xfrm>
          <a:off x="2736749" y="4471865"/>
          <a:ext cx="3128592" cy="366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95" name="Equation" r:id="rId27" imgW="3797280" imgH="444240" progId="Equation.3">
                  <p:embed/>
                </p:oleObj>
              </mc:Choice>
              <mc:Fallback>
                <p:oleObj name="Equation" r:id="rId27" imgW="37972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749" y="4471865"/>
                        <a:ext cx="3128592" cy="3665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5952099" y="4381634"/>
            <a:ext cx="3124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(1)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  <a:r>
              <a:rPr kumimoji="1"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 &lt;</a:t>
            </a:r>
            <a:r>
              <a:rPr kumimoji="1" lang="en-US" altLang="zh-CN" sz="2400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l </a:t>
            </a:r>
            <a:r>
              <a:rPr kumimoji="1"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&lt;∞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时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8185621" y="4363218"/>
            <a:ext cx="3810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同时收敛或同时发散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2649991" y="4816872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(2)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  <a:r>
              <a:rPr kumimoji="1"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 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kumimoji="1"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时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2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0600561"/>
              </p:ext>
            </p:extLst>
          </p:nvPr>
        </p:nvGraphicFramePr>
        <p:xfrm>
          <a:off x="4625384" y="4904692"/>
          <a:ext cx="3404387" cy="355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96" name="Equation" r:id="rId29" imgW="4254480" imgH="444240" progId="Equation.3">
                  <p:embed/>
                </p:oleObj>
              </mc:Choice>
              <mc:Fallback>
                <p:oleObj name="Equation" r:id="rId29" imgW="42544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5384" y="4904692"/>
                        <a:ext cx="3404387" cy="3556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2649991" y="5321767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(3)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  <a:r>
              <a:rPr kumimoji="1"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 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 ∞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时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794836"/>
              </p:ext>
            </p:extLst>
          </p:nvPr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97" name="Equation" r:id="rId31" imgW="114120" imgH="177480" progId="Equation.DSMT4">
                  <p:embed/>
                </p:oleObj>
              </mc:Choice>
              <mc:Fallback>
                <p:oleObj name="Equation" r:id="rId31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538021" y="5260374"/>
                <a:ext cx="1228926" cy="6322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021" y="5260374"/>
                <a:ext cx="1228926" cy="632289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56866A-E890-4245-A4AF-A7EFD2090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01486-B44F-47A8-80C3-CB38BC0D0BFA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6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6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6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6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6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6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6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6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6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8" grpId="0"/>
      <p:bldP spid="266251" grpId="0"/>
      <p:bldP spid="266254" grpId="0"/>
      <p:bldP spid="24" grpId="0"/>
      <p:bldP spid="25" grpId="0"/>
      <p:bldP spid="26" grpId="0"/>
      <p:bldP spid="28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ChangeArrowheads="1"/>
          </p:cNvSpPr>
          <p:nvPr/>
        </p:nvSpPr>
        <p:spPr bwMode="auto">
          <a:xfrm>
            <a:off x="2209800" y="381000"/>
            <a:ext cx="8001000" cy="3276600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68291" name="Object 3"/>
          <p:cNvGraphicFramePr>
            <a:graphicFrameLocks noChangeAspect="1"/>
          </p:cNvGraphicFramePr>
          <p:nvPr/>
        </p:nvGraphicFramePr>
        <p:xfrm>
          <a:off x="2332038" y="641350"/>
          <a:ext cx="952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88" name="Equation" r:id="rId3" imgW="952200" imgH="482400" progId="Equation.3">
                  <p:embed/>
                </p:oleObj>
              </mc:Choice>
              <mc:Fallback>
                <p:oleObj name="Equation" r:id="rId3" imgW="952200" imgH="482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038" y="641350"/>
                        <a:ext cx="952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2" name="Object 4"/>
          <p:cNvGraphicFramePr>
            <a:graphicFrameLocks noChangeAspect="1"/>
          </p:cNvGraphicFramePr>
          <p:nvPr/>
        </p:nvGraphicFramePr>
        <p:xfrm>
          <a:off x="3314700" y="641350"/>
          <a:ext cx="800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89" name="Equation" r:id="rId5" imgW="799920" imgH="482400" progId="Equation.3">
                  <p:embed/>
                </p:oleObj>
              </mc:Choice>
              <mc:Fallback>
                <p:oleObj name="Equation" r:id="rId5" imgW="799920" imgH="482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641350"/>
                        <a:ext cx="8001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3" name="Object 5"/>
          <p:cNvGraphicFramePr>
            <a:graphicFrameLocks noChangeAspect="1"/>
          </p:cNvGraphicFramePr>
          <p:nvPr/>
        </p:nvGraphicFramePr>
        <p:xfrm>
          <a:off x="6858000" y="457200"/>
          <a:ext cx="1816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90" name="Equation" r:id="rId7" imgW="1815840" imgH="952200" progId="Equation.3">
                  <p:embed/>
                </p:oleObj>
              </mc:Choice>
              <mc:Fallback>
                <p:oleObj name="Equation" r:id="rId7" imgW="1815840" imgH="952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457200"/>
                        <a:ext cx="1816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4" name="Text Box 6"/>
          <p:cNvSpPr txBox="1">
            <a:spLocks noChangeArrowheads="1"/>
          </p:cNvSpPr>
          <p:nvPr/>
        </p:nvSpPr>
        <p:spPr bwMode="auto">
          <a:xfrm>
            <a:off x="4114800" y="609601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是两个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正项级数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</a:p>
        </p:txBody>
      </p:sp>
      <p:sp>
        <p:nvSpPr>
          <p:cNvPr id="268295" name="Text Box 7"/>
          <p:cNvSpPr txBox="1">
            <a:spLocks noChangeArrowheads="1"/>
          </p:cNvSpPr>
          <p:nvPr/>
        </p:nvSpPr>
        <p:spPr bwMode="auto">
          <a:xfrm>
            <a:off x="2819400" y="1447801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(1)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当               时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268296" name="Object 8"/>
          <p:cNvGraphicFramePr>
            <a:graphicFrameLocks noChangeAspect="1"/>
          </p:cNvGraphicFramePr>
          <p:nvPr/>
        </p:nvGraphicFramePr>
        <p:xfrm>
          <a:off x="3784600" y="1544638"/>
          <a:ext cx="1320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91" name="Equation" r:id="rId9" imgW="1320480" imgH="330120" progId="Equation.3">
                  <p:embed/>
                </p:oleObj>
              </mc:Choice>
              <mc:Fallback>
                <p:oleObj name="Equation" r:id="rId9" imgW="1320480" imgH="33012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1544638"/>
                        <a:ext cx="1320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7" name="Text Box 9"/>
          <p:cNvSpPr txBox="1">
            <a:spLocks noChangeArrowheads="1"/>
          </p:cNvSpPr>
          <p:nvPr/>
        </p:nvSpPr>
        <p:spPr bwMode="auto">
          <a:xfrm>
            <a:off x="5638800" y="1447801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两个级数同时收敛或发散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268298" name="Text Box 10"/>
          <p:cNvSpPr txBox="1">
            <a:spLocks noChangeArrowheads="1"/>
          </p:cNvSpPr>
          <p:nvPr/>
        </p:nvSpPr>
        <p:spPr bwMode="auto">
          <a:xfrm>
            <a:off x="2133600" y="3925888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特别取</a:t>
            </a:r>
          </a:p>
        </p:txBody>
      </p:sp>
      <p:graphicFrame>
        <p:nvGraphicFramePr>
          <p:cNvPr id="268299" name="Object 11"/>
          <p:cNvGraphicFramePr>
            <a:graphicFrameLocks noChangeAspect="1"/>
          </p:cNvGraphicFramePr>
          <p:nvPr/>
        </p:nvGraphicFramePr>
        <p:xfrm>
          <a:off x="3365500" y="3759200"/>
          <a:ext cx="1358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92" name="Equation" r:id="rId11" imgW="1358640" imgH="888840" progId="Equation.3">
                  <p:embed/>
                </p:oleObj>
              </mc:Choice>
              <mc:Fallback>
                <p:oleObj name="Equation" r:id="rId11" imgW="1358640" imgH="8888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0" y="3759200"/>
                        <a:ext cx="13589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300" name="Text Box 12"/>
          <p:cNvSpPr txBox="1">
            <a:spLocks noChangeArrowheads="1"/>
          </p:cNvSpPr>
          <p:nvPr/>
        </p:nvSpPr>
        <p:spPr bwMode="auto">
          <a:xfrm>
            <a:off x="7620000" y="3875088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可得如下结论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68301" name="Text Box 13"/>
          <p:cNvSpPr txBox="1">
            <a:spLocks noChangeArrowheads="1"/>
          </p:cNvSpPr>
          <p:nvPr/>
        </p:nvSpPr>
        <p:spPr bwMode="auto">
          <a:xfrm>
            <a:off x="4770438" y="3886201"/>
            <a:ext cx="2087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对正项级数</a:t>
            </a:r>
          </a:p>
        </p:txBody>
      </p:sp>
      <p:graphicFrame>
        <p:nvGraphicFramePr>
          <p:cNvPr id="268302" name="Object 14"/>
          <p:cNvGraphicFramePr>
            <a:graphicFrameLocks noChangeAspect="1"/>
          </p:cNvGraphicFramePr>
          <p:nvPr/>
        </p:nvGraphicFramePr>
        <p:xfrm>
          <a:off x="6705600" y="3917950"/>
          <a:ext cx="914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93" name="Equation" r:id="rId13" imgW="914400" imgH="482400" progId="Equation.3">
                  <p:embed/>
                </p:oleObj>
              </mc:Choice>
              <mc:Fallback>
                <p:oleObj name="Equation" r:id="rId13" imgW="914400" imgH="482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917950"/>
                        <a:ext cx="914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3" name="Object 15"/>
          <p:cNvGraphicFramePr>
            <a:graphicFrameLocks noChangeAspect="1"/>
          </p:cNvGraphicFramePr>
          <p:nvPr/>
        </p:nvGraphicFramePr>
        <p:xfrm>
          <a:off x="4870450" y="5511800"/>
          <a:ext cx="927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94" name="Equation" r:id="rId15" imgW="927000" imgH="393480" progId="Equation.3">
                  <p:embed/>
                </p:oleObj>
              </mc:Choice>
              <mc:Fallback>
                <p:oleObj name="Equation" r:id="rId15" imgW="927000" imgH="3934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450" y="5511800"/>
                        <a:ext cx="927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4" name="Object 16"/>
          <p:cNvGraphicFramePr>
            <a:graphicFrameLocks noChangeAspect="1"/>
          </p:cNvGraphicFramePr>
          <p:nvPr/>
        </p:nvGraphicFramePr>
        <p:xfrm>
          <a:off x="5892800" y="5530850"/>
          <a:ext cx="1320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95" name="Equation" r:id="rId17" imgW="1320480" imgH="330120" progId="Equation.3">
                  <p:embed/>
                </p:oleObj>
              </mc:Choice>
              <mc:Fallback>
                <p:oleObj name="Equation" r:id="rId17" imgW="1320480" imgH="33012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2800" y="5530850"/>
                        <a:ext cx="1320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5" name="Object 17"/>
          <p:cNvGraphicFramePr>
            <a:graphicFrameLocks noChangeAspect="1"/>
          </p:cNvGraphicFramePr>
          <p:nvPr/>
        </p:nvGraphicFramePr>
        <p:xfrm>
          <a:off x="2286000" y="4902200"/>
          <a:ext cx="208438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96" name="Equation" r:id="rId19" imgW="812520" imgH="291960" progId="Equation.DSMT4">
                  <p:embed/>
                </p:oleObj>
              </mc:Choice>
              <mc:Fallback>
                <p:oleObj name="Equation" r:id="rId19" imgW="812520" imgH="29196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902200"/>
                        <a:ext cx="2084388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6" name="Object 18"/>
          <p:cNvGraphicFramePr>
            <a:graphicFrameLocks noChangeAspect="1"/>
          </p:cNvGraphicFramePr>
          <p:nvPr/>
        </p:nvGraphicFramePr>
        <p:xfrm>
          <a:off x="4876800" y="4775200"/>
          <a:ext cx="914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97" name="Equation" r:id="rId21" imgW="914400" imgH="393480" progId="Equation.3">
                  <p:embed/>
                </p:oleObj>
              </mc:Choice>
              <mc:Fallback>
                <p:oleObj name="Equation" r:id="rId21" imgW="914400" imgH="3934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775200"/>
                        <a:ext cx="914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7" name="Object 19"/>
          <p:cNvGraphicFramePr>
            <a:graphicFrameLocks noChangeAspect="1"/>
          </p:cNvGraphicFramePr>
          <p:nvPr/>
        </p:nvGraphicFramePr>
        <p:xfrm>
          <a:off x="5892800" y="4794250"/>
          <a:ext cx="1320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98" name="Equation" r:id="rId23" imgW="1320480" imgH="330120" progId="Equation.3">
                  <p:embed/>
                </p:oleObj>
              </mc:Choice>
              <mc:Fallback>
                <p:oleObj name="Equation" r:id="rId23" imgW="1320480" imgH="33012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2800" y="4794250"/>
                        <a:ext cx="1320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8" name="Object 20"/>
          <p:cNvGraphicFramePr>
            <a:graphicFrameLocks noChangeAspect="1"/>
          </p:cNvGraphicFramePr>
          <p:nvPr/>
        </p:nvGraphicFramePr>
        <p:xfrm>
          <a:off x="8445500" y="4699000"/>
          <a:ext cx="1612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99" name="Equation" r:id="rId25" imgW="1612800" imgH="482400" progId="Equation.3">
                  <p:embed/>
                </p:oleObj>
              </mc:Choice>
              <mc:Fallback>
                <p:oleObj name="Equation" r:id="rId25" imgW="1612800" imgH="4824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0" y="4699000"/>
                        <a:ext cx="16129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309" name="Text Box 21"/>
          <p:cNvSpPr txBox="1">
            <a:spLocks noChangeArrowheads="1"/>
          </p:cNvSpPr>
          <p:nvPr/>
        </p:nvSpPr>
        <p:spPr bwMode="auto">
          <a:xfrm>
            <a:off x="2819400" y="2147888"/>
            <a:ext cx="441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(2)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当         且         收敛时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268310" name="Object 22"/>
          <p:cNvGraphicFramePr>
            <a:graphicFrameLocks noChangeAspect="1"/>
          </p:cNvGraphicFramePr>
          <p:nvPr/>
        </p:nvGraphicFramePr>
        <p:xfrm>
          <a:off x="3797300" y="2270125"/>
          <a:ext cx="698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000" name="Equation" r:id="rId27" imgW="698400" imgH="330120" progId="Equation.3">
                  <p:embed/>
                </p:oleObj>
              </mc:Choice>
              <mc:Fallback>
                <p:oleObj name="Equation" r:id="rId27" imgW="698400" imgH="33012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2270125"/>
                        <a:ext cx="698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11" name="Object 23"/>
          <p:cNvGraphicFramePr>
            <a:graphicFrameLocks noChangeAspect="1"/>
          </p:cNvGraphicFramePr>
          <p:nvPr/>
        </p:nvGraphicFramePr>
        <p:xfrm>
          <a:off x="4959350" y="2174875"/>
          <a:ext cx="800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001" name="Equation" r:id="rId29" imgW="799920" imgH="482400" progId="Equation.3">
                  <p:embed/>
                </p:oleObj>
              </mc:Choice>
              <mc:Fallback>
                <p:oleObj name="Equation" r:id="rId29" imgW="799920" imgH="4824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9350" y="2174875"/>
                        <a:ext cx="8001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312" name="Text Box 24"/>
          <p:cNvSpPr txBox="1">
            <a:spLocks noChangeArrowheads="1"/>
          </p:cNvSpPr>
          <p:nvPr/>
        </p:nvSpPr>
        <p:spPr bwMode="auto">
          <a:xfrm>
            <a:off x="2819400" y="2906713"/>
            <a:ext cx="449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(3)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当         且          发散时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</a:p>
        </p:txBody>
      </p:sp>
      <p:graphicFrame>
        <p:nvGraphicFramePr>
          <p:cNvPr id="268313" name="Object 25"/>
          <p:cNvGraphicFramePr>
            <a:graphicFrameLocks noChangeAspect="1"/>
          </p:cNvGraphicFramePr>
          <p:nvPr/>
        </p:nvGraphicFramePr>
        <p:xfrm>
          <a:off x="3784600" y="3003550"/>
          <a:ext cx="787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002" name="Equation" r:id="rId31" imgW="787320" imgH="330120" progId="Equation.3">
                  <p:embed/>
                </p:oleObj>
              </mc:Choice>
              <mc:Fallback>
                <p:oleObj name="Equation" r:id="rId31" imgW="787320" imgH="33012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3003550"/>
                        <a:ext cx="787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14" name="Object 26"/>
          <p:cNvGraphicFramePr>
            <a:graphicFrameLocks noChangeAspect="1"/>
          </p:cNvGraphicFramePr>
          <p:nvPr/>
        </p:nvGraphicFramePr>
        <p:xfrm>
          <a:off x="4953000" y="2908300"/>
          <a:ext cx="800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003" name="Equation" r:id="rId33" imgW="799920" imgH="482400" progId="Equation.3">
                  <p:embed/>
                </p:oleObj>
              </mc:Choice>
              <mc:Fallback>
                <p:oleObj name="Equation" r:id="rId33" imgW="799920" imgH="4824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908300"/>
                        <a:ext cx="8001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315" name="Text Box 27"/>
          <p:cNvSpPr txBox="1">
            <a:spLocks noChangeArrowheads="1"/>
          </p:cNvSpPr>
          <p:nvPr/>
        </p:nvSpPr>
        <p:spPr bwMode="auto">
          <a:xfrm>
            <a:off x="7808913" y="214788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也收敛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graphicFrame>
        <p:nvGraphicFramePr>
          <p:cNvPr id="268316" name="Object 28"/>
          <p:cNvGraphicFramePr>
            <a:graphicFrameLocks noChangeAspect="1"/>
          </p:cNvGraphicFramePr>
          <p:nvPr/>
        </p:nvGraphicFramePr>
        <p:xfrm>
          <a:off x="7016750" y="2174875"/>
          <a:ext cx="825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004" name="Equation" r:id="rId35" imgW="825480" imgH="482400" progId="Equation.3">
                  <p:embed/>
                </p:oleObj>
              </mc:Choice>
              <mc:Fallback>
                <p:oleObj name="Equation" r:id="rId35" imgW="825480" imgH="4824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0" y="2174875"/>
                        <a:ext cx="825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317" name="Text Box 29"/>
          <p:cNvSpPr txBox="1">
            <a:spLocks noChangeArrowheads="1"/>
          </p:cNvSpPr>
          <p:nvPr/>
        </p:nvSpPr>
        <p:spPr bwMode="auto">
          <a:xfrm>
            <a:off x="7759700" y="2895601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也发散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268318" name="Object 30"/>
          <p:cNvGraphicFramePr>
            <a:graphicFrameLocks noChangeAspect="1"/>
          </p:cNvGraphicFramePr>
          <p:nvPr/>
        </p:nvGraphicFramePr>
        <p:xfrm>
          <a:off x="7010400" y="2908300"/>
          <a:ext cx="825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005" name="Equation" r:id="rId37" imgW="825480" imgH="482400" progId="Equation.3">
                  <p:embed/>
                </p:oleObj>
              </mc:Choice>
              <mc:Fallback>
                <p:oleObj name="Equation" r:id="rId37" imgW="825480" imgH="4824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908300"/>
                        <a:ext cx="825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319" name="AutoShape 31"/>
          <p:cNvSpPr>
            <a:spLocks/>
          </p:cNvSpPr>
          <p:nvPr/>
        </p:nvSpPr>
        <p:spPr bwMode="auto">
          <a:xfrm>
            <a:off x="4641850" y="4800600"/>
            <a:ext cx="152400" cy="1066800"/>
          </a:xfrm>
          <a:prstGeom prst="lef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68320" name="Object 32"/>
          <p:cNvGraphicFramePr>
            <a:graphicFrameLocks noChangeAspect="1"/>
          </p:cNvGraphicFramePr>
          <p:nvPr/>
        </p:nvGraphicFramePr>
        <p:xfrm>
          <a:off x="8458200" y="5486400"/>
          <a:ext cx="1600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006" name="Equation" r:id="rId39" imgW="1600200" imgH="482400" progId="Equation.3">
                  <p:embed/>
                </p:oleObj>
              </mc:Choice>
              <mc:Fallback>
                <p:oleObj name="Equation" r:id="rId39" imgW="1600200" imgH="4824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5486400"/>
                        <a:ext cx="1600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321" name="AutoShape 33"/>
          <p:cNvSpPr>
            <a:spLocks noChangeArrowheads="1"/>
          </p:cNvSpPr>
          <p:nvPr/>
        </p:nvSpPr>
        <p:spPr bwMode="auto">
          <a:xfrm>
            <a:off x="7385051" y="4851400"/>
            <a:ext cx="976313" cy="179388"/>
          </a:xfrm>
          <a:prstGeom prst="rightArrow">
            <a:avLst>
              <a:gd name="adj1" fmla="val 50000"/>
              <a:gd name="adj2" fmla="val 13606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8322" name="AutoShape 34"/>
          <p:cNvSpPr>
            <a:spLocks noChangeArrowheads="1"/>
          </p:cNvSpPr>
          <p:nvPr/>
        </p:nvSpPr>
        <p:spPr bwMode="auto">
          <a:xfrm>
            <a:off x="7385051" y="5637214"/>
            <a:ext cx="976313" cy="179387"/>
          </a:xfrm>
          <a:prstGeom prst="rightArrow">
            <a:avLst>
              <a:gd name="adj1" fmla="val 50000"/>
              <a:gd name="adj2" fmla="val 13606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1F313C-D544-468F-84FF-163788ACF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3B17-2132-4FFD-ADE7-61F0B73CA165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8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8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8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8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8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8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8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8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8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8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8" grpId="0"/>
      <p:bldP spid="268300" grpId="0"/>
      <p:bldP spid="268301" grpId="0"/>
      <p:bldP spid="268319" grpId="0" animBg="1"/>
      <p:bldP spid="268321" grpId="0" animBg="1"/>
      <p:bldP spid="2683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93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674570"/>
              </p:ext>
            </p:extLst>
          </p:nvPr>
        </p:nvGraphicFramePr>
        <p:xfrm>
          <a:off x="3619112" y="1132430"/>
          <a:ext cx="1221685" cy="660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46" name="Equation" r:id="rId3" imgW="1574640" imgH="850680" progId="Equation.3">
                  <p:embed/>
                </p:oleObj>
              </mc:Choice>
              <mc:Fallback>
                <p:oleObj name="Equation" r:id="rId3" imgW="1574640" imgH="8506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112" y="1132430"/>
                        <a:ext cx="1221685" cy="6601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17" name="Rectangle 5"/>
          <p:cNvSpPr>
            <a:spLocks noChangeArrowheads="1"/>
          </p:cNvSpPr>
          <p:nvPr/>
        </p:nvSpPr>
        <p:spPr bwMode="auto">
          <a:xfrm>
            <a:off x="838200" y="405026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3.</a:t>
            </a:r>
            <a:r>
              <a:rPr lang="en-US" altLang="zh-CN" sz="2400" dirty="0"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</a:rPr>
              <a:t>判别级数</a:t>
            </a:r>
            <a:endParaRPr lang="zh-CN" altLang="en-US" sz="2400" dirty="0">
              <a:ea typeface="黑体" panose="02010609060101010101" pitchFamily="49" charset="-122"/>
            </a:endParaRPr>
          </a:p>
        </p:txBody>
      </p:sp>
      <p:graphicFrame>
        <p:nvGraphicFramePr>
          <p:cNvPr id="2693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198191"/>
              </p:ext>
            </p:extLst>
          </p:nvPr>
        </p:nvGraphicFramePr>
        <p:xfrm>
          <a:off x="3414679" y="238964"/>
          <a:ext cx="866841" cy="810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47" name="Equation" r:id="rId5" imgW="1180800" imgH="1104840" progId="Equation.3">
                  <p:embed/>
                </p:oleObj>
              </mc:Choice>
              <mc:Fallback>
                <p:oleObj name="Equation" r:id="rId5" imgW="1180800" imgH="11048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679" y="238964"/>
                        <a:ext cx="866841" cy="8109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19" name="Text Box 7"/>
          <p:cNvSpPr txBox="1">
            <a:spLocks noChangeArrowheads="1"/>
          </p:cNvSpPr>
          <p:nvPr/>
        </p:nvSpPr>
        <p:spPr bwMode="auto">
          <a:xfrm>
            <a:off x="4354774" y="411609"/>
            <a:ext cx="3733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的敛散性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kumimoji="1" lang="en-US" altLang="zh-CN" sz="2400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69320" name="Text Box 8"/>
          <p:cNvSpPr txBox="1">
            <a:spLocks noChangeArrowheads="1"/>
          </p:cNvSpPr>
          <p:nvPr/>
        </p:nvSpPr>
        <p:spPr bwMode="auto">
          <a:xfrm>
            <a:off x="1371600" y="1243014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2693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848950"/>
              </p:ext>
            </p:extLst>
          </p:nvPr>
        </p:nvGraphicFramePr>
        <p:xfrm>
          <a:off x="2104377" y="1287400"/>
          <a:ext cx="781958" cy="510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48" name="Equation" r:id="rId7" imgW="952200" imgH="622080" progId="Equation.3">
                  <p:embed/>
                </p:oleObj>
              </mc:Choice>
              <mc:Fallback>
                <p:oleObj name="Equation" r:id="rId7" imgW="952200" imgH="6220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4377" y="1287400"/>
                        <a:ext cx="781958" cy="5108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2156958"/>
              </p:ext>
            </p:extLst>
          </p:nvPr>
        </p:nvGraphicFramePr>
        <p:xfrm>
          <a:off x="4981166" y="1365784"/>
          <a:ext cx="334978" cy="236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49" name="Equation" r:id="rId9" imgW="431640" imgH="304560" progId="Equation.3">
                  <p:embed/>
                </p:oleObj>
              </mc:Choice>
              <mc:Fallback>
                <p:oleObj name="Equation" r:id="rId9" imgW="431640" imgH="3045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1166" y="1365784"/>
                        <a:ext cx="334978" cy="236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25" name="Text Box 13"/>
          <p:cNvSpPr txBox="1">
            <a:spLocks noChangeArrowheads="1"/>
          </p:cNvSpPr>
          <p:nvPr/>
        </p:nvSpPr>
        <p:spPr bwMode="auto">
          <a:xfrm>
            <a:off x="2171700" y="2108014"/>
            <a:ext cx="495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根据比较审敛法的极限形式知</a:t>
            </a:r>
          </a:p>
        </p:txBody>
      </p:sp>
      <p:graphicFrame>
        <p:nvGraphicFramePr>
          <p:cNvPr id="26932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972026"/>
              </p:ext>
            </p:extLst>
          </p:nvPr>
        </p:nvGraphicFramePr>
        <p:xfrm>
          <a:off x="6358389" y="1909762"/>
          <a:ext cx="1608824" cy="833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50" name="Equation" r:id="rId11" imgW="2133360" imgH="1104840" progId="Equation.3">
                  <p:embed/>
                </p:oleObj>
              </mc:Choice>
              <mc:Fallback>
                <p:oleObj name="Equation" r:id="rId11" imgW="2133360" imgH="11048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8389" y="1909762"/>
                        <a:ext cx="1608824" cy="8331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8305071"/>
              </p:ext>
            </p:extLst>
          </p:nvPr>
        </p:nvGraphicFramePr>
        <p:xfrm>
          <a:off x="2830077" y="1390415"/>
          <a:ext cx="177342" cy="187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51" name="Equation" r:id="rId13" imgW="228600" imgH="241200" progId="Equation.3">
                  <p:embed/>
                </p:oleObj>
              </mc:Choice>
              <mc:Fallback>
                <p:oleObj name="Equation" r:id="rId13" imgW="228600" imgH="241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077" y="1390415"/>
                        <a:ext cx="177342" cy="1871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710434"/>
              </p:ext>
            </p:extLst>
          </p:nvPr>
        </p:nvGraphicFramePr>
        <p:xfrm>
          <a:off x="2951161" y="1143794"/>
          <a:ext cx="620695" cy="660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52" name="Equation" r:id="rId15" imgW="799920" imgH="850680" progId="Equation.3">
                  <p:embed/>
                </p:oleObj>
              </mc:Choice>
              <mc:Fallback>
                <p:oleObj name="Equation" r:id="rId15" imgW="799920" imgH="8506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161" y="1143794"/>
                        <a:ext cx="620695" cy="6601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29" name="Text Box 17"/>
          <p:cNvSpPr txBox="1">
            <a:spLocks noChangeArrowheads="1"/>
          </p:cNvSpPr>
          <p:nvPr/>
        </p:nvSpPr>
        <p:spPr bwMode="auto">
          <a:xfrm>
            <a:off x="4851400" y="2937537"/>
            <a:ext cx="3810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的敛散性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  <a:endParaRPr kumimoji="1" lang="en-US" altLang="zh-CN" sz="240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69330" name="Text Box 18"/>
          <p:cNvSpPr txBox="1">
            <a:spLocks noChangeArrowheads="1"/>
          </p:cNvSpPr>
          <p:nvPr/>
        </p:nvSpPr>
        <p:spPr bwMode="auto">
          <a:xfrm>
            <a:off x="1374701" y="2935518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判别级数</a:t>
            </a:r>
          </a:p>
        </p:txBody>
      </p:sp>
      <p:graphicFrame>
        <p:nvGraphicFramePr>
          <p:cNvPr id="26933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1037696"/>
              </p:ext>
            </p:extLst>
          </p:nvPr>
        </p:nvGraphicFramePr>
        <p:xfrm>
          <a:off x="3286051" y="2748595"/>
          <a:ext cx="1485899" cy="829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53" name="Equation" r:id="rId17" imgW="1981080" imgH="1104840" progId="Equation.3">
                  <p:embed/>
                </p:oleObj>
              </mc:Choice>
              <mc:Fallback>
                <p:oleObj name="Equation" r:id="rId17" imgW="1981080" imgH="11048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051" y="2748595"/>
                        <a:ext cx="1485899" cy="829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32" name="Text Box 20"/>
          <p:cNvSpPr txBox="1">
            <a:spLocks noChangeArrowheads="1"/>
          </p:cNvSpPr>
          <p:nvPr/>
        </p:nvSpPr>
        <p:spPr bwMode="auto">
          <a:xfrm>
            <a:off x="1371600" y="3800518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26933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6995421"/>
              </p:ext>
            </p:extLst>
          </p:nvPr>
        </p:nvGraphicFramePr>
        <p:xfrm>
          <a:off x="2171700" y="3861935"/>
          <a:ext cx="843414" cy="541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54" name="Equation" r:id="rId19" imgW="1028520" imgH="660240" progId="Equation.3">
                  <p:embed/>
                </p:oleObj>
              </mc:Choice>
              <mc:Fallback>
                <p:oleObj name="Equation" r:id="rId19" imgW="1028520" imgH="6602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3861935"/>
                        <a:ext cx="843414" cy="5414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3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371998"/>
              </p:ext>
            </p:extLst>
          </p:nvPr>
        </p:nvGraphicFramePr>
        <p:xfrm>
          <a:off x="4648200" y="3702155"/>
          <a:ext cx="1613942" cy="728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55" name="Equation" r:id="rId21" imgW="1968480" imgH="888840" progId="Equation.3">
                  <p:embed/>
                </p:oleObj>
              </mc:Choice>
              <mc:Fallback>
                <p:oleObj name="Equation" r:id="rId21" imgW="1968480" imgH="8888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702155"/>
                        <a:ext cx="1613942" cy="7288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3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466317"/>
              </p:ext>
            </p:extLst>
          </p:nvPr>
        </p:nvGraphicFramePr>
        <p:xfrm>
          <a:off x="6402374" y="3927456"/>
          <a:ext cx="354026" cy="249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56" name="Equation" r:id="rId23" imgW="431640" imgH="304560" progId="Equation.3">
                  <p:embed/>
                </p:oleObj>
              </mc:Choice>
              <mc:Fallback>
                <p:oleObj name="Equation" r:id="rId23" imgW="431640" imgH="30456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2374" y="3927456"/>
                        <a:ext cx="354026" cy="2499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36" name="Text Box 24"/>
          <p:cNvSpPr txBox="1">
            <a:spLocks noChangeArrowheads="1"/>
          </p:cNvSpPr>
          <p:nvPr/>
        </p:nvSpPr>
        <p:spPr bwMode="auto">
          <a:xfrm>
            <a:off x="2115757" y="4872548"/>
            <a:ext cx="510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根据比较审敛法的极限形式知</a:t>
            </a:r>
          </a:p>
        </p:txBody>
      </p:sp>
      <p:graphicFrame>
        <p:nvGraphicFramePr>
          <p:cNvPr id="26933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028230"/>
              </p:ext>
            </p:extLst>
          </p:nvPr>
        </p:nvGraphicFramePr>
        <p:xfrm>
          <a:off x="6358389" y="4633942"/>
          <a:ext cx="2426042" cy="910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57" name="Equation" r:id="rId25" imgW="2946240" imgH="1104840" progId="Equation.3">
                  <p:embed/>
                </p:oleObj>
              </mc:Choice>
              <mc:Fallback>
                <p:oleObj name="Equation" r:id="rId25" imgW="2946240" imgH="11048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8389" y="4633942"/>
                        <a:ext cx="2426042" cy="910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4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898390"/>
              </p:ext>
            </p:extLst>
          </p:nvPr>
        </p:nvGraphicFramePr>
        <p:xfrm>
          <a:off x="2973675" y="3812918"/>
          <a:ext cx="312376" cy="364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58" name="Equation" r:id="rId27" imgW="380880" imgH="444240" progId="Equation.3">
                  <p:embed/>
                </p:oleObj>
              </mc:Choice>
              <mc:Fallback>
                <p:oleObj name="Equation" r:id="rId27" imgW="380880" imgH="44424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3675" y="3812918"/>
                        <a:ext cx="312376" cy="364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4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584045"/>
              </p:ext>
            </p:extLst>
          </p:nvPr>
        </p:nvGraphicFramePr>
        <p:xfrm>
          <a:off x="3318328" y="3706918"/>
          <a:ext cx="1239091" cy="728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859" name="Equation" r:id="rId29" imgW="1511280" imgH="888840" progId="Equation.3">
                  <p:embed/>
                </p:oleObj>
              </mc:Choice>
              <mc:Fallback>
                <p:oleObj name="Equation" r:id="rId29" imgW="1511280" imgH="88884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8328" y="3706918"/>
                        <a:ext cx="1239091" cy="7288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E48CAC-C0D7-46AE-93F3-9B5F69525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29CF0-A7EB-4CB8-A91B-5A157F7D87B3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9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9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9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9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9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9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9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9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9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6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69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9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9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9" grpId="0" autoUpdateAnimBg="0"/>
      <p:bldP spid="269320" grpId="0"/>
      <p:bldP spid="269325" grpId="0" build="p" autoUpdateAnimBg="0"/>
      <p:bldP spid="269329" grpId="0" autoUpdateAnimBg="0"/>
      <p:bldP spid="269330" grpId="0" autoUpdateAnimBg="0"/>
      <p:bldP spid="269332" grpId="0"/>
      <p:bldP spid="26933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Text Box 2"/>
          <p:cNvSpPr txBox="1">
            <a:spLocks noChangeArrowheads="1"/>
          </p:cNvSpPr>
          <p:nvPr/>
        </p:nvSpPr>
        <p:spPr bwMode="auto">
          <a:xfrm>
            <a:off x="7342188" y="587376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的收敛性</a:t>
            </a:r>
          </a:p>
        </p:txBody>
      </p:sp>
      <p:graphicFrame>
        <p:nvGraphicFramePr>
          <p:cNvPr id="270339" name="Object 3"/>
          <p:cNvGraphicFramePr>
            <a:graphicFrameLocks noChangeAspect="1"/>
          </p:cNvGraphicFramePr>
          <p:nvPr/>
        </p:nvGraphicFramePr>
        <p:xfrm>
          <a:off x="5016501" y="488951"/>
          <a:ext cx="218122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21" name="Equation" r:id="rId3" imgW="1231560" imgH="431640" progId="Equation.3">
                  <p:embed/>
                </p:oleObj>
              </mc:Choice>
              <mc:Fallback>
                <p:oleObj name="Equation" r:id="rId3" imgW="1231560" imgH="431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1" y="488951"/>
                        <a:ext cx="2181225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340" name="Text Box 4"/>
          <p:cNvSpPr txBox="1">
            <a:spLocks noChangeArrowheads="1"/>
          </p:cNvSpPr>
          <p:nvPr/>
        </p:nvSpPr>
        <p:spPr bwMode="auto">
          <a:xfrm>
            <a:off x="2401889" y="1438276"/>
            <a:ext cx="993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分析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70341" name="Rectangle 5"/>
          <p:cNvSpPr>
            <a:spLocks noChangeArrowheads="1"/>
          </p:cNvSpPr>
          <p:nvPr/>
        </p:nvSpPr>
        <p:spPr bwMode="auto">
          <a:xfrm>
            <a:off x="2660650" y="588963"/>
            <a:ext cx="22939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kumimoji="1" lang="en-US" altLang="zh-CN" sz="2400"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判定级数</a:t>
            </a:r>
          </a:p>
        </p:txBody>
      </p:sp>
      <p:graphicFrame>
        <p:nvGraphicFramePr>
          <p:cNvPr id="270342" name="Object 6"/>
          <p:cNvGraphicFramePr>
            <a:graphicFrameLocks noChangeAspect="1"/>
          </p:cNvGraphicFramePr>
          <p:nvPr/>
        </p:nvGraphicFramePr>
        <p:xfrm>
          <a:off x="3579813" y="1430339"/>
          <a:ext cx="304800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22" name="Equation" r:id="rId5" imgW="1143000" imgH="203040" progId="Equation.3">
                  <p:embed/>
                </p:oleObj>
              </mc:Choice>
              <mc:Fallback>
                <p:oleObj name="Equation" r:id="rId5" imgW="114300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9813" y="1430339"/>
                        <a:ext cx="3048000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3" name="Object 7"/>
          <p:cNvGraphicFramePr>
            <a:graphicFrameLocks noChangeAspect="1"/>
          </p:cNvGraphicFramePr>
          <p:nvPr/>
        </p:nvGraphicFramePr>
        <p:xfrm>
          <a:off x="3313114" y="2098676"/>
          <a:ext cx="5189537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23" name="Equation" r:id="rId7" imgW="2349360" imgH="469800" progId="Equation.3">
                  <p:embed/>
                </p:oleObj>
              </mc:Choice>
              <mc:Fallback>
                <p:oleObj name="Equation" r:id="rId7" imgW="2349360" imgH="469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4" y="2098676"/>
                        <a:ext cx="5189537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4" name="Object 8"/>
          <p:cNvGraphicFramePr>
            <a:graphicFrameLocks noChangeAspect="1"/>
          </p:cNvGraphicFramePr>
          <p:nvPr/>
        </p:nvGraphicFramePr>
        <p:xfrm>
          <a:off x="3309939" y="3165475"/>
          <a:ext cx="4346575" cy="202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24" name="Equation" r:id="rId9" imgW="1968480" imgH="914400" progId="Equation.3">
                  <p:embed/>
                </p:oleObj>
              </mc:Choice>
              <mc:Fallback>
                <p:oleObj name="Equation" r:id="rId9" imgW="1968480" imgH="914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939" y="3165475"/>
                        <a:ext cx="4346575" cy="202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5" name="Object 9"/>
          <p:cNvGraphicFramePr>
            <a:graphicFrameLocks noChangeAspect="1"/>
          </p:cNvGraphicFramePr>
          <p:nvPr/>
        </p:nvGraphicFramePr>
        <p:xfrm>
          <a:off x="3343275" y="5207000"/>
          <a:ext cx="4516438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25" name="Equation" r:id="rId11" imgW="2044440" imgH="545760" progId="Equation.3">
                  <p:embed/>
                </p:oleObj>
              </mc:Choice>
              <mc:Fallback>
                <p:oleObj name="Equation" r:id="rId11" imgW="2044440" imgH="5457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3275" y="5207000"/>
                        <a:ext cx="4516438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A63E17-EEF1-4F1B-9126-38B7A76A0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C369D-434F-483E-B85D-098FC0D4BA87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1362" name="Object 2"/>
          <p:cNvGraphicFramePr>
            <a:graphicFrameLocks noChangeAspect="1"/>
          </p:cNvGraphicFramePr>
          <p:nvPr/>
        </p:nvGraphicFramePr>
        <p:xfrm>
          <a:off x="7708900" y="2667000"/>
          <a:ext cx="24257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86" name="Equation" r:id="rId3" imgW="2425680" imgH="952200" progId="Equation.3">
                  <p:embed/>
                </p:oleObj>
              </mc:Choice>
              <mc:Fallback>
                <p:oleObj name="Equation" r:id="rId3" imgW="2425680" imgH="952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0" y="2667000"/>
                        <a:ext cx="24257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63" name="Rectangle 3"/>
          <p:cNvSpPr>
            <a:spLocks noChangeArrowheads="1"/>
          </p:cNvSpPr>
          <p:nvPr/>
        </p:nvSpPr>
        <p:spPr bwMode="auto">
          <a:xfrm>
            <a:off x="2133600" y="228600"/>
            <a:ext cx="6400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b="1">
                <a:solidFill>
                  <a:schemeClr val="accent2"/>
                </a:solidFill>
                <a:ea typeface="黑体" panose="02010609060101010101" pitchFamily="49" charset="-122"/>
              </a:rPr>
              <a:t>定理</a:t>
            </a:r>
            <a:r>
              <a:rPr lang="en-US" altLang="zh-CN" sz="2800" b="1">
                <a:solidFill>
                  <a:schemeClr val="accent2"/>
                </a:solidFill>
                <a:ea typeface="黑体" panose="02010609060101010101" pitchFamily="49" charset="-122"/>
              </a:rPr>
              <a:t>4</a:t>
            </a:r>
            <a:r>
              <a:rPr lang="en-US" altLang="zh-CN" sz="2800">
                <a:solidFill>
                  <a:schemeClr val="accent2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chemeClr val="accent2"/>
                </a:solidFill>
                <a:ea typeface="黑体" panose="02010609060101010101" pitchFamily="49" charset="-122"/>
              </a:rPr>
              <a:t>.</a:t>
            </a:r>
            <a:r>
              <a:rPr lang="en-US" altLang="zh-CN" sz="2800">
                <a:solidFill>
                  <a:schemeClr val="accent2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>
                <a:solidFill>
                  <a:schemeClr val="accent2"/>
                </a:solidFill>
                <a:ea typeface="黑体" panose="02010609060101010101" pitchFamily="49" charset="-122"/>
              </a:rPr>
              <a:t>比值审敛法</a:t>
            </a:r>
            <a:r>
              <a:rPr lang="zh-CN" altLang="en-US" sz="2800">
                <a:ea typeface="黑体" panose="02010609060101010101" pitchFamily="49" charset="-122"/>
              </a:rPr>
              <a:t> </a:t>
            </a:r>
            <a:r>
              <a:rPr lang="en-US" altLang="zh-CN" sz="2800">
                <a:solidFill>
                  <a:schemeClr val="accent2"/>
                </a:solidFill>
                <a:ea typeface="黑体" panose="02010609060101010101" pitchFamily="49" charset="-122"/>
              </a:rPr>
              <a:t>( D’alembert </a:t>
            </a:r>
            <a:r>
              <a:rPr lang="zh-CN" altLang="en-US" sz="2800">
                <a:solidFill>
                  <a:schemeClr val="accent2"/>
                </a:solidFill>
                <a:ea typeface="黑体" panose="02010609060101010101" pitchFamily="49" charset="-122"/>
              </a:rPr>
              <a:t>判别法</a:t>
            </a:r>
            <a:r>
              <a:rPr lang="en-US" altLang="zh-CN" sz="2800">
                <a:solidFill>
                  <a:schemeClr val="accent2"/>
                </a:solidFill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271364" name="Text Box 4"/>
          <p:cNvSpPr txBox="1">
            <a:spLocks noChangeArrowheads="1"/>
          </p:cNvSpPr>
          <p:nvPr/>
        </p:nvSpPr>
        <p:spPr bwMode="auto">
          <a:xfrm>
            <a:off x="2133600" y="9144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设 </a:t>
            </a:r>
            <a:endParaRPr kumimoji="1"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71365" name="Object 5"/>
          <p:cNvGraphicFramePr>
            <a:graphicFrameLocks noChangeAspect="1"/>
          </p:cNvGraphicFramePr>
          <p:nvPr/>
        </p:nvGraphicFramePr>
        <p:xfrm>
          <a:off x="2673350" y="938213"/>
          <a:ext cx="825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87" name="Equation" r:id="rId5" imgW="825480" imgH="482400" progId="Equation.3">
                  <p:embed/>
                </p:oleObj>
              </mc:Choice>
              <mc:Fallback>
                <p:oleObj name="Equation" r:id="rId5" imgW="825480" imgH="482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350" y="938213"/>
                        <a:ext cx="825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66" name="Text Box 6"/>
          <p:cNvSpPr txBox="1">
            <a:spLocks noChangeArrowheads="1"/>
          </p:cNvSpPr>
          <p:nvPr/>
        </p:nvSpPr>
        <p:spPr bwMode="auto">
          <a:xfrm>
            <a:off x="3429000" y="914401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为正项级数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且</a:t>
            </a:r>
          </a:p>
        </p:txBody>
      </p:sp>
      <p:graphicFrame>
        <p:nvGraphicFramePr>
          <p:cNvPr id="271367" name="Object 7"/>
          <p:cNvGraphicFramePr>
            <a:graphicFrameLocks noChangeAspect="1"/>
          </p:cNvGraphicFramePr>
          <p:nvPr/>
        </p:nvGraphicFramePr>
        <p:xfrm>
          <a:off x="5867400" y="762000"/>
          <a:ext cx="2057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88" name="Equation" r:id="rId7" imgW="2057400" imgH="952200" progId="Equation.3">
                  <p:embed/>
                </p:oleObj>
              </mc:Choice>
              <mc:Fallback>
                <p:oleObj name="Equation" r:id="rId7" imgW="2057400" imgH="952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762000"/>
                        <a:ext cx="20574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68" name="Text Box 8"/>
          <p:cNvSpPr txBox="1">
            <a:spLocks noChangeArrowheads="1"/>
          </p:cNvSpPr>
          <p:nvPr/>
        </p:nvSpPr>
        <p:spPr bwMode="auto">
          <a:xfrm>
            <a:off x="7924800" y="91440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</a:p>
        </p:txBody>
      </p:sp>
      <p:sp>
        <p:nvSpPr>
          <p:cNvPr id="271369" name="Text Box 9"/>
          <p:cNvSpPr txBox="1">
            <a:spLocks noChangeArrowheads="1"/>
          </p:cNvSpPr>
          <p:nvPr/>
        </p:nvSpPr>
        <p:spPr bwMode="auto">
          <a:xfrm>
            <a:off x="2438400" y="1582738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(1)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</a:p>
        </p:txBody>
      </p:sp>
      <p:graphicFrame>
        <p:nvGraphicFramePr>
          <p:cNvPr id="271370" name="Object 10"/>
          <p:cNvGraphicFramePr>
            <a:graphicFrameLocks noChangeAspect="1"/>
          </p:cNvGraphicFramePr>
          <p:nvPr/>
        </p:nvGraphicFramePr>
        <p:xfrm>
          <a:off x="3429000" y="1663700"/>
          <a:ext cx="723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89" name="Equation" r:id="rId9" imgW="723600" imgH="393480" progId="Equation.3">
                  <p:embed/>
                </p:oleObj>
              </mc:Choice>
              <mc:Fallback>
                <p:oleObj name="Equation" r:id="rId9" imgW="723600" imgH="393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663700"/>
                        <a:ext cx="723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71" name="Text Box 11"/>
          <p:cNvSpPr txBox="1">
            <a:spLocks noChangeArrowheads="1"/>
          </p:cNvSpPr>
          <p:nvPr/>
        </p:nvSpPr>
        <p:spPr bwMode="auto">
          <a:xfrm>
            <a:off x="2438400" y="214788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(2)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</a:p>
        </p:txBody>
      </p:sp>
      <p:graphicFrame>
        <p:nvGraphicFramePr>
          <p:cNvPr id="271372" name="Object 12"/>
          <p:cNvGraphicFramePr>
            <a:graphicFrameLocks noChangeAspect="1"/>
          </p:cNvGraphicFramePr>
          <p:nvPr/>
        </p:nvGraphicFramePr>
        <p:xfrm>
          <a:off x="3384550" y="2228850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90" name="Equation" r:id="rId11" imgW="736560" imgH="393480" progId="Equation.3">
                  <p:embed/>
                </p:oleObj>
              </mc:Choice>
              <mc:Fallback>
                <p:oleObj name="Equation" r:id="rId11" imgW="736560" imgH="393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550" y="2228850"/>
                        <a:ext cx="736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73" name="Text Box 13"/>
          <p:cNvSpPr txBox="1">
            <a:spLocks noChangeArrowheads="1"/>
          </p:cNvSpPr>
          <p:nvPr/>
        </p:nvSpPr>
        <p:spPr bwMode="auto">
          <a:xfrm>
            <a:off x="2133600" y="278130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 (1)</a:t>
            </a:r>
          </a:p>
        </p:txBody>
      </p:sp>
      <p:graphicFrame>
        <p:nvGraphicFramePr>
          <p:cNvPr id="271374" name="Object 14"/>
          <p:cNvGraphicFramePr>
            <a:graphicFrameLocks noChangeAspect="1"/>
          </p:cNvGraphicFramePr>
          <p:nvPr/>
        </p:nvGraphicFramePr>
        <p:xfrm>
          <a:off x="3409950" y="2832100"/>
          <a:ext cx="1676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91" name="Equation" r:id="rId13" imgW="1676160" imgH="444240" progId="Equation.3">
                  <p:embed/>
                </p:oleObj>
              </mc:Choice>
              <mc:Fallback>
                <p:oleObj name="Equation" r:id="rId13" imgW="1676160" imgH="4442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950" y="2832100"/>
                        <a:ext cx="1676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75" name="Object 15"/>
          <p:cNvGraphicFramePr>
            <a:graphicFrameLocks noChangeAspect="1"/>
          </p:cNvGraphicFramePr>
          <p:nvPr/>
        </p:nvGraphicFramePr>
        <p:xfrm>
          <a:off x="6115050" y="3390900"/>
          <a:ext cx="2273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92" name="Equation" r:id="rId15" imgW="2273040" imgH="952200" progId="Equation.3">
                  <p:embed/>
                </p:oleObj>
              </mc:Choice>
              <mc:Fallback>
                <p:oleObj name="Equation" r:id="rId15" imgW="2273040" imgH="952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050" y="3390900"/>
                        <a:ext cx="22733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76" name="Object 16"/>
          <p:cNvGraphicFramePr>
            <a:graphicFrameLocks noChangeAspect="1"/>
          </p:cNvGraphicFramePr>
          <p:nvPr/>
        </p:nvGraphicFramePr>
        <p:xfrm>
          <a:off x="2959100" y="4427538"/>
          <a:ext cx="2844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93" name="Equation" r:id="rId17" imgW="2844720" imgH="444240" progId="Equation.3">
                  <p:embed/>
                </p:oleObj>
              </mc:Choice>
              <mc:Fallback>
                <p:oleObj name="Equation" r:id="rId17" imgW="2844720" imgH="4442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4427538"/>
                        <a:ext cx="2844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77" name="Object 17"/>
          <p:cNvGraphicFramePr>
            <a:graphicFrameLocks noChangeAspect="1"/>
          </p:cNvGraphicFramePr>
          <p:nvPr/>
        </p:nvGraphicFramePr>
        <p:xfrm>
          <a:off x="5854700" y="4356100"/>
          <a:ext cx="2184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94" name="Equation" r:id="rId19" imgW="2184120" imgH="520560" progId="Equation.3">
                  <p:embed/>
                </p:oleObj>
              </mc:Choice>
              <mc:Fallback>
                <p:oleObj name="Equation" r:id="rId19" imgW="2184120" imgH="52056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4700" y="4356100"/>
                        <a:ext cx="21844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78" name="Object 18"/>
          <p:cNvGraphicFramePr>
            <a:graphicFrameLocks noChangeAspect="1"/>
          </p:cNvGraphicFramePr>
          <p:nvPr/>
        </p:nvGraphicFramePr>
        <p:xfrm>
          <a:off x="8216900" y="4559300"/>
          <a:ext cx="622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95" name="Equation" r:id="rId21" imgW="622080" imgH="241200" progId="Equation.3">
                  <p:embed/>
                </p:oleObj>
              </mc:Choice>
              <mc:Fallback>
                <p:oleObj name="Equation" r:id="rId21" imgW="622080" imgH="241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6900" y="4559300"/>
                        <a:ext cx="6223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79" name="Object 19"/>
          <p:cNvGraphicFramePr>
            <a:graphicFrameLocks noChangeAspect="1"/>
          </p:cNvGraphicFramePr>
          <p:nvPr/>
        </p:nvGraphicFramePr>
        <p:xfrm>
          <a:off x="4051300" y="5041900"/>
          <a:ext cx="2654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96" name="Equation" r:id="rId23" imgW="2654280" imgH="520560" progId="Equation.3">
                  <p:embed/>
                </p:oleObj>
              </mc:Choice>
              <mc:Fallback>
                <p:oleObj name="Equation" r:id="rId23" imgW="2654280" imgH="52056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0" y="5041900"/>
                        <a:ext cx="2654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80" name="Object 20"/>
          <p:cNvGraphicFramePr>
            <a:graphicFrameLocks noChangeAspect="1"/>
          </p:cNvGraphicFramePr>
          <p:nvPr/>
        </p:nvGraphicFramePr>
        <p:xfrm>
          <a:off x="5118100" y="2870200"/>
          <a:ext cx="2463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97" name="Equation" r:id="rId25" imgW="2463480" imgH="444240" progId="Equation.3">
                  <p:embed/>
                </p:oleObj>
              </mc:Choice>
              <mc:Fallback>
                <p:oleObj name="Equation" r:id="rId25" imgW="2463480" imgH="4442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8100" y="2870200"/>
                        <a:ext cx="2463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81" name="Text Box 21"/>
          <p:cNvSpPr txBox="1">
            <a:spLocks noChangeArrowheads="1"/>
          </p:cNvSpPr>
          <p:nvPr/>
        </p:nvSpPr>
        <p:spPr bwMode="auto">
          <a:xfrm>
            <a:off x="3492500" y="5676901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收敛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271382" name="Object 22"/>
          <p:cNvGraphicFramePr>
            <a:graphicFrameLocks noChangeAspect="1"/>
          </p:cNvGraphicFramePr>
          <p:nvPr/>
        </p:nvGraphicFramePr>
        <p:xfrm>
          <a:off x="7543800" y="5715000"/>
          <a:ext cx="1689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98" name="Equation" r:id="rId27" imgW="1688760" imgH="482400" progId="Equation.3">
                  <p:embed/>
                </p:oleObj>
              </mc:Choice>
              <mc:Fallback>
                <p:oleObj name="Equation" r:id="rId27" imgW="1688760" imgH="4824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5715000"/>
                        <a:ext cx="16891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83" name="Text Box 23"/>
          <p:cNvSpPr txBox="1">
            <a:spLocks noChangeArrowheads="1"/>
          </p:cNvSpPr>
          <p:nvPr/>
        </p:nvSpPr>
        <p:spPr bwMode="auto">
          <a:xfrm>
            <a:off x="4191000" y="1614488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时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级数收敛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271384" name="Text Box 24"/>
          <p:cNvSpPr txBox="1">
            <a:spLocks noChangeArrowheads="1"/>
          </p:cNvSpPr>
          <p:nvPr/>
        </p:nvSpPr>
        <p:spPr bwMode="auto">
          <a:xfrm>
            <a:off x="4114800" y="2147888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或</a:t>
            </a:r>
          </a:p>
        </p:txBody>
      </p:sp>
      <p:sp>
        <p:nvSpPr>
          <p:cNvPr id="271385" name="Text Box 25"/>
          <p:cNvSpPr txBox="1">
            <a:spLocks noChangeArrowheads="1"/>
          </p:cNvSpPr>
          <p:nvPr/>
        </p:nvSpPr>
        <p:spPr bwMode="auto">
          <a:xfrm>
            <a:off x="5486400" y="21478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时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级数发散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271386" name="Object 26"/>
          <p:cNvGraphicFramePr>
            <a:graphicFrameLocks noChangeAspect="1"/>
          </p:cNvGraphicFramePr>
          <p:nvPr/>
        </p:nvGraphicFramePr>
        <p:xfrm>
          <a:off x="4572000" y="2349500"/>
          <a:ext cx="889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99" name="Equation" r:id="rId29" imgW="888840" imgH="317160" progId="Equation.3">
                  <p:embed/>
                </p:oleObj>
              </mc:Choice>
              <mc:Fallback>
                <p:oleObj name="Equation" r:id="rId29" imgW="888840" imgH="31716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349500"/>
                        <a:ext cx="889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87" name="Object 27"/>
          <p:cNvGraphicFramePr>
            <a:graphicFrameLocks noChangeAspect="1"/>
          </p:cNvGraphicFramePr>
          <p:nvPr/>
        </p:nvGraphicFramePr>
        <p:xfrm>
          <a:off x="1828800" y="3500438"/>
          <a:ext cx="2400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000" name="Equation" r:id="rId31" imgW="2400120" imgH="545760" progId="Equation.3">
                  <p:embed/>
                </p:oleObj>
              </mc:Choice>
              <mc:Fallback>
                <p:oleObj name="Equation" r:id="rId31" imgW="2400120" imgH="54576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500438"/>
                        <a:ext cx="24003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88" name="Object 28"/>
          <p:cNvGraphicFramePr>
            <a:graphicFrameLocks noChangeAspect="1"/>
          </p:cNvGraphicFramePr>
          <p:nvPr/>
        </p:nvGraphicFramePr>
        <p:xfrm>
          <a:off x="4343400" y="3619500"/>
          <a:ext cx="1727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001" name="Equation" r:id="rId33" imgW="1726920" imgH="444240" progId="Equation.3">
                  <p:embed/>
                </p:oleObj>
              </mc:Choice>
              <mc:Fallback>
                <p:oleObj name="Equation" r:id="rId33" imgW="1726920" imgH="44424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619500"/>
                        <a:ext cx="1727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89" name="Object 29"/>
          <p:cNvGraphicFramePr>
            <a:graphicFrameLocks noChangeAspect="1"/>
          </p:cNvGraphicFramePr>
          <p:nvPr/>
        </p:nvGraphicFramePr>
        <p:xfrm>
          <a:off x="1905000" y="5638800"/>
          <a:ext cx="16637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002" name="Equation" r:id="rId35" imgW="1663560" imgH="583920" progId="Equation.3">
                  <p:embed/>
                </p:oleObj>
              </mc:Choice>
              <mc:Fallback>
                <p:oleObj name="Equation" r:id="rId35" imgW="1663560" imgH="58392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638800"/>
                        <a:ext cx="16637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90" name="Text Box 30"/>
          <p:cNvSpPr txBox="1">
            <a:spLocks noChangeArrowheads="1"/>
          </p:cNvSpPr>
          <p:nvPr/>
        </p:nvSpPr>
        <p:spPr bwMode="auto">
          <a:xfrm>
            <a:off x="4495800" y="5675313"/>
            <a:ext cx="335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由比较审敛法可知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5064CC2-E13C-487C-8B58-BFAD3068B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CA02D-5F07-4D70-902A-FBB6595D40FE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7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73" grpId="0"/>
      <p:bldP spid="271381" grpId="0" autoUpdateAnimBg="0"/>
      <p:bldP spid="27139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2386" name="Object 2"/>
          <p:cNvGraphicFramePr>
            <a:graphicFrameLocks noChangeAspect="1"/>
          </p:cNvGraphicFramePr>
          <p:nvPr/>
        </p:nvGraphicFramePr>
        <p:xfrm>
          <a:off x="3073400" y="355600"/>
          <a:ext cx="2641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38" name="Equation" r:id="rId3" imgW="2641320" imgH="444240" progId="Equation.3">
                  <p:embed/>
                </p:oleObj>
              </mc:Choice>
              <mc:Fallback>
                <p:oleObj name="Equation" r:id="rId3" imgW="2641320" imgH="4442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355600"/>
                        <a:ext cx="2641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87" name="Object 3"/>
          <p:cNvGraphicFramePr>
            <a:graphicFrameLocks noChangeAspect="1"/>
          </p:cNvGraphicFramePr>
          <p:nvPr/>
        </p:nvGraphicFramePr>
        <p:xfrm>
          <a:off x="5638800" y="304800"/>
          <a:ext cx="3543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39" name="Equation" r:id="rId5" imgW="3543120" imgH="469800" progId="Equation.3">
                  <p:embed/>
                </p:oleObj>
              </mc:Choice>
              <mc:Fallback>
                <p:oleObj name="Equation" r:id="rId5" imgW="3543120" imgH="46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04800"/>
                        <a:ext cx="3543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88" name="Object 4"/>
          <p:cNvGraphicFramePr>
            <a:graphicFrameLocks noChangeAspect="1"/>
          </p:cNvGraphicFramePr>
          <p:nvPr/>
        </p:nvGraphicFramePr>
        <p:xfrm>
          <a:off x="2362200" y="800100"/>
          <a:ext cx="1257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40" name="Equation" r:id="rId7" imgW="1257120" imgH="952200" progId="Equation.3">
                  <p:embed/>
                </p:oleObj>
              </mc:Choice>
              <mc:Fallback>
                <p:oleObj name="Equation" r:id="rId7" imgW="1257120" imgH="952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800100"/>
                        <a:ext cx="12573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89" name="Object 5"/>
          <p:cNvGraphicFramePr>
            <a:graphicFrameLocks noChangeAspect="1"/>
          </p:cNvGraphicFramePr>
          <p:nvPr/>
        </p:nvGraphicFramePr>
        <p:xfrm>
          <a:off x="2743200" y="2286000"/>
          <a:ext cx="2552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41" name="Equation" r:id="rId9" imgW="2552400" imgH="609480" progId="Equation.3">
                  <p:embed/>
                </p:oleObj>
              </mc:Choice>
              <mc:Fallback>
                <p:oleObj name="Equation" r:id="rId9" imgW="2552400" imgH="609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286000"/>
                        <a:ext cx="2552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90" name="Text Box 6"/>
          <p:cNvSpPr txBox="1">
            <a:spLocks noChangeArrowheads="1"/>
          </p:cNvSpPr>
          <p:nvPr/>
        </p:nvSpPr>
        <p:spPr bwMode="auto">
          <a:xfrm>
            <a:off x="1828800" y="22098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因此</a:t>
            </a:r>
          </a:p>
        </p:txBody>
      </p:sp>
      <p:sp>
        <p:nvSpPr>
          <p:cNvPr id="272391" name="Text Box 7"/>
          <p:cNvSpPr txBox="1">
            <a:spLocks noChangeArrowheads="1"/>
          </p:cNvSpPr>
          <p:nvPr/>
        </p:nvSpPr>
        <p:spPr bwMode="auto">
          <a:xfrm>
            <a:off x="5334000" y="2209801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所以级数发散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272392" name="Object 8"/>
          <p:cNvGraphicFramePr>
            <a:graphicFrameLocks noChangeAspect="1"/>
          </p:cNvGraphicFramePr>
          <p:nvPr/>
        </p:nvGraphicFramePr>
        <p:xfrm>
          <a:off x="9245600" y="330200"/>
          <a:ext cx="1193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42" name="Equation" r:id="rId11" imgW="1193760" imgH="431640" progId="Equation.3">
                  <p:embed/>
                </p:oleObj>
              </mc:Choice>
              <mc:Fallback>
                <p:oleObj name="Equation" r:id="rId11" imgW="1193760" imgH="431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5600" y="330200"/>
                        <a:ext cx="1193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93" name="Text Box 9"/>
          <p:cNvSpPr txBox="1">
            <a:spLocks noChangeArrowheads="1"/>
          </p:cNvSpPr>
          <p:nvPr/>
        </p:nvSpPr>
        <p:spPr bwMode="auto">
          <a:xfrm>
            <a:off x="1828800" y="952501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时</a:t>
            </a:r>
          </a:p>
        </p:txBody>
      </p:sp>
      <p:sp>
        <p:nvSpPr>
          <p:cNvPr id="272394" name="Rectangle 10"/>
          <p:cNvSpPr>
            <a:spLocks noChangeArrowheads="1"/>
          </p:cNvSpPr>
          <p:nvPr/>
        </p:nvSpPr>
        <p:spPr bwMode="auto">
          <a:xfrm>
            <a:off x="2133600" y="304800"/>
            <a:ext cx="1143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2800">
                <a:solidFill>
                  <a:schemeClr val="tx1"/>
                </a:solidFill>
                <a:ea typeface="黑体" panose="02010609060101010101" pitchFamily="49" charset="-122"/>
              </a:rPr>
              <a:t>(2) </a:t>
            </a:r>
            <a:r>
              <a:rPr lang="zh-CN" altLang="en-US" sz="2800">
                <a:solidFill>
                  <a:schemeClr val="tx1"/>
                </a:solidFill>
                <a:ea typeface="黑体" panose="02010609060101010101" pitchFamily="49" charset="-122"/>
              </a:rPr>
              <a:t>当</a:t>
            </a:r>
          </a:p>
        </p:txBody>
      </p:sp>
      <p:graphicFrame>
        <p:nvGraphicFramePr>
          <p:cNvPr id="272395" name="Object 11"/>
          <p:cNvGraphicFramePr>
            <a:graphicFrameLocks noChangeAspect="1"/>
          </p:cNvGraphicFramePr>
          <p:nvPr/>
        </p:nvGraphicFramePr>
        <p:xfrm>
          <a:off x="4114800" y="1600200"/>
          <a:ext cx="1358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43" name="Equation" r:id="rId13" imgW="1358640" imgH="444240" progId="Equation.3">
                  <p:embed/>
                </p:oleObj>
              </mc:Choice>
              <mc:Fallback>
                <p:oleObj name="Equation" r:id="rId13" imgW="1358640" imgH="4442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600200"/>
                        <a:ext cx="1358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6" name="Object 12"/>
          <p:cNvGraphicFramePr>
            <a:graphicFrameLocks noChangeAspect="1"/>
          </p:cNvGraphicFramePr>
          <p:nvPr/>
        </p:nvGraphicFramePr>
        <p:xfrm>
          <a:off x="5511800" y="1587500"/>
          <a:ext cx="889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44" name="Equation" r:id="rId15" imgW="888840" imgH="444240" progId="Equation.3">
                  <p:embed/>
                </p:oleObj>
              </mc:Choice>
              <mc:Fallback>
                <p:oleObj name="Equation" r:id="rId15" imgW="888840" imgH="4442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1800" y="1587500"/>
                        <a:ext cx="889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7" name="Object 13"/>
          <p:cNvGraphicFramePr>
            <a:graphicFrameLocks noChangeAspect="1"/>
          </p:cNvGraphicFramePr>
          <p:nvPr/>
        </p:nvGraphicFramePr>
        <p:xfrm>
          <a:off x="6515100" y="1600200"/>
          <a:ext cx="1409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45" name="Equation" r:id="rId17" imgW="1409400" imgH="444240" progId="Equation.3">
                  <p:embed/>
                </p:oleObj>
              </mc:Choice>
              <mc:Fallback>
                <p:oleObj name="Equation" r:id="rId17" imgW="1409400" imgH="4442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1600200"/>
                        <a:ext cx="1409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8" name="Object 14"/>
          <p:cNvGraphicFramePr>
            <a:graphicFrameLocks noChangeAspect="1"/>
          </p:cNvGraphicFramePr>
          <p:nvPr/>
        </p:nvGraphicFramePr>
        <p:xfrm>
          <a:off x="3581400" y="2895600"/>
          <a:ext cx="17907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46" name="Equation" r:id="rId19" imgW="1790640" imgH="952200" progId="Equation.3">
                  <p:embed/>
                </p:oleObj>
              </mc:Choice>
              <mc:Fallback>
                <p:oleObj name="Equation" r:id="rId19" imgW="1790640" imgH="952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895600"/>
                        <a:ext cx="17907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99" name="Text Box 15"/>
          <p:cNvSpPr txBox="1">
            <a:spLocks noChangeArrowheads="1"/>
          </p:cNvSpPr>
          <p:nvPr/>
        </p:nvSpPr>
        <p:spPr bwMode="auto">
          <a:xfrm>
            <a:off x="2133600" y="3024188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</a:p>
        </p:txBody>
      </p:sp>
      <p:sp>
        <p:nvSpPr>
          <p:cNvPr id="272400" name="Text Box 16"/>
          <p:cNvSpPr txBox="1">
            <a:spLocks noChangeArrowheads="1"/>
          </p:cNvSpPr>
          <p:nvPr/>
        </p:nvSpPr>
        <p:spPr bwMode="auto">
          <a:xfrm>
            <a:off x="5372100" y="3024188"/>
            <a:ext cx="48006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时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级数可能收敛也可能发散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  <a:p>
            <a:pPr>
              <a:spcBef>
                <a:spcPct val="50000"/>
              </a:spcBef>
            </a:pPr>
            <a:endParaRPr kumimoji="1" lang="en-US" altLang="zh-CN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72401" name="Text Box 17"/>
          <p:cNvSpPr txBox="1">
            <a:spLocks noChangeArrowheads="1"/>
          </p:cNvSpPr>
          <p:nvPr/>
        </p:nvSpPr>
        <p:spPr bwMode="auto">
          <a:xfrm>
            <a:off x="2133600" y="4052888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例如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 p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–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级数</a:t>
            </a:r>
          </a:p>
        </p:txBody>
      </p:sp>
      <p:graphicFrame>
        <p:nvGraphicFramePr>
          <p:cNvPr id="272402" name="Object 18"/>
          <p:cNvGraphicFramePr>
            <a:graphicFrameLocks noChangeAspect="1"/>
          </p:cNvGraphicFramePr>
          <p:nvPr/>
        </p:nvGraphicFramePr>
        <p:xfrm>
          <a:off x="4648200" y="3810000"/>
          <a:ext cx="10541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47" name="Equation" r:id="rId21" imgW="1054080" imgH="1041120" progId="Equation.3">
                  <p:embed/>
                </p:oleObj>
              </mc:Choice>
              <mc:Fallback>
                <p:oleObj name="Equation" r:id="rId21" imgW="1054080" imgH="104112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810000"/>
                        <a:ext cx="10541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03" name="Object 19"/>
          <p:cNvGraphicFramePr>
            <a:graphicFrameLocks noChangeAspect="1"/>
          </p:cNvGraphicFramePr>
          <p:nvPr/>
        </p:nvGraphicFramePr>
        <p:xfrm>
          <a:off x="5835650" y="3854450"/>
          <a:ext cx="1308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48" name="Equation" r:id="rId23" imgW="1307880" imgH="952200" progId="Equation.3">
                  <p:embed/>
                </p:oleObj>
              </mc:Choice>
              <mc:Fallback>
                <p:oleObj name="Equation" r:id="rId23" imgW="1307880" imgH="9522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5650" y="3854450"/>
                        <a:ext cx="1308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04" name="Object 20"/>
          <p:cNvGraphicFramePr>
            <a:graphicFrameLocks noChangeAspect="1"/>
          </p:cNvGraphicFramePr>
          <p:nvPr/>
        </p:nvGraphicFramePr>
        <p:xfrm>
          <a:off x="7239000" y="3683000"/>
          <a:ext cx="17653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49" name="Equation" r:id="rId25" imgW="1765080" imgH="1269720" progId="Equation.3">
                  <p:embed/>
                </p:oleObj>
              </mc:Choice>
              <mc:Fallback>
                <p:oleObj name="Equation" r:id="rId25" imgW="1765080" imgH="126972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3683000"/>
                        <a:ext cx="1765300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05" name="Object 21"/>
          <p:cNvGraphicFramePr>
            <a:graphicFrameLocks noChangeAspect="1"/>
          </p:cNvGraphicFramePr>
          <p:nvPr/>
        </p:nvGraphicFramePr>
        <p:xfrm>
          <a:off x="9080500" y="4114800"/>
          <a:ext cx="431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50" name="Equation" r:id="rId27" imgW="431640" imgH="304560" progId="Equation.3">
                  <p:embed/>
                </p:oleObj>
              </mc:Choice>
              <mc:Fallback>
                <p:oleObj name="Equation" r:id="rId27" imgW="431640" imgH="30456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0" y="4114800"/>
                        <a:ext cx="431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406" name="Text Box 22"/>
          <p:cNvSpPr txBox="1">
            <a:spLocks noChangeArrowheads="1"/>
          </p:cNvSpPr>
          <p:nvPr/>
        </p:nvSpPr>
        <p:spPr bwMode="auto">
          <a:xfrm>
            <a:off x="3124200" y="5364163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但</a:t>
            </a:r>
          </a:p>
        </p:txBody>
      </p:sp>
      <p:sp>
        <p:nvSpPr>
          <p:cNvPr id="272407" name="AutoShape 23"/>
          <p:cNvSpPr>
            <a:spLocks/>
          </p:cNvSpPr>
          <p:nvPr/>
        </p:nvSpPr>
        <p:spPr bwMode="auto">
          <a:xfrm>
            <a:off x="3776663" y="5257801"/>
            <a:ext cx="152400" cy="885825"/>
          </a:xfrm>
          <a:prstGeom prst="leftBrace">
            <a:avLst>
              <a:gd name="adj1" fmla="val 4843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2408" name="Object 24"/>
          <p:cNvGraphicFramePr>
            <a:graphicFrameLocks noChangeAspect="1"/>
          </p:cNvGraphicFramePr>
          <p:nvPr/>
        </p:nvGraphicFramePr>
        <p:xfrm>
          <a:off x="3975100" y="5153025"/>
          <a:ext cx="889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51" name="Equation" r:id="rId29" imgW="888840" imgH="393480" progId="Equation.3">
                  <p:embed/>
                </p:oleObj>
              </mc:Choice>
              <mc:Fallback>
                <p:oleObj name="Equation" r:id="rId29" imgW="888840" imgH="3934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100" y="5153025"/>
                        <a:ext cx="889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409" name="Text Box 25"/>
          <p:cNvSpPr txBox="1">
            <a:spLocks noChangeArrowheads="1"/>
          </p:cNvSpPr>
          <p:nvPr/>
        </p:nvSpPr>
        <p:spPr bwMode="auto">
          <a:xfrm>
            <a:off x="4876800" y="5029201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级数收敛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graphicFrame>
        <p:nvGraphicFramePr>
          <p:cNvPr id="272410" name="Object 26"/>
          <p:cNvGraphicFramePr>
            <a:graphicFrameLocks noChangeAspect="1"/>
          </p:cNvGraphicFramePr>
          <p:nvPr/>
        </p:nvGraphicFramePr>
        <p:xfrm>
          <a:off x="3948113" y="5778500"/>
          <a:ext cx="876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952" name="Equation" r:id="rId31" imgW="876240" imgH="393480" progId="Equation.3">
                  <p:embed/>
                </p:oleObj>
              </mc:Choice>
              <mc:Fallback>
                <p:oleObj name="Equation" r:id="rId31" imgW="876240" imgH="39348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8113" y="5778500"/>
                        <a:ext cx="876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411" name="Text Box 27"/>
          <p:cNvSpPr txBox="1">
            <a:spLocks noChangeArrowheads="1"/>
          </p:cNvSpPr>
          <p:nvPr/>
        </p:nvSpPr>
        <p:spPr bwMode="auto">
          <a:xfrm>
            <a:off x="4876800" y="5668963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级数发散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72412" name="Text Box 28"/>
          <p:cNvSpPr txBox="1">
            <a:spLocks noChangeArrowheads="1"/>
          </p:cNvSpPr>
          <p:nvPr/>
        </p:nvSpPr>
        <p:spPr bwMode="auto">
          <a:xfrm>
            <a:off x="3676650" y="958851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从而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E27A8C0-3742-4310-A630-A63529FC4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AAD95-2E63-40F7-8433-38F21F244288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2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72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99" grpId="0"/>
      <p:bldP spid="272400" grpId="0"/>
      <p:bldP spid="272401" grpId="0" autoUpdateAnimBg="0"/>
      <p:bldP spid="272406" grpId="0"/>
      <p:bldP spid="272407" grpId="0" animBg="1"/>
      <p:bldP spid="272409" grpId="0"/>
      <p:bldP spid="2724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Text Box 2"/>
          <p:cNvSpPr txBox="1">
            <a:spLocks noChangeArrowheads="1"/>
          </p:cNvSpPr>
          <p:nvPr/>
        </p:nvSpPr>
        <p:spPr bwMode="auto">
          <a:xfrm>
            <a:off x="2070100" y="2540001"/>
            <a:ext cx="127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 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</a:p>
        </p:txBody>
      </p:sp>
      <p:graphicFrame>
        <p:nvGraphicFramePr>
          <p:cNvPr id="273411" name="Object 3"/>
          <p:cNvGraphicFramePr>
            <a:graphicFrameLocks noChangeAspect="1"/>
          </p:cNvGraphicFramePr>
          <p:nvPr/>
        </p:nvGraphicFramePr>
        <p:xfrm>
          <a:off x="6540501" y="2393950"/>
          <a:ext cx="2187575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669" name="Equation" r:id="rId3" imgW="939600" imgH="393480" progId="Equation.DSMT4">
                  <p:embed/>
                </p:oleObj>
              </mc:Choice>
              <mc:Fallback>
                <p:oleObj name="Equation" r:id="rId3" imgW="93960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1" y="2393950"/>
                        <a:ext cx="2187575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2" name="Object 4"/>
          <p:cNvGraphicFramePr>
            <a:graphicFrameLocks noChangeAspect="1"/>
          </p:cNvGraphicFramePr>
          <p:nvPr/>
        </p:nvGraphicFramePr>
        <p:xfrm>
          <a:off x="3333750" y="3425826"/>
          <a:ext cx="86360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670" name="Equation" r:id="rId5" imgW="368280" imgH="431640" progId="Equation.DSMT4">
                  <p:embed/>
                </p:oleObj>
              </mc:Choice>
              <mc:Fallback>
                <p:oleObj name="Equation" r:id="rId5" imgW="36828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0" y="3425826"/>
                        <a:ext cx="863600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3" name="Object 5"/>
          <p:cNvGraphicFramePr>
            <a:graphicFrameLocks noChangeAspect="1"/>
          </p:cNvGraphicFramePr>
          <p:nvPr/>
        </p:nvGraphicFramePr>
        <p:xfrm>
          <a:off x="3371851" y="2009776"/>
          <a:ext cx="2811463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671" name="Equation" r:id="rId7" imgW="1358640" imgH="787320" progId="Equation.DSMT4">
                  <p:embed/>
                </p:oleObj>
              </mc:Choice>
              <mc:Fallback>
                <p:oleObj name="Equation" r:id="rId7" imgW="1358640" imgH="7873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851" y="2009776"/>
                        <a:ext cx="2811463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14" name="Rectangle 6"/>
          <p:cNvSpPr>
            <a:spLocks noChangeArrowheads="1"/>
          </p:cNvSpPr>
          <p:nvPr/>
        </p:nvSpPr>
        <p:spPr bwMode="auto">
          <a:xfrm>
            <a:off x="1524000" y="381000"/>
            <a:ext cx="538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chemeClr val="accent2"/>
                </a:solidFill>
                <a:ea typeface="黑体" panose="02010609060101010101" pitchFamily="49" charset="-122"/>
              </a:rPr>
              <a:t>6.</a:t>
            </a:r>
            <a:r>
              <a:rPr lang="en-US" altLang="zh-CN" sz="2800" dirty="0"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</a:rPr>
              <a:t>判别下列级数的敛散性</a:t>
            </a:r>
            <a:endParaRPr lang="zh-CN" altLang="en-US" sz="2800" dirty="0">
              <a:ea typeface="黑体" panose="02010609060101010101" pitchFamily="49" charset="-122"/>
            </a:endParaRPr>
          </a:p>
        </p:txBody>
      </p:sp>
      <p:sp>
        <p:nvSpPr>
          <p:cNvPr id="273415" name="Text Box 7"/>
          <p:cNvSpPr txBox="1">
            <a:spLocks noChangeArrowheads="1"/>
          </p:cNvSpPr>
          <p:nvPr/>
        </p:nvSpPr>
        <p:spPr bwMode="auto">
          <a:xfrm>
            <a:off x="2730500" y="3649663"/>
            <a:ext cx="3556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t">
              <a:lnSpc>
                <a:spcPct val="110000"/>
              </a:lnSpc>
            </a:pP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故</a:t>
            </a:r>
          </a:p>
        </p:txBody>
      </p:sp>
      <p:sp>
        <p:nvSpPr>
          <p:cNvPr id="273416" name="Text Box 8"/>
          <p:cNvSpPr txBox="1">
            <a:spLocks noChangeArrowheads="1"/>
          </p:cNvSpPr>
          <p:nvPr/>
        </p:nvSpPr>
        <p:spPr bwMode="auto">
          <a:xfrm>
            <a:off x="4356100" y="3748088"/>
            <a:ext cx="8001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t">
              <a:lnSpc>
                <a:spcPct val="110000"/>
              </a:lnSpc>
            </a:pP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收敛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273417" name="Object 9"/>
          <p:cNvGraphicFramePr>
            <a:graphicFrameLocks noChangeAspect="1"/>
          </p:cNvGraphicFramePr>
          <p:nvPr/>
        </p:nvGraphicFramePr>
        <p:xfrm>
          <a:off x="3149601" y="4343400"/>
          <a:ext cx="401796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672" name="Equation" r:id="rId9" imgW="1625400" imgH="457200" progId="Equation.DSMT4">
                  <p:embed/>
                </p:oleObj>
              </mc:Choice>
              <mc:Fallback>
                <p:oleObj name="Equation" r:id="rId9" imgW="1625400" imgH="457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1" y="4343400"/>
                        <a:ext cx="4017963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18" name="Text Box 10"/>
          <p:cNvSpPr txBox="1">
            <a:spLocks noChangeArrowheads="1"/>
          </p:cNvSpPr>
          <p:nvPr/>
        </p:nvSpPr>
        <p:spPr bwMode="auto">
          <a:xfrm>
            <a:off x="2501900" y="4635501"/>
            <a:ext cx="723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</a:p>
        </p:txBody>
      </p:sp>
      <p:graphicFrame>
        <p:nvGraphicFramePr>
          <p:cNvPr id="273419" name="Object 11"/>
          <p:cNvGraphicFramePr>
            <a:graphicFrameLocks noChangeAspect="1"/>
          </p:cNvGraphicFramePr>
          <p:nvPr/>
        </p:nvGraphicFramePr>
        <p:xfrm>
          <a:off x="7142164" y="4459288"/>
          <a:ext cx="21224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673" name="Equation" r:id="rId11" imgW="939600" imgH="393480" progId="Equation.DSMT4">
                  <p:embed/>
                </p:oleObj>
              </mc:Choice>
              <mc:Fallback>
                <p:oleObj name="Equation" r:id="rId11" imgW="939600" imgH="393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2164" y="4459288"/>
                        <a:ext cx="2122487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20" name="Object 12"/>
          <p:cNvGraphicFramePr>
            <a:graphicFrameLocks noChangeAspect="1"/>
          </p:cNvGraphicFramePr>
          <p:nvPr/>
        </p:nvGraphicFramePr>
        <p:xfrm>
          <a:off x="3433763" y="5343526"/>
          <a:ext cx="1071562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674" name="Equation" r:id="rId13" imgW="457200" imgH="431640" progId="Equation.DSMT4">
                  <p:embed/>
                </p:oleObj>
              </mc:Choice>
              <mc:Fallback>
                <p:oleObj name="Equation" r:id="rId13" imgW="457200" imgH="4316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763" y="5343526"/>
                        <a:ext cx="1071562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21" name="Text Box 13"/>
          <p:cNvSpPr txBox="1">
            <a:spLocks noChangeArrowheads="1"/>
          </p:cNvSpPr>
          <p:nvPr/>
        </p:nvSpPr>
        <p:spPr bwMode="auto">
          <a:xfrm>
            <a:off x="2933700" y="5567363"/>
            <a:ext cx="3556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t">
              <a:lnSpc>
                <a:spcPct val="110000"/>
              </a:lnSpc>
            </a:pP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故</a:t>
            </a:r>
          </a:p>
        </p:txBody>
      </p:sp>
      <p:sp>
        <p:nvSpPr>
          <p:cNvPr id="273422" name="Text Box 14"/>
          <p:cNvSpPr txBox="1">
            <a:spLocks noChangeArrowheads="1"/>
          </p:cNvSpPr>
          <p:nvPr/>
        </p:nvSpPr>
        <p:spPr bwMode="auto">
          <a:xfrm>
            <a:off x="4559300" y="5665788"/>
            <a:ext cx="8001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t">
              <a:lnSpc>
                <a:spcPct val="110000"/>
              </a:lnSpc>
            </a:pP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发散</a:t>
            </a: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273423" name="Object 15"/>
          <p:cNvGraphicFramePr>
            <a:graphicFrameLocks noChangeAspect="1"/>
          </p:cNvGraphicFramePr>
          <p:nvPr/>
        </p:nvGraphicFramePr>
        <p:xfrm>
          <a:off x="2044700" y="863600"/>
          <a:ext cx="40767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675" name="文档" r:id="rId15" imgW="4082336" imgH="1776598" progId="Word.Document.8">
                  <p:embed/>
                </p:oleObj>
              </mc:Choice>
              <mc:Fallback>
                <p:oleObj name="文档" r:id="rId15" imgW="4082336" imgH="1776598" progId="Word.Documen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700" y="863600"/>
                        <a:ext cx="4076700" cy="177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EF91CE-335A-4360-B1AC-ECEE66DA9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E5D7C-B6C9-426B-BEC6-44EAD5B7B1F3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3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3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3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3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3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3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3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3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3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0" grpId="0"/>
      <p:bldP spid="273415" grpId="0"/>
      <p:bldP spid="273416" grpId="0"/>
      <p:bldP spid="273418" grpId="0"/>
      <p:bldP spid="273421" grpId="0"/>
      <p:bldP spid="2734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Text Box 2"/>
          <p:cNvSpPr txBox="1">
            <a:spLocks noChangeArrowheads="1"/>
          </p:cNvSpPr>
          <p:nvPr/>
        </p:nvSpPr>
        <p:spPr bwMode="auto">
          <a:xfrm>
            <a:off x="6324600" y="2986088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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对任意给定的正数 </a:t>
            </a:r>
            <a:endParaRPr kumimoji="1" lang="zh-CN" altLang="en-US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74435" name="Object 3"/>
          <p:cNvGraphicFramePr>
            <a:graphicFrameLocks noChangeAspect="1"/>
          </p:cNvGraphicFramePr>
          <p:nvPr/>
        </p:nvGraphicFramePr>
        <p:xfrm>
          <a:off x="3987800" y="3022600"/>
          <a:ext cx="23368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950" name="Equation" r:id="rId3" imgW="2336760" imgH="634680" progId="Equation.3">
                  <p:embed/>
                </p:oleObj>
              </mc:Choice>
              <mc:Fallback>
                <p:oleObj name="Equation" r:id="rId3" imgW="2336760" imgH="6346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00" y="3022600"/>
                        <a:ext cx="23368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36" name="Rectangle 4"/>
          <p:cNvSpPr>
            <a:spLocks noChangeArrowheads="1"/>
          </p:cNvSpPr>
          <p:nvPr/>
        </p:nvSpPr>
        <p:spPr bwMode="auto">
          <a:xfrm>
            <a:off x="2133600" y="419100"/>
            <a:ext cx="5715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b="1">
                <a:solidFill>
                  <a:schemeClr val="accent2"/>
                </a:solidFill>
                <a:ea typeface="黑体" panose="02010609060101010101" pitchFamily="49" charset="-122"/>
              </a:rPr>
              <a:t>定理</a:t>
            </a:r>
            <a:r>
              <a:rPr lang="en-US" altLang="zh-CN" sz="2800" b="1">
                <a:solidFill>
                  <a:schemeClr val="accent2"/>
                </a:solidFill>
                <a:ea typeface="黑体" panose="02010609060101010101" pitchFamily="49" charset="-122"/>
              </a:rPr>
              <a:t>5.</a:t>
            </a:r>
            <a:r>
              <a:rPr lang="en-US" altLang="zh-CN" sz="2800" b="1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ea typeface="黑体" panose="02010609060101010101" pitchFamily="49" charset="-122"/>
              </a:rPr>
              <a:t>根值审敛法 </a:t>
            </a:r>
            <a:r>
              <a:rPr lang="en-US" altLang="zh-CN" sz="2800">
                <a:solidFill>
                  <a:schemeClr val="tx1"/>
                </a:solidFill>
                <a:ea typeface="黑体" panose="02010609060101010101" pitchFamily="49" charset="-122"/>
              </a:rPr>
              <a:t>( Cauchy</a:t>
            </a:r>
            <a:r>
              <a:rPr lang="zh-CN" altLang="en-US" sz="2800">
                <a:solidFill>
                  <a:schemeClr val="tx1"/>
                </a:solidFill>
                <a:ea typeface="黑体" panose="02010609060101010101" pitchFamily="49" charset="-122"/>
              </a:rPr>
              <a:t>判别法</a:t>
            </a:r>
            <a:r>
              <a:rPr lang="en-US" altLang="zh-CN" sz="280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274437" name="Text Box 5"/>
          <p:cNvSpPr txBox="1">
            <a:spLocks noChangeArrowheads="1"/>
          </p:cNvSpPr>
          <p:nvPr/>
        </p:nvSpPr>
        <p:spPr bwMode="auto">
          <a:xfrm>
            <a:off x="7632700" y="455613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设 </a:t>
            </a:r>
            <a:endParaRPr kumimoji="1"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74438" name="Object 6"/>
          <p:cNvGraphicFramePr>
            <a:graphicFrameLocks noChangeAspect="1"/>
          </p:cNvGraphicFramePr>
          <p:nvPr/>
        </p:nvGraphicFramePr>
        <p:xfrm>
          <a:off x="8089900" y="228600"/>
          <a:ext cx="8255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951" name="Equation" r:id="rId5" imgW="825480" imgH="1028520" progId="Equation.3">
                  <p:embed/>
                </p:oleObj>
              </mc:Choice>
              <mc:Fallback>
                <p:oleObj name="Equation" r:id="rId5" imgW="825480" imgH="10285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9900" y="228600"/>
                        <a:ext cx="8255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39" name="Text Box 7"/>
          <p:cNvSpPr txBox="1">
            <a:spLocks noChangeArrowheads="1"/>
          </p:cNvSpPr>
          <p:nvPr/>
        </p:nvSpPr>
        <p:spPr bwMode="auto">
          <a:xfrm>
            <a:off x="8839200" y="457201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为正项级</a:t>
            </a:r>
          </a:p>
        </p:txBody>
      </p:sp>
      <p:graphicFrame>
        <p:nvGraphicFramePr>
          <p:cNvPr id="274440" name="Object 8"/>
          <p:cNvGraphicFramePr>
            <a:graphicFrameLocks noChangeAspect="1"/>
          </p:cNvGraphicFramePr>
          <p:nvPr/>
        </p:nvGraphicFramePr>
        <p:xfrm>
          <a:off x="2895600" y="1117600"/>
          <a:ext cx="20447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952" name="Equation" r:id="rId7" imgW="2044440" imgH="634680" progId="Equation.3">
                  <p:embed/>
                </p:oleObj>
              </mc:Choice>
              <mc:Fallback>
                <p:oleObj name="Equation" r:id="rId7" imgW="2044440" imgH="6346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117600"/>
                        <a:ext cx="20447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41" name="Text Box 9"/>
          <p:cNvSpPr txBox="1">
            <a:spLocks noChangeArrowheads="1"/>
          </p:cNvSpPr>
          <p:nvPr/>
        </p:nvSpPr>
        <p:spPr bwMode="auto">
          <a:xfrm>
            <a:off x="4953000" y="106680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</a:p>
        </p:txBody>
      </p:sp>
      <p:graphicFrame>
        <p:nvGraphicFramePr>
          <p:cNvPr id="274442" name="Object 10"/>
          <p:cNvGraphicFramePr>
            <a:graphicFrameLocks noChangeAspect="1"/>
          </p:cNvGraphicFramePr>
          <p:nvPr/>
        </p:nvGraphicFramePr>
        <p:xfrm>
          <a:off x="2857501" y="1828801"/>
          <a:ext cx="36925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953" name="Equation" r:id="rId9" imgW="3708360" imgH="444240" progId="Equation.3">
                  <p:embed/>
                </p:oleObj>
              </mc:Choice>
              <mc:Fallback>
                <p:oleObj name="Equation" r:id="rId9" imgW="3708360" imgH="4442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1" y="1828801"/>
                        <a:ext cx="36925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3" name="Object 11"/>
          <p:cNvGraphicFramePr>
            <a:graphicFrameLocks noChangeAspect="1"/>
          </p:cNvGraphicFramePr>
          <p:nvPr/>
        </p:nvGraphicFramePr>
        <p:xfrm>
          <a:off x="2841626" y="2454276"/>
          <a:ext cx="38068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954" name="Equation" r:id="rId11" imgW="3822480" imgH="444240" progId="Equation.3">
                  <p:embed/>
                </p:oleObj>
              </mc:Choice>
              <mc:Fallback>
                <p:oleObj name="Equation" r:id="rId11" imgW="3822480" imgH="4442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26" y="2454276"/>
                        <a:ext cx="38068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44" name="Text Box 12"/>
          <p:cNvSpPr txBox="1">
            <a:spLocks noChangeArrowheads="1"/>
          </p:cNvSpPr>
          <p:nvPr/>
        </p:nvSpPr>
        <p:spPr bwMode="auto">
          <a:xfrm>
            <a:off x="2160588" y="2986088"/>
            <a:ext cx="21066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证明提示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274445" name="Object 13"/>
          <p:cNvGraphicFramePr>
            <a:graphicFrameLocks noChangeAspect="1"/>
          </p:cNvGraphicFramePr>
          <p:nvPr/>
        </p:nvGraphicFramePr>
        <p:xfrm>
          <a:off x="3962400" y="3714750"/>
          <a:ext cx="203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955" name="Equation" r:id="rId13" imgW="2031840" imgH="520560" progId="Equation.3">
                  <p:embed/>
                </p:oleObj>
              </mc:Choice>
              <mc:Fallback>
                <p:oleObj name="Equation" r:id="rId13" imgW="2031840" imgH="52056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714750"/>
                        <a:ext cx="2032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6" name="Object 14"/>
          <p:cNvGraphicFramePr>
            <a:graphicFrameLocks noChangeAspect="1"/>
          </p:cNvGraphicFramePr>
          <p:nvPr/>
        </p:nvGraphicFramePr>
        <p:xfrm>
          <a:off x="3632200" y="4394200"/>
          <a:ext cx="2921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956" name="Equation" r:id="rId15" imgW="2920680" imgH="482400" progId="Equation.3">
                  <p:embed/>
                </p:oleObj>
              </mc:Choice>
              <mc:Fallback>
                <p:oleObj name="Equation" r:id="rId15" imgW="2920680" imgH="482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00" y="4394200"/>
                        <a:ext cx="2921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7" name="Object 15"/>
          <p:cNvGraphicFramePr>
            <a:graphicFrameLocks noChangeAspect="1"/>
          </p:cNvGraphicFramePr>
          <p:nvPr/>
        </p:nvGraphicFramePr>
        <p:xfrm>
          <a:off x="6096000" y="3810000"/>
          <a:ext cx="2247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957" name="Equation" r:id="rId17" imgW="2247840" imgH="457200" progId="Equation.3">
                  <p:embed/>
                </p:oleObj>
              </mc:Choice>
              <mc:Fallback>
                <p:oleObj name="Equation" r:id="rId17" imgW="2247840" imgH="457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810000"/>
                        <a:ext cx="2247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48" name="Text Box 16"/>
          <p:cNvSpPr txBox="1">
            <a:spLocks noChangeArrowheads="1"/>
          </p:cNvSpPr>
          <p:nvPr/>
        </p:nvSpPr>
        <p:spPr bwMode="auto">
          <a:xfrm>
            <a:off x="1828800" y="4967288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即</a:t>
            </a:r>
          </a:p>
        </p:txBody>
      </p:sp>
      <p:graphicFrame>
        <p:nvGraphicFramePr>
          <p:cNvPr id="274449" name="Object 17"/>
          <p:cNvGraphicFramePr>
            <a:graphicFrameLocks noChangeAspect="1"/>
          </p:cNvGraphicFramePr>
          <p:nvPr/>
        </p:nvGraphicFramePr>
        <p:xfrm>
          <a:off x="3381376" y="4965700"/>
          <a:ext cx="36290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958" name="Equation" r:id="rId19" imgW="3632040" imgH="520560" progId="Equation.3">
                  <p:embed/>
                </p:oleObj>
              </mc:Choice>
              <mc:Fallback>
                <p:oleObj name="Equation" r:id="rId19" imgW="3632040" imgH="52056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76" y="4965700"/>
                        <a:ext cx="36290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50" name="Text Box 18"/>
          <p:cNvSpPr txBox="1">
            <a:spLocks noChangeArrowheads="1"/>
          </p:cNvSpPr>
          <p:nvPr/>
        </p:nvSpPr>
        <p:spPr bwMode="auto">
          <a:xfrm>
            <a:off x="1828800" y="5715001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分别利用上述不等式的左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右部分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可推出结论正确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274451" name="Object 19"/>
          <p:cNvGraphicFramePr>
            <a:graphicFrameLocks noChangeAspect="1"/>
          </p:cNvGraphicFramePr>
          <p:nvPr/>
        </p:nvGraphicFramePr>
        <p:xfrm>
          <a:off x="1905000" y="3797300"/>
          <a:ext cx="2032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959" name="Equation" r:id="rId21" imgW="2031840" imgH="469800" progId="Equation.3">
                  <p:embed/>
                </p:oleObj>
              </mc:Choice>
              <mc:Fallback>
                <p:oleObj name="Equation" r:id="rId21" imgW="2031840" imgH="4698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797300"/>
                        <a:ext cx="2032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52" name="Rectangle 20"/>
          <p:cNvSpPr>
            <a:spLocks noChangeArrowheads="1"/>
          </p:cNvSpPr>
          <p:nvPr/>
        </p:nvSpPr>
        <p:spPr bwMode="auto">
          <a:xfrm>
            <a:off x="7391400" y="4343400"/>
            <a:ext cx="2895600" cy="1219200"/>
          </a:xfrm>
          <a:prstGeom prst="rect">
            <a:avLst/>
          </a:prstGeom>
          <a:noFill/>
          <a:ln w="22225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4453" name="Object 21"/>
          <p:cNvGraphicFramePr>
            <a:graphicFrameLocks noChangeAspect="1"/>
          </p:cNvGraphicFramePr>
          <p:nvPr/>
        </p:nvGraphicFramePr>
        <p:xfrm>
          <a:off x="7543800" y="4483100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960" name="Equation" r:id="rId23" imgW="761760" imgH="393480" progId="Equation.3">
                  <p:embed/>
                </p:oleObj>
              </mc:Choice>
              <mc:Fallback>
                <p:oleObj name="Equation" r:id="rId23" imgW="761760" imgH="3934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483100"/>
                        <a:ext cx="762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54" name="AutoShape 22"/>
          <p:cNvSpPr>
            <a:spLocks noChangeArrowheads="1"/>
          </p:cNvSpPr>
          <p:nvPr/>
        </p:nvSpPr>
        <p:spPr bwMode="auto">
          <a:xfrm>
            <a:off x="8382000" y="4597400"/>
            <a:ext cx="457200" cy="152400"/>
          </a:xfrm>
          <a:prstGeom prst="rightArrow">
            <a:avLst>
              <a:gd name="adj1" fmla="val 50000"/>
              <a:gd name="adj2" fmla="val 7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4455" name="Object 23"/>
          <p:cNvGraphicFramePr>
            <a:graphicFrameLocks noChangeAspect="1"/>
          </p:cNvGraphicFramePr>
          <p:nvPr/>
        </p:nvGraphicFramePr>
        <p:xfrm>
          <a:off x="8915400" y="4483100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961" name="Equation" r:id="rId25" imgW="1295280" imgH="393480" progId="Equation.3">
                  <p:embed/>
                </p:oleObj>
              </mc:Choice>
              <mc:Fallback>
                <p:oleObj name="Equation" r:id="rId25" imgW="1295280" imgH="39348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4483100"/>
                        <a:ext cx="1295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56" name="Object 24"/>
          <p:cNvGraphicFramePr>
            <a:graphicFrameLocks noChangeAspect="1"/>
          </p:cNvGraphicFramePr>
          <p:nvPr/>
        </p:nvGraphicFramePr>
        <p:xfrm>
          <a:off x="7607300" y="5092700"/>
          <a:ext cx="774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962" name="Equation" r:id="rId27" imgW="774360" imgH="393480" progId="Equation.3">
                  <p:embed/>
                </p:oleObj>
              </mc:Choice>
              <mc:Fallback>
                <p:oleObj name="Equation" r:id="rId27" imgW="774360" imgH="3934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7300" y="5092700"/>
                        <a:ext cx="774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57" name="AutoShape 25"/>
          <p:cNvSpPr>
            <a:spLocks noChangeArrowheads="1"/>
          </p:cNvSpPr>
          <p:nvPr/>
        </p:nvSpPr>
        <p:spPr bwMode="auto">
          <a:xfrm>
            <a:off x="8458200" y="5181600"/>
            <a:ext cx="457200" cy="152400"/>
          </a:xfrm>
          <a:prstGeom prst="rightArrow">
            <a:avLst>
              <a:gd name="adj1" fmla="val 50000"/>
              <a:gd name="adj2" fmla="val 7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4458" name="Object 26"/>
          <p:cNvGraphicFramePr>
            <a:graphicFrameLocks noChangeAspect="1"/>
          </p:cNvGraphicFramePr>
          <p:nvPr/>
        </p:nvGraphicFramePr>
        <p:xfrm>
          <a:off x="8991600" y="5016500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963" name="Equation" r:id="rId29" imgW="1295280" imgH="393480" progId="Equation.3">
                  <p:embed/>
                </p:oleObj>
              </mc:Choice>
              <mc:Fallback>
                <p:oleObj name="Equation" r:id="rId29" imgW="1295280" imgH="39348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0" y="5016500"/>
                        <a:ext cx="1295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59" name="Text Box 27"/>
          <p:cNvSpPr txBox="1">
            <a:spLocks noChangeArrowheads="1"/>
          </p:cNvSpPr>
          <p:nvPr/>
        </p:nvSpPr>
        <p:spPr bwMode="auto">
          <a:xfrm>
            <a:off x="1828800" y="1081088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数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且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CFFE8D-11CF-47CC-ACDF-D2A688A42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91FB-30D3-4ED5-818D-370AD6BC9D42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4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4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4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4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4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4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4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4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4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4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4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4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4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7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7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7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7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74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7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7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74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7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4" grpId="0" autoUpdateAnimBg="0"/>
      <p:bldP spid="274436" grpId="0"/>
      <p:bldP spid="274437" grpId="0"/>
      <p:bldP spid="274439" grpId="0"/>
      <p:bldP spid="274441" grpId="0"/>
      <p:bldP spid="274444" grpId="0" autoUpdateAnimBg="0"/>
      <p:bldP spid="274448" grpId="0" autoUpdateAnimBg="0"/>
      <p:bldP spid="274450" grpId="0" build="p" autoUpdateAnimBg="0"/>
      <p:bldP spid="274452" grpId="0" animBg="1"/>
      <p:bldP spid="274454" grpId="0" animBg="1"/>
      <p:bldP spid="274457" grpId="0" animBg="1"/>
      <p:bldP spid="27445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Text Box 2"/>
          <p:cNvSpPr txBox="1">
            <a:spLocks noChangeArrowheads="1"/>
          </p:cNvSpPr>
          <p:nvPr/>
        </p:nvSpPr>
        <p:spPr bwMode="auto">
          <a:xfrm>
            <a:off x="4343400" y="609601"/>
            <a:ext cx="586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时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级数可能收敛也可能发散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275459" name="Object 3"/>
          <p:cNvGraphicFramePr>
            <a:graphicFrameLocks noChangeAspect="1"/>
          </p:cNvGraphicFramePr>
          <p:nvPr/>
        </p:nvGraphicFramePr>
        <p:xfrm>
          <a:off x="3429000" y="755650"/>
          <a:ext cx="774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717" name="Equation" r:id="rId3" imgW="774360" imgH="393480" progId="Equation.3">
                  <p:embed/>
                </p:oleObj>
              </mc:Choice>
              <mc:Fallback>
                <p:oleObj name="Equation" r:id="rId3" imgW="774360" imgH="3934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755650"/>
                        <a:ext cx="774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60" name="Text Box 4"/>
          <p:cNvSpPr txBox="1">
            <a:spLocks noChangeArrowheads="1"/>
          </p:cNvSpPr>
          <p:nvPr/>
        </p:nvSpPr>
        <p:spPr bwMode="auto">
          <a:xfrm>
            <a:off x="2312988" y="1524001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例如</a:t>
            </a:r>
            <a:r>
              <a:rPr kumimoji="1"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 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–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级数 </a:t>
            </a:r>
          </a:p>
        </p:txBody>
      </p:sp>
      <p:graphicFrame>
        <p:nvGraphicFramePr>
          <p:cNvPr id="275461" name="Object 5"/>
          <p:cNvGraphicFramePr>
            <a:graphicFrameLocks noChangeAspect="1"/>
          </p:cNvGraphicFramePr>
          <p:nvPr/>
        </p:nvGraphicFramePr>
        <p:xfrm>
          <a:off x="4724400" y="1320800"/>
          <a:ext cx="10541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718" name="Equation" r:id="rId5" imgW="1054080" imgH="1041120" progId="Equation.3">
                  <p:embed/>
                </p:oleObj>
              </mc:Choice>
              <mc:Fallback>
                <p:oleObj name="Equation" r:id="rId5" imgW="1054080" imgH="10411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320800"/>
                        <a:ext cx="10541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62" name="Object 6"/>
          <p:cNvGraphicFramePr>
            <a:graphicFrameLocks noChangeAspect="1"/>
          </p:cNvGraphicFramePr>
          <p:nvPr/>
        </p:nvGraphicFramePr>
        <p:xfrm>
          <a:off x="4927600" y="2489200"/>
          <a:ext cx="2032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719" name="Equation" r:id="rId7" imgW="2031840" imgH="1015920" progId="Equation.3">
                  <p:embed/>
                </p:oleObj>
              </mc:Choice>
              <mc:Fallback>
                <p:oleObj name="Equation" r:id="rId7" imgW="2031840" imgH="10159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2489200"/>
                        <a:ext cx="2032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63" name="Object 7"/>
          <p:cNvGraphicFramePr>
            <a:graphicFrameLocks noChangeAspect="1"/>
          </p:cNvGraphicFramePr>
          <p:nvPr/>
        </p:nvGraphicFramePr>
        <p:xfrm>
          <a:off x="6985000" y="2794000"/>
          <a:ext cx="200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720" name="Equation" r:id="rId9" imgW="2006280" imgH="406080" progId="Equation.3">
                  <p:embed/>
                </p:oleObj>
              </mc:Choice>
              <mc:Fallback>
                <p:oleObj name="Equation" r:id="rId9" imgW="2006280" imgH="4060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00" y="2794000"/>
                        <a:ext cx="2006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64" name="Rectangle 8"/>
          <p:cNvSpPr>
            <a:spLocks noChangeArrowheads="1"/>
          </p:cNvSpPr>
          <p:nvPr/>
        </p:nvSpPr>
        <p:spPr bwMode="auto">
          <a:xfrm>
            <a:off x="2209800" y="609600"/>
            <a:ext cx="1371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chemeClr val="accent2"/>
                </a:solidFill>
                <a:ea typeface="黑体" panose="02010609060101010101" pitchFamily="49" charset="-122"/>
              </a:rPr>
              <a:t>说明 </a:t>
            </a:r>
            <a:r>
              <a:rPr lang="en-US" altLang="zh-CN" sz="2800" b="1">
                <a:solidFill>
                  <a:schemeClr val="accent2"/>
                </a:solidFill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275465" name="Object 9"/>
          <p:cNvGraphicFramePr>
            <a:graphicFrameLocks noChangeAspect="1"/>
          </p:cNvGraphicFramePr>
          <p:nvPr/>
        </p:nvGraphicFramePr>
        <p:xfrm>
          <a:off x="3381375" y="2547938"/>
          <a:ext cx="13716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721" name="Equation" r:id="rId11" imgW="1371600" imgH="876240" progId="Equation.3">
                  <p:embed/>
                </p:oleObj>
              </mc:Choice>
              <mc:Fallback>
                <p:oleObj name="Equation" r:id="rId11" imgW="1371600" imgH="876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75" y="2547938"/>
                        <a:ext cx="13716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66" name="Text Box 10"/>
          <p:cNvSpPr txBox="1">
            <a:spLocks noChangeArrowheads="1"/>
          </p:cNvSpPr>
          <p:nvPr/>
        </p:nvSpPr>
        <p:spPr bwMode="auto">
          <a:xfrm>
            <a:off x="2743200" y="43434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但</a:t>
            </a:r>
          </a:p>
        </p:txBody>
      </p:sp>
      <p:sp>
        <p:nvSpPr>
          <p:cNvPr id="275467" name="AutoShape 11"/>
          <p:cNvSpPr>
            <a:spLocks/>
          </p:cNvSpPr>
          <p:nvPr/>
        </p:nvSpPr>
        <p:spPr bwMode="auto">
          <a:xfrm>
            <a:off x="3429000" y="4252914"/>
            <a:ext cx="152400" cy="885825"/>
          </a:xfrm>
          <a:prstGeom prst="leftBrace">
            <a:avLst>
              <a:gd name="adj1" fmla="val 4843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5468" name="Object 12"/>
          <p:cNvGraphicFramePr>
            <a:graphicFrameLocks noChangeAspect="1"/>
          </p:cNvGraphicFramePr>
          <p:nvPr/>
        </p:nvGraphicFramePr>
        <p:xfrm>
          <a:off x="3683000" y="4087813"/>
          <a:ext cx="889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722" name="Equation" r:id="rId13" imgW="888840" imgH="393480" progId="Equation.3">
                  <p:embed/>
                </p:oleObj>
              </mc:Choice>
              <mc:Fallback>
                <p:oleObj name="Equation" r:id="rId13" imgW="888840" imgH="393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0" y="4087813"/>
                        <a:ext cx="889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69" name="Text Box 13"/>
          <p:cNvSpPr txBox="1">
            <a:spLocks noChangeArrowheads="1"/>
          </p:cNvSpPr>
          <p:nvPr/>
        </p:nvSpPr>
        <p:spPr bwMode="auto">
          <a:xfrm>
            <a:off x="4572000" y="3962401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级数收敛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graphicFrame>
        <p:nvGraphicFramePr>
          <p:cNvPr id="275470" name="Object 14"/>
          <p:cNvGraphicFramePr>
            <a:graphicFrameLocks noChangeAspect="1"/>
          </p:cNvGraphicFramePr>
          <p:nvPr/>
        </p:nvGraphicFramePr>
        <p:xfrm>
          <a:off x="3695700" y="4876800"/>
          <a:ext cx="876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723" name="Equation" r:id="rId15" imgW="876240" imgH="393480" progId="Equation.3">
                  <p:embed/>
                </p:oleObj>
              </mc:Choice>
              <mc:Fallback>
                <p:oleObj name="Equation" r:id="rId15" imgW="876240" imgH="3934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00" y="4876800"/>
                        <a:ext cx="876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71" name="Text Box 15"/>
          <p:cNvSpPr txBox="1">
            <a:spLocks noChangeArrowheads="1"/>
          </p:cNvSpPr>
          <p:nvPr/>
        </p:nvSpPr>
        <p:spPr bwMode="auto">
          <a:xfrm>
            <a:off x="4572000" y="4757738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级数发散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C4C2B0-459E-4DD3-A80F-7A84491D7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82099-A44C-4D42-8029-23FFAD7E55D4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5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5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5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75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5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5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5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5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0" grpId="0" autoUpdateAnimBg="0"/>
      <p:bldP spid="275466" grpId="0" autoUpdateAnimBg="0"/>
      <p:bldP spid="275467" grpId="0" animBg="1"/>
      <p:bldP spid="275469" grpId="0" autoUpdateAnimBg="0"/>
      <p:bldP spid="275471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Text Box 2"/>
          <p:cNvSpPr txBox="1">
            <a:spLocks noChangeArrowheads="1"/>
          </p:cNvSpPr>
          <p:nvPr/>
        </p:nvSpPr>
        <p:spPr bwMode="auto">
          <a:xfrm>
            <a:off x="6456363" y="1211263"/>
            <a:ext cx="1606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的收敛性</a:t>
            </a:r>
          </a:p>
        </p:txBody>
      </p:sp>
      <p:graphicFrame>
        <p:nvGraphicFramePr>
          <p:cNvPr id="276483" name="Object 3"/>
          <p:cNvGraphicFramePr>
            <a:graphicFrameLocks noChangeAspect="1"/>
          </p:cNvGraphicFramePr>
          <p:nvPr/>
        </p:nvGraphicFramePr>
        <p:xfrm>
          <a:off x="5110163" y="1065213"/>
          <a:ext cx="13843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8" name="Equation" r:id="rId3" imgW="787320" imgH="444240" progId="Equation.3">
                  <p:embed/>
                </p:oleObj>
              </mc:Choice>
              <mc:Fallback>
                <p:oleObj name="Equation" r:id="rId3" imgW="787320" imgH="444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3" y="1065213"/>
                        <a:ext cx="138430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4" name="Text Box 4"/>
          <p:cNvSpPr txBox="1">
            <a:spLocks noChangeArrowheads="1"/>
          </p:cNvSpPr>
          <p:nvPr/>
        </p:nvSpPr>
        <p:spPr bwMode="auto">
          <a:xfrm>
            <a:off x="2871789" y="2144713"/>
            <a:ext cx="15271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1: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因为</a:t>
            </a:r>
          </a:p>
        </p:txBody>
      </p:sp>
      <p:graphicFrame>
        <p:nvGraphicFramePr>
          <p:cNvPr id="276485" name="Object 5"/>
          <p:cNvGraphicFramePr>
            <a:graphicFrameLocks noChangeAspect="1"/>
          </p:cNvGraphicFramePr>
          <p:nvPr/>
        </p:nvGraphicFramePr>
        <p:xfrm>
          <a:off x="4359276" y="1971675"/>
          <a:ext cx="432911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9" name="Equation" r:id="rId5" imgW="1930320" imgH="393480" progId="Equation.3">
                  <p:embed/>
                </p:oleObj>
              </mc:Choice>
              <mc:Fallback>
                <p:oleObj name="Equation" r:id="rId5" imgW="193032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9276" y="1971675"/>
                        <a:ext cx="4329113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6" name="Text Box 6"/>
          <p:cNvSpPr txBox="1">
            <a:spLocks noChangeArrowheads="1"/>
          </p:cNvSpPr>
          <p:nvPr/>
        </p:nvSpPr>
        <p:spPr bwMode="auto">
          <a:xfrm>
            <a:off x="2855913" y="3057526"/>
            <a:ext cx="4451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根据根值审敛法知道它收敛</a:t>
            </a:r>
          </a:p>
        </p:txBody>
      </p:sp>
      <p:sp>
        <p:nvSpPr>
          <p:cNvPr id="276487" name="Rectangle 7"/>
          <p:cNvSpPr>
            <a:spLocks noChangeArrowheads="1"/>
          </p:cNvSpPr>
          <p:nvPr/>
        </p:nvSpPr>
        <p:spPr bwMode="auto">
          <a:xfrm>
            <a:off x="2784475" y="1212851"/>
            <a:ext cx="2293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7</a:t>
            </a:r>
            <a:r>
              <a:rPr kumimoji="1" lang="en-US" altLang="zh-CN" sz="2400">
                <a:latin typeface="Times New Roman" panose="02020603050405020304" pitchFamily="18" charset="0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判定级数</a:t>
            </a:r>
          </a:p>
        </p:txBody>
      </p:sp>
      <p:graphicFrame>
        <p:nvGraphicFramePr>
          <p:cNvPr id="276488" name="Object 8"/>
          <p:cNvGraphicFramePr>
            <a:graphicFrameLocks noChangeAspect="1"/>
          </p:cNvGraphicFramePr>
          <p:nvPr/>
        </p:nvGraphicFramePr>
        <p:xfrm>
          <a:off x="3665539" y="4143376"/>
          <a:ext cx="2128837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00" name="Equation" r:id="rId7" imgW="965160" imgH="419040" progId="Equation.3">
                  <p:embed/>
                </p:oleObj>
              </mc:Choice>
              <mc:Fallback>
                <p:oleObj name="Equation" r:id="rId7" imgW="965160" imgH="419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5539" y="4143376"/>
                        <a:ext cx="2128837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9" name="Rectangle 9"/>
          <p:cNvSpPr>
            <a:spLocks noChangeArrowheads="1"/>
          </p:cNvSpPr>
          <p:nvPr/>
        </p:nvSpPr>
        <p:spPr bwMode="auto">
          <a:xfrm>
            <a:off x="2981326" y="4387850"/>
            <a:ext cx="63182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t">
              <a:lnSpc>
                <a:spcPct val="110000"/>
              </a:lnSpc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7259638" y="4143376"/>
                <a:ext cx="4043223" cy="10815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p>
                                </m:den>
                              </m:f>
                            </m:num>
                            <m:den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den>
                              </m:f>
                            </m:den>
                          </m:f>
                        </m:e>
                      </m:func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638" y="4143376"/>
                <a:ext cx="4043223" cy="108151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90E3F0-8609-4807-AD4B-F7B9A9EF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C4F8-7E3A-45D7-9771-CD6862B7E018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76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76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4" grpId="0"/>
      <p:bldP spid="276486" grpId="0"/>
      <p:bldP spid="276489" grpId="0"/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ChangeArrowheads="1"/>
          </p:cNvSpPr>
          <p:nvPr/>
        </p:nvSpPr>
        <p:spPr bwMode="auto">
          <a:xfrm>
            <a:off x="2133600" y="228600"/>
            <a:ext cx="4953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 b="1">
                <a:solidFill>
                  <a:schemeClr val="accent2"/>
                </a:solidFill>
                <a:ea typeface="黑体" panose="02010609060101010101" pitchFamily="49" charset="-122"/>
              </a:rPr>
              <a:t>二 、交错级数及其审敛法</a:t>
            </a:r>
            <a:r>
              <a:rPr lang="zh-CN" altLang="en-US" sz="3200" b="1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77507" name="Text Box 3"/>
          <p:cNvSpPr txBox="1">
            <a:spLocks noChangeArrowheads="1"/>
          </p:cNvSpPr>
          <p:nvPr/>
        </p:nvSpPr>
        <p:spPr bwMode="auto">
          <a:xfrm>
            <a:off x="5638800" y="838201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则各项符号正负相间的级数</a:t>
            </a:r>
          </a:p>
        </p:txBody>
      </p:sp>
      <p:graphicFrame>
        <p:nvGraphicFramePr>
          <p:cNvPr id="277508" name="Object 4"/>
          <p:cNvGraphicFramePr>
            <a:graphicFrameLocks noChangeAspect="1"/>
          </p:cNvGraphicFramePr>
          <p:nvPr/>
        </p:nvGraphicFramePr>
        <p:xfrm>
          <a:off x="3163888" y="1447800"/>
          <a:ext cx="47609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73" name="Equation" r:id="rId3" imgW="4762440" imgH="520560" progId="Equation.3">
                  <p:embed/>
                </p:oleObj>
              </mc:Choice>
              <mc:Fallback>
                <p:oleObj name="Equation" r:id="rId3" imgW="4762440" imgH="5205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3888" y="1447800"/>
                        <a:ext cx="47609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09" name="Text Box 5"/>
          <p:cNvSpPr txBox="1">
            <a:spLocks noChangeArrowheads="1"/>
          </p:cNvSpPr>
          <p:nvPr/>
        </p:nvSpPr>
        <p:spPr bwMode="auto">
          <a:xfrm>
            <a:off x="2133600" y="2003083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称为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交错级数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77510" name="Text Box 6"/>
          <p:cNvSpPr txBox="1">
            <a:spLocks noChangeArrowheads="1"/>
          </p:cNvSpPr>
          <p:nvPr/>
        </p:nvSpPr>
        <p:spPr bwMode="auto">
          <a:xfrm>
            <a:off x="2133600" y="2605088"/>
            <a:ext cx="449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6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 Leibnitz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判别法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277511" name="Text Box 7"/>
          <p:cNvSpPr txBox="1">
            <a:spLocks noChangeArrowheads="1"/>
          </p:cNvSpPr>
          <p:nvPr/>
        </p:nvSpPr>
        <p:spPr bwMode="auto">
          <a:xfrm>
            <a:off x="6172200" y="2605088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若交错级数满足条件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77512" name="Text Box 8"/>
          <p:cNvSpPr txBox="1">
            <a:spLocks noChangeArrowheads="1"/>
          </p:cNvSpPr>
          <p:nvPr/>
        </p:nvSpPr>
        <p:spPr bwMode="auto">
          <a:xfrm>
            <a:off x="1828800" y="4843463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则级数</a:t>
            </a:r>
          </a:p>
        </p:txBody>
      </p:sp>
      <p:graphicFrame>
        <p:nvGraphicFramePr>
          <p:cNvPr id="277513" name="Object 9"/>
          <p:cNvGraphicFramePr>
            <a:graphicFrameLocks noChangeAspect="1"/>
          </p:cNvGraphicFramePr>
          <p:nvPr/>
        </p:nvGraphicFramePr>
        <p:xfrm>
          <a:off x="3006726" y="3260725"/>
          <a:ext cx="42656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74" name="Equation" r:id="rId5" imgW="4267080" imgH="444240" progId="Equation.3">
                  <p:embed/>
                </p:oleObj>
              </mc:Choice>
              <mc:Fallback>
                <p:oleObj name="Equation" r:id="rId5" imgW="4267080" imgH="444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6726" y="3260725"/>
                        <a:ext cx="42656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14" name="Object 10"/>
          <p:cNvGraphicFramePr>
            <a:graphicFrameLocks noChangeAspect="1"/>
          </p:cNvGraphicFramePr>
          <p:nvPr/>
        </p:nvGraphicFramePr>
        <p:xfrm>
          <a:off x="2924175" y="3937000"/>
          <a:ext cx="248443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75" name="Equation" r:id="rId7" imgW="2489040" imgH="660240" progId="Equation.3">
                  <p:embed/>
                </p:oleObj>
              </mc:Choice>
              <mc:Fallback>
                <p:oleObj name="Equation" r:id="rId7" imgW="2489040" imgH="6602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175" y="3937000"/>
                        <a:ext cx="248443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15" name="Object 11"/>
          <p:cNvGraphicFramePr>
            <a:graphicFrameLocks noChangeAspect="1"/>
          </p:cNvGraphicFramePr>
          <p:nvPr/>
        </p:nvGraphicFramePr>
        <p:xfrm>
          <a:off x="3048000" y="4597400"/>
          <a:ext cx="18288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76" name="Equation" r:id="rId9" imgW="1828800" imgH="1041120" progId="Equation.3">
                  <p:embed/>
                </p:oleObj>
              </mc:Choice>
              <mc:Fallback>
                <p:oleObj name="Equation" r:id="rId9" imgW="1828800" imgH="104112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597400"/>
                        <a:ext cx="18288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16" name="Text Box 12"/>
          <p:cNvSpPr txBox="1">
            <a:spLocks noChangeArrowheads="1"/>
          </p:cNvSpPr>
          <p:nvPr/>
        </p:nvSpPr>
        <p:spPr bwMode="auto">
          <a:xfrm>
            <a:off x="4791075" y="4843463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收敛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且其和 </a:t>
            </a:r>
          </a:p>
        </p:txBody>
      </p:sp>
      <p:graphicFrame>
        <p:nvGraphicFramePr>
          <p:cNvPr id="277517" name="Object 13"/>
          <p:cNvGraphicFramePr>
            <a:graphicFrameLocks noChangeAspect="1"/>
          </p:cNvGraphicFramePr>
          <p:nvPr/>
        </p:nvGraphicFramePr>
        <p:xfrm>
          <a:off x="7000875" y="4889500"/>
          <a:ext cx="1016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77" name="Equation" r:id="rId11" imgW="1015920" imgH="444240" progId="Equation.3">
                  <p:embed/>
                </p:oleObj>
              </mc:Choice>
              <mc:Fallback>
                <p:oleObj name="Equation" r:id="rId11" imgW="1015920" imgH="4442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75" y="4889500"/>
                        <a:ext cx="1016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18" name="Text Box 14"/>
          <p:cNvSpPr txBox="1">
            <a:spLocks noChangeArrowheads="1"/>
          </p:cNvSpPr>
          <p:nvPr/>
        </p:nvSpPr>
        <p:spPr bwMode="auto">
          <a:xfrm>
            <a:off x="8077200" y="48006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其余项满足</a:t>
            </a:r>
          </a:p>
        </p:txBody>
      </p:sp>
      <p:graphicFrame>
        <p:nvGraphicFramePr>
          <p:cNvPr id="277519" name="Object 15"/>
          <p:cNvGraphicFramePr>
            <a:graphicFrameLocks noChangeAspect="1"/>
          </p:cNvGraphicFramePr>
          <p:nvPr/>
        </p:nvGraphicFramePr>
        <p:xfrm>
          <a:off x="4546600" y="56261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78" name="Equation" r:id="rId13" imgW="1650960" imgH="469800" progId="Equation.3">
                  <p:embed/>
                </p:oleObj>
              </mc:Choice>
              <mc:Fallback>
                <p:oleObj name="Equation" r:id="rId13" imgW="1650960" imgH="469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6600" y="5626100"/>
                        <a:ext cx="1651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20" name="Object 16"/>
          <p:cNvGraphicFramePr>
            <a:graphicFrameLocks noChangeAspect="1"/>
          </p:cNvGraphicFramePr>
          <p:nvPr/>
        </p:nvGraphicFramePr>
        <p:xfrm>
          <a:off x="2198688" y="914400"/>
          <a:ext cx="32877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79" name="Equation" r:id="rId15" imgW="3288960" imgH="444240" progId="Equation.3">
                  <p:embed/>
                </p:oleObj>
              </mc:Choice>
              <mc:Fallback>
                <p:oleObj name="Equation" r:id="rId15" imgW="3288960" imgH="4442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8688" y="914400"/>
                        <a:ext cx="32877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63A276-8DD6-49E3-AC69-0197E7C63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E0C92-3BD7-4DF6-9711-4D41D2A29D9E}" type="datetime11">
              <a:rPr lang="zh-CN" altLang="en-US" smtClean="0"/>
              <a:t>20:40:10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7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7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7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7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7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7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7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10" grpId="0"/>
      <p:bldP spid="277511" grpId="0"/>
      <p:bldP spid="277512" grpId="0"/>
      <p:bldP spid="277516" grpId="0"/>
      <p:bldP spid="2775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Text Box 2"/>
          <p:cNvSpPr txBox="1">
            <a:spLocks noChangeArrowheads="1"/>
          </p:cNvSpPr>
          <p:nvPr/>
        </p:nvSpPr>
        <p:spPr bwMode="auto">
          <a:xfrm>
            <a:off x="2133600" y="31908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278531" name="Object 3"/>
          <p:cNvGraphicFramePr>
            <a:graphicFrameLocks noChangeAspect="1"/>
          </p:cNvGraphicFramePr>
          <p:nvPr/>
        </p:nvGraphicFramePr>
        <p:xfrm>
          <a:off x="2895601" y="393700"/>
          <a:ext cx="69199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111" name="Equation" r:id="rId3" imgW="6921360" imgH="444240" progId="Equation.3">
                  <p:embed/>
                </p:oleObj>
              </mc:Choice>
              <mc:Fallback>
                <p:oleObj name="Equation" r:id="rId3" imgW="6921360" imgH="444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93700"/>
                        <a:ext cx="69199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2" name="Object 4"/>
          <p:cNvGraphicFramePr>
            <a:graphicFrameLocks noChangeAspect="1"/>
          </p:cNvGraphicFramePr>
          <p:nvPr/>
        </p:nvGraphicFramePr>
        <p:xfrm>
          <a:off x="2860675" y="1079500"/>
          <a:ext cx="75787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112" name="公式" r:id="rId5" imgW="7581600" imgH="444240" progId="Equation.3">
                  <p:embed/>
                </p:oleObj>
              </mc:Choice>
              <mc:Fallback>
                <p:oleObj name="公式" r:id="rId5" imgW="758160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0675" y="1079500"/>
                        <a:ext cx="75787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3" name="Object 5"/>
          <p:cNvGraphicFramePr>
            <a:graphicFrameLocks noChangeAspect="1"/>
          </p:cNvGraphicFramePr>
          <p:nvPr/>
        </p:nvGraphicFramePr>
        <p:xfrm>
          <a:off x="4699000" y="1771650"/>
          <a:ext cx="584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113" name="Equation" r:id="rId7" imgW="583920" imgH="444240" progId="Equation.3">
                  <p:embed/>
                </p:oleObj>
              </mc:Choice>
              <mc:Fallback>
                <p:oleObj name="Equation" r:id="rId7" imgW="583920" imgH="4442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0" y="1771650"/>
                        <a:ext cx="584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4" name="Text Box 6"/>
          <p:cNvSpPr txBox="1">
            <a:spLocks noChangeArrowheads="1"/>
          </p:cNvSpPr>
          <p:nvPr/>
        </p:nvSpPr>
        <p:spPr bwMode="auto">
          <a:xfrm>
            <a:off x="3105150" y="2373313"/>
            <a:ext cx="3600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是单调递增有界数列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278535" name="Object 7"/>
          <p:cNvGraphicFramePr>
            <a:graphicFrameLocks noChangeAspect="1"/>
          </p:cNvGraphicFramePr>
          <p:nvPr/>
        </p:nvGraphicFramePr>
        <p:xfrm>
          <a:off x="2305050" y="2457450"/>
          <a:ext cx="825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114" name="Equation" r:id="rId9" imgW="825480" imgH="444240" progId="Equation.3">
                  <p:embed/>
                </p:oleObj>
              </mc:Choice>
              <mc:Fallback>
                <p:oleObj name="Equation" r:id="rId9" imgW="825480" imgH="444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050" y="2457450"/>
                        <a:ext cx="825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6" name="Object 8"/>
          <p:cNvGraphicFramePr>
            <a:graphicFrameLocks noChangeAspect="1"/>
          </p:cNvGraphicFramePr>
          <p:nvPr/>
        </p:nvGraphicFramePr>
        <p:xfrm>
          <a:off x="7200901" y="2419350"/>
          <a:ext cx="24749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115" name="Equation" r:id="rId11" imgW="2476440" imgH="609480" progId="Equation.3">
                  <p:embed/>
                </p:oleObj>
              </mc:Choice>
              <mc:Fallback>
                <p:oleObj name="Equation" r:id="rId11" imgW="2476440" imgH="609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901" y="2419350"/>
                        <a:ext cx="24749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7" name="Text Box 9"/>
          <p:cNvSpPr txBox="1">
            <a:spLocks noChangeArrowheads="1"/>
          </p:cNvSpPr>
          <p:nvPr/>
        </p:nvSpPr>
        <p:spPr bwMode="auto">
          <a:xfrm>
            <a:off x="2133600" y="32146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又</a:t>
            </a:r>
          </a:p>
        </p:txBody>
      </p:sp>
      <p:graphicFrame>
        <p:nvGraphicFramePr>
          <p:cNvPr id="278538" name="Object 10"/>
          <p:cNvGraphicFramePr>
            <a:graphicFrameLocks noChangeAspect="1"/>
          </p:cNvGraphicFramePr>
          <p:nvPr/>
        </p:nvGraphicFramePr>
        <p:xfrm>
          <a:off x="2971801" y="3276600"/>
          <a:ext cx="43164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116" name="Equation" r:id="rId13" imgW="4317840" imgH="609480" progId="Equation.3">
                  <p:embed/>
                </p:oleObj>
              </mc:Choice>
              <mc:Fallback>
                <p:oleObj name="Equation" r:id="rId13" imgW="4317840" imgH="609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3276600"/>
                        <a:ext cx="43164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9" name="Object 11"/>
          <p:cNvGraphicFramePr>
            <a:graphicFrameLocks noChangeAspect="1"/>
          </p:cNvGraphicFramePr>
          <p:nvPr/>
        </p:nvGraphicFramePr>
        <p:xfrm>
          <a:off x="7380288" y="3276600"/>
          <a:ext cx="1447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117" name="Equation" r:id="rId15" imgW="1447560" imgH="609480" progId="Equation.3">
                  <p:embed/>
                </p:oleObj>
              </mc:Choice>
              <mc:Fallback>
                <p:oleObj name="Equation" r:id="rId15" imgW="1447560" imgH="609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3276600"/>
                        <a:ext cx="1447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40" name="Text Box 12"/>
          <p:cNvSpPr txBox="1">
            <a:spLocks noChangeArrowheads="1"/>
          </p:cNvSpPr>
          <p:nvPr/>
        </p:nvSpPr>
        <p:spPr bwMode="auto">
          <a:xfrm>
            <a:off x="1828800" y="4191001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故级数收敛于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且</a:t>
            </a:r>
          </a:p>
        </p:txBody>
      </p:sp>
      <p:graphicFrame>
        <p:nvGraphicFramePr>
          <p:cNvPr id="278541" name="Object 13"/>
          <p:cNvGraphicFramePr>
            <a:graphicFrameLocks noChangeAspect="1"/>
          </p:cNvGraphicFramePr>
          <p:nvPr/>
        </p:nvGraphicFramePr>
        <p:xfrm>
          <a:off x="4876800" y="4267200"/>
          <a:ext cx="1066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118" name="Equation" r:id="rId17" imgW="1066680" imgH="495000" progId="Equation.3">
                  <p:embed/>
                </p:oleObj>
              </mc:Choice>
              <mc:Fallback>
                <p:oleObj name="Equation" r:id="rId17" imgW="1066680" imgH="495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267200"/>
                        <a:ext cx="10668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2" name="Object 14"/>
          <p:cNvGraphicFramePr>
            <a:graphicFrameLocks noChangeAspect="1"/>
          </p:cNvGraphicFramePr>
          <p:nvPr/>
        </p:nvGraphicFramePr>
        <p:xfrm>
          <a:off x="6045200" y="4267200"/>
          <a:ext cx="165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119" name="Equation" r:id="rId19" imgW="1650960" imgH="457200" progId="Equation.3">
                  <p:embed/>
                </p:oleObj>
              </mc:Choice>
              <mc:Fallback>
                <p:oleObj name="Equation" r:id="rId19" imgW="1650960" imgH="457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0" y="4267200"/>
                        <a:ext cx="1651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3" name="Object 15"/>
          <p:cNvGraphicFramePr>
            <a:graphicFrameLocks noChangeAspect="1"/>
          </p:cNvGraphicFramePr>
          <p:nvPr/>
        </p:nvGraphicFramePr>
        <p:xfrm>
          <a:off x="9906000" y="444500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120" name="Equation" r:id="rId21" imgW="495000" imgH="317160" progId="Equation.3">
                  <p:embed/>
                </p:oleObj>
              </mc:Choice>
              <mc:Fallback>
                <p:oleObj name="Equation" r:id="rId21" imgW="495000" imgH="31716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0" y="444500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4" name="Object 16"/>
          <p:cNvGraphicFramePr>
            <a:graphicFrameLocks noChangeAspect="1"/>
          </p:cNvGraphicFramePr>
          <p:nvPr/>
        </p:nvGraphicFramePr>
        <p:xfrm>
          <a:off x="3810000" y="1752600"/>
          <a:ext cx="762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121" name="Equation" r:id="rId23" imgW="761760" imgH="444240" progId="Equation.3">
                  <p:embed/>
                </p:oleObj>
              </mc:Choice>
              <mc:Fallback>
                <p:oleObj name="Equation" r:id="rId23" imgW="761760" imgH="4442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752600"/>
                        <a:ext cx="762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5" name="Object 17"/>
          <p:cNvGraphicFramePr>
            <a:graphicFrameLocks noChangeAspect="1"/>
          </p:cNvGraphicFramePr>
          <p:nvPr/>
        </p:nvGraphicFramePr>
        <p:xfrm>
          <a:off x="3063875" y="4953000"/>
          <a:ext cx="1600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122" name="Equation" r:id="rId25" imgW="1600200" imgH="444240" progId="Equation.3">
                  <p:embed/>
                </p:oleObj>
              </mc:Choice>
              <mc:Fallback>
                <p:oleObj name="Equation" r:id="rId25" imgW="1600200" imgH="4442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75" y="4953000"/>
                        <a:ext cx="1600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6" name="Object 18"/>
          <p:cNvGraphicFramePr>
            <a:graphicFrameLocks noChangeAspect="1"/>
          </p:cNvGraphicFramePr>
          <p:nvPr/>
        </p:nvGraphicFramePr>
        <p:xfrm>
          <a:off x="4762501" y="4953000"/>
          <a:ext cx="30845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123" name="Equation" r:id="rId27" imgW="3085920" imgH="444240" progId="Equation.3">
                  <p:embed/>
                </p:oleObj>
              </mc:Choice>
              <mc:Fallback>
                <p:oleObj name="Equation" r:id="rId27" imgW="3085920" imgH="4442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1" y="4953000"/>
                        <a:ext cx="30845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7" name="Object 19"/>
          <p:cNvGraphicFramePr>
            <a:graphicFrameLocks noChangeAspect="1"/>
          </p:cNvGraphicFramePr>
          <p:nvPr/>
        </p:nvGraphicFramePr>
        <p:xfrm>
          <a:off x="3048001" y="5622925"/>
          <a:ext cx="37830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124" name="Equation" r:id="rId29" imgW="3784320" imgH="469800" progId="Equation.3">
                  <p:embed/>
                </p:oleObj>
              </mc:Choice>
              <mc:Fallback>
                <p:oleObj name="Equation" r:id="rId29" imgW="3784320" imgH="4698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5622925"/>
                        <a:ext cx="37830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8" name="Object 20"/>
          <p:cNvGraphicFramePr>
            <a:graphicFrameLocks noChangeAspect="1"/>
          </p:cNvGraphicFramePr>
          <p:nvPr/>
        </p:nvGraphicFramePr>
        <p:xfrm>
          <a:off x="6934200" y="5638800"/>
          <a:ext cx="889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125" name="Equation" r:id="rId31" imgW="888840" imgH="444240" progId="Equation.3">
                  <p:embed/>
                </p:oleObj>
              </mc:Choice>
              <mc:Fallback>
                <p:oleObj name="Equation" r:id="rId31" imgW="888840" imgH="4442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5638800"/>
                        <a:ext cx="889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49" name="Text Box 21"/>
          <p:cNvSpPr txBox="1">
            <a:spLocks noChangeArrowheads="1"/>
          </p:cNvSpPr>
          <p:nvPr/>
        </p:nvSpPr>
        <p:spPr bwMode="auto">
          <a:xfrm>
            <a:off x="6629400" y="2362201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故</a:t>
            </a:r>
          </a:p>
        </p:txBody>
      </p:sp>
      <p:graphicFrame>
        <p:nvGraphicFramePr>
          <p:cNvPr id="278550" name="Object 22"/>
          <p:cNvGraphicFramePr>
            <a:graphicFrameLocks noChangeAspect="1"/>
          </p:cNvGraphicFramePr>
          <p:nvPr/>
        </p:nvGraphicFramePr>
        <p:xfrm>
          <a:off x="8902700" y="3340100"/>
          <a:ext cx="546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126" name="Equation" r:id="rId33" imgW="545760" imgH="317160" progId="Equation.3">
                  <p:embed/>
                </p:oleObj>
              </mc:Choice>
              <mc:Fallback>
                <p:oleObj name="Equation" r:id="rId33" imgW="545760" imgH="31716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2700" y="3340100"/>
                        <a:ext cx="546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518A50-BAB2-4AAE-9A28-1BBAB6FB5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FBDB-3F01-45E6-B037-A1673025C168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8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8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8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8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8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8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8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7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4" grpId="0" build="p" autoUpdateAnimBg="0" advAuto="0"/>
      <p:bldP spid="278537" grpId="0" autoUpdateAnimBg="0"/>
      <p:bldP spid="278540" grpId="0" autoUpdateAnimBg="0"/>
      <p:bldP spid="278549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Text Box 2"/>
          <p:cNvSpPr txBox="1">
            <a:spLocks noChangeArrowheads="1"/>
          </p:cNvSpPr>
          <p:nvPr/>
        </p:nvSpPr>
        <p:spPr bwMode="auto">
          <a:xfrm>
            <a:off x="9296400" y="10668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收敛</a:t>
            </a:r>
          </a:p>
        </p:txBody>
      </p:sp>
      <p:sp>
        <p:nvSpPr>
          <p:cNvPr id="279555" name="Text Box 3"/>
          <p:cNvSpPr txBox="1">
            <a:spLocks noChangeArrowheads="1"/>
          </p:cNvSpPr>
          <p:nvPr/>
        </p:nvSpPr>
        <p:spPr bwMode="auto">
          <a:xfrm>
            <a:off x="9372600" y="1995488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收敛</a:t>
            </a:r>
          </a:p>
        </p:txBody>
      </p:sp>
      <p:graphicFrame>
        <p:nvGraphicFramePr>
          <p:cNvPr id="279556" name="Object 4"/>
          <p:cNvGraphicFramePr>
            <a:graphicFrameLocks noChangeAspect="1"/>
          </p:cNvGraphicFramePr>
          <p:nvPr/>
        </p:nvGraphicFramePr>
        <p:xfrm>
          <a:off x="2362201" y="901700"/>
          <a:ext cx="53562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047" name="Equation" r:id="rId3" imgW="5359320" imgH="850680" progId="Equation.3">
                  <p:embed/>
                </p:oleObj>
              </mc:Choice>
              <mc:Fallback>
                <p:oleObj name="Equation" r:id="rId3" imgW="5359320" imgH="8506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901700"/>
                        <a:ext cx="53562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7" name="Object 5"/>
          <p:cNvGraphicFramePr>
            <a:graphicFrameLocks noChangeAspect="1"/>
          </p:cNvGraphicFramePr>
          <p:nvPr/>
        </p:nvGraphicFramePr>
        <p:xfrm>
          <a:off x="2354264" y="1892300"/>
          <a:ext cx="579913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048" name="Equation" r:id="rId5" imgW="5803560" imgH="927000" progId="Equation.3">
                  <p:embed/>
                </p:oleObj>
              </mc:Choice>
              <mc:Fallback>
                <p:oleObj name="Equation" r:id="rId5" imgW="5803560" imgH="927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4264" y="1892300"/>
                        <a:ext cx="5799137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58" name="Rectangle 6"/>
          <p:cNvSpPr>
            <a:spLocks noChangeArrowheads="1"/>
          </p:cNvSpPr>
          <p:nvPr/>
        </p:nvSpPr>
        <p:spPr bwMode="auto">
          <a:xfrm>
            <a:off x="5715000" y="762000"/>
            <a:ext cx="4648200" cy="2209800"/>
          </a:xfrm>
          <a:prstGeom prst="rect">
            <a:avLst/>
          </a:prstGeom>
          <a:solidFill>
            <a:srgbClr val="FF9900"/>
          </a:solidFill>
          <a:ln w="9525">
            <a:solidFill>
              <a:srgbClr val="0033CC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9559" name="Rectangle 7"/>
          <p:cNvSpPr>
            <a:spLocks noChangeArrowheads="1"/>
          </p:cNvSpPr>
          <p:nvPr/>
        </p:nvSpPr>
        <p:spPr bwMode="auto">
          <a:xfrm>
            <a:off x="2057400" y="152400"/>
            <a:ext cx="830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>
                <a:solidFill>
                  <a:schemeClr val="tx1"/>
                </a:solidFill>
                <a:ea typeface="黑体" panose="02010609060101010101" pitchFamily="49" charset="-122"/>
              </a:rPr>
              <a:t>用</a:t>
            </a:r>
            <a:r>
              <a:rPr lang="en-US" altLang="zh-CN" sz="2800">
                <a:solidFill>
                  <a:schemeClr val="accent2"/>
                </a:solidFill>
                <a:ea typeface="黑体" panose="02010609060101010101" pitchFamily="49" charset="-122"/>
              </a:rPr>
              <a:t>Leibnitz </a:t>
            </a:r>
            <a:r>
              <a:rPr lang="zh-CN" altLang="en-US" sz="2800" b="1">
                <a:solidFill>
                  <a:schemeClr val="accent2"/>
                </a:solidFill>
                <a:ea typeface="黑体" panose="02010609060101010101" pitchFamily="49" charset="-122"/>
              </a:rPr>
              <a:t>判别法</a:t>
            </a:r>
            <a:r>
              <a:rPr lang="zh-CN" altLang="en-US" sz="2800">
                <a:solidFill>
                  <a:schemeClr val="tx1"/>
                </a:solidFill>
                <a:ea typeface="黑体" panose="02010609060101010101" pitchFamily="49" charset="-122"/>
              </a:rPr>
              <a:t>判别下列级数的敛散性</a:t>
            </a:r>
            <a:r>
              <a:rPr lang="en-US" altLang="zh-CN" sz="2800">
                <a:solidFill>
                  <a:schemeClr val="tx1"/>
                </a:solidFill>
                <a:ea typeface="黑体" panose="02010609060101010101" pitchFamily="49" charset="-122"/>
              </a:rPr>
              <a:t>:</a:t>
            </a:r>
            <a:endParaRPr lang="en-US" altLang="zh-CN" sz="2800">
              <a:ea typeface="黑体" panose="02010609060101010101" pitchFamily="49" charset="-122"/>
            </a:endParaRPr>
          </a:p>
        </p:txBody>
      </p:sp>
      <p:graphicFrame>
        <p:nvGraphicFramePr>
          <p:cNvPr id="279560" name="Object 8"/>
          <p:cNvGraphicFramePr>
            <a:graphicFrameLocks noChangeAspect="1"/>
          </p:cNvGraphicFramePr>
          <p:nvPr/>
        </p:nvGraphicFramePr>
        <p:xfrm>
          <a:off x="2359026" y="2952750"/>
          <a:ext cx="70580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049" name="Equation" r:id="rId7" imgW="7061040" imgH="914400" progId="Equation.3">
                  <p:embed/>
                </p:oleObj>
              </mc:Choice>
              <mc:Fallback>
                <p:oleObj name="Equation" r:id="rId7" imgW="7061040" imgH="914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026" y="2952750"/>
                        <a:ext cx="70580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61" name="Text Box 9"/>
          <p:cNvSpPr txBox="1">
            <a:spLocks noChangeArrowheads="1"/>
          </p:cNvSpPr>
          <p:nvPr/>
        </p:nvSpPr>
        <p:spPr bwMode="auto">
          <a:xfrm>
            <a:off x="9372600" y="3100388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收敛</a:t>
            </a:r>
          </a:p>
        </p:txBody>
      </p:sp>
      <p:sp>
        <p:nvSpPr>
          <p:cNvPr id="279562" name="Text Box 10"/>
          <p:cNvSpPr txBox="1">
            <a:spLocks noChangeArrowheads="1"/>
          </p:cNvSpPr>
          <p:nvPr/>
        </p:nvSpPr>
        <p:spPr bwMode="auto">
          <a:xfrm>
            <a:off x="2286000" y="4052888"/>
            <a:ext cx="868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上述级数各项取绝对值后所成的级数是否收敛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?</a:t>
            </a:r>
          </a:p>
        </p:txBody>
      </p:sp>
      <p:graphicFrame>
        <p:nvGraphicFramePr>
          <p:cNvPr id="279563" name="Object 11"/>
          <p:cNvGraphicFramePr>
            <a:graphicFrameLocks noChangeAspect="1"/>
          </p:cNvGraphicFramePr>
          <p:nvPr/>
        </p:nvGraphicFramePr>
        <p:xfrm>
          <a:off x="3060700" y="4641850"/>
          <a:ext cx="12827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050" name="Equation" r:id="rId9" imgW="1282680" imgH="1041120" progId="Equation.3">
                  <p:embed/>
                </p:oleObj>
              </mc:Choice>
              <mc:Fallback>
                <p:oleObj name="Equation" r:id="rId9" imgW="1282680" imgH="104112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4641850"/>
                        <a:ext cx="12827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4" name="Object 12"/>
          <p:cNvGraphicFramePr>
            <a:graphicFrameLocks noChangeAspect="1"/>
          </p:cNvGraphicFramePr>
          <p:nvPr/>
        </p:nvGraphicFramePr>
        <p:xfrm>
          <a:off x="5334000" y="4641850"/>
          <a:ext cx="14478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051" name="Equation" r:id="rId11" imgW="1447560" imgH="1041120" progId="Equation.3">
                  <p:embed/>
                </p:oleObj>
              </mc:Choice>
              <mc:Fallback>
                <p:oleObj name="Equation" r:id="rId11" imgW="1447560" imgH="104112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641850"/>
                        <a:ext cx="14478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5" name="Object 13"/>
          <p:cNvGraphicFramePr>
            <a:graphicFrameLocks noChangeAspect="1"/>
          </p:cNvGraphicFramePr>
          <p:nvPr/>
        </p:nvGraphicFramePr>
        <p:xfrm>
          <a:off x="7442200" y="4641850"/>
          <a:ext cx="16256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052" name="Equation" r:id="rId13" imgW="1625400" imgH="1041120" progId="Equation.3">
                  <p:embed/>
                </p:oleObj>
              </mc:Choice>
              <mc:Fallback>
                <p:oleObj name="Equation" r:id="rId13" imgW="1625400" imgH="104112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4641850"/>
                        <a:ext cx="16256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66" name="Text Box 14"/>
          <p:cNvSpPr txBox="1">
            <a:spLocks noChangeArrowheads="1"/>
          </p:cNvSpPr>
          <p:nvPr/>
        </p:nvSpPr>
        <p:spPr bwMode="auto">
          <a:xfrm>
            <a:off x="4152900" y="55372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发散</a:t>
            </a:r>
          </a:p>
        </p:txBody>
      </p:sp>
      <p:sp>
        <p:nvSpPr>
          <p:cNvPr id="279567" name="Text Box 15"/>
          <p:cNvSpPr txBox="1">
            <a:spLocks noChangeArrowheads="1"/>
          </p:cNvSpPr>
          <p:nvPr/>
        </p:nvSpPr>
        <p:spPr bwMode="auto">
          <a:xfrm>
            <a:off x="6388100" y="5613401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收敛</a:t>
            </a:r>
          </a:p>
        </p:txBody>
      </p:sp>
      <p:sp>
        <p:nvSpPr>
          <p:cNvPr id="279568" name="Text Box 16"/>
          <p:cNvSpPr txBox="1">
            <a:spLocks noChangeArrowheads="1"/>
          </p:cNvSpPr>
          <p:nvPr/>
        </p:nvSpPr>
        <p:spPr bwMode="auto">
          <a:xfrm>
            <a:off x="7772400" y="5805488"/>
            <a:ext cx="1239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收敛</a:t>
            </a:r>
          </a:p>
        </p:txBody>
      </p:sp>
      <p:graphicFrame>
        <p:nvGraphicFramePr>
          <p:cNvPr id="279569" name="Object 17"/>
          <p:cNvGraphicFramePr>
            <a:graphicFrameLocks noChangeAspect="1"/>
          </p:cNvGraphicFramePr>
          <p:nvPr/>
        </p:nvGraphicFramePr>
        <p:xfrm>
          <a:off x="7011988" y="914401"/>
          <a:ext cx="1522412" cy="149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053" name="Equation" r:id="rId15" imgW="660240" imgH="647640" progId="Equation.3">
                  <p:embed/>
                </p:oleObj>
              </mc:Choice>
              <mc:Fallback>
                <p:oleObj name="Equation" r:id="rId15" imgW="660240" imgH="6476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1988" y="914401"/>
                        <a:ext cx="1522412" cy="1490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70" name="Object 18"/>
          <p:cNvGraphicFramePr>
            <a:graphicFrameLocks noChangeAspect="1"/>
          </p:cNvGraphicFramePr>
          <p:nvPr/>
        </p:nvGraphicFramePr>
        <p:xfrm>
          <a:off x="7608888" y="1981200"/>
          <a:ext cx="43656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054" name="Equation" r:id="rId17" imgW="190440" imgH="431640" progId="Equation.3">
                  <p:embed/>
                </p:oleObj>
              </mc:Choice>
              <mc:Fallback>
                <p:oleObj name="Equation" r:id="rId17" imgW="190440" imgH="4316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8888" y="1981200"/>
                        <a:ext cx="436562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71" name="Object 19"/>
          <p:cNvGraphicFramePr>
            <a:graphicFrameLocks noChangeAspect="1"/>
          </p:cNvGraphicFramePr>
          <p:nvPr/>
        </p:nvGraphicFramePr>
        <p:xfrm>
          <a:off x="8531226" y="1390650"/>
          <a:ext cx="122237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055" name="Equation" r:id="rId19" imgW="495000" imgH="393480" progId="Equation.3">
                  <p:embed/>
                </p:oleObj>
              </mc:Choice>
              <mc:Fallback>
                <p:oleObj name="Equation" r:id="rId19" imgW="495000" imgH="3934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1226" y="1390650"/>
                        <a:ext cx="122237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72" name="Object 20"/>
          <p:cNvGraphicFramePr>
            <a:graphicFrameLocks noChangeAspect="1"/>
          </p:cNvGraphicFramePr>
          <p:nvPr/>
        </p:nvGraphicFramePr>
        <p:xfrm>
          <a:off x="6121400" y="1409700"/>
          <a:ext cx="965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056" name="Equation" r:id="rId21" imgW="965160" imgH="952200" progId="Equation.3">
                  <p:embed/>
                </p:oleObj>
              </mc:Choice>
              <mc:Fallback>
                <p:oleObj name="Equation" r:id="rId21" imgW="965160" imgH="952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1400" y="1409700"/>
                        <a:ext cx="965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9573" name="Group 21"/>
          <p:cNvGrpSpPr>
            <a:grpSpLocks/>
          </p:cNvGrpSpPr>
          <p:nvPr/>
        </p:nvGrpSpPr>
        <p:grpSpPr bwMode="auto">
          <a:xfrm>
            <a:off x="7010400" y="838200"/>
            <a:ext cx="2819400" cy="1974850"/>
            <a:chOff x="3456" y="580"/>
            <a:chExt cx="1776" cy="1244"/>
          </a:xfrm>
        </p:grpSpPr>
        <p:sp>
          <p:nvSpPr>
            <p:cNvPr id="279574" name="Rectangle 22"/>
            <p:cNvSpPr>
              <a:spLocks noChangeArrowheads="1"/>
            </p:cNvSpPr>
            <p:nvPr/>
          </p:nvSpPr>
          <p:spPr bwMode="auto">
            <a:xfrm>
              <a:off x="3456" y="624"/>
              <a:ext cx="1776" cy="12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79575" name="Object 23"/>
            <p:cNvGraphicFramePr>
              <a:graphicFrameLocks noChangeAspect="1"/>
            </p:cNvGraphicFramePr>
            <p:nvPr/>
          </p:nvGraphicFramePr>
          <p:xfrm>
            <a:off x="3552" y="580"/>
            <a:ext cx="819" cy="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057" name="公式" r:id="rId23" imgW="507960" imgH="622080" progId="Equation.3">
                    <p:embed/>
                  </p:oleObj>
                </mc:Choice>
                <mc:Fallback>
                  <p:oleObj name="公式" r:id="rId23" imgW="507960" imgH="62208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580"/>
                          <a:ext cx="819" cy="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33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9576" name="Object 24"/>
          <p:cNvGraphicFramePr>
            <a:graphicFrameLocks noChangeAspect="1"/>
          </p:cNvGraphicFramePr>
          <p:nvPr/>
        </p:nvGraphicFramePr>
        <p:xfrm>
          <a:off x="7391400" y="1754188"/>
          <a:ext cx="84455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058" name="公式" r:id="rId25" imgW="330120" imgH="393480" progId="Equation.3">
                  <p:embed/>
                </p:oleObj>
              </mc:Choice>
              <mc:Fallback>
                <p:oleObj name="公式" r:id="rId25" imgW="330120" imgH="3934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1754188"/>
                        <a:ext cx="84455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77" name="Object 25"/>
          <p:cNvGraphicFramePr>
            <a:graphicFrameLocks noChangeAspect="1"/>
          </p:cNvGraphicFramePr>
          <p:nvPr/>
        </p:nvGraphicFramePr>
        <p:xfrm>
          <a:off x="8534400" y="1435100"/>
          <a:ext cx="1524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059" name="Equation" r:id="rId27" imgW="1523880" imgH="850680" progId="Equation.3">
                  <p:embed/>
                </p:oleObj>
              </mc:Choice>
              <mc:Fallback>
                <p:oleObj name="Equation" r:id="rId27" imgW="1523880" imgH="8506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0" y="1435100"/>
                        <a:ext cx="1524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62E1CC-1FD5-4161-9CB2-D8CAA787D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BC612-B785-401B-81F4-5B2FC6C67426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9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9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9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9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9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9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9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9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9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9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9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9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7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7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79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4" grpId="0" autoUpdateAnimBg="0"/>
      <p:bldP spid="279555" grpId="0" autoUpdateAnimBg="0"/>
      <p:bldP spid="279558" grpId="0" animBg="1"/>
      <p:bldP spid="279561" grpId="0" autoUpdateAnimBg="0"/>
      <p:bldP spid="279562" grpId="0" autoUpdateAnimBg="0"/>
      <p:bldP spid="279566" grpId="0" autoUpdateAnimBg="0"/>
      <p:bldP spid="279567" grpId="0" autoUpdateAnimBg="0"/>
      <p:bldP spid="279568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ChangeArrowheads="1"/>
          </p:cNvSpPr>
          <p:nvPr/>
        </p:nvSpPr>
        <p:spPr bwMode="auto">
          <a:xfrm>
            <a:off x="2133600" y="228600"/>
            <a:ext cx="5105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 b="1">
                <a:solidFill>
                  <a:schemeClr val="accent2"/>
                </a:solidFill>
                <a:ea typeface="黑体" panose="02010609060101010101" pitchFamily="49" charset="-122"/>
              </a:rPr>
              <a:t>三、绝对收敛与条件收敛</a:t>
            </a:r>
            <a:r>
              <a:rPr lang="zh-CN" altLang="en-US" sz="2800">
                <a:ea typeface="黑体" panose="02010609060101010101" pitchFamily="49" charset="-122"/>
              </a:rPr>
              <a:t>  </a:t>
            </a:r>
            <a:endParaRPr lang="zh-CN" altLang="en-US" sz="280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280579" name="Text Box 3"/>
          <p:cNvSpPr txBox="1">
            <a:spLocks noChangeArrowheads="1"/>
          </p:cNvSpPr>
          <p:nvPr/>
        </p:nvSpPr>
        <p:spPr bwMode="auto">
          <a:xfrm>
            <a:off x="2133600" y="1003301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定义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对任意项级数</a:t>
            </a:r>
          </a:p>
        </p:txBody>
      </p:sp>
      <p:graphicFrame>
        <p:nvGraphicFramePr>
          <p:cNvPr id="280580" name="Object 4"/>
          <p:cNvGraphicFramePr>
            <a:graphicFrameLocks noChangeAspect="1"/>
          </p:cNvGraphicFramePr>
          <p:nvPr/>
        </p:nvGraphicFramePr>
        <p:xfrm>
          <a:off x="5365750" y="717550"/>
          <a:ext cx="9525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850" name="Equation" r:id="rId3" imgW="952200" imgH="1028520" progId="Equation.3">
                  <p:embed/>
                </p:oleObj>
              </mc:Choice>
              <mc:Fallback>
                <p:oleObj name="Equation" r:id="rId3" imgW="952200" imgH="10285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0" y="717550"/>
                        <a:ext cx="9525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81" name="Text Box 5"/>
          <p:cNvSpPr txBox="1">
            <a:spLocks noChangeArrowheads="1"/>
          </p:cNvSpPr>
          <p:nvPr/>
        </p:nvSpPr>
        <p:spPr bwMode="auto">
          <a:xfrm>
            <a:off x="6324600" y="993776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若</a:t>
            </a:r>
          </a:p>
        </p:txBody>
      </p:sp>
      <p:sp>
        <p:nvSpPr>
          <p:cNvPr id="280582" name="Text Box 6"/>
          <p:cNvSpPr txBox="1">
            <a:spLocks noChangeArrowheads="1"/>
          </p:cNvSpPr>
          <p:nvPr/>
        </p:nvSpPr>
        <p:spPr bwMode="auto">
          <a:xfrm>
            <a:off x="2133600" y="2667001"/>
            <a:ext cx="838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若原级数收敛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但取绝对值以后的级数发散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则称原级</a:t>
            </a:r>
          </a:p>
        </p:txBody>
      </p:sp>
      <p:graphicFrame>
        <p:nvGraphicFramePr>
          <p:cNvPr id="280583" name="Object 7"/>
          <p:cNvGraphicFramePr>
            <a:graphicFrameLocks noChangeAspect="1"/>
          </p:cNvGraphicFramePr>
          <p:nvPr/>
        </p:nvGraphicFramePr>
        <p:xfrm>
          <a:off x="3289300" y="4076700"/>
          <a:ext cx="18923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851" name="Equation" r:id="rId5" imgW="1892160" imgH="1028520" progId="Equation.3">
                  <p:embed/>
                </p:oleObj>
              </mc:Choice>
              <mc:Fallback>
                <p:oleObj name="Equation" r:id="rId5" imgW="1892160" imgH="10285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4076700"/>
                        <a:ext cx="18923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4" name="Object 8"/>
          <p:cNvGraphicFramePr>
            <a:graphicFrameLocks noChangeAspect="1"/>
          </p:cNvGraphicFramePr>
          <p:nvPr/>
        </p:nvGraphicFramePr>
        <p:xfrm>
          <a:off x="2667001" y="5181600"/>
          <a:ext cx="274161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852" name="Equation" r:id="rId7" imgW="2743200" imgH="1028520" progId="Equation.3">
                  <p:embed/>
                </p:oleObj>
              </mc:Choice>
              <mc:Fallback>
                <p:oleObj name="Equation" r:id="rId7" imgW="2743200" imgH="102852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5181600"/>
                        <a:ext cx="2741613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5" name="Object 9"/>
          <p:cNvGraphicFramePr>
            <a:graphicFrameLocks noChangeAspect="1"/>
          </p:cNvGraphicFramePr>
          <p:nvPr/>
        </p:nvGraphicFramePr>
        <p:xfrm>
          <a:off x="5607050" y="5181600"/>
          <a:ext cx="21209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853" name="Equation" r:id="rId9" imgW="2120760" imgH="1028520" progId="Equation.3">
                  <p:embed/>
                </p:oleObj>
              </mc:Choice>
              <mc:Fallback>
                <p:oleObj name="Equation" r:id="rId9" imgW="2120760" imgH="10285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7050" y="5181600"/>
                        <a:ext cx="21209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6" name="Object 10"/>
          <p:cNvGraphicFramePr>
            <a:graphicFrameLocks noChangeAspect="1"/>
          </p:cNvGraphicFramePr>
          <p:nvPr/>
        </p:nvGraphicFramePr>
        <p:xfrm>
          <a:off x="6781800" y="768350"/>
          <a:ext cx="10414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854" name="Equation" r:id="rId11" imgW="1041120" imgH="1028520" progId="Equation.3">
                  <p:embed/>
                </p:oleObj>
              </mc:Choice>
              <mc:Fallback>
                <p:oleObj name="Equation" r:id="rId11" imgW="1041120" imgH="102852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768350"/>
                        <a:ext cx="10414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87" name="Text Box 11"/>
          <p:cNvSpPr txBox="1">
            <a:spLocks noChangeArrowheads="1"/>
          </p:cNvSpPr>
          <p:nvPr/>
        </p:nvSpPr>
        <p:spPr bwMode="auto">
          <a:xfrm>
            <a:off x="7848600" y="1004888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收敛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280588" name="Object 12"/>
          <p:cNvGraphicFramePr>
            <a:graphicFrameLocks noChangeAspect="1"/>
          </p:cNvGraphicFramePr>
          <p:nvPr/>
        </p:nvGraphicFramePr>
        <p:xfrm>
          <a:off x="2286000" y="1524000"/>
          <a:ext cx="8255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855" name="Equation" r:id="rId13" imgW="825480" imgH="1028520" progId="Equation.3">
                  <p:embed/>
                </p:oleObj>
              </mc:Choice>
              <mc:Fallback>
                <p:oleObj name="Equation" r:id="rId13" imgW="825480" imgH="102852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524000"/>
                        <a:ext cx="8255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89" name="Text Box 13"/>
          <p:cNvSpPr txBox="1">
            <a:spLocks noChangeArrowheads="1"/>
          </p:cNvSpPr>
          <p:nvPr/>
        </p:nvSpPr>
        <p:spPr bwMode="auto">
          <a:xfrm>
            <a:off x="1828800" y="3357563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数</a:t>
            </a:r>
          </a:p>
        </p:txBody>
      </p:sp>
      <p:graphicFrame>
        <p:nvGraphicFramePr>
          <p:cNvPr id="280590" name="Object 14"/>
          <p:cNvGraphicFramePr>
            <a:graphicFrameLocks noChangeAspect="1"/>
          </p:cNvGraphicFramePr>
          <p:nvPr/>
        </p:nvGraphicFramePr>
        <p:xfrm>
          <a:off x="2286000" y="3124200"/>
          <a:ext cx="8255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856" name="Equation" r:id="rId15" imgW="825480" imgH="1028520" progId="Equation.3">
                  <p:embed/>
                </p:oleObj>
              </mc:Choice>
              <mc:Fallback>
                <p:oleObj name="Equation" r:id="rId15" imgW="825480" imgH="102852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124200"/>
                        <a:ext cx="8255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91" name="Text Box 15"/>
          <p:cNvSpPr txBox="1">
            <a:spLocks noChangeArrowheads="1"/>
          </p:cNvSpPr>
          <p:nvPr/>
        </p:nvSpPr>
        <p:spPr bwMode="auto">
          <a:xfrm>
            <a:off x="5029200" y="4333876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为条件收敛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80592" name="Text Box 16"/>
          <p:cNvSpPr txBox="1">
            <a:spLocks noChangeArrowheads="1"/>
          </p:cNvSpPr>
          <p:nvPr/>
        </p:nvSpPr>
        <p:spPr bwMode="auto">
          <a:xfrm>
            <a:off x="7721600" y="5410201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均为绝对收敛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80593" name="Text Box 17"/>
          <p:cNvSpPr txBox="1">
            <a:spLocks noChangeArrowheads="1"/>
          </p:cNvSpPr>
          <p:nvPr/>
        </p:nvSpPr>
        <p:spPr bwMode="auto">
          <a:xfrm>
            <a:off x="2133600" y="4318001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例如</a:t>
            </a:r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：</a:t>
            </a:r>
          </a:p>
        </p:txBody>
      </p:sp>
      <p:sp>
        <p:nvSpPr>
          <p:cNvPr id="280594" name="Text Box 18"/>
          <p:cNvSpPr txBox="1">
            <a:spLocks noChangeArrowheads="1"/>
          </p:cNvSpPr>
          <p:nvPr/>
        </p:nvSpPr>
        <p:spPr bwMode="auto">
          <a:xfrm>
            <a:off x="3048000" y="176053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绝对收敛 ；</a:t>
            </a:r>
          </a:p>
        </p:txBody>
      </p:sp>
      <p:sp>
        <p:nvSpPr>
          <p:cNvPr id="280595" name="Text Box 19"/>
          <p:cNvSpPr txBox="1">
            <a:spLocks noChangeArrowheads="1"/>
          </p:cNvSpPr>
          <p:nvPr/>
        </p:nvSpPr>
        <p:spPr bwMode="auto">
          <a:xfrm>
            <a:off x="8839200" y="990601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则称原级</a:t>
            </a:r>
          </a:p>
        </p:txBody>
      </p:sp>
      <p:sp>
        <p:nvSpPr>
          <p:cNvPr id="280596" name="Text Box 20"/>
          <p:cNvSpPr txBox="1">
            <a:spLocks noChangeArrowheads="1"/>
          </p:cNvSpPr>
          <p:nvPr/>
        </p:nvSpPr>
        <p:spPr bwMode="auto">
          <a:xfrm>
            <a:off x="1828800" y="175418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数</a:t>
            </a:r>
          </a:p>
        </p:txBody>
      </p:sp>
      <p:sp>
        <p:nvSpPr>
          <p:cNvPr id="280597" name="Text Box 21"/>
          <p:cNvSpPr txBox="1">
            <a:spLocks noChangeArrowheads="1"/>
          </p:cNvSpPr>
          <p:nvPr/>
        </p:nvSpPr>
        <p:spPr bwMode="auto">
          <a:xfrm>
            <a:off x="3048000" y="337185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条件收敛 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7FC25FB-4F54-46D8-A225-5C63459A7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FD57-6FB2-4F84-BEF5-EFFF60DD3606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0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0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0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0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0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0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0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82" grpId="0"/>
      <p:bldP spid="280589" grpId="0"/>
      <p:bldP spid="280591" grpId="0"/>
      <p:bldP spid="280592" grpId="0"/>
      <p:bldP spid="280593" grpId="0"/>
      <p:bldP spid="28059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ChangeArrowheads="1"/>
          </p:cNvSpPr>
          <p:nvPr/>
        </p:nvSpPr>
        <p:spPr bwMode="auto">
          <a:xfrm>
            <a:off x="1524000" y="228600"/>
            <a:ext cx="6400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chemeClr val="accent2"/>
                </a:solidFill>
                <a:ea typeface="黑体" panose="02010609060101010101" pitchFamily="49" charset="-122"/>
              </a:rPr>
              <a:t>定理</a:t>
            </a:r>
            <a:r>
              <a:rPr lang="en-US" altLang="zh-CN" sz="2800" b="1" dirty="0">
                <a:solidFill>
                  <a:schemeClr val="accent2"/>
                </a:solidFill>
                <a:ea typeface="黑体" panose="02010609060101010101" pitchFamily="49" charset="-122"/>
              </a:rPr>
              <a:t>7.</a:t>
            </a:r>
            <a:r>
              <a:rPr lang="en-US" altLang="zh-CN" sz="2800" dirty="0">
                <a:ea typeface="黑体" panose="02010609060101010101" pitchFamily="49" charset="-122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</a:rPr>
              <a:t>绝对收敛的级数一定收敛 </a:t>
            </a:r>
            <a:r>
              <a:rPr lang="en-US" altLang="zh-CN" sz="2800" dirty="0">
                <a:solidFill>
                  <a:schemeClr val="tx1"/>
                </a:solidFill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81603" name="Text Box 3"/>
          <p:cNvSpPr txBox="1">
            <a:spLocks noChangeArrowheads="1"/>
          </p:cNvSpPr>
          <p:nvPr/>
        </p:nvSpPr>
        <p:spPr bwMode="auto">
          <a:xfrm>
            <a:off x="2057400" y="106680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设</a:t>
            </a:r>
          </a:p>
        </p:txBody>
      </p:sp>
      <p:graphicFrame>
        <p:nvGraphicFramePr>
          <p:cNvPr id="281604" name="Object 4"/>
          <p:cNvGraphicFramePr>
            <a:graphicFrameLocks noChangeAspect="1"/>
          </p:cNvGraphicFramePr>
          <p:nvPr/>
        </p:nvGraphicFramePr>
        <p:xfrm>
          <a:off x="3282950" y="800100"/>
          <a:ext cx="9779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046" name="Equation" r:id="rId3" imgW="977760" imgH="1028520" progId="Equation.3">
                  <p:embed/>
                </p:oleObj>
              </mc:Choice>
              <mc:Fallback>
                <p:oleObj name="Equation" r:id="rId3" imgW="977760" imgH="10285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0" y="800100"/>
                        <a:ext cx="9779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5" name="Object 5"/>
          <p:cNvGraphicFramePr>
            <a:graphicFrameLocks noChangeAspect="1"/>
          </p:cNvGraphicFramePr>
          <p:nvPr/>
        </p:nvGraphicFramePr>
        <p:xfrm>
          <a:off x="3975100" y="1905000"/>
          <a:ext cx="330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047" name="Equation" r:id="rId5" imgW="330120" imgH="444240" progId="Equation.3">
                  <p:embed/>
                </p:oleObj>
              </mc:Choice>
              <mc:Fallback>
                <p:oleObj name="Equation" r:id="rId5" imgW="330120" imgH="4442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100" y="1905000"/>
                        <a:ext cx="330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6" name="Object 6"/>
          <p:cNvGraphicFramePr>
            <a:graphicFrameLocks noChangeAspect="1"/>
          </p:cNvGraphicFramePr>
          <p:nvPr/>
        </p:nvGraphicFramePr>
        <p:xfrm>
          <a:off x="6896100" y="1981200"/>
          <a:ext cx="2019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048" name="Equation" r:id="rId7" imgW="2019240" imgH="406080" progId="Equation.3">
                  <p:embed/>
                </p:oleObj>
              </mc:Choice>
              <mc:Fallback>
                <p:oleObj name="Equation" r:id="rId7" imgW="2019240" imgH="4060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6100" y="1981200"/>
                        <a:ext cx="2019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07" name="Text Box 7"/>
          <p:cNvSpPr txBox="1">
            <a:spLocks noChangeArrowheads="1"/>
          </p:cNvSpPr>
          <p:nvPr/>
        </p:nvSpPr>
        <p:spPr bwMode="auto">
          <a:xfrm>
            <a:off x="5715000" y="2667001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根据比较审敛法</a:t>
            </a:r>
          </a:p>
        </p:txBody>
      </p:sp>
      <p:sp>
        <p:nvSpPr>
          <p:cNvPr id="281608" name="Text Box 8"/>
          <p:cNvSpPr txBox="1">
            <a:spLocks noChangeArrowheads="1"/>
          </p:cNvSpPr>
          <p:nvPr/>
        </p:nvSpPr>
        <p:spPr bwMode="auto">
          <a:xfrm>
            <a:off x="1828801" y="2605088"/>
            <a:ext cx="1139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显然</a:t>
            </a:r>
          </a:p>
        </p:txBody>
      </p:sp>
      <p:graphicFrame>
        <p:nvGraphicFramePr>
          <p:cNvPr id="281609" name="Object 9"/>
          <p:cNvGraphicFramePr>
            <a:graphicFrameLocks noChangeAspect="1"/>
          </p:cNvGraphicFramePr>
          <p:nvPr/>
        </p:nvGraphicFramePr>
        <p:xfrm>
          <a:off x="2667000" y="2730500"/>
          <a:ext cx="1079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049" name="Equation" r:id="rId9" imgW="1079280" imgH="444240" progId="Equation.3">
                  <p:embed/>
                </p:oleObj>
              </mc:Choice>
              <mc:Fallback>
                <p:oleObj name="Equation" r:id="rId9" imgW="1079280" imgH="444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730500"/>
                        <a:ext cx="1079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0" name="Object 10"/>
          <p:cNvGraphicFramePr>
            <a:graphicFrameLocks noChangeAspect="1"/>
          </p:cNvGraphicFramePr>
          <p:nvPr/>
        </p:nvGraphicFramePr>
        <p:xfrm>
          <a:off x="8305800" y="2438400"/>
          <a:ext cx="8001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050" name="Equation" r:id="rId11" imgW="799920" imgH="1028520" progId="Equation.3">
                  <p:embed/>
                </p:oleObj>
              </mc:Choice>
              <mc:Fallback>
                <p:oleObj name="Equation" r:id="rId11" imgW="799920" imgH="102852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2438400"/>
                        <a:ext cx="8001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1" name="Text Box 11"/>
          <p:cNvSpPr txBox="1">
            <a:spLocks noChangeArrowheads="1"/>
          </p:cNvSpPr>
          <p:nvPr/>
        </p:nvSpPr>
        <p:spPr bwMode="auto">
          <a:xfrm>
            <a:off x="9067800" y="2667001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收敛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281612" name="Text Box 12"/>
          <p:cNvSpPr txBox="1">
            <a:spLocks noChangeArrowheads="1"/>
          </p:cNvSpPr>
          <p:nvPr/>
        </p:nvSpPr>
        <p:spPr bwMode="auto">
          <a:xfrm>
            <a:off x="7116763" y="426720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收敛</a:t>
            </a:r>
          </a:p>
        </p:txBody>
      </p:sp>
      <p:graphicFrame>
        <p:nvGraphicFramePr>
          <p:cNvPr id="281613" name="Object 13"/>
          <p:cNvGraphicFramePr>
            <a:graphicFrameLocks noChangeAspect="1"/>
          </p:cNvGraphicFramePr>
          <p:nvPr/>
        </p:nvGraphicFramePr>
        <p:xfrm>
          <a:off x="6134100" y="4038600"/>
          <a:ext cx="10287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051" name="Equation" r:id="rId13" imgW="1028520" imgH="1028520" progId="Equation.3">
                  <p:embed/>
                </p:oleObj>
              </mc:Choice>
              <mc:Fallback>
                <p:oleObj name="Equation" r:id="rId13" imgW="1028520" imgH="102852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0" y="4038600"/>
                        <a:ext cx="10287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4" name="Object 14"/>
          <p:cNvGraphicFramePr>
            <a:graphicFrameLocks noChangeAspect="1"/>
          </p:cNvGraphicFramePr>
          <p:nvPr/>
        </p:nvGraphicFramePr>
        <p:xfrm>
          <a:off x="4076700" y="3352800"/>
          <a:ext cx="2247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052" name="Equation" r:id="rId15" imgW="2247840" imgH="469800" progId="Equation.3">
                  <p:embed/>
                </p:oleObj>
              </mc:Choice>
              <mc:Fallback>
                <p:oleObj name="Equation" r:id="rId15" imgW="2247840" imgH="469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6700" y="3352800"/>
                        <a:ext cx="2247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5" name="Object 15"/>
          <p:cNvGraphicFramePr>
            <a:graphicFrameLocks noChangeAspect="1"/>
          </p:cNvGraphicFramePr>
          <p:nvPr/>
        </p:nvGraphicFramePr>
        <p:xfrm>
          <a:off x="4876800" y="4038600"/>
          <a:ext cx="11430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053" name="Equation" r:id="rId17" imgW="1143000" imgH="1028520" progId="Equation.3">
                  <p:embed/>
                </p:oleObj>
              </mc:Choice>
              <mc:Fallback>
                <p:oleObj name="Equation" r:id="rId17" imgW="1143000" imgH="102852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038600"/>
                        <a:ext cx="11430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6" name="Line 16"/>
          <p:cNvSpPr>
            <a:spLocks noChangeShapeType="1"/>
          </p:cNvSpPr>
          <p:nvPr/>
        </p:nvSpPr>
        <p:spPr bwMode="auto">
          <a:xfrm>
            <a:off x="4648200" y="4038600"/>
            <a:ext cx="0" cy="1219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1617" name="Object 17"/>
          <p:cNvGraphicFramePr>
            <a:graphicFrameLocks noChangeAspect="1"/>
          </p:cNvGraphicFramePr>
          <p:nvPr/>
        </p:nvGraphicFramePr>
        <p:xfrm>
          <a:off x="3797300" y="4978400"/>
          <a:ext cx="8255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054" name="Equation" r:id="rId19" imgW="825480" imgH="1028520" progId="Equation.3">
                  <p:embed/>
                </p:oleObj>
              </mc:Choice>
              <mc:Fallback>
                <p:oleObj name="Equation" r:id="rId19" imgW="825480" imgH="102852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4978400"/>
                        <a:ext cx="8255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8" name="Text Box 18"/>
          <p:cNvSpPr txBox="1">
            <a:spLocks noChangeArrowheads="1"/>
          </p:cNvSpPr>
          <p:nvPr/>
        </p:nvSpPr>
        <p:spPr bwMode="auto">
          <a:xfrm>
            <a:off x="4648200" y="5334001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也收敛</a:t>
            </a:r>
          </a:p>
        </p:txBody>
      </p:sp>
      <p:graphicFrame>
        <p:nvGraphicFramePr>
          <p:cNvPr id="281619" name="Object 19"/>
          <p:cNvGraphicFramePr>
            <a:graphicFrameLocks noChangeAspect="1"/>
          </p:cNvGraphicFramePr>
          <p:nvPr/>
        </p:nvGraphicFramePr>
        <p:xfrm>
          <a:off x="4381500" y="1739900"/>
          <a:ext cx="2120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055" name="Equation" r:id="rId21" imgW="2120760" imgH="850680" progId="Equation.3">
                  <p:embed/>
                </p:oleObj>
              </mc:Choice>
              <mc:Fallback>
                <p:oleObj name="Equation" r:id="rId21" imgW="2120760" imgH="8506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1739900"/>
                        <a:ext cx="2120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20" name="Text Box 20"/>
          <p:cNvSpPr txBox="1">
            <a:spLocks noChangeArrowheads="1"/>
          </p:cNvSpPr>
          <p:nvPr/>
        </p:nvSpPr>
        <p:spPr bwMode="auto">
          <a:xfrm>
            <a:off x="3733800" y="264160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且</a:t>
            </a:r>
          </a:p>
        </p:txBody>
      </p:sp>
      <p:graphicFrame>
        <p:nvGraphicFramePr>
          <p:cNvPr id="281621" name="Object 21"/>
          <p:cNvGraphicFramePr>
            <a:graphicFrameLocks noChangeAspect="1"/>
          </p:cNvGraphicFramePr>
          <p:nvPr/>
        </p:nvGraphicFramePr>
        <p:xfrm>
          <a:off x="4267200" y="2692400"/>
          <a:ext cx="330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056" name="Equation" r:id="rId23" imgW="330120" imgH="444240" progId="Equation.3">
                  <p:embed/>
                </p:oleObj>
              </mc:Choice>
              <mc:Fallback>
                <p:oleObj name="Equation" r:id="rId23" imgW="330120" imgH="4442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692400"/>
                        <a:ext cx="330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22" name="Object 22"/>
          <p:cNvGraphicFramePr>
            <a:graphicFrameLocks noChangeAspect="1"/>
          </p:cNvGraphicFramePr>
          <p:nvPr/>
        </p:nvGraphicFramePr>
        <p:xfrm>
          <a:off x="4686300" y="2730500"/>
          <a:ext cx="952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057" name="Equation" r:id="rId25" imgW="952200" imgH="469800" progId="Equation.3">
                  <p:embed/>
                </p:oleObj>
              </mc:Choice>
              <mc:Fallback>
                <p:oleObj name="Equation" r:id="rId25" imgW="952200" imgH="4698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2730500"/>
                        <a:ext cx="952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23" name="Text Box 23"/>
          <p:cNvSpPr txBox="1">
            <a:spLocks noChangeArrowheads="1"/>
          </p:cNvSpPr>
          <p:nvPr/>
        </p:nvSpPr>
        <p:spPr bwMode="auto">
          <a:xfrm>
            <a:off x="4343400" y="108108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收敛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281624" name="Text Box 24"/>
          <p:cNvSpPr txBox="1">
            <a:spLocks noChangeArrowheads="1"/>
          </p:cNvSpPr>
          <p:nvPr/>
        </p:nvSpPr>
        <p:spPr bwMode="auto">
          <a:xfrm>
            <a:off x="5334000" y="10810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令</a:t>
            </a:r>
          </a:p>
        </p:txBody>
      </p:sp>
      <p:sp>
        <p:nvSpPr>
          <p:cNvPr id="281625" name="Rectangle 25"/>
          <p:cNvSpPr>
            <a:spLocks noChangeArrowheads="1"/>
          </p:cNvSpPr>
          <p:nvPr/>
        </p:nvSpPr>
        <p:spPr bwMode="auto">
          <a:xfrm>
            <a:off x="2200275" y="6043614"/>
            <a:ext cx="3710952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3200">
                <a:latin typeface="Times New Roman" panose="02020603050405020304" pitchFamily="18" charset="0"/>
              </a:rPr>
              <a:t>正项级数的重要性</a:t>
            </a:r>
            <a:r>
              <a:rPr kumimoji="1" lang="en-US" altLang="zh-CN" sz="3200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336CE2-6FBA-4056-992E-E84D6CFF8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A28F-7A41-4CEA-B9BA-752ED5E6C3AA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8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8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8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81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81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8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3" grpId="0" autoUpdateAnimBg="0"/>
      <p:bldP spid="281607" grpId="0" autoUpdateAnimBg="0"/>
      <p:bldP spid="281608" grpId="0" autoUpdateAnimBg="0"/>
      <p:bldP spid="281611" grpId="0" autoUpdateAnimBg="0"/>
      <p:bldP spid="281612" grpId="0" autoUpdateAnimBg="0"/>
      <p:bldP spid="281616" grpId="0" animBg="1"/>
      <p:bldP spid="281618" grpId="0" autoUpdateAnimBg="0"/>
      <p:bldP spid="281620" grpId="0" autoUpdateAnimBg="0"/>
      <p:bldP spid="281623" grpId="0" autoUpdateAnimBg="0"/>
      <p:bldP spid="281624" grpId="0" autoUpdateAnimBg="0"/>
      <p:bldP spid="2816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ChangeArrowheads="1"/>
          </p:cNvSpPr>
          <p:nvPr/>
        </p:nvSpPr>
        <p:spPr bwMode="auto">
          <a:xfrm>
            <a:off x="2133600" y="304800"/>
            <a:ext cx="487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b="1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  <a:ea typeface="黑体" panose="02010609060101010101" pitchFamily="49" charset="-122"/>
              </a:rPr>
              <a:t>7.</a:t>
            </a:r>
            <a:r>
              <a:rPr lang="en-US" altLang="zh-CN" sz="280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ea typeface="黑体" panose="02010609060101010101" pitchFamily="49" charset="-122"/>
              </a:rPr>
              <a:t>证明下列级数绝对收敛 </a:t>
            </a:r>
            <a:r>
              <a:rPr lang="en-US" altLang="zh-CN" sz="2800">
                <a:solidFill>
                  <a:schemeClr val="tx1"/>
                </a:solidFill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2826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990138"/>
              </p:ext>
            </p:extLst>
          </p:nvPr>
        </p:nvGraphicFramePr>
        <p:xfrm>
          <a:off x="2605088" y="1028700"/>
          <a:ext cx="3817937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813" name="公式" r:id="rId3" imgW="1549080" imgH="444240" progId="Equation.3">
                  <p:embed/>
                </p:oleObj>
              </mc:Choice>
              <mc:Fallback>
                <p:oleObj name="公式" r:id="rId3" imgW="1549080" imgH="444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1028700"/>
                        <a:ext cx="3817937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28" name="Text Box 4"/>
          <p:cNvSpPr txBox="1">
            <a:spLocks noChangeArrowheads="1"/>
          </p:cNvSpPr>
          <p:nvPr/>
        </p:nvSpPr>
        <p:spPr bwMode="auto">
          <a:xfrm>
            <a:off x="2133600" y="2362201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282629" name="Object 5"/>
          <p:cNvGraphicFramePr>
            <a:graphicFrameLocks noChangeAspect="1"/>
          </p:cNvGraphicFramePr>
          <p:nvPr/>
        </p:nvGraphicFramePr>
        <p:xfrm>
          <a:off x="3535363" y="2209800"/>
          <a:ext cx="2552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814" name="Equation" r:id="rId5" imgW="2552400" imgH="914400" progId="Equation.3">
                  <p:embed/>
                </p:oleObj>
              </mc:Choice>
              <mc:Fallback>
                <p:oleObj name="Equation" r:id="rId5" imgW="2552400" imgH="914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5363" y="2209800"/>
                        <a:ext cx="2552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0" name="Text Box 6"/>
          <p:cNvSpPr txBox="1">
            <a:spLocks noChangeArrowheads="1"/>
          </p:cNvSpPr>
          <p:nvPr/>
        </p:nvSpPr>
        <p:spPr bwMode="auto">
          <a:xfrm>
            <a:off x="6096000" y="238283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而</a:t>
            </a:r>
          </a:p>
        </p:txBody>
      </p:sp>
      <p:graphicFrame>
        <p:nvGraphicFramePr>
          <p:cNvPr id="282631" name="Object 7"/>
          <p:cNvGraphicFramePr>
            <a:graphicFrameLocks noChangeAspect="1"/>
          </p:cNvGraphicFramePr>
          <p:nvPr/>
        </p:nvGraphicFramePr>
        <p:xfrm>
          <a:off x="6642100" y="2133600"/>
          <a:ext cx="9779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815" name="Equation" r:id="rId7" imgW="977760" imgH="1041120" progId="Equation.3">
                  <p:embed/>
                </p:oleObj>
              </mc:Choice>
              <mc:Fallback>
                <p:oleObj name="Equation" r:id="rId7" imgW="977760" imgH="10411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2100" y="2133600"/>
                        <a:ext cx="9779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2" name="Text Box 8"/>
          <p:cNvSpPr txBox="1">
            <a:spLocks noChangeArrowheads="1"/>
          </p:cNvSpPr>
          <p:nvPr/>
        </p:nvSpPr>
        <p:spPr bwMode="auto">
          <a:xfrm>
            <a:off x="7467600" y="2376488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收敛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282633" name="Object 9"/>
          <p:cNvGraphicFramePr>
            <a:graphicFrameLocks noChangeAspect="1"/>
          </p:cNvGraphicFramePr>
          <p:nvPr/>
        </p:nvGraphicFramePr>
        <p:xfrm>
          <a:off x="3581400" y="3378200"/>
          <a:ext cx="2057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816" name="Equation" r:id="rId9" imgW="2057400" imgH="1041120" progId="Equation.3">
                  <p:embed/>
                </p:oleObj>
              </mc:Choice>
              <mc:Fallback>
                <p:oleObj name="Equation" r:id="rId9" imgW="2057400" imgH="10411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378200"/>
                        <a:ext cx="20574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4" name="Text Box 10"/>
          <p:cNvSpPr txBox="1">
            <a:spLocks noChangeArrowheads="1"/>
          </p:cNvSpPr>
          <p:nvPr/>
        </p:nvSpPr>
        <p:spPr bwMode="auto">
          <a:xfrm>
            <a:off x="5715000" y="359568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收敛</a:t>
            </a:r>
          </a:p>
        </p:txBody>
      </p:sp>
      <p:sp>
        <p:nvSpPr>
          <p:cNvPr id="282635" name="Text Box 11"/>
          <p:cNvSpPr txBox="1">
            <a:spLocks noChangeArrowheads="1"/>
          </p:cNvSpPr>
          <p:nvPr/>
        </p:nvSpPr>
        <p:spPr bwMode="auto">
          <a:xfrm>
            <a:off x="2971800" y="501015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因此</a:t>
            </a:r>
          </a:p>
        </p:txBody>
      </p:sp>
      <p:graphicFrame>
        <p:nvGraphicFramePr>
          <p:cNvPr id="282636" name="Object 12"/>
          <p:cNvGraphicFramePr>
            <a:graphicFrameLocks noChangeAspect="1"/>
          </p:cNvGraphicFramePr>
          <p:nvPr/>
        </p:nvGraphicFramePr>
        <p:xfrm>
          <a:off x="3810000" y="4800600"/>
          <a:ext cx="14478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817" name="Equation" r:id="rId11" imgW="1447560" imgH="1041120" progId="Equation.3">
                  <p:embed/>
                </p:oleObj>
              </mc:Choice>
              <mc:Fallback>
                <p:oleObj name="Equation" r:id="rId11" imgW="1447560" imgH="104112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800600"/>
                        <a:ext cx="14478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7" name="Text Box 13"/>
          <p:cNvSpPr txBox="1">
            <a:spLocks noChangeArrowheads="1"/>
          </p:cNvSpPr>
          <p:nvPr/>
        </p:nvSpPr>
        <p:spPr bwMode="auto">
          <a:xfrm>
            <a:off x="5334000" y="5010151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绝对收敛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3C9E2FF-8FC8-4456-AF93-FC2A26146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F2195-FBDB-4622-9C75-A5DF12AE8E3B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2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2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2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2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2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2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2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8" grpId="0" autoUpdateAnimBg="0"/>
      <p:bldP spid="282630" grpId="0" autoUpdateAnimBg="0"/>
      <p:bldP spid="282632" grpId="0" autoUpdateAnimBg="0"/>
      <p:bldP spid="282634" grpId="0" autoUpdateAnimBg="0"/>
      <p:bldP spid="282635" grpId="0" autoUpdateAnimBg="0"/>
      <p:bldP spid="28263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89A0D5-4ECF-4D2E-90E4-C5A213DE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F1447-5D4F-4310-9FCA-BB0D909821C7}" type="datetime11">
              <a:rPr lang="zh-CN" altLang="en-US" smtClean="0"/>
              <a:t>20:40:11</a:t>
            </a:fld>
            <a:endParaRPr lang="en-US" altLang="zh-CN"/>
          </a:p>
        </p:txBody>
      </p:sp>
      <p:sp>
        <p:nvSpPr>
          <p:cNvPr id="285698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493914" y="513178"/>
            <a:ext cx="10972800" cy="1426940"/>
          </a:xfrm>
        </p:spPr>
        <p:txBody>
          <a:bodyPr/>
          <a:lstStyle/>
          <a:p>
            <a:r>
              <a:rPr lang="en-US" altLang="zh-CN" dirty="0"/>
              <a:t>(</a:t>
            </a:r>
            <a:r>
              <a:rPr lang="en-US" altLang="zh-CN" dirty="0">
                <a:ea typeface="华文新魏" panose="02010800040101010101" pitchFamily="2" charset="-122"/>
              </a:rPr>
              <a:t>《</a:t>
            </a:r>
            <a:r>
              <a:rPr lang="zh-CN" altLang="en-US" dirty="0">
                <a:ea typeface="华文新魏" panose="02010800040101010101" pitchFamily="2" charset="-122"/>
              </a:rPr>
              <a:t>概率统计</a:t>
            </a:r>
            <a:r>
              <a:rPr lang="en-US" altLang="zh-CN" dirty="0">
                <a:ea typeface="华文新魏" panose="02010800040101010101" pitchFamily="2" charset="-122"/>
              </a:rPr>
              <a:t>》</a:t>
            </a:r>
            <a:r>
              <a:rPr lang="zh-CN" altLang="en-US" dirty="0">
                <a:ea typeface="华文新魏" panose="02010800040101010101" pitchFamily="2" charset="-122"/>
              </a:rPr>
              <a:t>中用到</a:t>
            </a:r>
            <a:r>
              <a:rPr lang="en-US" altLang="zh-CN" dirty="0">
                <a:ea typeface="华文新魏" panose="02010800040101010101" pitchFamily="2" charset="-122"/>
              </a:rPr>
              <a:t>, </a:t>
            </a:r>
            <a:r>
              <a:rPr lang="zh-CN" altLang="en-US" dirty="0">
                <a:ea typeface="华文新魏" panose="02010800040101010101" pitchFamily="2" charset="-122"/>
              </a:rPr>
              <a:t>应了解</a:t>
            </a:r>
            <a:r>
              <a:rPr lang="en-US" altLang="zh-CN" dirty="0">
                <a:ea typeface="华文新魏" panose="02010800040101010101" pitchFamily="2" charset="-122"/>
              </a:rPr>
              <a:t>.</a:t>
            </a:r>
            <a:r>
              <a:rPr lang="en-US" altLang="zh-CN" dirty="0"/>
              <a:t>)</a:t>
            </a:r>
            <a:r>
              <a:rPr lang="zh-CN" altLang="en-US" dirty="0"/>
              <a:t>绝对收敛级数的特有</a:t>
            </a:r>
            <a:r>
              <a:rPr lang="zh-CN" altLang="en-US" dirty="0" smtClean="0"/>
              <a:t>性质</a:t>
            </a:r>
            <a:r>
              <a:rPr lang="en-US" altLang="zh-CN" dirty="0" smtClean="0"/>
              <a:t>:</a:t>
            </a:r>
            <a:endParaRPr lang="en-US" altLang="zh-CN" dirty="0"/>
          </a:p>
          <a:p>
            <a:pPr>
              <a:buClr>
                <a:schemeClr val="hlink"/>
              </a:buClr>
            </a:pPr>
            <a:r>
              <a:rPr lang="en-US" altLang="zh-CN" dirty="0"/>
              <a:t>(1)</a:t>
            </a:r>
            <a:r>
              <a:rPr lang="zh-CN" altLang="en-US" dirty="0">
                <a:solidFill>
                  <a:srgbClr val="FF0000"/>
                </a:solidFill>
              </a:rPr>
              <a:t>绝对收敛</a:t>
            </a:r>
            <a:r>
              <a:rPr lang="zh-CN" altLang="en-US" dirty="0">
                <a:solidFill>
                  <a:srgbClr val="0000FF"/>
                </a:solidFill>
              </a:rPr>
              <a:t>级数经改变项的位置后构成的级数也收敛</a:t>
            </a:r>
            <a:r>
              <a:rPr lang="en-US" altLang="zh-CN" dirty="0">
                <a:solidFill>
                  <a:srgbClr val="0000FF"/>
                </a:solidFill>
              </a:rPr>
              <a:t>, </a:t>
            </a:r>
            <a:r>
              <a:rPr lang="zh-CN" altLang="en-US" dirty="0">
                <a:solidFill>
                  <a:srgbClr val="0000FF"/>
                </a:solidFill>
              </a:rPr>
              <a:t>且与原级数有相同的和</a:t>
            </a:r>
            <a:r>
              <a:rPr lang="en-US" altLang="zh-CN" dirty="0" smtClean="0">
                <a:solidFill>
                  <a:srgbClr val="0000FF"/>
                </a:solidFill>
              </a:rPr>
              <a:t>.</a:t>
            </a:r>
            <a:r>
              <a:rPr lang="zh-CN" altLang="en-US" dirty="0" smtClean="0">
                <a:solidFill>
                  <a:srgbClr val="FF0000"/>
                </a:solidFill>
              </a:rPr>
              <a:t>（交换律）</a:t>
            </a:r>
            <a:endParaRPr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800985" y="4813538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  <a:latin typeface="Calibri" panose="020F0502020204030204"/>
              </a:rPr>
              <a:t>柯西</a:t>
            </a:r>
            <a:r>
              <a:rPr lang="zh-CN" altLang="en-US" sz="2800" dirty="0" smtClean="0">
                <a:solidFill>
                  <a:srgbClr val="0000FF"/>
                </a:solidFill>
                <a:latin typeface="Calibri" panose="020F0502020204030204"/>
              </a:rPr>
              <a:t>乘积：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460140" y="5400133"/>
                <a:ext cx="993445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sz="2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zh-CN" altLang="en-US" sz="2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sz="2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zh-CN" altLang="en-US" sz="2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140" y="5400133"/>
                <a:ext cx="9934451" cy="461665"/>
              </a:xfrm>
              <a:prstGeom prst="rect">
                <a:avLst/>
              </a:prstGeom>
              <a:blipFill>
                <a:blip r:embed="rId2"/>
                <a:stretch>
                  <a:fillRect l="-3499" t="-127632" b="-197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121139" y="5861798"/>
                <a:ext cx="3360407" cy="5764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1139" y="5861798"/>
                <a:ext cx="3360407" cy="5764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537647" y="3792644"/>
            <a:ext cx="10537575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prstClr val="black"/>
                </a:solidFill>
                <a:latin typeface="Calibri" panose="020F0502020204030204"/>
              </a:rPr>
              <a:t>(2)</a:t>
            </a:r>
            <a:r>
              <a:rPr lang="zh-CN" altLang="en-US" sz="2800" dirty="0">
                <a:solidFill>
                  <a:srgbClr val="0000FF"/>
                </a:solidFill>
                <a:latin typeface="Calibri" panose="020F0502020204030204"/>
              </a:rPr>
              <a:t>两个</a:t>
            </a:r>
            <a:r>
              <a:rPr lang="zh-CN" altLang="en-US" sz="2800" dirty="0">
                <a:solidFill>
                  <a:srgbClr val="FF0000"/>
                </a:solidFill>
                <a:latin typeface="Calibri" panose="020F0502020204030204"/>
              </a:rPr>
              <a:t>绝对收敛</a:t>
            </a:r>
            <a:r>
              <a:rPr lang="zh-CN" altLang="en-US" sz="2800" dirty="0">
                <a:solidFill>
                  <a:srgbClr val="0000FF"/>
                </a:solidFill>
                <a:latin typeface="Calibri" panose="020F0502020204030204"/>
              </a:rPr>
              <a:t>级数的柯西乘积也是绝对收敛的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/>
              </a:rPr>
              <a:t>, </a:t>
            </a:r>
            <a:r>
              <a:rPr lang="zh-CN" altLang="en-US" sz="2800" dirty="0">
                <a:solidFill>
                  <a:srgbClr val="0000FF"/>
                </a:solidFill>
                <a:latin typeface="Calibri" panose="020F0502020204030204"/>
              </a:rPr>
              <a:t>其和为原级数和的乘积</a:t>
            </a:r>
            <a:r>
              <a:rPr lang="en-US" altLang="zh-CN" sz="2800" dirty="0">
                <a:solidFill>
                  <a:srgbClr val="0000FF"/>
                </a:solidFill>
                <a:latin typeface="Calibri" panose="020F0502020204030204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514715" y="1997505"/>
                <a:ext cx="6761466" cy="613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+⋯+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715" y="1997505"/>
                <a:ext cx="6761466" cy="613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8276181" y="1640923"/>
                <a:ext cx="2039469" cy="613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6181" y="1640923"/>
                <a:ext cx="2039469" cy="613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8531635" y="2176602"/>
                <a:ext cx="1784015" cy="613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1635" y="2176602"/>
                <a:ext cx="1784015" cy="613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9049795" y="2747380"/>
                <a:ext cx="1288110" cy="613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9795" y="2747380"/>
                <a:ext cx="1288110" cy="613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0850357" y="1737979"/>
                <a:ext cx="418704" cy="4531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dirty="0" smtClean="0">
                    <a:solidFill>
                      <a:srgbClr val="FF0000"/>
                    </a:solidFill>
                  </a:rPr>
                  <a:t> 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0357" y="1737979"/>
                <a:ext cx="418704" cy="453137"/>
              </a:xfrm>
              <a:prstGeom prst="rect">
                <a:avLst/>
              </a:prstGeom>
              <a:blipFill>
                <a:blip r:embed="rId8"/>
                <a:stretch>
                  <a:fillRect l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10833810" y="2288054"/>
                <a:ext cx="482824" cy="4531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 smtClean="0">
                    <a:solidFill>
                      <a:srgbClr val="FF0000"/>
                    </a:solidFill>
                  </a:rPr>
                  <a:t>  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3810" y="2288054"/>
                <a:ext cx="482824" cy="453137"/>
              </a:xfrm>
              <a:prstGeom prst="rect">
                <a:avLst/>
              </a:prstGeom>
              <a:blipFill>
                <a:blip r:embed="rId9"/>
                <a:stretch>
                  <a:fillRect l="-25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10870394" y="2717093"/>
                <a:ext cx="378630" cy="613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 smtClean="0">
                    <a:solidFill>
                      <a:srgbClr val="FF0000"/>
                    </a:solidFill>
                  </a:rPr>
                  <a:t> 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0394" y="2717093"/>
                <a:ext cx="378630" cy="6138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11378304" y="2384822"/>
                <a:ext cx="418704" cy="4531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zh-CN" altLang="en-US" dirty="0" smtClean="0">
                    <a:solidFill>
                      <a:srgbClr val="7030A0"/>
                    </a:solidFill>
                  </a:rPr>
                  <a:t> </a:t>
                </a:r>
                <a:endParaRPr lang="zh-CN" alt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8304" y="2384822"/>
                <a:ext cx="418704" cy="453137"/>
              </a:xfrm>
              <a:prstGeom prst="rect">
                <a:avLst/>
              </a:prstGeom>
              <a:blipFill>
                <a:blip r:embed="rId11"/>
                <a:stretch>
                  <a:fillRect l="-4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9113012" y="3349969"/>
                <a:ext cx="36580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3012" y="3349969"/>
                <a:ext cx="365806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10833810" y="3392049"/>
                <a:ext cx="36580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3810" y="3392049"/>
                <a:ext cx="365806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8" grpId="0"/>
      <p:bldP spid="9" grpId="0"/>
      <p:bldP spid="10" grpId="0"/>
      <p:bldP spid="12" grpId="0"/>
      <p:bldP spid="15" grpId="0"/>
      <p:bldP spid="11" grpId="0"/>
      <p:bldP spid="17" grpId="0"/>
      <p:bldP spid="18" grpId="0"/>
      <p:bldP spid="19" grpId="0"/>
      <p:bldP spid="16" grpId="0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53" name="Rectangle 9"/>
          <p:cNvSpPr>
            <a:spLocks noChangeArrowheads="1"/>
          </p:cNvSpPr>
          <p:nvPr/>
        </p:nvSpPr>
        <p:spPr bwMode="auto">
          <a:xfrm>
            <a:off x="1524000" y="0"/>
            <a:ext cx="9144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B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754" name="Rectangle 10"/>
          <p:cNvSpPr>
            <a:spLocks noChangeArrowheads="1"/>
          </p:cNvSpPr>
          <p:nvPr/>
        </p:nvSpPr>
        <p:spPr bwMode="auto">
          <a:xfrm>
            <a:off x="3149600" y="228600"/>
            <a:ext cx="73533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4000">
                <a:solidFill>
                  <a:schemeClr val="tx1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第三节</a:t>
            </a:r>
            <a:r>
              <a:rPr lang="zh-CN" altLang="en-US" sz="4000">
                <a:solidFill>
                  <a:schemeClr val="tx1"/>
                </a:solidFill>
                <a:ea typeface="华文新魏" panose="02010800040101010101" pitchFamily="2" charset="-122"/>
              </a:rPr>
              <a:t>幂级数</a:t>
            </a:r>
          </a:p>
        </p:txBody>
      </p:sp>
      <p:sp>
        <p:nvSpPr>
          <p:cNvPr id="287755" name="Rectangle 11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013200" y="1855789"/>
            <a:ext cx="441146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40000"/>
              </a:spcBef>
            </a:pPr>
            <a:r>
              <a:rPr kumimoji="1" lang="zh-CN" altLang="en-US" sz="32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一、函数项级数的概念   </a:t>
            </a:r>
          </a:p>
        </p:txBody>
      </p:sp>
      <p:sp>
        <p:nvSpPr>
          <p:cNvPr id="287756" name="Rectangle 12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4013200" y="2492376"/>
            <a:ext cx="441146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二、幂级数及其收敛性   </a:t>
            </a:r>
          </a:p>
        </p:txBody>
      </p:sp>
      <p:sp>
        <p:nvSpPr>
          <p:cNvPr id="287757" name="Rectangle 13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013201" y="3128964"/>
            <a:ext cx="3590727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三、幂级数的运算  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A3686A1-C886-4F8D-8E58-E5B5F52B5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B6B91-6CAA-456A-BC96-D8501A1050F8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4572000" cy="685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99CC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zh-CN" altLang="en-US" sz="3200" b="1">
                <a:solidFill>
                  <a:schemeClr val="accent2"/>
                </a:solidFill>
                <a:ea typeface="黑体" panose="02010609060101010101" pitchFamily="49" charset="-122"/>
              </a:rPr>
              <a:t>一、 函数项级数的概念</a:t>
            </a:r>
          </a:p>
        </p:txBody>
      </p:sp>
      <p:sp>
        <p:nvSpPr>
          <p:cNvPr id="288771" name="Text Box 3"/>
          <p:cNvSpPr txBox="1">
            <a:spLocks noChangeArrowheads="1"/>
          </p:cNvSpPr>
          <p:nvPr/>
        </p:nvSpPr>
        <p:spPr bwMode="auto">
          <a:xfrm>
            <a:off x="2133600" y="9286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设</a:t>
            </a:r>
          </a:p>
        </p:txBody>
      </p:sp>
      <p:graphicFrame>
        <p:nvGraphicFramePr>
          <p:cNvPr id="288772" name="Object 4"/>
          <p:cNvGraphicFramePr>
            <a:graphicFrameLocks noChangeAspect="1"/>
          </p:cNvGraphicFramePr>
          <p:nvPr/>
        </p:nvGraphicFramePr>
        <p:xfrm>
          <a:off x="3200401" y="1454150"/>
          <a:ext cx="600392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044" name="Equation" r:id="rId3" imgW="6006960" imgH="1028520" progId="Equation.3">
                  <p:embed/>
                </p:oleObj>
              </mc:Choice>
              <mc:Fallback>
                <p:oleObj name="Equation" r:id="rId3" imgW="6006960" imgH="10285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1454150"/>
                        <a:ext cx="6003925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73" name="Text Box 5"/>
          <p:cNvSpPr txBox="1">
            <a:spLocks noChangeArrowheads="1"/>
          </p:cNvSpPr>
          <p:nvPr/>
        </p:nvSpPr>
        <p:spPr bwMode="auto">
          <a:xfrm>
            <a:off x="2133600" y="2543174"/>
            <a:ext cx="609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为定义在区间 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I 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上的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函数项级数</a:t>
            </a:r>
            <a:r>
              <a:rPr kumimoji="1"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88774" name="Text Box 6"/>
          <p:cNvSpPr txBox="1">
            <a:spLocks noChangeArrowheads="1"/>
          </p:cNvSpPr>
          <p:nvPr/>
        </p:nvSpPr>
        <p:spPr bwMode="auto">
          <a:xfrm>
            <a:off x="2133601" y="3267076"/>
            <a:ext cx="836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对</a:t>
            </a:r>
          </a:p>
        </p:txBody>
      </p:sp>
      <p:graphicFrame>
        <p:nvGraphicFramePr>
          <p:cNvPr id="288775" name="Object 7"/>
          <p:cNvGraphicFramePr>
            <a:graphicFrameLocks noChangeAspect="1"/>
          </p:cNvGraphicFramePr>
          <p:nvPr/>
        </p:nvGraphicFramePr>
        <p:xfrm>
          <a:off x="2667000" y="3340100"/>
          <a:ext cx="1028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045" name="Equation" r:id="rId5" imgW="1028520" imgH="444240" progId="Equation.3">
                  <p:embed/>
                </p:oleObj>
              </mc:Choice>
              <mc:Fallback>
                <p:oleObj name="Equation" r:id="rId5" imgW="1028520" imgH="444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340100"/>
                        <a:ext cx="1028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76" name="Text Box 8"/>
          <p:cNvSpPr txBox="1">
            <a:spLocks noChangeArrowheads="1"/>
          </p:cNvSpPr>
          <p:nvPr/>
        </p:nvSpPr>
        <p:spPr bwMode="auto">
          <a:xfrm>
            <a:off x="3733800" y="3265488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若常数项级数</a:t>
            </a:r>
          </a:p>
        </p:txBody>
      </p:sp>
      <p:graphicFrame>
        <p:nvGraphicFramePr>
          <p:cNvPr id="288777" name="Object 9"/>
          <p:cNvGraphicFramePr>
            <a:graphicFrameLocks noChangeAspect="1"/>
          </p:cNvGraphicFramePr>
          <p:nvPr/>
        </p:nvGraphicFramePr>
        <p:xfrm>
          <a:off x="6019800" y="3054350"/>
          <a:ext cx="14478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046" name="Equation" r:id="rId7" imgW="1447560" imgH="1028520" progId="Equation.3">
                  <p:embed/>
                </p:oleObj>
              </mc:Choice>
              <mc:Fallback>
                <p:oleObj name="Equation" r:id="rId7" imgW="1447560" imgH="10285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054350"/>
                        <a:ext cx="14478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78" name="Text Box 10"/>
          <p:cNvSpPr txBox="1">
            <a:spLocks noChangeArrowheads="1"/>
          </p:cNvSpPr>
          <p:nvPr/>
        </p:nvSpPr>
        <p:spPr bwMode="auto">
          <a:xfrm>
            <a:off x="2133600" y="4102675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敛点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288779" name="Text Box 11"/>
          <p:cNvSpPr txBox="1">
            <a:spLocks noChangeArrowheads="1"/>
          </p:cNvSpPr>
          <p:nvPr/>
        </p:nvSpPr>
        <p:spPr bwMode="auto">
          <a:xfrm>
            <a:off x="3181350" y="4087813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所有收敛点的全体称为其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收敛域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288780" name="Text Box 12"/>
          <p:cNvSpPr txBox="1">
            <a:spLocks noChangeArrowheads="1"/>
          </p:cNvSpPr>
          <p:nvPr/>
        </p:nvSpPr>
        <p:spPr bwMode="auto">
          <a:xfrm>
            <a:off x="2133600" y="4846638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若常数项级数</a:t>
            </a:r>
          </a:p>
        </p:txBody>
      </p:sp>
      <p:graphicFrame>
        <p:nvGraphicFramePr>
          <p:cNvPr id="288781" name="Object 13"/>
          <p:cNvGraphicFramePr>
            <a:graphicFrameLocks noChangeAspect="1"/>
          </p:cNvGraphicFramePr>
          <p:nvPr/>
        </p:nvGraphicFramePr>
        <p:xfrm>
          <a:off x="4419600" y="4610100"/>
          <a:ext cx="14478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047" name="Equation" r:id="rId9" imgW="1447560" imgH="1028520" progId="Equation.3">
                  <p:embed/>
                </p:oleObj>
              </mc:Choice>
              <mc:Fallback>
                <p:oleObj name="Equation" r:id="rId9" imgW="1447560" imgH="102852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610100"/>
                        <a:ext cx="14478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82" name="Text Box 14"/>
          <p:cNvSpPr txBox="1">
            <a:spLocks noChangeArrowheads="1"/>
          </p:cNvSpPr>
          <p:nvPr/>
        </p:nvSpPr>
        <p:spPr bwMode="auto">
          <a:xfrm>
            <a:off x="5308600" y="914401"/>
            <a:ext cx="480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为定义在区间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I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上的函数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称</a:t>
            </a:r>
          </a:p>
        </p:txBody>
      </p:sp>
      <p:sp>
        <p:nvSpPr>
          <p:cNvPr id="288783" name="Text Box 15"/>
          <p:cNvSpPr txBox="1">
            <a:spLocks noChangeArrowheads="1"/>
          </p:cNvSpPr>
          <p:nvPr/>
        </p:nvSpPr>
        <p:spPr bwMode="auto">
          <a:xfrm>
            <a:off x="7391400" y="3265488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收敛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288784" name="Text Box 16"/>
          <p:cNvSpPr txBox="1">
            <a:spLocks noChangeArrowheads="1"/>
          </p:cNvSpPr>
          <p:nvPr/>
        </p:nvSpPr>
        <p:spPr bwMode="auto">
          <a:xfrm>
            <a:off x="5867400" y="4832351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发散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288785" name="Text Box 17"/>
          <p:cNvSpPr txBox="1">
            <a:spLocks noChangeArrowheads="1"/>
          </p:cNvSpPr>
          <p:nvPr/>
        </p:nvSpPr>
        <p:spPr bwMode="auto">
          <a:xfrm>
            <a:off x="9601200" y="48768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所有</a:t>
            </a:r>
          </a:p>
        </p:txBody>
      </p:sp>
      <p:graphicFrame>
        <p:nvGraphicFramePr>
          <p:cNvPr id="288786" name="Object 18"/>
          <p:cNvGraphicFramePr>
            <a:graphicFrameLocks noChangeAspect="1"/>
          </p:cNvGraphicFramePr>
          <p:nvPr/>
        </p:nvGraphicFramePr>
        <p:xfrm>
          <a:off x="8382000" y="3346451"/>
          <a:ext cx="7810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048" name="Equation" r:id="rId11" imgW="787320" imgH="457200" progId="Equation.3">
                  <p:embed/>
                </p:oleObj>
              </mc:Choice>
              <mc:Fallback>
                <p:oleObj name="Equation" r:id="rId11" imgW="787320" imgH="457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3346451"/>
                        <a:ext cx="7810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87" name="Text Box 19"/>
          <p:cNvSpPr txBox="1">
            <a:spLocks noChangeArrowheads="1"/>
          </p:cNvSpPr>
          <p:nvPr/>
        </p:nvSpPr>
        <p:spPr bwMode="auto">
          <a:xfrm>
            <a:off x="9144000" y="3298826"/>
            <a:ext cx="13414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为</a:t>
            </a:r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其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收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288788" name="Object 20"/>
          <p:cNvGraphicFramePr>
            <a:graphicFrameLocks noChangeAspect="1"/>
          </p:cNvGraphicFramePr>
          <p:nvPr/>
        </p:nvGraphicFramePr>
        <p:xfrm>
          <a:off x="6934200" y="4956176"/>
          <a:ext cx="7429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049" name="Equation" r:id="rId13" imgW="749160" imgH="457200" progId="Equation.3">
                  <p:embed/>
                </p:oleObj>
              </mc:Choice>
              <mc:Fallback>
                <p:oleObj name="Equation" r:id="rId13" imgW="749160" imgH="457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956176"/>
                        <a:ext cx="7429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89" name="Text Box 21"/>
          <p:cNvSpPr txBox="1">
            <a:spLocks noChangeArrowheads="1"/>
          </p:cNvSpPr>
          <p:nvPr/>
        </p:nvSpPr>
        <p:spPr bwMode="auto">
          <a:xfrm>
            <a:off x="7620001" y="4870451"/>
            <a:ext cx="2144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为其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发散点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</a:p>
        </p:txBody>
      </p:sp>
      <p:graphicFrame>
        <p:nvGraphicFramePr>
          <p:cNvPr id="288790" name="Object 22"/>
          <p:cNvGraphicFramePr>
            <a:graphicFrameLocks noChangeAspect="1"/>
          </p:cNvGraphicFramePr>
          <p:nvPr/>
        </p:nvGraphicFramePr>
        <p:xfrm>
          <a:off x="2617788" y="990600"/>
          <a:ext cx="27162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050" name="Equation" r:id="rId15" imgW="2717640" imgH="444240" progId="Equation.3">
                  <p:embed/>
                </p:oleObj>
              </mc:Choice>
              <mc:Fallback>
                <p:oleObj name="Equation" r:id="rId15" imgW="2717640" imgH="4442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8" y="990600"/>
                        <a:ext cx="27162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91" name="Text Box 23"/>
          <p:cNvSpPr txBox="1">
            <a:spLocks noChangeArrowheads="1"/>
          </p:cNvSpPr>
          <p:nvPr/>
        </p:nvSpPr>
        <p:spPr bwMode="auto">
          <a:xfrm>
            <a:off x="2133600" y="5715001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发散点的全体称为其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发散域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C5D00C-B3B4-4667-BA50-C65A3F1EA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4416E-D93C-4215-837C-E3D49381A29F}" type="datetime11">
              <a:rPr lang="zh-CN" altLang="en-US" smtClean="0"/>
              <a:t>20:40:11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8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8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8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8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8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8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8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8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8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8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8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4" grpId="0"/>
      <p:bldP spid="288776" grpId="0"/>
      <p:bldP spid="288778" grpId="0"/>
      <p:bldP spid="288779" grpId="0"/>
      <p:bldP spid="288780" grpId="0"/>
      <p:bldP spid="288783" grpId="0"/>
      <p:bldP spid="288784" grpId="0"/>
      <p:bldP spid="288785" grpId="0"/>
      <p:bldP spid="288787" grpId="0"/>
      <p:bldP spid="288789" grpId="0"/>
      <p:bldP spid="28879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9794" name="Object 2"/>
          <p:cNvGraphicFramePr>
            <a:graphicFrameLocks noChangeAspect="1"/>
          </p:cNvGraphicFramePr>
          <p:nvPr/>
        </p:nvGraphicFramePr>
        <p:xfrm>
          <a:off x="8534400" y="457200"/>
          <a:ext cx="876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53" name="Equation" r:id="rId3" imgW="876240" imgH="406080" progId="Equation.3">
                  <p:embed/>
                </p:oleObj>
              </mc:Choice>
              <mc:Fallback>
                <p:oleObj name="Equation" r:id="rId3" imgW="876240" imgH="4060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0" y="457200"/>
                        <a:ext cx="876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795" name="Text Box 3"/>
          <p:cNvSpPr txBox="1">
            <a:spLocks noChangeArrowheads="1"/>
          </p:cNvSpPr>
          <p:nvPr/>
        </p:nvSpPr>
        <p:spPr bwMode="auto">
          <a:xfrm>
            <a:off x="2197212" y="944050"/>
            <a:ext cx="426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为级数的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和函数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并写成</a:t>
            </a:r>
          </a:p>
        </p:txBody>
      </p:sp>
      <p:graphicFrame>
        <p:nvGraphicFramePr>
          <p:cNvPr id="289796" name="Object 4"/>
          <p:cNvGraphicFramePr>
            <a:graphicFrameLocks noChangeAspect="1"/>
          </p:cNvGraphicFramePr>
          <p:nvPr/>
        </p:nvGraphicFramePr>
        <p:xfrm>
          <a:off x="3810000" y="1473200"/>
          <a:ext cx="23368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54" name="Equation" r:id="rId5" imgW="2336760" imgH="1041120" progId="Equation.3">
                  <p:embed/>
                </p:oleObj>
              </mc:Choice>
              <mc:Fallback>
                <p:oleObj name="Equation" r:id="rId5" imgW="2336760" imgH="10411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473200"/>
                        <a:ext cx="23368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797" name="Text Box 5"/>
          <p:cNvSpPr txBox="1">
            <a:spLocks noChangeArrowheads="1"/>
          </p:cNvSpPr>
          <p:nvPr/>
        </p:nvSpPr>
        <p:spPr bwMode="auto">
          <a:xfrm>
            <a:off x="2133600" y="2514601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若用</a:t>
            </a:r>
          </a:p>
        </p:txBody>
      </p:sp>
      <p:graphicFrame>
        <p:nvGraphicFramePr>
          <p:cNvPr id="289798" name="Object 6"/>
          <p:cNvGraphicFramePr>
            <a:graphicFrameLocks noChangeAspect="1"/>
          </p:cNvGraphicFramePr>
          <p:nvPr/>
        </p:nvGraphicFramePr>
        <p:xfrm>
          <a:off x="2971800" y="2589213"/>
          <a:ext cx="863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55" name="Equation" r:id="rId7" imgW="863280" imgH="444240" progId="Equation.3">
                  <p:embed/>
                </p:oleObj>
              </mc:Choice>
              <mc:Fallback>
                <p:oleObj name="Equation" r:id="rId7" imgW="863280" imgH="444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589213"/>
                        <a:ext cx="863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799" name="Object 7"/>
          <p:cNvGraphicFramePr>
            <a:graphicFrameLocks noChangeAspect="1"/>
          </p:cNvGraphicFramePr>
          <p:nvPr/>
        </p:nvGraphicFramePr>
        <p:xfrm>
          <a:off x="3733800" y="3048000"/>
          <a:ext cx="24892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56" name="Equation" r:id="rId9" imgW="2489040" imgH="1041120" progId="Equation.3">
                  <p:embed/>
                </p:oleObj>
              </mc:Choice>
              <mc:Fallback>
                <p:oleObj name="Equation" r:id="rId9" imgW="2489040" imgH="10411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048000"/>
                        <a:ext cx="24892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00" name="Text Box 8"/>
          <p:cNvSpPr txBox="1">
            <a:spLocks noChangeArrowheads="1"/>
          </p:cNvSpPr>
          <p:nvPr/>
        </p:nvSpPr>
        <p:spPr bwMode="auto">
          <a:xfrm>
            <a:off x="2197212" y="4119562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令余项</a:t>
            </a:r>
          </a:p>
        </p:txBody>
      </p:sp>
      <p:graphicFrame>
        <p:nvGraphicFramePr>
          <p:cNvPr id="2898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630932"/>
              </p:ext>
            </p:extLst>
          </p:nvPr>
        </p:nvGraphicFramePr>
        <p:xfrm>
          <a:off x="3479912" y="4194175"/>
          <a:ext cx="2984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57" name="Equation" r:id="rId11" imgW="2984400" imgH="444240" progId="Equation.3">
                  <p:embed/>
                </p:oleObj>
              </mc:Choice>
              <mc:Fallback>
                <p:oleObj name="Equation" r:id="rId11" imgW="2984400" imgH="444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912" y="4194175"/>
                        <a:ext cx="2984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02" name="Text Box 10"/>
          <p:cNvSpPr txBox="1">
            <a:spLocks noChangeArrowheads="1"/>
          </p:cNvSpPr>
          <p:nvPr/>
        </p:nvSpPr>
        <p:spPr bwMode="auto">
          <a:xfrm>
            <a:off x="2197212" y="4918756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则在收敛域上有</a:t>
            </a:r>
          </a:p>
        </p:txBody>
      </p:sp>
      <p:graphicFrame>
        <p:nvGraphicFramePr>
          <p:cNvPr id="289803" name="Object 11"/>
          <p:cNvGraphicFramePr>
            <a:graphicFrameLocks noChangeAspect="1"/>
          </p:cNvGraphicFramePr>
          <p:nvPr/>
        </p:nvGraphicFramePr>
        <p:xfrm>
          <a:off x="3352800" y="5608638"/>
          <a:ext cx="2705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58" name="Equation" r:id="rId13" imgW="2705040" imgH="609480" progId="Equation.3">
                  <p:embed/>
                </p:oleObj>
              </mc:Choice>
              <mc:Fallback>
                <p:oleObj name="Equation" r:id="rId13" imgW="2705040" imgH="609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608638"/>
                        <a:ext cx="2705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04" name="Object 12"/>
          <p:cNvGraphicFramePr>
            <a:graphicFrameLocks noChangeAspect="1"/>
          </p:cNvGraphicFramePr>
          <p:nvPr/>
        </p:nvGraphicFramePr>
        <p:xfrm>
          <a:off x="6629400" y="5608638"/>
          <a:ext cx="1955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059" name="Equation" r:id="rId15" imgW="1955520" imgH="609480" progId="Equation.3">
                  <p:embed/>
                </p:oleObj>
              </mc:Choice>
              <mc:Fallback>
                <p:oleObj name="Equation" r:id="rId15" imgW="1955520" imgH="609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5608638"/>
                        <a:ext cx="1955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05" name="Text Box 13"/>
          <p:cNvSpPr txBox="1">
            <a:spLocks noChangeArrowheads="1"/>
          </p:cNvSpPr>
          <p:nvPr/>
        </p:nvSpPr>
        <p:spPr bwMode="auto">
          <a:xfrm>
            <a:off x="3810000" y="2514601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表示函数项级数前 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项的和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即</a:t>
            </a:r>
          </a:p>
        </p:txBody>
      </p:sp>
      <p:sp>
        <p:nvSpPr>
          <p:cNvPr id="289806" name="Text Box 14"/>
          <p:cNvSpPr txBox="1">
            <a:spLocks noChangeArrowheads="1"/>
          </p:cNvSpPr>
          <p:nvPr/>
        </p:nvSpPr>
        <p:spPr bwMode="auto">
          <a:xfrm>
            <a:off x="2197212" y="372268"/>
            <a:ext cx="6564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在收敛域上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函数项级数的和是</a:t>
            </a:r>
            <a:r>
              <a:rPr kumimoji="1" lang="zh-CN" altLang="en-US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的函数  </a:t>
            </a:r>
          </a:p>
        </p:txBody>
      </p:sp>
      <p:sp>
        <p:nvSpPr>
          <p:cNvPr id="289807" name="Text Box 15"/>
          <p:cNvSpPr txBox="1">
            <a:spLocks noChangeArrowheads="1"/>
          </p:cNvSpPr>
          <p:nvPr/>
        </p:nvSpPr>
        <p:spPr bwMode="auto">
          <a:xfrm>
            <a:off x="9448800" y="349251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称它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501293A-81FD-4B3B-AF3D-E9664F8B9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8AB93-788D-4335-B5CD-744764CEB458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9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9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9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9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9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9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9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9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9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7" grpId="0"/>
      <p:bldP spid="289800" grpId="0"/>
      <p:bldP spid="289802" grpId="0"/>
      <p:bldP spid="28980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ChangeArrowheads="1"/>
          </p:cNvSpPr>
          <p:nvPr/>
        </p:nvSpPr>
        <p:spPr bwMode="auto">
          <a:xfrm>
            <a:off x="660400" y="170575"/>
            <a:ext cx="4724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 b="1" dirty="0">
                <a:solidFill>
                  <a:schemeClr val="accent2"/>
                </a:solidFill>
                <a:ea typeface="黑体" panose="02010609060101010101" pitchFamily="49" charset="-122"/>
              </a:rPr>
              <a:t>二、幂级数及其收敛性</a:t>
            </a:r>
            <a:r>
              <a:rPr lang="zh-CN" altLang="en-US" sz="2800" b="1" dirty="0">
                <a:solidFill>
                  <a:schemeClr val="tx1"/>
                </a:solidFill>
                <a:ea typeface="黑体" panose="02010609060101010101" pitchFamily="49" charset="-122"/>
              </a:rPr>
              <a:t>  </a:t>
            </a:r>
            <a:endParaRPr lang="zh-CN" altLang="en-US" sz="2800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290819" name="Text Box 3"/>
          <p:cNvSpPr txBox="1">
            <a:spLocks noChangeArrowheads="1"/>
          </p:cNvSpPr>
          <p:nvPr/>
        </p:nvSpPr>
        <p:spPr bwMode="auto">
          <a:xfrm>
            <a:off x="1854200" y="1069099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形如</a:t>
            </a:r>
          </a:p>
        </p:txBody>
      </p:sp>
      <p:graphicFrame>
        <p:nvGraphicFramePr>
          <p:cNvPr id="290820" name="Object 4"/>
          <p:cNvGraphicFramePr>
            <a:graphicFrameLocks noChangeAspect="1"/>
          </p:cNvGraphicFramePr>
          <p:nvPr/>
        </p:nvGraphicFramePr>
        <p:xfrm>
          <a:off x="3352800" y="838200"/>
          <a:ext cx="2184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087" name="Equation" r:id="rId3" imgW="2184120" imgH="1041120" progId="Equation.3">
                  <p:embed/>
                </p:oleObj>
              </mc:Choice>
              <mc:Fallback>
                <p:oleObj name="Equation" r:id="rId3" imgW="2184120" imgH="10411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838200"/>
                        <a:ext cx="21844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21" name="Object 5"/>
          <p:cNvGraphicFramePr>
            <a:graphicFrameLocks noChangeAspect="1"/>
          </p:cNvGraphicFramePr>
          <p:nvPr/>
        </p:nvGraphicFramePr>
        <p:xfrm>
          <a:off x="5562601" y="1143000"/>
          <a:ext cx="47593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088" name="Equation" r:id="rId5" imgW="4762440" imgH="520560" progId="Equation.3">
                  <p:embed/>
                </p:oleObj>
              </mc:Choice>
              <mc:Fallback>
                <p:oleObj name="Equation" r:id="rId5" imgW="4762440" imgH="5205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1" y="1143000"/>
                        <a:ext cx="47593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0822" name="Text Box 6"/>
          <p:cNvSpPr txBox="1">
            <a:spLocks noChangeArrowheads="1"/>
          </p:cNvSpPr>
          <p:nvPr/>
        </p:nvSpPr>
        <p:spPr bwMode="auto">
          <a:xfrm>
            <a:off x="1854200" y="2514601"/>
            <a:ext cx="452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的函数项级数称为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幂级数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</a:p>
        </p:txBody>
      </p:sp>
      <p:sp>
        <p:nvSpPr>
          <p:cNvPr id="290823" name="Text Box 7"/>
          <p:cNvSpPr txBox="1">
            <a:spLocks noChangeArrowheads="1"/>
          </p:cNvSpPr>
          <p:nvPr/>
        </p:nvSpPr>
        <p:spPr bwMode="auto">
          <a:xfrm>
            <a:off x="6070600" y="2498726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其中数列</a:t>
            </a:r>
          </a:p>
        </p:txBody>
      </p:sp>
      <p:graphicFrame>
        <p:nvGraphicFramePr>
          <p:cNvPr id="290824" name="Object 8"/>
          <p:cNvGraphicFramePr>
            <a:graphicFrameLocks noChangeAspect="1"/>
          </p:cNvGraphicFramePr>
          <p:nvPr/>
        </p:nvGraphicFramePr>
        <p:xfrm>
          <a:off x="7664450" y="2574925"/>
          <a:ext cx="2171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089" name="Equation" r:id="rId7" imgW="2171520" imgH="444240" progId="Equation.3">
                  <p:embed/>
                </p:oleObj>
              </mc:Choice>
              <mc:Fallback>
                <p:oleObj name="Equation" r:id="rId7" imgW="2171520" imgH="4442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4450" y="2574925"/>
                        <a:ext cx="2171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0825" name="Text Box 9"/>
          <p:cNvSpPr txBox="1">
            <a:spLocks noChangeArrowheads="1"/>
          </p:cNvSpPr>
          <p:nvPr/>
        </p:nvSpPr>
        <p:spPr bwMode="auto">
          <a:xfrm>
            <a:off x="1803400" y="3062288"/>
            <a:ext cx="307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为幂级数的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系数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290826" name="Object 10"/>
          <p:cNvGraphicFramePr>
            <a:graphicFrameLocks noChangeAspect="1"/>
          </p:cNvGraphicFramePr>
          <p:nvPr/>
        </p:nvGraphicFramePr>
        <p:xfrm>
          <a:off x="5867400" y="1828800"/>
          <a:ext cx="3022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090" name="Equation" r:id="rId9" imgW="3022560" imgH="520560" progId="Equation.3">
                  <p:embed/>
                </p:oleObj>
              </mc:Choice>
              <mc:Fallback>
                <p:oleObj name="Equation" r:id="rId9" imgW="3022560" imgH="52056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828800"/>
                        <a:ext cx="3022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0827" name="Text Box 11"/>
          <p:cNvSpPr txBox="1">
            <a:spLocks noChangeArrowheads="1"/>
          </p:cNvSpPr>
          <p:nvPr/>
        </p:nvSpPr>
        <p:spPr bwMode="auto">
          <a:xfrm>
            <a:off x="9753600" y="2514601"/>
            <a:ext cx="628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称 </a:t>
            </a:r>
          </a:p>
        </p:txBody>
      </p:sp>
      <p:sp>
        <p:nvSpPr>
          <p:cNvPr id="290830" name="Text Box 14"/>
          <p:cNvSpPr txBox="1">
            <a:spLocks noChangeArrowheads="1"/>
          </p:cNvSpPr>
          <p:nvPr/>
        </p:nvSpPr>
        <p:spPr bwMode="auto">
          <a:xfrm>
            <a:off x="1968500" y="5127626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其中数列</a:t>
            </a:r>
          </a:p>
        </p:txBody>
      </p:sp>
      <p:sp>
        <p:nvSpPr>
          <p:cNvPr id="290832" name="Text Box 16"/>
          <p:cNvSpPr txBox="1">
            <a:spLocks noChangeArrowheads="1"/>
          </p:cNvSpPr>
          <p:nvPr/>
        </p:nvSpPr>
        <p:spPr bwMode="auto">
          <a:xfrm>
            <a:off x="6405563" y="5152766"/>
            <a:ext cx="307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为幂级数的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系数</a:t>
            </a:r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90833" name="Text Box 17"/>
          <p:cNvSpPr txBox="1">
            <a:spLocks noChangeArrowheads="1"/>
          </p:cNvSpPr>
          <p:nvPr/>
        </p:nvSpPr>
        <p:spPr bwMode="auto">
          <a:xfrm>
            <a:off x="6057900" y="5143501"/>
            <a:ext cx="628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称 </a:t>
            </a:r>
          </a:p>
        </p:txBody>
      </p:sp>
      <p:sp>
        <p:nvSpPr>
          <p:cNvPr id="290834" name="Rectangle 18"/>
          <p:cNvSpPr>
            <a:spLocks noChangeArrowheads="1"/>
          </p:cNvSpPr>
          <p:nvPr/>
        </p:nvSpPr>
        <p:spPr bwMode="auto">
          <a:xfrm>
            <a:off x="1854200" y="3668715"/>
            <a:ext cx="3702937" cy="54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t">
              <a:lnSpc>
                <a:spcPct val="110000"/>
              </a:lnSpc>
            </a:pPr>
            <a:r>
              <a:rPr kumimoji="1" lang="en-US" altLang="zh-CN" sz="3200" b="1" dirty="0">
                <a:latin typeface="Times New Roman" panose="02020603050405020304" pitchFamily="18" charset="0"/>
              </a:rPr>
              <a:t>1. </a:t>
            </a:r>
            <a:r>
              <a:rPr kumimoji="1" lang="zh-CN" altLang="en-US" sz="3200" b="1" dirty="0">
                <a:latin typeface="Times New Roman" panose="02020603050405020304" pitchFamily="18" charset="0"/>
              </a:rPr>
              <a:t>幂级数的</a:t>
            </a:r>
            <a:r>
              <a:rPr kumimoji="1" lang="zh-CN" altLang="en-US" sz="32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常见</a:t>
            </a:r>
            <a:r>
              <a:rPr kumimoji="1" lang="zh-CN" altLang="en-US" sz="3200" b="1" dirty="0">
                <a:latin typeface="Times New Roman" panose="02020603050405020304" pitchFamily="18" charset="0"/>
              </a:rPr>
              <a:t>形式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E8AE87-5FC3-4272-AACD-8FC13E42C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EA0BD-EF26-4401-B429-6D3EFFEB1862}" type="datetime11">
              <a:rPr lang="zh-CN" altLang="en-US" smtClean="0"/>
              <a:t>20:40:11</a:t>
            </a:fld>
            <a:endParaRPr lang="en-US" altLang="zh-CN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628612"/>
              </p:ext>
            </p:extLst>
          </p:nvPr>
        </p:nvGraphicFramePr>
        <p:xfrm>
          <a:off x="4359315" y="4350576"/>
          <a:ext cx="4654469" cy="570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091" name="Equation" r:id="rId11" imgW="1968480" imgH="241200" progId="Equation.DSMT4">
                  <p:embed/>
                </p:oleObj>
              </mc:Choice>
              <mc:Fallback>
                <p:oleObj name="Equation" r:id="rId11" imgW="19684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59315" y="4350576"/>
                        <a:ext cx="4654469" cy="5705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139635"/>
              </p:ext>
            </p:extLst>
          </p:nvPr>
        </p:nvGraphicFramePr>
        <p:xfrm>
          <a:off x="3352800" y="4159863"/>
          <a:ext cx="1108663" cy="942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092" name="Equation" r:id="rId13" imgW="507960" imgH="431640" progId="Equation.DSMT4">
                  <p:embed/>
                </p:oleObj>
              </mc:Choice>
              <mc:Fallback>
                <p:oleObj name="Equation" r:id="rId13" imgW="507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52800" y="4159863"/>
                        <a:ext cx="1108663" cy="942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972880"/>
              </p:ext>
            </p:extLst>
          </p:nvPr>
        </p:nvGraphicFramePr>
        <p:xfrm>
          <a:off x="3638503" y="5143501"/>
          <a:ext cx="2228897" cy="549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093" name="Equation" r:id="rId15" imgW="927000" imgH="228600" progId="Equation.DSMT4">
                  <p:embed/>
                </p:oleObj>
              </mc:Choice>
              <mc:Fallback>
                <p:oleObj name="Equation" r:id="rId15" imgW="927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38503" y="5143501"/>
                        <a:ext cx="2228897" cy="549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9753600" y="4400212"/>
                <a:ext cx="102130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4400212"/>
                <a:ext cx="1021305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0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0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0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30" grpId="0"/>
      <p:bldP spid="290832" grpId="0"/>
      <p:bldP spid="290833" grpId="0"/>
      <p:bldP spid="290834" grpId="0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1842" name="Object 2"/>
          <p:cNvGraphicFramePr>
            <a:graphicFrameLocks noChangeAspect="1"/>
          </p:cNvGraphicFramePr>
          <p:nvPr/>
        </p:nvGraphicFramePr>
        <p:xfrm>
          <a:off x="3336926" y="912813"/>
          <a:ext cx="36623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160" name="公式" r:id="rId3" imgW="1396800" imgH="203040" progId="Equation.3">
                  <p:embed/>
                </p:oleObj>
              </mc:Choice>
              <mc:Fallback>
                <p:oleObj name="公式" r:id="rId3" imgW="1396800" imgH="203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6926" y="912813"/>
                        <a:ext cx="36623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43" name="Rectangle 3"/>
          <p:cNvSpPr>
            <a:spLocks noChangeArrowheads="1"/>
          </p:cNvSpPr>
          <p:nvPr/>
        </p:nvSpPr>
        <p:spPr bwMode="auto">
          <a:xfrm>
            <a:off x="1797051" y="252414"/>
            <a:ext cx="188673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3200" dirty="0">
                <a:latin typeface="Times New Roman" panose="02020603050405020304" pitchFamily="18" charset="0"/>
                <a:ea typeface="华文新魏" panose="02010800040101010101" pitchFamily="2" charset="-122"/>
              </a:rPr>
              <a:t>两个</a:t>
            </a:r>
            <a:r>
              <a:rPr kumimoji="1" lang="zh-CN" altLang="en-US" sz="3200" dirty="0" smtClean="0">
                <a:latin typeface="Times New Roman" panose="02020603050405020304" pitchFamily="18" charset="0"/>
                <a:ea typeface="华文新魏" panose="02010800040101010101" pitchFamily="2" charset="-122"/>
              </a:rPr>
              <a:t>例子</a:t>
            </a:r>
            <a:endParaRPr kumimoji="1" lang="en-US" altLang="zh-CN" sz="3200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graphicFrame>
        <p:nvGraphicFramePr>
          <p:cNvPr id="291844" name="Object 4"/>
          <p:cNvGraphicFramePr>
            <a:graphicFrameLocks noChangeAspect="1"/>
          </p:cNvGraphicFramePr>
          <p:nvPr/>
        </p:nvGraphicFramePr>
        <p:xfrm>
          <a:off x="3398839" y="1577976"/>
          <a:ext cx="4427537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161" name="公式" r:id="rId5" imgW="1688760" imgH="393480" progId="Equation.3">
                  <p:embed/>
                </p:oleObj>
              </mc:Choice>
              <mc:Fallback>
                <p:oleObj name="公式" r:id="rId5" imgW="168876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839" y="1577976"/>
                        <a:ext cx="4427537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45" name="Text Box 5"/>
          <p:cNvSpPr txBox="1">
            <a:spLocks noChangeArrowheads="1"/>
          </p:cNvSpPr>
          <p:nvPr/>
        </p:nvSpPr>
        <p:spPr bwMode="auto">
          <a:xfrm>
            <a:off x="2143125" y="4206586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它的收敛域是</a:t>
            </a:r>
          </a:p>
        </p:txBody>
      </p:sp>
      <p:graphicFrame>
        <p:nvGraphicFramePr>
          <p:cNvPr id="2918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636403"/>
              </p:ext>
            </p:extLst>
          </p:nvPr>
        </p:nvGraphicFramePr>
        <p:xfrm>
          <a:off x="4429125" y="4338348"/>
          <a:ext cx="124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162" name="Equation" r:id="rId7" imgW="1244520" imgH="406080" progId="Equation.3">
                  <p:embed/>
                </p:oleObj>
              </mc:Choice>
              <mc:Fallback>
                <p:oleObj name="Equation" r:id="rId7" imgW="1244520" imgH="4060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5" y="4338348"/>
                        <a:ext cx="1244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138352"/>
              </p:ext>
            </p:extLst>
          </p:nvPr>
        </p:nvGraphicFramePr>
        <p:xfrm>
          <a:off x="4429125" y="6053200"/>
          <a:ext cx="33845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163" name="Equation" r:id="rId9" imgW="3365280" imgH="431640" progId="Equation.3">
                  <p:embed/>
                </p:oleObj>
              </mc:Choice>
              <mc:Fallback>
                <p:oleObj name="Equation" r:id="rId9" imgW="3365280" imgH="431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5" y="6053200"/>
                        <a:ext cx="338455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49" name="Object 9"/>
          <p:cNvGraphicFramePr>
            <a:graphicFrameLocks noChangeAspect="1"/>
          </p:cNvGraphicFramePr>
          <p:nvPr/>
        </p:nvGraphicFramePr>
        <p:xfrm>
          <a:off x="3886200" y="4813300"/>
          <a:ext cx="19050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164" name="Equation" r:id="rId11" imgW="1904760" imgH="1041120" progId="Equation.3">
                  <p:embed/>
                </p:oleObj>
              </mc:Choice>
              <mc:Fallback>
                <p:oleObj name="Equation" r:id="rId11" imgW="1904760" imgH="10411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813300"/>
                        <a:ext cx="19050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50" name="Text Box 10"/>
          <p:cNvSpPr txBox="1">
            <a:spLocks noChangeArrowheads="1"/>
          </p:cNvSpPr>
          <p:nvPr/>
        </p:nvSpPr>
        <p:spPr bwMode="auto">
          <a:xfrm>
            <a:off x="2143125" y="5954775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它的发散域是</a:t>
            </a:r>
          </a:p>
        </p:txBody>
      </p:sp>
      <p:sp>
        <p:nvSpPr>
          <p:cNvPr id="291851" name="Text Box 11"/>
          <p:cNvSpPr txBox="1">
            <a:spLocks noChangeArrowheads="1"/>
          </p:cNvSpPr>
          <p:nvPr/>
        </p:nvSpPr>
        <p:spPr bwMode="auto">
          <a:xfrm>
            <a:off x="7858125" y="5984937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或写作</a:t>
            </a:r>
          </a:p>
        </p:txBody>
      </p:sp>
      <p:graphicFrame>
        <p:nvGraphicFramePr>
          <p:cNvPr id="2918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401953"/>
              </p:ext>
            </p:extLst>
          </p:nvPr>
        </p:nvGraphicFramePr>
        <p:xfrm>
          <a:off x="9097654" y="6023652"/>
          <a:ext cx="1054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165" name="Equation" r:id="rId13" imgW="1054080" imgH="469800" progId="Equation.3">
                  <p:embed/>
                </p:oleObj>
              </mc:Choice>
              <mc:Fallback>
                <p:oleObj name="Equation" r:id="rId13" imgW="1054080" imgH="469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7654" y="6023652"/>
                        <a:ext cx="1054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791468"/>
              </p:ext>
            </p:extLst>
          </p:nvPr>
        </p:nvGraphicFramePr>
        <p:xfrm>
          <a:off x="5702301" y="4297074"/>
          <a:ext cx="24606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166" name="Equation" r:id="rId15" imgW="2438280" imgH="444240" progId="Equation.3">
                  <p:embed/>
                </p:oleObj>
              </mc:Choice>
              <mc:Fallback>
                <p:oleObj name="Equation" r:id="rId15" imgW="2438280" imgH="4442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2301" y="4297074"/>
                        <a:ext cx="246062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54" name="Text Box 14"/>
          <p:cNvSpPr txBox="1">
            <a:spLocks noChangeArrowheads="1"/>
          </p:cNvSpPr>
          <p:nvPr/>
        </p:nvSpPr>
        <p:spPr bwMode="auto">
          <a:xfrm>
            <a:off x="8143875" y="4211349"/>
            <a:ext cx="1695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有和函数 </a:t>
            </a:r>
          </a:p>
        </p:txBody>
      </p:sp>
      <p:sp>
        <p:nvSpPr>
          <p:cNvPr id="291855" name="Rectangle 15"/>
          <p:cNvSpPr>
            <a:spLocks noChangeArrowheads="1"/>
          </p:cNvSpPr>
          <p:nvPr/>
        </p:nvSpPr>
        <p:spPr bwMode="auto">
          <a:xfrm>
            <a:off x="1905001" y="2678114"/>
            <a:ext cx="3706143" cy="54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t">
              <a:lnSpc>
                <a:spcPct val="110000"/>
              </a:lnSpc>
            </a:pPr>
            <a:r>
              <a:rPr kumimoji="1" lang="en-US" altLang="zh-CN" sz="3200" b="1">
                <a:latin typeface="Times New Roman" panose="02020603050405020304" pitchFamily="18" charset="0"/>
              </a:rPr>
              <a:t>2. </a:t>
            </a:r>
            <a:r>
              <a:rPr kumimoji="1" lang="zh-CN" altLang="en-US" sz="3200" b="1">
                <a:latin typeface="Times New Roman" panose="02020603050405020304" pitchFamily="18" charset="0"/>
              </a:rPr>
              <a:t>幂级数的收敛区间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5FB4F8-3A9F-4AAD-9B14-F57560E53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146CB-B25B-4CE5-B113-9859D2A1B5FE}" type="datetime11">
              <a:rPr lang="zh-CN" altLang="en-US" smtClean="0"/>
              <a:t>20:40:11</a:t>
            </a:fld>
            <a:endParaRPr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8370252" y="922993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等比级数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382132"/>
              </p:ext>
            </p:extLst>
          </p:nvPr>
        </p:nvGraphicFramePr>
        <p:xfrm>
          <a:off x="3970337" y="3384552"/>
          <a:ext cx="35734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167" name="Equation" r:id="rId17" imgW="1511280" imgH="203040" progId="Equation.DSMT4">
                  <p:embed/>
                </p:oleObj>
              </mc:Choice>
              <mc:Fallback>
                <p:oleObj name="Equation" r:id="rId17" imgW="1511280" imgH="2030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970337" y="3384552"/>
                        <a:ext cx="3573463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787777"/>
              </p:ext>
            </p:extLst>
          </p:nvPr>
        </p:nvGraphicFramePr>
        <p:xfrm>
          <a:off x="3194050" y="3190875"/>
          <a:ext cx="804863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168" name="Equation" r:id="rId19" imgW="368280" imgH="431640" progId="Equation.DSMT4">
                  <p:embed/>
                </p:oleObj>
              </mc:Choice>
              <mc:Fallback>
                <p:oleObj name="Equation" r:id="rId19" imgW="368280" imgH="43164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194050" y="3190875"/>
                        <a:ext cx="804863" cy="941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211498" y="3387121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例：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1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1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1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1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5" grpId="0"/>
      <p:bldP spid="291850" grpId="0"/>
      <p:bldP spid="291851" grpId="0"/>
      <p:bldP spid="291854" grpId="0"/>
      <p:bldP spid="291855" grpId="0"/>
      <p:bldP spid="3" grpId="0"/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866" name="Group 2"/>
          <p:cNvGrpSpPr>
            <a:grpSpLocks/>
          </p:cNvGrpSpPr>
          <p:nvPr/>
        </p:nvGrpSpPr>
        <p:grpSpPr bwMode="auto">
          <a:xfrm>
            <a:off x="2252580" y="3268548"/>
            <a:ext cx="7405688" cy="365125"/>
            <a:chOff x="759" y="3466"/>
            <a:chExt cx="4665" cy="230"/>
          </a:xfrm>
        </p:grpSpPr>
        <p:graphicFrame>
          <p:nvGraphicFramePr>
            <p:cNvPr id="292867" name="Object 3"/>
            <p:cNvGraphicFramePr>
              <a:graphicFrameLocks noChangeAspect="1"/>
            </p:cNvGraphicFramePr>
            <p:nvPr/>
          </p:nvGraphicFramePr>
          <p:xfrm>
            <a:off x="2936" y="3528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3304" name="Equation" r:id="rId3" imgW="215640" imgH="241200" progId="Equation.3">
                    <p:embed/>
                  </p:oleObj>
                </mc:Choice>
                <mc:Fallback>
                  <p:oleObj name="Equation" r:id="rId3" imgW="215640" imgH="2412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6" y="3528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2868" name="Group 4"/>
            <p:cNvGrpSpPr>
              <a:grpSpLocks/>
            </p:cNvGrpSpPr>
            <p:nvPr/>
          </p:nvGrpSpPr>
          <p:grpSpPr bwMode="auto">
            <a:xfrm>
              <a:off x="759" y="3466"/>
              <a:ext cx="4665" cy="230"/>
              <a:chOff x="759" y="3466"/>
              <a:chExt cx="4665" cy="230"/>
            </a:xfrm>
          </p:grpSpPr>
          <p:sp>
            <p:nvSpPr>
              <p:cNvPr id="292869" name="Oval 5"/>
              <p:cNvSpPr>
                <a:spLocks noChangeArrowheads="1"/>
              </p:cNvSpPr>
              <p:nvPr/>
            </p:nvSpPr>
            <p:spPr bwMode="auto">
              <a:xfrm>
                <a:off x="2987" y="3466"/>
                <a:ext cx="34" cy="34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292870" name="Line 6"/>
              <p:cNvSpPr>
                <a:spLocks noChangeShapeType="1"/>
              </p:cNvSpPr>
              <p:nvPr/>
            </p:nvSpPr>
            <p:spPr bwMode="auto">
              <a:xfrm>
                <a:off x="759" y="3490"/>
                <a:ext cx="464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graphicFrame>
            <p:nvGraphicFramePr>
              <p:cNvPr id="292871" name="Object 7"/>
              <p:cNvGraphicFramePr>
                <a:graphicFrameLocks noChangeAspect="1"/>
              </p:cNvGraphicFramePr>
              <p:nvPr/>
            </p:nvGraphicFramePr>
            <p:xfrm>
              <a:off x="5280" y="3544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3305" name="Equation" r:id="rId5" imgW="228600" imgH="241200" progId="Equation.3">
                      <p:embed/>
                    </p:oleObj>
                  </mc:Choice>
                  <mc:Fallback>
                    <p:oleObj name="Equation" r:id="rId5" imgW="228600" imgH="24120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3544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92872" name="Group 8"/>
          <p:cNvGrpSpPr>
            <a:grpSpLocks/>
          </p:cNvGrpSpPr>
          <p:nvPr/>
        </p:nvGrpSpPr>
        <p:grpSpPr bwMode="auto">
          <a:xfrm>
            <a:off x="7753268" y="3293947"/>
            <a:ext cx="1828800" cy="457200"/>
            <a:chOff x="4224" y="3482"/>
            <a:chExt cx="1152" cy="288"/>
          </a:xfrm>
        </p:grpSpPr>
        <p:sp>
          <p:nvSpPr>
            <p:cNvPr id="292873" name="Text Box 9"/>
            <p:cNvSpPr txBox="1">
              <a:spLocks noChangeArrowheads="1"/>
            </p:cNvSpPr>
            <p:nvPr/>
          </p:nvSpPr>
          <p:spPr bwMode="auto">
            <a:xfrm>
              <a:off x="4272" y="3482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发      散</a:t>
              </a:r>
            </a:p>
          </p:txBody>
        </p:sp>
        <p:sp>
          <p:nvSpPr>
            <p:cNvPr id="292874" name="Line 10"/>
            <p:cNvSpPr>
              <a:spLocks noChangeShapeType="1"/>
            </p:cNvSpPr>
            <p:nvPr/>
          </p:nvSpPr>
          <p:spPr bwMode="auto">
            <a:xfrm>
              <a:off x="4224" y="3490"/>
              <a:ext cx="91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pSp>
        <p:nvGrpSpPr>
          <p:cNvPr id="292875" name="Group 11"/>
          <p:cNvGrpSpPr>
            <a:grpSpLocks/>
          </p:cNvGrpSpPr>
          <p:nvPr/>
        </p:nvGrpSpPr>
        <p:grpSpPr bwMode="auto">
          <a:xfrm>
            <a:off x="2266868" y="3252673"/>
            <a:ext cx="1905000" cy="498475"/>
            <a:chOff x="768" y="3456"/>
            <a:chExt cx="1200" cy="314"/>
          </a:xfrm>
        </p:grpSpPr>
        <p:sp>
          <p:nvSpPr>
            <p:cNvPr id="292876" name="Text Box 12"/>
            <p:cNvSpPr txBox="1">
              <a:spLocks noChangeArrowheads="1"/>
            </p:cNvSpPr>
            <p:nvPr/>
          </p:nvSpPr>
          <p:spPr bwMode="auto">
            <a:xfrm>
              <a:off x="864" y="3482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发       散</a:t>
              </a:r>
            </a:p>
          </p:txBody>
        </p:sp>
        <p:sp>
          <p:nvSpPr>
            <p:cNvPr id="292877" name="Line 13"/>
            <p:cNvSpPr>
              <a:spLocks noChangeShapeType="1"/>
            </p:cNvSpPr>
            <p:nvPr/>
          </p:nvSpPr>
          <p:spPr bwMode="auto">
            <a:xfrm flipH="1">
              <a:off x="768" y="3490"/>
              <a:ext cx="100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92878" name="Oval 14"/>
            <p:cNvSpPr>
              <a:spLocks noChangeArrowheads="1"/>
            </p:cNvSpPr>
            <p:nvPr/>
          </p:nvSpPr>
          <p:spPr bwMode="auto">
            <a:xfrm>
              <a:off x="1767" y="3456"/>
              <a:ext cx="57" cy="57"/>
            </a:xfrm>
            <a:prstGeom prst="ellipse">
              <a:avLst/>
            </a:prstGeom>
            <a:solidFill>
              <a:srgbClr val="0066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292879" name="Oval 15"/>
          <p:cNvSpPr>
            <a:spLocks noChangeArrowheads="1"/>
          </p:cNvSpPr>
          <p:nvPr/>
        </p:nvSpPr>
        <p:spPr bwMode="auto">
          <a:xfrm>
            <a:off x="7205580" y="3252672"/>
            <a:ext cx="90488" cy="904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292880" name="Oval 16"/>
          <p:cNvSpPr>
            <a:spLocks noChangeArrowheads="1"/>
          </p:cNvSpPr>
          <p:nvPr/>
        </p:nvSpPr>
        <p:spPr bwMode="auto">
          <a:xfrm>
            <a:off x="7677069" y="3252672"/>
            <a:ext cx="90487" cy="904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400"/>
          </a:p>
        </p:txBody>
      </p:sp>
      <p:grpSp>
        <p:nvGrpSpPr>
          <p:cNvPr id="292881" name="Group 17"/>
          <p:cNvGrpSpPr>
            <a:grpSpLocks/>
          </p:cNvGrpSpPr>
          <p:nvPr/>
        </p:nvGrpSpPr>
        <p:grpSpPr bwMode="auto">
          <a:xfrm>
            <a:off x="4324269" y="3259023"/>
            <a:ext cx="2871787" cy="492125"/>
            <a:chOff x="2064" y="3460"/>
            <a:chExt cx="1809" cy="310"/>
          </a:xfrm>
        </p:grpSpPr>
        <p:sp>
          <p:nvSpPr>
            <p:cNvPr id="292882" name="Line 18"/>
            <p:cNvSpPr>
              <a:spLocks noChangeShapeType="1"/>
            </p:cNvSpPr>
            <p:nvPr/>
          </p:nvSpPr>
          <p:spPr bwMode="auto">
            <a:xfrm>
              <a:off x="2112" y="3494"/>
              <a:ext cx="1761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92883" name="Text Box 19"/>
            <p:cNvSpPr txBox="1">
              <a:spLocks noChangeArrowheads="1"/>
            </p:cNvSpPr>
            <p:nvPr/>
          </p:nvSpPr>
          <p:spPr bwMode="auto">
            <a:xfrm>
              <a:off x="2496" y="3482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>
                  <a:solidFill>
                    <a:srgbClr val="FF0066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收           敛</a:t>
              </a:r>
            </a:p>
          </p:txBody>
        </p:sp>
        <p:sp>
          <p:nvSpPr>
            <p:cNvPr id="292884" name="Oval 20"/>
            <p:cNvSpPr>
              <a:spLocks noChangeArrowheads="1"/>
            </p:cNvSpPr>
            <p:nvPr/>
          </p:nvSpPr>
          <p:spPr bwMode="auto">
            <a:xfrm>
              <a:off x="2064" y="3460"/>
              <a:ext cx="57" cy="57"/>
            </a:xfrm>
            <a:prstGeom prst="ellipse">
              <a:avLst/>
            </a:prstGeom>
            <a:solidFill>
              <a:srgbClr val="0066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292885" name="Text Box 21"/>
          <p:cNvSpPr txBox="1">
            <a:spLocks noChangeArrowheads="1"/>
          </p:cNvSpPr>
          <p:nvPr/>
        </p:nvSpPr>
        <p:spPr bwMode="auto">
          <a:xfrm>
            <a:off x="6762668" y="2795472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收敛</a:t>
            </a:r>
          </a:p>
        </p:txBody>
      </p:sp>
      <p:sp>
        <p:nvSpPr>
          <p:cNvPr id="292886" name="Text Box 22"/>
          <p:cNvSpPr txBox="1">
            <a:spLocks noChangeArrowheads="1"/>
          </p:cNvSpPr>
          <p:nvPr/>
        </p:nvSpPr>
        <p:spPr bwMode="auto">
          <a:xfrm>
            <a:off x="7448468" y="2795472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发散</a:t>
            </a:r>
          </a:p>
        </p:txBody>
      </p:sp>
      <p:sp>
        <p:nvSpPr>
          <p:cNvPr id="292887" name="Rectangle 23"/>
          <p:cNvSpPr>
            <a:spLocks noChangeArrowheads="1"/>
          </p:cNvSpPr>
          <p:nvPr/>
        </p:nvSpPr>
        <p:spPr bwMode="auto">
          <a:xfrm>
            <a:off x="838200" y="416333"/>
            <a:ext cx="3276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>
                <a:solidFill>
                  <a:schemeClr val="accent2"/>
                </a:solidFill>
                <a:ea typeface="黑体" panose="02010609060101010101" pitchFamily="49" charset="-122"/>
              </a:rPr>
              <a:t>定理 </a:t>
            </a:r>
            <a:r>
              <a:rPr lang="en-US" altLang="zh-CN" sz="2400" b="1">
                <a:solidFill>
                  <a:schemeClr val="accent2"/>
                </a:solidFill>
                <a:ea typeface="黑体" panose="02010609060101010101" pitchFamily="49" charset="-122"/>
              </a:rPr>
              <a:t>1. ( Abel</a:t>
            </a:r>
            <a:r>
              <a:rPr lang="zh-CN" altLang="en-US" sz="2400" b="1">
                <a:solidFill>
                  <a:schemeClr val="accent2"/>
                </a:solidFill>
                <a:ea typeface="黑体" panose="02010609060101010101" pitchFamily="49" charset="-122"/>
              </a:rPr>
              <a:t>定理 </a:t>
            </a:r>
            <a:r>
              <a:rPr lang="en-US" altLang="zh-CN" sz="2400" b="1">
                <a:solidFill>
                  <a:schemeClr val="accent2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400" b="1"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92888" name="Text Box 24"/>
          <p:cNvSpPr txBox="1">
            <a:spLocks noChangeArrowheads="1"/>
          </p:cNvSpPr>
          <p:nvPr/>
        </p:nvSpPr>
        <p:spPr bwMode="auto">
          <a:xfrm>
            <a:off x="3755967" y="508926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若幂级数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2891" name="Text Box 27"/>
              <p:cNvSpPr txBox="1">
                <a:spLocks noChangeArrowheads="1"/>
              </p:cNvSpPr>
              <p:nvPr/>
            </p:nvSpPr>
            <p:spPr bwMode="auto">
              <a:xfrm>
                <a:off x="2071688" y="1220199"/>
                <a:ext cx="8948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/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则对满足不等式</a:t>
                </a:r>
                <a14:m>
                  <m:oMath xmlns:m="http://schemas.openxmlformats.org/officeDocument/2006/math">
                    <m:r>
                      <a:rPr lang="zh-CN" altLang="en-US" sz="24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|&lt;|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</a:t>
                </a:r>
                <a:r>
                  <a:rPr kumimoji="1" lang="zh-CN" altLang="en-U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一切 </a:t>
                </a:r>
                <a:r>
                  <a:rPr kumimoji="1" lang="en-US" altLang="zh-CN" sz="2400" i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x</a:t>
                </a:r>
                <a:r>
                  <a:rPr kumimoji="1" lang="en-US" altLang="zh-CN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幂级数都</a:t>
                </a:r>
                <a:r>
                  <a:rPr kumimoji="1"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绝对收敛</a:t>
                </a:r>
              </a:p>
            </p:txBody>
          </p:sp>
        </mc:Choice>
        <mc:Fallback xmlns="">
          <p:sp>
            <p:nvSpPr>
              <p:cNvPr id="292891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71688" y="1220199"/>
                <a:ext cx="8948820" cy="461665"/>
              </a:xfrm>
              <a:prstGeom prst="rect">
                <a:avLst/>
              </a:prstGeom>
              <a:blipFill>
                <a:blip r:embed="rId7"/>
                <a:stretch>
                  <a:fillRect l="-1090" t="-14474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2894" name="Text Box 30"/>
              <p:cNvSpPr txBox="1">
                <a:spLocks noChangeArrowheads="1"/>
              </p:cNvSpPr>
              <p:nvPr/>
            </p:nvSpPr>
            <p:spPr bwMode="auto">
              <a:xfrm>
                <a:off x="2071688" y="1812499"/>
                <a:ext cx="80010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反之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若当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</a:t>
                </a:r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幂级数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发散 </a:t>
                </a:r>
                <a:r>
                  <a:rPr kumimoji="1" lang="en-US" altLang="zh-CN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,</a:t>
                </a:r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2894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71688" y="1812499"/>
                <a:ext cx="8001000" cy="461665"/>
              </a:xfrm>
              <a:prstGeom prst="rect">
                <a:avLst/>
              </a:prstGeom>
              <a:blipFill>
                <a:blip r:embed="rId8"/>
                <a:stretch>
                  <a:fillRect l="-1220" t="-14474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2899" name="Text Box 35"/>
              <p:cNvSpPr txBox="1">
                <a:spLocks noChangeArrowheads="1"/>
              </p:cNvSpPr>
              <p:nvPr/>
            </p:nvSpPr>
            <p:spPr bwMode="auto">
              <a:xfrm>
                <a:off x="2076699" y="2399627"/>
                <a:ext cx="8948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则对满足不等式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</a:t>
                </a:r>
                <a:r>
                  <a:rPr kumimoji="1" lang="zh-CN" altLang="en-U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一切 </a:t>
                </a:r>
                <a:r>
                  <a:rPr kumimoji="1" lang="en-US" altLang="zh-CN" sz="2400" i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x</a:t>
                </a:r>
                <a:r>
                  <a:rPr kumimoji="1" lang="en-US" altLang="zh-CN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幂级数</a:t>
                </a:r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都发散。</a:t>
                </a:r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2899" name="Text 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76699" y="2399627"/>
                <a:ext cx="8948820" cy="461665"/>
              </a:xfrm>
              <a:prstGeom prst="rect">
                <a:avLst/>
              </a:prstGeom>
              <a:blipFill>
                <a:blip r:embed="rId9"/>
                <a:stretch>
                  <a:fillRect l="-1090" t="-14667" b="-32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2900" name="Text Box 36"/>
          <p:cNvSpPr txBox="1">
            <a:spLocks noChangeArrowheads="1"/>
          </p:cNvSpPr>
          <p:nvPr/>
        </p:nvSpPr>
        <p:spPr bwMode="auto">
          <a:xfrm>
            <a:off x="838200" y="3744554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设</a:t>
            </a:r>
          </a:p>
        </p:txBody>
      </p:sp>
      <p:sp>
        <p:nvSpPr>
          <p:cNvPr id="292906" name="Text Box 42"/>
          <p:cNvSpPr txBox="1">
            <a:spLocks noChangeArrowheads="1"/>
          </p:cNvSpPr>
          <p:nvPr/>
        </p:nvSpPr>
        <p:spPr bwMode="auto">
          <a:xfrm>
            <a:off x="6192660" y="3750720"/>
            <a:ext cx="42087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，于是存在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常数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&gt; 0, 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44FEF6-37D1-45AD-97CB-A17DC8826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9FD5-397E-4F68-B8A3-D3130F61611F}" type="datetime11">
              <a:rPr lang="zh-CN" altLang="en-US" smtClean="0"/>
              <a:t>20:40:11</a:t>
            </a:fld>
            <a:endParaRPr lang="en-US" altLang="zh-CN" dirty="0"/>
          </a:p>
        </p:txBody>
      </p:sp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83385"/>
              </p:ext>
            </p:extLst>
          </p:nvPr>
        </p:nvGraphicFramePr>
        <p:xfrm>
          <a:off x="5083997" y="288666"/>
          <a:ext cx="1108663" cy="942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06" name="Equation" r:id="rId10" imgW="507960" imgH="431640" progId="Equation.DSMT4">
                  <p:embed/>
                </p:oleObj>
              </mc:Choice>
              <mc:Fallback>
                <p:oleObj name="Equation" r:id="rId10" imgW="507960" imgH="43164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83997" y="288666"/>
                        <a:ext cx="1108663" cy="942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108700" y="503650"/>
                <a:ext cx="198406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收敛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700" y="503650"/>
                <a:ext cx="1984069" cy="461665"/>
              </a:xfrm>
              <a:prstGeom prst="rect">
                <a:avLst/>
              </a:prstGeom>
              <a:blipFill>
                <a:blip r:embed="rId12"/>
                <a:stretch>
                  <a:fillRect l="-4601" t="-14667" r="-3681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291184"/>
              </p:ext>
            </p:extLst>
          </p:nvPr>
        </p:nvGraphicFramePr>
        <p:xfrm>
          <a:off x="4628103" y="3678711"/>
          <a:ext cx="169227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07" name="Equation" r:id="rId13" imgW="774360" imgH="291960" progId="Equation.DSMT4">
                  <p:embed/>
                </p:oleObj>
              </mc:Choice>
              <mc:Fallback>
                <p:oleObj name="Equation" r:id="rId13" imgW="7743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28103" y="3678711"/>
                        <a:ext cx="1692275" cy="63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6781884"/>
              </p:ext>
            </p:extLst>
          </p:nvPr>
        </p:nvGraphicFramePr>
        <p:xfrm>
          <a:off x="1766644" y="3522547"/>
          <a:ext cx="1108663" cy="942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08" name="Equation" r:id="rId15" imgW="507960" imgH="431640" progId="Equation.DSMT4">
                  <p:embed/>
                </p:oleObj>
              </mc:Choice>
              <mc:Fallback>
                <p:oleObj name="Equation" r:id="rId15" imgW="507960" imgH="431640" progId="Equation.DSMT4">
                  <p:embed/>
                  <p:pic>
                    <p:nvPicPr>
                      <p:cNvPr id="45" name="对象 4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66644" y="3522547"/>
                        <a:ext cx="1108663" cy="942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Box 39"/>
          <p:cNvSpPr txBox="1">
            <a:spLocks noChangeArrowheads="1"/>
          </p:cNvSpPr>
          <p:nvPr/>
        </p:nvSpPr>
        <p:spPr bwMode="auto">
          <a:xfrm>
            <a:off x="2719389" y="3744901"/>
            <a:ext cx="25431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收敛，则必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有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00308" y="447561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使</a:t>
            </a:r>
            <a:endParaRPr lang="zh-CN" altLang="en-US" sz="2400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5580139"/>
              </p:ext>
            </p:extLst>
          </p:nvPr>
        </p:nvGraphicFramePr>
        <p:xfrm>
          <a:off x="1944047" y="4491804"/>
          <a:ext cx="3012309" cy="534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09" name="Equation" r:id="rId17" imgW="1574640" imgH="279360" progId="Equation.DSMT4">
                  <p:embed/>
                </p:oleObj>
              </mc:Choice>
              <mc:Fallback>
                <p:oleObj name="Equation" r:id="rId17" imgW="1574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44047" y="4491804"/>
                        <a:ext cx="3012309" cy="5344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1776596"/>
              </p:ext>
            </p:extLst>
          </p:nvPr>
        </p:nvGraphicFramePr>
        <p:xfrm>
          <a:off x="5126425" y="4308678"/>
          <a:ext cx="2169644" cy="8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10" name="Equation" r:id="rId19" imgW="1180800" imgH="457200" progId="Equation.DSMT4">
                  <p:embed/>
                </p:oleObj>
              </mc:Choice>
              <mc:Fallback>
                <p:oleObj name="Equation" r:id="rId19" imgW="11808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126425" y="4308678"/>
                        <a:ext cx="2169644" cy="839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3032359"/>
              </p:ext>
            </p:extLst>
          </p:nvPr>
        </p:nvGraphicFramePr>
        <p:xfrm>
          <a:off x="7296068" y="4214449"/>
          <a:ext cx="1317309" cy="934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11" name="Equation" r:id="rId21" imgW="698400" imgH="495000" progId="Equation.DSMT4">
                  <p:embed/>
                </p:oleObj>
              </mc:Choice>
              <mc:Fallback>
                <p:oleObj name="Equation" r:id="rId21" imgW="69840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296068" y="4214449"/>
                        <a:ext cx="1317309" cy="9340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400308" y="5210142"/>
                <a:ext cx="257269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|&lt;|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时，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308" y="5210142"/>
                <a:ext cx="2572692" cy="461665"/>
              </a:xfrm>
              <a:prstGeom prst="rect">
                <a:avLst/>
              </a:prstGeom>
              <a:blipFill>
                <a:blip r:embed="rId23"/>
                <a:stretch>
                  <a:fillRect l="-3791" t="-14667" r="-260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459909"/>
              </p:ext>
            </p:extLst>
          </p:nvPr>
        </p:nvGraphicFramePr>
        <p:xfrm>
          <a:off x="3728481" y="5055407"/>
          <a:ext cx="1343975" cy="771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12" name="Equation" r:id="rId24" imgW="774360" imgH="444240" progId="Equation.DSMT4">
                  <p:embed/>
                </p:oleObj>
              </mc:Choice>
              <mc:Fallback>
                <p:oleObj name="Equation" r:id="rId24" imgW="7743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728481" y="5055407"/>
                        <a:ext cx="1343975" cy="7711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5010069" y="5201164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收敛，所以</a:t>
            </a:r>
            <a:endParaRPr lang="zh-CN" altLang="en-US" dirty="0"/>
          </a:p>
        </p:txBody>
      </p:sp>
      <p:graphicFrame>
        <p:nvGraphicFramePr>
          <p:cNvPr id="59" name="对象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570083"/>
              </p:ext>
            </p:extLst>
          </p:nvPr>
        </p:nvGraphicFramePr>
        <p:xfrm>
          <a:off x="6601807" y="4969791"/>
          <a:ext cx="1108663" cy="942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13" name="Equation" r:id="rId26" imgW="507960" imgH="431640" progId="Equation.DSMT4">
                  <p:embed/>
                </p:oleObj>
              </mc:Choice>
              <mc:Fallback>
                <p:oleObj name="Equation" r:id="rId26" imgW="507960" imgH="431640" progId="Equation.DSMT4">
                  <p:embed/>
                  <p:pic>
                    <p:nvPicPr>
                      <p:cNvPr id="45" name="对象 4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601807" y="4969791"/>
                        <a:ext cx="1108663" cy="942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7589170" y="520116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绝对收敛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/>
              <p:cNvSpPr/>
              <p:nvPr/>
            </p:nvSpPr>
            <p:spPr>
              <a:xfrm>
                <a:off x="1400308" y="5910389"/>
                <a:ext cx="96804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</m:d>
                    <m:r>
                      <a:rPr lang="en-US" altLang="zh-CN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时，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由于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400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rPr>
                      <m:t>幂级数</m:t>
                    </m:r>
                    <m:r>
                      <a:rPr kumimoji="1" lang="zh-CN" altLang="en-US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在</m:t>
                    </m:r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时发散，由上述结论反证可得。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61" name="矩形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308" y="5910389"/>
                <a:ext cx="9680471" cy="461665"/>
              </a:xfrm>
              <a:prstGeom prst="rect">
                <a:avLst/>
              </a:prstGeom>
              <a:blipFill>
                <a:blip r:embed="rId27"/>
                <a:stretch>
                  <a:fillRect l="-1008" t="-14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2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2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2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2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2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92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2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2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79" grpId="0" animBg="1"/>
      <p:bldP spid="292880" grpId="0" animBg="1"/>
      <p:bldP spid="292885" grpId="0" autoUpdateAnimBg="0"/>
      <p:bldP spid="292886" grpId="0" autoUpdateAnimBg="0"/>
      <p:bldP spid="292900" grpId="0"/>
      <p:bldP spid="292906" grpId="0"/>
      <p:bldP spid="51" grpId="0"/>
      <p:bldP spid="7" grpId="0"/>
      <p:bldP spid="11" grpId="0"/>
      <p:bldP spid="13" grpId="0"/>
      <p:bldP spid="14" grpId="0"/>
      <p:bldP spid="6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Text Box 2"/>
          <p:cNvSpPr txBox="1">
            <a:spLocks noChangeArrowheads="1"/>
          </p:cNvSpPr>
          <p:nvPr/>
        </p:nvSpPr>
        <p:spPr bwMode="auto">
          <a:xfrm>
            <a:off x="4191000" y="2590801"/>
            <a:ext cx="36263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幂级数在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－∞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+∞)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收敛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294915" name="Text Box 3"/>
          <p:cNvSpPr txBox="1">
            <a:spLocks noChangeArrowheads="1"/>
          </p:cNvSpPr>
          <p:nvPr/>
        </p:nvSpPr>
        <p:spPr bwMode="auto">
          <a:xfrm>
            <a:off x="1203326" y="483245"/>
            <a:ext cx="3886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由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Abel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定理可以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看出，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94918" name="Text Box 6"/>
          <p:cNvSpPr txBox="1">
            <a:spLocks noChangeArrowheads="1"/>
          </p:cNvSpPr>
          <p:nvPr/>
        </p:nvSpPr>
        <p:spPr bwMode="auto">
          <a:xfrm>
            <a:off x="1203326" y="1342058"/>
            <a:ext cx="640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0" eaLnBrk="0" hangingPunct="0"/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用</a:t>
            </a: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±</a:t>
            </a:r>
            <a:r>
              <a:rPr kumimoji="1" lang="en-US" altLang="zh-CN" sz="2400" i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表示幂级数收敛与发散的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分界点，</a:t>
            </a:r>
            <a:r>
              <a:rPr kumimoji="1"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94919" name="Text Box 7"/>
          <p:cNvSpPr txBox="1">
            <a:spLocks noChangeArrowheads="1"/>
          </p:cNvSpPr>
          <p:nvPr/>
        </p:nvSpPr>
        <p:spPr bwMode="auto">
          <a:xfrm>
            <a:off x="5199221" y="471344"/>
            <a:ext cx="48710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的收敛域是以原点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为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中心的</a:t>
            </a:r>
            <a:r>
              <a:rPr kumimoji="1"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区间。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94921" name="Text Box 9"/>
          <p:cNvSpPr txBox="1">
            <a:spLocks noChangeArrowheads="1"/>
          </p:cNvSpPr>
          <p:nvPr/>
        </p:nvSpPr>
        <p:spPr bwMode="auto">
          <a:xfrm>
            <a:off x="2743200" y="1995488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= 0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时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294922" name="Text Box 10"/>
          <p:cNvSpPr txBox="1">
            <a:spLocks noChangeArrowheads="1"/>
          </p:cNvSpPr>
          <p:nvPr/>
        </p:nvSpPr>
        <p:spPr bwMode="auto">
          <a:xfrm>
            <a:off x="4191000" y="1995488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幂级数仅在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= 0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收敛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294923" name="Text Box 11"/>
          <p:cNvSpPr txBox="1">
            <a:spLocks noChangeArrowheads="1"/>
          </p:cNvSpPr>
          <p:nvPr/>
        </p:nvSpPr>
        <p:spPr bwMode="auto">
          <a:xfrm>
            <a:off x="2743200" y="2565401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=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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时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2949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293429"/>
              </p:ext>
            </p:extLst>
          </p:nvPr>
        </p:nvGraphicFramePr>
        <p:xfrm>
          <a:off x="2636837" y="3248352"/>
          <a:ext cx="1384301" cy="33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141" name="Equation" r:id="rId3" imgW="1612800" imgH="393480" progId="Equation.3">
                  <p:embed/>
                </p:oleObj>
              </mc:Choice>
              <mc:Fallback>
                <p:oleObj name="Equation" r:id="rId3" imgW="1612800" imgH="393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7" y="3248352"/>
                        <a:ext cx="1384301" cy="33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925" name="Text Box 13"/>
          <p:cNvSpPr txBox="1">
            <a:spLocks noChangeArrowheads="1"/>
          </p:cNvSpPr>
          <p:nvPr/>
        </p:nvSpPr>
        <p:spPr bwMode="auto">
          <a:xfrm>
            <a:off x="4190886" y="3162301"/>
            <a:ext cx="35429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幂级数在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R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R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收敛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294926" name="Text Box 14"/>
          <p:cNvSpPr txBox="1">
            <a:spLocks noChangeArrowheads="1"/>
          </p:cNvSpPr>
          <p:nvPr/>
        </p:nvSpPr>
        <p:spPr bwMode="auto">
          <a:xfrm>
            <a:off x="1203326" y="4919962"/>
            <a:ext cx="624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R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R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加上收敛的端点称为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收敛域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94927" name="Text Box 15"/>
          <p:cNvSpPr txBox="1">
            <a:spLocks noChangeArrowheads="1"/>
          </p:cNvSpPr>
          <p:nvPr/>
        </p:nvSpPr>
        <p:spPr bwMode="auto">
          <a:xfrm>
            <a:off x="1203326" y="4302562"/>
            <a:ext cx="3505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R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称为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收敛半径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， </a:t>
            </a:r>
          </a:p>
        </p:txBody>
      </p:sp>
      <p:sp>
        <p:nvSpPr>
          <p:cNvPr id="294928" name="Text Box 16"/>
          <p:cNvSpPr txBox="1">
            <a:spLocks noChangeArrowheads="1"/>
          </p:cNvSpPr>
          <p:nvPr/>
        </p:nvSpPr>
        <p:spPr bwMode="auto">
          <a:xfrm>
            <a:off x="7733844" y="3162301"/>
            <a:ext cx="16882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在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[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R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R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]</a:t>
            </a:r>
          </a:p>
        </p:txBody>
      </p:sp>
      <p:sp>
        <p:nvSpPr>
          <p:cNvPr id="294929" name="Text Box 17"/>
          <p:cNvSpPr txBox="1">
            <a:spLocks noChangeArrowheads="1"/>
          </p:cNvSpPr>
          <p:nvPr/>
        </p:nvSpPr>
        <p:spPr bwMode="auto">
          <a:xfrm>
            <a:off x="5584767" y="3742334"/>
            <a:ext cx="365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可能收敛也可能发散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29493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427204"/>
              </p:ext>
            </p:extLst>
          </p:nvPr>
        </p:nvGraphicFramePr>
        <p:xfrm>
          <a:off x="4662488" y="3836250"/>
          <a:ext cx="1004888" cy="350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142" name="Equation" r:id="rId5" imgW="1130040" imgH="393480" progId="Equation.3">
                  <p:embed/>
                </p:oleObj>
              </mc:Choice>
              <mc:Fallback>
                <p:oleObj name="Equation" r:id="rId5" imgW="1130040" imgH="3934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488" y="3836250"/>
                        <a:ext cx="1004888" cy="3500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931" name="Text Box 19"/>
          <p:cNvSpPr txBox="1">
            <a:spLocks noChangeArrowheads="1"/>
          </p:cNvSpPr>
          <p:nvPr/>
        </p:nvSpPr>
        <p:spPr bwMode="auto">
          <a:xfrm>
            <a:off x="9295235" y="3160662"/>
            <a:ext cx="11929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外发散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294932" name="Text Box 20"/>
          <p:cNvSpPr txBox="1">
            <a:spLocks noChangeArrowheads="1"/>
          </p:cNvSpPr>
          <p:nvPr/>
        </p:nvSpPr>
        <p:spPr bwMode="auto">
          <a:xfrm>
            <a:off x="4195883" y="3743678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在</a:t>
            </a:r>
          </a:p>
        </p:txBody>
      </p:sp>
      <p:sp>
        <p:nvSpPr>
          <p:cNvPr id="294933" name="Text Box 21"/>
          <p:cNvSpPr txBox="1">
            <a:spLocks noChangeArrowheads="1"/>
          </p:cNvSpPr>
          <p:nvPr/>
        </p:nvSpPr>
        <p:spPr bwMode="auto">
          <a:xfrm>
            <a:off x="3619500" y="4303296"/>
            <a:ext cx="4170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R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R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称为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收敛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区间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94934" name="Group 22"/>
          <p:cNvGrpSpPr>
            <a:grpSpLocks/>
          </p:cNvGrpSpPr>
          <p:nvPr/>
        </p:nvGrpSpPr>
        <p:grpSpPr bwMode="auto">
          <a:xfrm>
            <a:off x="2514600" y="5368926"/>
            <a:ext cx="7405688" cy="955675"/>
            <a:chOff x="759" y="3382"/>
            <a:chExt cx="4665" cy="602"/>
          </a:xfrm>
        </p:grpSpPr>
        <p:grpSp>
          <p:nvGrpSpPr>
            <p:cNvPr id="294935" name="Group 23"/>
            <p:cNvGrpSpPr>
              <a:grpSpLocks/>
            </p:cNvGrpSpPr>
            <p:nvPr/>
          </p:nvGrpSpPr>
          <p:grpSpPr bwMode="auto">
            <a:xfrm>
              <a:off x="759" y="3680"/>
              <a:ext cx="4665" cy="230"/>
              <a:chOff x="759" y="3466"/>
              <a:chExt cx="4665" cy="230"/>
            </a:xfrm>
          </p:grpSpPr>
          <p:graphicFrame>
            <p:nvGraphicFramePr>
              <p:cNvPr id="294936" name="Object 24"/>
              <p:cNvGraphicFramePr>
                <a:graphicFrameLocks noChangeAspect="1"/>
              </p:cNvGraphicFramePr>
              <p:nvPr/>
            </p:nvGraphicFramePr>
            <p:xfrm>
              <a:off x="2936" y="3528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5143" name="Equation" r:id="rId7" imgW="215640" imgH="241200" progId="Equation.3">
                      <p:embed/>
                    </p:oleObj>
                  </mc:Choice>
                  <mc:Fallback>
                    <p:oleObj name="Equation" r:id="rId7" imgW="215640" imgH="241200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36" y="3528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94937" name="Group 25"/>
              <p:cNvGrpSpPr>
                <a:grpSpLocks/>
              </p:cNvGrpSpPr>
              <p:nvPr/>
            </p:nvGrpSpPr>
            <p:grpSpPr bwMode="auto">
              <a:xfrm>
                <a:off x="759" y="3466"/>
                <a:ext cx="4665" cy="230"/>
                <a:chOff x="759" y="3466"/>
                <a:chExt cx="4665" cy="230"/>
              </a:xfrm>
            </p:grpSpPr>
            <p:sp>
              <p:nvSpPr>
                <p:cNvPr id="294938" name="Oval 26"/>
                <p:cNvSpPr>
                  <a:spLocks noChangeArrowheads="1"/>
                </p:cNvSpPr>
                <p:nvPr/>
              </p:nvSpPr>
              <p:spPr bwMode="auto">
                <a:xfrm>
                  <a:off x="2987" y="3466"/>
                  <a:ext cx="34" cy="34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400"/>
                </a:p>
              </p:txBody>
            </p:sp>
            <p:sp>
              <p:nvSpPr>
                <p:cNvPr id="294939" name="Line 27"/>
                <p:cNvSpPr>
                  <a:spLocks noChangeShapeType="1"/>
                </p:cNvSpPr>
                <p:nvPr/>
              </p:nvSpPr>
              <p:spPr bwMode="auto">
                <a:xfrm>
                  <a:off x="759" y="3490"/>
                  <a:ext cx="464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/>
                </a:p>
              </p:txBody>
            </p:sp>
            <p:graphicFrame>
              <p:nvGraphicFramePr>
                <p:cNvPr id="294940" name="Object 28"/>
                <p:cNvGraphicFramePr>
                  <a:graphicFrameLocks noChangeAspect="1"/>
                </p:cNvGraphicFramePr>
                <p:nvPr/>
              </p:nvGraphicFramePr>
              <p:xfrm>
                <a:off x="5280" y="3544"/>
                <a:ext cx="144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95144" name="Equation" r:id="rId9" imgW="228600" imgH="241200" progId="Equation.3">
                        <p:embed/>
                      </p:oleObj>
                    </mc:Choice>
                    <mc:Fallback>
                      <p:oleObj name="Equation" r:id="rId9" imgW="228600" imgH="241200" progId="Equation.3">
                        <p:embed/>
                        <p:pic>
                          <p:nvPicPr>
                            <p:cNvPr id="0" name="Object 2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80" y="3544"/>
                              <a:ext cx="144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294941" name="Group 29"/>
            <p:cNvGrpSpPr>
              <a:grpSpLocks/>
            </p:cNvGrpSpPr>
            <p:nvPr/>
          </p:nvGrpSpPr>
          <p:grpSpPr bwMode="auto">
            <a:xfrm>
              <a:off x="4224" y="3696"/>
              <a:ext cx="1152" cy="288"/>
              <a:chOff x="4224" y="3482"/>
              <a:chExt cx="1152" cy="288"/>
            </a:xfrm>
          </p:grpSpPr>
          <p:sp>
            <p:nvSpPr>
              <p:cNvPr id="294942" name="Text Box 30"/>
              <p:cNvSpPr txBox="1">
                <a:spLocks noChangeArrowheads="1"/>
              </p:cNvSpPr>
              <p:nvPr/>
            </p:nvSpPr>
            <p:spPr bwMode="auto">
              <a:xfrm>
                <a:off x="4272" y="3482"/>
                <a:ext cx="110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发      散</a:t>
                </a:r>
              </a:p>
            </p:txBody>
          </p:sp>
          <p:sp>
            <p:nvSpPr>
              <p:cNvPr id="294943" name="Line 31"/>
              <p:cNvSpPr>
                <a:spLocks noChangeShapeType="1"/>
              </p:cNvSpPr>
              <p:nvPr/>
            </p:nvSpPr>
            <p:spPr bwMode="auto">
              <a:xfrm>
                <a:off x="4224" y="3490"/>
                <a:ext cx="912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</p:grpSp>
        <p:grpSp>
          <p:nvGrpSpPr>
            <p:cNvPr id="294944" name="Group 32"/>
            <p:cNvGrpSpPr>
              <a:grpSpLocks/>
            </p:cNvGrpSpPr>
            <p:nvPr/>
          </p:nvGrpSpPr>
          <p:grpSpPr bwMode="auto">
            <a:xfrm>
              <a:off x="768" y="3670"/>
              <a:ext cx="1200" cy="314"/>
              <a:chOff x="768" y="3456"/>
              <a:chExt cx="1200" cy="314"/>
            </a:xfrm>
          </p:grpSpPr>
          <p:sp>
            <p:nvSpPr>
              <p:cNvPr id="294945" name="Text Box 33"/>
              <p:cNvSpPr txBox="1">
                <a:spLocks noChangeArrowheads="1"/>
              </p:cNvSpPr>
              <p:nvPr/>
            </p:nvSpPr>
            <p:spPr bwMode="auto">
              <a:xfrm>
                <a:off x="864" y="3482"/>
                <a:ext cx="110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zh-CN" altLang="en-US"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发       散</a:t>
                </a:r>
              </a:p>
            </p:txBody>
          </p:sp>
          <p:sp>
            <p:nvSpPr>
              <p:cNvPr id="294946" name="Line 34"/>
              <p:cNvSpPr>
                <a:spLocks noChangeShapeType="1"/>
              </p:cNvSpPr>
              <p:nvPr/>
            </p:nvSpPr>
            <p:spPr bwMode="auto">
              <a:xfrm flipH="1">
                <a:off x="768" y="3490"/>
                <a:ext cx="1008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294947" name="Oval 35"/>
              <p:cNvSpPr>
                <a:spLocks noChangeArrowheads="1"/>
              </p:cNvSpPr>
              <p:nvPr/>
            </p:nvSpPr>
            <p:spPr bwMode="auto">
              <a:xfrm>
                <a:off x="1767" y="3456"/>
                <a:ext cx="57" cy="57"/>
              </a:xfrm>
              <a:prstGeom prst="ellipse">
                <a:avLst/>
              </a:prstGeom>
              <a:solidFill>
                <a:srgbClr val="0066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</p:grpSp>
        <p:sp>
          <p:nvSpPr>
            <p:cNvPr id="294948" name="Oval 36"/>
            <p:cNvSpPr>
              <a:spLocks noChangeArrowheads="1"/>
            </p:cNvSpPr>
            <p:nvPr/>
          </p:nvSpPr>
          <p:spPr bwMode="auto">
            <a:xfrm>
              <a:off x="3879" y="3670"/>
              <a:ext cx="57" cy="57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94949" name="Oval 37"/>
            <p:cNvSpPr>
              <a:spLocks noChangeArrowheads="1"/>
            </p:cNvSpPr>
            <p:nvPr/>
          </p:nvSpPr>
          <p:spPr bwMode="auto">
            <a:xfrm>
              <a:off x="4176" y="3670"/>
              <a:ext cx="57" cy="57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grpSp>
          <p:nvGrpSpPr>
            <p:cNvPr id="294950" name="Group 38"/>
            <p:cNvGrpSpPr>
              <a:grpSpLocks/>
            </p:cNvGrpSpPr>
            <p:nvPr/>
          </p:nvGrpSpPr>
          <p:grpSpPr bwMode="auto">
            <a:xfrm>
              <a:off x="2064" y="3674"/>
              <a:ext cx="1809" cy="310"/>
              <a:chOff x="2064" y="3460"/>
              <a:chExt cx="1809" cy="310"/>
            </a:xfrm>
          </p:grpSpPr>
          <p:sp>
            <p:nvSpPr>
              <p:cNvPr id="294951" name="Line 39"/>
              <p:cNvSpPr>
                <a:spLocks noChangeShapeType="1"/>
              </p:cNvSpPr>
              <p:nvPr/>
            </p:nvSpPr>
            <p:spPr bwMode="auto">
              <a:xfrm>
                <a:off x="2112" y="3494"/>
                <a:ext cx="1761" cy="0"/>
              </a:xfrm>
              <a:prstGeom prst="line">
                <a:avLst/>
              </a:prstGeom>
              <a:noFill/>
              <a:ln w="3810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294952" name="Text Box 40"/>
              <p:cNvSpPr txBox="1">
                <a:spLocks noChangeArrowheads="1"/>
              </p:cNvSpPr>
              <p:nvPr/>
            </p:nvSpPr>
            <p:spPr bwMode="auto">
              <a:xfrm>
                <a:off x="2496" y="3482"/>
                <a:ext cx="110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zh-CN" altLang="en-US" sz="2400">
                    <a:solidFill>
                      <a:srgbClr val="FF0066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收           敛</a:t>
                </a:r>
              </a:p>
            </p:txBody>
          </p:sp>
          <p:sp>
            <p:nvSpPr>
              <p:cNvPr id="294953" name="Oval 41"/>
              <p:cNvSpPr>
                <a:spLocks noChangeArrowheads="1"/>
              </p:cNvSpPr>
              <p:nvPr/>
            </p:nvSpPr>
            <p:spPr bwMode="auto">
              <a:xfrm>
                <a:off x="2064" y="3460"/>
                <a:ext cx="57" cy="57"/>
              </a:xfrm>
              <a:prstGeom prst="ellipse">
                <a:avLst/>
              </a:prstGeom>
              <a:solidFill>
                <a:srgbClr val="0066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</p:grpSp>
        <p:sp>
          <p:nvSpPr>
            <p:cNvPr id="294954" name="Text Box 42"/>
            <p:cNvSpPr txBox="1">
              <a:spLocks noChangeArrowheads="1"/>
            </p:cNvSpPr>
            <p:nvPr/>
          </p:nvSpPr>
          <p:spPr bwMode="auto">
            <a:xfrm>
              <a:off x="3600" y="3382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400">
                  <a:solidFill>
                    <a:schemeClr val="accent2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收敛</a:t>
              </a:r>
            </a:p>
          </p:txBody>
        </p:sp>
        <p:sp>
          <p:nvSpPr>
            <p:cNvPr id="294955" name="Text Box 43"/>
            <p:cNvSpPr txBox="1">
              <a:spLocks noChangeArrowheads="1"/>
            </p:cNvSpPr>
            <p:nvPr/>
          </p:nvSpPr>
          <p:spPr bwMode="auto">
            <a:xfrm>
              <a:off x="4032" y="3382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400" dirty="0">
                  <a:solidFill>
                    <a:schemeClr val="accent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发散</a:t>
              </a: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BA7B29-044E-4351-AA75-76491E33A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3C05-7405-4959-AF4E-7024AF5E06E8}" type="datetime11">
              <a:rPr lang="zh-CN" altLang="en-US" smtClean="0"/>
              <a:t>20:40:11</a:t>
            </a:fld>
            <a:endParaRPr lang="en-US" altLang="zh-CN" dirty="0"/>
          </a:p>
        </p:txBody>
      </p:sp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561563"/>
              </p:ext>
            </p:extLst>
          </p:nvPr>
        </p:nvGraphicFramePr>
        <p:xfrm>
          <a:off x="4284095" y="242895"/>
          <a:ext cx="1108663" cy="942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145" name="Equation" r:id="rId11" imgW="507960" imgH="431640" progId="Equation.DSMT4">
                  <p:embed/>
                </p:oleObj>
              </mc:Choice>
              <mc:Fallback>
                <p:oleObj name="Equation" r:id="rId11" imgW="507960" imgH="431640" progId="Equation.DSMT4">
                  <p:embed/>
                  <p:pic>
                    <p:nvPicPr>
                      <p:cNvPr id="45" name="对象 4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84095" y="242895"/>
                        <a:ext cx="1108663" cy="942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4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4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4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4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4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4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4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4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4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4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4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4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4" grpId="0"/>
      <p:bldP spid="294918" grpId="0"/>
      <p:bldP spid="294919" grpId="0" autoUpdateAnimBg="0"/>
      <p:bldP spid="294921" grpId="0"/>
      <p:bldP spid="294922" grpId="0"/>
      <p:bldP spid="294923" grpId="0"/>
      <p:bldP spid="294925" grpId="0"/>
      <p:bldP spid="294926" grpId="0"/>
      <p:bldP spid="294927" grpId="0"/>
      <p:bldP spid="294928" grpId="0"/>
      <p:bldP spid="294929" grpId="0"/>
      <p:bldP spid="294931" grpId="0"/>
      <p:bldP spid="294932" grpId="0"/>
      <p:bldP spid="29493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9" name="Rectangle 3"/>
          <p:cNvSpPr>
            <a:spLocks noChangeArrowheads="1"/>
          </p:cNvSpPr>
          <p:nvPr/>
        </p:nvSpPr>
        <p:spPr bwMode="auto">
          <a:xfrm>
            <a:off x="838200" y="471488"/>
            <a:ext cx="2209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定理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2.</a:t>
            </a:r>
            <a:r>
              <a:rPr lang="en-US" altLang="zh-CN" sz="2400" dirty="0"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</a:rPr>
              <a:t>若</a:t>
            </a:r>
            <a:endParaRPr lang="zh-CN" altLang="en-US" sz="2400" dirty="0">
              <a:ea typeface="黑体" panose="02010609060101010101" pitchFamily="49" charset="-122"/>
            </a:endParaRPr>
          </a:p>
        </p:txBody>
      </p:sp>
      <p:sp>
        <p:nvSpPr>
          <p:cNvPr id="295941" name="Text Box 5"/>
          <p:cNvSpPr txBox="1">
            <a:spLocks noChangeArrowheads="1"/>
          </p:cNvSpPr>
          <p:nvPr/>
        </p:nvSpPr>
        <p:spPr bwMode="auto">
          <a:xfrm>
            <a:off x="3182441" y="549843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的系数满足</a:t>
            </a:r>
          </a:p>
        </p:txBody>
      </p:sp>
      <p:graphicFrame>
        <p:nvGraphicFramePr>
          <p:cNvPr id="2959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613875"/>
              </p:ext>
            </p:extLst>
          </p:nvPr>
        </p:nvGraphicFramePr>
        <p:xfrm>
          <a:off x="9344306" y="471488"/>
          <a:ext cx="1358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416" name="Equation" r:id="rId3" imgW="1358640" imgH="711000" progId="Equation.3">
                  <p:embed/>
                </p:oleObj>
              </mc:Choice>
              <mc:Fallback>
                <p:oleObj name="Equation" r:id="rId3" imgW="1358640" imgH="711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4306" y="471488"/>
                        <a:ext cx="13589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2561548"/>
              </p:ext>
            </p:extLst>
          </p:nvPr>
        </p:nvGraphicFramePr>
        <p:xfrm>
          <a:off x="3889376" y="1399411"/>
          <a:ext cx="1079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417" name="Equation" r:id="rId5" imgW="1079280" imgH="393480" progId="Equation.3">
                  <p:embed/>
                </p:oleObj>
              </mc:Choice>
              <mc:Fallback>
                <p:oleObj name="Equation" r:id="rId5" imgW="107928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76" y="1399411"/>
                        <a:ext cx="1079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865523"/>
              </p:ext>
            </p:extLst>
          </p:nvPr>
        </p:nvGraphicFramePr>
        <p:xfrm>
          <a:off x="7309131" y="1372349"/>
          <a:ext cx="965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418" name="Equation" r:id="rId7" imgW="965160" imgH="393480" progId="Equation.3">
                  <p:embed/>
                </p:oleObj>
              </mc:Choice>
              <mc:Fallback>
                <p:oleObj name="Equation" r:id="rId7" imgW="965160" imgH="393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9131" y="1372349"/>
                        <a:ext cx="965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5946" name="Text Box 10"/>
          <p:cNvSpPr txBox="1">
            <a:spLocks noChangeArrowheads="1"/>
          </p:cNvSpPr>
          <p:nvPr/>
        </p:nvSpPr>
        <p:spPr bwMode="auto">
          <a:xfrm>
            <a:off x="838200" y="2063718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kumimoji="1" lang="en-US" altLang="zh-CN" sz="2400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95947" name="Text Box 11"/>
          <p:cNvSpPr txBox="1">
            <a:spLocks noChangeArrowheads="1"/>
          </p:cNvSpPr>
          <p:nvPr/>
        </p:nvSpPr>
        <p:spPr bwMode="auto">
          <a:xfrm>
            <a:off x="1595438" y="2959742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若</a:t>
            </a:r>
            <a:r>
              <a:rPr kumimoji="1" lang="zh-CN" altLang="en-US" sz="2400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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≠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0,</a:t>
            </a:r>
          </a:p>
        </p:txBody>
      </p:sp>
      <p:sp>
        <p:nvSpPr>
          <p:cNvPr id="295948" name="Text Box 12"/>
          <p:cNvSpPr txBox="1">
            <a:spLocks noChangeArrowheads="1"/>
          </p:cNvSpPr>
          <p:nvPr/>
        </p:nvSpPr>
        <p:spPr bwMode="auto">
          <a:xfrm>
            <a:off x="3029381" y="2959742"/>
            <a:ext cx="3962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则根据比值审敛法可知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95949" name="Text Box 13"/>
          <p:cNvSpPr txBox="1">
            <a:spLocks noChangeArrowheads="1"/>
          </p:cNvSpPr>
          <p:nvPr/>
        </p:nvSpPr>
        <p:spPr bwMode="auto">
          <a:xfrm>
            <a:off x="1943100" y="3478683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</a:p>
        </p:txBody>
      </p:sp>
      <p:graphicFrame>
        <p:nvGraphicFramePr>
          <p:cNvPr id="29595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196673"/>
              </p:ext>
            </p:extLst>
          </p:nvPr>
        </p:nvGraphicFramePr>
        <p:xfrm>
          <a:off x="2400300" y="3532659"/>
          <a:ext cx="1182024" cy="407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419" name="Equation" r:id="rId9" imgW="1371600" imgH="469800" progId="Equation.3">
                  <p:embed/>
                </p:oleObj>
              </mc:Choice>
              <mc:Fallback>
                <p:oleObj name="Equation" r:id="rId9" imgW="1371600" imgH="469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3532659"/>
                        <a:ext cx="1182024" cy="4076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5951" name="Text Box 15"/>
          <p:cNvSpPr txBox="1">
            <a:spLocks noChangeArrowheads="1"/>
          </p:cNvSpPr>
          <p:nvPr/>
        </p:nvSpPr>
        <p:spPr bwMode="auto">
          <a:xfrm>
            <a:off x="6017687" y="3527131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原级数收敛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295952" name="Text Box 16"/>
          <p:cNvSpPr txBox="1">
            <a:spLocks noChangeArrowheads="1"/>
          </p:cNvSpPr>
          <p:nvPr/>
        </p:nvSpPr>
        <p:spPr bwMode="auto">
          <a:xfrm>
            <a:off x="1943100" y="4081488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</a:p>
        </p:txBody>
      </p:sp>
      <p:graphicFrame>
        <p:nvGraphicFramePr>
          <p:cNvPr id="29595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546428"/>
              </p:ext>
            </p:extLst>
          </p:nvPr>
        </p:nvGraphicFramePr>
        <p:xfrm>
          <a:off x="2387600" y="4141814"/>
          <a:ext cx="1189038" cy="406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420" name="Equation" r:id="rId11" imgW="1384200" imgH="469800" progId="Equation.3">
                  <p:embed/>
                </p:oleObj>
              </mc:Choice>
              <mc:Fallback>
                <p:oleObj name="Equation" r:id="rId11" imgW="1384200" imgH="4698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0" y="4141814"/>
                        <a:ext cx="1189038" cy="4063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5954" name="Text Box 18"/>
          <p:cNvSpPr txBox="1">
            <a:spLocks noChangeArrowheads="1"/>
          </p:cNvSpPr>
          <p:nvPr/>
        </p:nvSpPr>
        <p:spPr bwMode="auto">
          <a:xfrm>
            <a:off x="5981700" y="4111650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原级数发散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95956" name="Text Box 20"/>
          <p:cNvSpPr txBox="1">
            <a:spLocks noChangeArrowheads="1"/>
          </p:cNvSpPr>
          <p:nvPr/>
        </p:nvSpPr>
        <p:spPr bwMode="auto">
          <a:xfrm>
            <a:off x="3902075" y="3531071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即</a:t>
            </a:r>
          </a:p>
        </p:txBody>
      </p:sp>
      <p:graphicFrame>
        <p:nvGraphicFramePr>
          <p:cNvPr id="29595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547489"/>
              </p:ext>
            </p:extLst>
          </p:nvPr>
        </p:nvGraphicFramePr>
        <p:xfrm>
          <a:off x="4429127" y="3505670"/>
          <a:ext cx="908078" cy="531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421" name="Equation" r:id="rId13" imgW="1015920" imgH="596880" progId="Equation.3">
                  <p:embed/>
                </p:oleObj>
              </mc:Choice>
              <mc:Fallback>
                <p:oleObj name="Equation" r:id="rId13" imgW="1015920" imgH="5968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7" y="3505670"/>
                        <a:ext cx="908078" cy="5318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5958" name="Text Box 22"/>
          <p:cNvSpPr txBox="1">
            <a:spLocks noChangeArrowheads="1"/>
          </p:cNvSpPr>
          <p:nvPr/>
        </p:nvSpPr>
        <p:spPr bwMode="auto">
          <a:xfrm>
            <a:off x="5448300" y="3531071"/>
            <a:ext cx="5693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时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295959" name="Text Box 23"/>
          <p:cNvSpPr txBox="1">
            <a:spLocks noChangeArrowheads="1"/>
          </p:cNvSpPr>
          <p:nvPr/>
        </p:nvSpPr>
        <p:spPr bwMode="auto">
          <a:xfrm>
            <a:off x="7309131" y="531961"/>
            <a:ext cx="259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  <a:r>
              <a:rPr kumimoji="1" lang="zh-CN" altLang="en-US" sz="2400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 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≠ 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0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时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295960" name="Text Box 24"/>
          <p:cNvSpPr txBox="1">
            <a:spLocks noChangeArrowheads="1"/>
          </p:cNvSpPr>
          <p:nvPr/>
        </p:nvSpPr>
        <p:spPr bwMode="auto">
          <a:xfrm>
            <a:off x="1831975" y="1323211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  <a:r>
              <a:rPr kumimoji="1" lang="zh-CN" altLang="en-US" sz="2400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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0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时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295961" name="Text Box 25"/>
          <p:cNvSpPr txBox="1">
            <a:spLocks noChangeArrowheads="1"/>
          </p:cNvSpPr>
          <p:nvPr/>
        </p:nvSpPr>
        <p:spPr bwMode="auto">
          <a:xfrm>
            <a:off x="5273956" y="1321550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  <a:r>
              <a:rPr kumimoji="1" lang="zh-CN" altLang="en-US" sz="2400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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＝∞时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295962" name="Text Box 26"/>
          <p:cNvSpPr txBox="1">
            <a:spLocks noChangeArrowheads="1"/>
          </p:cNvSpPr>
          <p:nvPr/>
        </p:nvSpPr>
        <p:spPr bwMode="auto">
          <a:xfrm>
            <a:off x="3924301" y="4113238"/>
            <a:ext cx="7858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即</a:t>
            </a:r>
          </a:p>
        </p:txBody>
      </p:sp>
      <p:sp>
        <p:nvSpPr>
          <p:cNvPr id="295963" name="Text Box 27"/>
          <p:cNvSpPr txBox="1">
            <a:spLocks noChangeArrowheads="1"/>
          </p:cNvSpPr>
          <p:nvPr/>
        </p:nvSpPr>
        <p:spPr bwMode="auto">
          <a:xfrm>
            <a:off x="5448300" y="4095775"/>
            <a:ext cx="5693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时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295964" name="Text Box 28"/>
          <p:cNvSpPr txBox="1">
            <a:spLocks noChangeArrowheads="1"/>
          </p:cNvSpPr>
          <p:nvPr/>
        </p:nvSpPr>
        <p:spPr bwMode="auto">
          <a:xfrm>
            <a:off x="6553200" y="559900"/>
            <a:ext cx="8771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则 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9596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471890"/>
              </p:ext>
            </p:extLst>
          </p:nvPr>
        </p:nvGraphicFramePr>
        <p:xfrm>
          <a:off x="4429126" y="4157687"/>
          <a:ext cx="963115" cy="564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422" name="Equation" r:id="rId15" imgW="1015920" imgH="596880" progId="Equation.3">
                  <p:embed/>
                </p:oleObj>
              </mc:Choice>
              <mc:Fallback>
                <p:oleObj name="Equation" r:id="rId15" imgW="1015920" imgH="59688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6" y="4157687"/>
                        <a:ext cx="963115" cy="5640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DA2213-35B9-45CE-A964-527E866D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5690E-314E-40B1-AFD5-CBE23636DCEA}" type="datetime11">
              <a:rPr lang="zh-CN" altLang="en-US" smtClean="0"/>
              <a:t>20:40:11</a:t>
            </a:fld>
            <a:endParaRPr lang="en-US" altLang="zh-CN" dirty="0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939182"/>
              </p:ext>
            </p:extLst>
          </p:nvPr>
        </p:nvGraphicFramePr>
        <p:xfrm>
          <a:off x="2209800" y="319551"/>
          <a:ext cx="1108663" cy="942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423" name="Equation" r:id="rId17" imgW="507960" imgH="431640" progId="Equation.DSMT4">
                  <p:embed/>
                </p:oleObj>
              </mc:Choice>
              <mc:Fallback>
                <p:oleObj name="Equation" r:id="rId17" imgW="507960" imgH="431640" progId="Equation.DSMT4">
                  <p:embed/>
                  <p:pic>
                    <p:nvPicPr>
                      <p:cNvPr id="45" name="对象 4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209800" y="319551"/>
                        <a:ext cx="1108663" cy="942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9755602"/>
              </p:ext>
            </p:extLst>
          </p:nvPr>
        </p:nvGraphicFramePr>
        <p:xfrm>
          <a:off x="4816475" y="250032"/>
          <a:ext cx="1800225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424" name="Equation" r:id="rId19" imgW="825480" imgH="482400" progId="Equation.DSMT4">
                  <p:embed/>
                </p:oleObj>
              </mc:Choice>
              <mc:Fallback>
                <p:oleObj name="Equation" r:id="rId19" imgW="825480" imgH="482400" progId="Equation.DSMT4">
                  <p:embed/>
                  <p:pic>
                    <p:nvPicPr>
                      <p:cNvPr id="31" name="对象 3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816475" y="250032"/>
                        <a:ext cx="1800225" cy="1052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774690"/>
              </p:ext>
            </p:extLst>
          </p:nvPr>
        </p:nvGraphicFramePr>
        <p:xfrm>
          <a:off x="1595438" y="1766049"/>
          <a:ext cx="5021262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425" name="Equation" r:id="rId21" imgW="2298600" imgH="482400" progId="Equation.DSMT4">
                  <p:embed/>
                </p:oleObj>
              </mc:Choice>
              <mc:Fallback>
                <p:oleObj name="Equation" r:id="rId21" imgW="2298600" imgH="482400" progId="Equation.DSMT4">
                  <p:embed/>
                  <p:pic>
                    <p:nvPicPr>
                      <p:cNvPr id="31" name="对象 3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95438" y="1766049"/>
                        <a:ext cx="5021262" cy="1050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02459"/>
              </p:ext>
            </p:extLst>
          </p:nvPr>
        </p:nvGraphicFramePr>
        <p:xfrm>
          <a:off x="2014339" y="4750967"/>
          <a:ext cx="1033661" cy="540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426" name="Equation" r:id="rId3" imgW="1358640" imgH="711000" progId="Equation.3">
                  <p:embed/>
                </p:oleObj>
              </mc:Choice>
              <mc:Fallback>
                <p:oleObj name="Equation" r:id="rId3" imgW="1358640" imgH="711000" progId="Equation.3">
                  <p:embed/>
                  <p:pic>
                    <p:nvPicPr>
                      <p:cNvPr id="2959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339" y="4750967"/>
                        <a:ext cx="1033661" cy="5409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2"/>
          <p:cNvSpPr txBox="1">
            <a:spLocks noChangeArrowheads="1"/>
          </p:cNvSpPr>
          <p:nvPr/>
        </p:nvSpPr>
        <p:spPr bwMode="auto">
          <a:xfrm>
            <a:off x="1676400" y="5370684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若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434848"/>
              </p:ext>
            </p:extLst>
          </p:nvPr>
        </p:nvGraphicFramePr>
        <p:xfrm>
          <a:off x="2387600" y="5485496"/>
          <a:ext cx="729056" cy="309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427" name="Equation" r:id="rId23" imgW="927000" imgH="393480" progId="Equation.3">
                  <p:embed/>
                </p:oleObj>
              </mc:Choice>
              <mc:Fallback>
                <p:oleObj name="Equation" r:id="rId23" imgW="927000" imgH="393480" progId="Equation.3">
                  <p:embed/>
                  <p:pic>
                    <p:nvPicPr>
                      <p:cNvPr id="2969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0" y="5485496"/>
                        <a:ext cx="729056" cy="3095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3146535" y="5387971"/>
            <a:ext cx="51277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则根据比值审敛法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可知，对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任意</a:t>
            </a:r>
            <a:r>
              <a:rPr kumimoji="1" lang="zh-CN" altLang="en-US" sz="2400" i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原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315121"/>
              </p:ext>
            </p:extLst>
          </p:nvPr>
        </p:nvGraphicFramePr>
        <p:xfrm>
          <a:off x="4904131" y="6011432"/>
          <a:ext cx="866147" cy="315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428" name="Equation" r:id="rId25" imgW="1079280" imgH="393480" progId="Equation.3">
                  <p:embed/>
                </p:oleObj>
              </mc:Choice>
              <mc:Fallback>
                <p:oleObj name="Equation" r:id="rId25" imgW="1079280" imgH="393480" progId="Equation.3">
                  <p:embed/>
                  <p:pic>
                    <p:nvPicPr>
                      <p:cNvPr id="2969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4131" y="6011432"/>
                        <a:ext cx="866147" cy="3158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2014221" y="5909936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级数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绝对收敛，因此</a:t>
            </a:r>
            <a:endParaRPr kumimoji="1"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8604531" y="3155000"/>
                <a:ext cx="2331087" cy="924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d>
                        <m:dPr>
                          <m:begChr m:val="|"/>
                          <m:endChr m:val="|"/>
                          <m:ctrlPr>
                            <a:rPr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4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4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4531" y="3155000"/>
                <a:ext cx="2331087" cy="92486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5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5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5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5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5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5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5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5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5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6" grpId="0"/>
      <p:bldP spid="295947" grpId="0"/>
      <p:bldP spid="295948" grpId="0"/>
      <p:bldP spid="295949" grpId="0"/>
      <p:bldP spid="295951" grpId="0"/>
      <p:bldP spid="295952" grpId="0"/>
      <p:bldP spid="295954" grpId="0"/>
      <p:bldP spid="295956" grpId="0"/>
      <p:bldP spid="295958" grpId="0"/>
      <p:bldP spid="295962" grpId="0"/>
      <p:bldP spid="295963" grpId="0"/>
      <p:bldP spid="35" grpId="0"/>
      <p:bldP spid="37" grpId="0"/>
      <p:bldP spid="3" grpId="0"/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Text Box 2"/>
          <p:cNvSpPr txBox="1">
            <a:spLocks noChangeArrowheads="1"/>
          </p:cNvSpPr>
          <p:nvPr/>
        </p:nvSpPr>
        <p:spPr bwMode="auto">
          <a:xfrm>
            <a:off x="2176464" y="4215647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对端点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kumimoji="1" lang="en-US" altLang="zh-CN" sz="2400" i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=-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</a:p>
        </p:txBody>
      </p:sp>
      <p:graphicFrame>
        <p:nvGraphicFramePr>
          <p:cNvPr id="2979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122903"/>
              </p:ext>
            </p:extLst>
          </p:nvPr>
        </p:nvGraphicFramePr>
        <p:xfrm>
          <a:off x="3434465" y="404269"/>
          <a:ext cx="4122265" cy="805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33" name="Equation" r:id="rId3" imgW="4813200" imgH="939600" progId="Equation.3">
                  <p:embed/>
                </p:oleObj>
              </mc:Choice>
              <mc:Fallback>
                <p:oleObj name="Equation" r:id="rId3" imgW="4813200" imgH="939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4465" y="404269"/>
                        <a:ext cx="4122265" cy="805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989" name="Text Box 5"/>
          <p:cNvSpPr txBox="1">
            <a:spLocks noChangeArrowheads="1"/>
          </p:cNvSpPr>
          <p:nvPr/>
        </p:nvSpPr>
        <p:spPr bwMode="auto">
          <a:xfrm>
            <a:off x="7628237" y="615888"/>
            <a:ext cx="3124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的收敛半径及收敛域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97990" name="Text Box 6"/>
          <p:cNvSpPr txBox="1">
            <a:spLocks noChangeArrowheads="1"/>
          </p:cNvSpPr>
          <p:nvPr/>
        </p:nvSpPr>
        <p:spPr bwMode="auto">
          <a:xfrm>
            <a:off x="1450289" y="1492066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97994" name="Text Box 10"/>
          <p:cNvSpPr txBox="1">
            <a:spLocks noChangeArrowheads="1"/>
          </p:cNvSpPr>
          <p:nvPr/>
        </p:nvSpPr>
        <p:spPr bwMode="auto">
          <a:xfrm>
            <a:off x="2176464" y="3225048"/>
            <a:ext cx="57483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对端点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 =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1, </a:t>
            </a:r>
            <a:r>
              <a:rPr kumimoji="1" lang="zh-CN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级数为</a:t>
            </a:r>
            <a:r>
              <a:rPr kumimoji="1" lang="zh-CN" altLang="zh-CN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交错级数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                 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97996" name="Text Box 12"/>
          <p:cNvSpPr txBox="1">
            <a:spLocks noChangeArrowheads="1"/>
          </p:cNvSpPr>
          <p:nvPr/>
        </p:nvSpPr>
        <p:spPr bwMode="auto">
          <a:xfrm>
            <a:off x="7749546" y="3225048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收敛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r>
              <a:rPr kumimoji="1" lang="zh-CN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97997" name="Text Box 13"/>
          <p:cNvSpPr txBox="1">
            <a:spLocks noChangeArrowheads="1"/>
          </p:cNvSpPr>
          <p:nvPr/>
        </p:nvSpPr>
        <p:spPr bwMode="auto">
          <a:xfrm>
            <a:off x="4115896" y="4225534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级数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为        ，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97999" name="Text Box 15"/>
          <p:cNvSpPr txBox="1">
            <a:spLocks noChangeArrowheads="1"/>
          </p:cNvSpPr>
          <p:nvPr/>
        </p:nvSpPr>
        <p:spPr bwMode="auto">
          <a:xfrm>
            <a:off x="5980314" y="4229424"/>
            <a:ext cx="129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发散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</a:p>
        </p:txBody>
      </p:sp>
      <p:graphicFrame>
        <p:nvGraphicFramePr>
          <p:cNvPr id="29800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159020"/>
              </p:ext>
            </p:extLst>
          </p:nvPr>
        </p:nvGraphicFramePr>
        <p:xfrm>
          <a:off x="4001873" y="5253729"/>
          <a:ext cx="1117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34" name="Equation" r:id="rId5" imgW="1117440" imgH="406080" progId="Equation.3">
                  <p:embed/>
                </p:oleObj>
              </mc:Choice>
              <mc:Fallback>
                <p:oleObj name="Equation" r:id="rId5" imgW="1117440" imgH="4060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1873" y="5253729"/>
                        <a:ext cx="1117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8001" name="Text Box 17"/>
          <p:cNvSpPr txBox="1">
            <a:spLocks noChangeArrowheads="1"/>
          </p:cNvSpPr>
          <p:nvPr/>
        </p:nvSpPr>
        <p:spPr bwMode="auto">
          <a:xfrm>
            <a:off x="2176464" y="5198464"/>
            <a:ext cx="2819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故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收敛域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</a:t>
            </a:r>
          </a:p>
        </p:txBody>
      </p:sp>
      <p:sp>
        <p:nvSpPr>
          <p:cNvPr id="298002" name="Rectangle 18"/>
          <p:cNvSpPr>
            <a:spLocks noChangeArrowheads="1"/>
          </p:cNvSpPr>
          <p:nvPr/>
        </p:nvSpPr>
        <p:spPr bwMode="auto">
          <a:xfrm>
            <a:off x="1037967" y="541921"/>
            <a:ext cx="2819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400" dirty="0">
                <a:solidFill>
                  <a:schemeClr val="accent2"/>
                </a:solidFill>
                <a:ea typeface="黑体" panose="02010609060101010101" pitchFamily="49" charset="-122"/>
              </a:rPr>
              <a:t>.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</a:rPr>
              <a:t>求幂级数</a:t>
            </a:r>
            <a:endParaRPr lang="zh-CN" altLang="en-US" sz="2400" dirty="0">
              <a:ea typeface="黑体" panose="02010609060101010101" pitchFamily="49" charset="-122"/>
            </a:endParaRPr>
          </a:p>
        </p:txBody>
      </p:sp>
      <p:sp>
        <p:nvSpPr>
          <p:cNvPr id="298004" name="Text Box 20"/>
          <p:cNvSpPr txBox="1">
            <a:spLocks noChangeArrowheads="1"/>
          </p:cNvSpPr>
          <p:nvPr/>
        </p:nvSpPr>
        <p:spPr bwMode="auto">
          <a:xfrm>
            <a:off x="5233988" y="1238250"/>
            <a:ext cx="2616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548355"/>
              </p:ext>
            </p:extLst>
          </p:nvPr>
        </p:nvGraphicFramePr>
        <p:xfrm>
          <a:off x="5785946" y="3969571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35" name="Equation" r:id="rId7" imgW="114120" imgH="177480" progId="Equation.DSMT4">
                  <p:embed/>
                </p:oleObj>
              </mc:Choice>
              <mc:Fallback>
                <p:oleObj name="Equation" r:id="rId7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85946" y="3969571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2176464" y="1386472"/>
                <a:ext cx="1630062" cy="6802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464" y="1386472"/>
                <a:ext cx="1630062" cy="680251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709816" y="1219520"/>
                <a:ext cx="2681632" cy="10502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altLang="zh-CN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2400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b="0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num>
                          <m:den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24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816" y="1219520"/>
                <a:ext cx="2681632" cy="1050224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273141" y="1448936"/>
                <a:ext cx="2567178" cy="6660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𝑛𝑥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141" y="1448936"/>
                <a:ext cx="2567178" cy="66608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176464" y="2341776"/>
                <a:ext cx="730078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zh-CN" altLang="en-US" sz="2400" dirty="0">
                    <a:solidFill>
                      <a:prstClr val="black"/>
                    </a:solidFill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</a:rPr>
                  <a:t>时，幂级数绝对收敛，所以收敛半径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400" dirty="0" smtClean="0">
                    <a:solidFill>
                      <a:prstClr val="black"/>
                    </a:solidFill>
                  </a:rPr>
                  <a:t>,</a:t>
                </a:r>
                <a:r>
                  <a:rPr lang="zh-CN" altLang="en-US" sz="2400" dirty="0">
                    <a:solidFill>
                      <a:prstClr val="black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464" y="2341776"/>
                <a:ext cx="7300781" cy="461665"/>
              </a:xfrm>
              <a:prstGeom prst="rect">
                <a:avLst/>
              </a:prstGeom>
              <a:blipFill>
                <a:blip r:embed="rId16"/>
                <a:stretch>
                  <a:fillRect l="-1252" t="-14474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997E9B9-6F0D-4BD8-B3AB-EB5B130B9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05F9F-2E9D-45B1-891C-C444DD282721}" type="datetime11">
              <a:rPr lang="zh-CN" altLang="en-US" smtClean="0"/>
              <a:t>20:40:11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9300519" y="2333435"/>
                <a:ext cx="230281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FF"/>
                    </a:solidFill>
                  </a:rPr>
                  <a:t>收敛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区间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0519" y="2333435"/>
                <a:ext cx="2302810" cy="461665"/>
              </a:xfrm>
              <a:prstGeom prst="rect">
                <a:avLst/>
              </a:prstGeom>
              <a:blipFill>
                <a:blip r:embed="rId17"/>
                <a:stretch>
                  <a:fillRect l="-4244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559465"/>
              </p:ext>
            </p:extLst>
          </p:nvPr>
        </p:nvGraphicFramePr>
        <p:xfrm>
          <a:off x="6228737" y="3083674"/>
          <a:ext cx="1291765" cy="744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36" name="Equation" r:id="rId18" imgW="749160" imgH="431640" progId="Equation.DSMT4">
                  <p:embed/>
                </p:oleObj>
              </mc:Choice>
              <mc:Fallback>
                <p:oleObj name="Equation" r:id="rId18" imgW="749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228737" y="3083674"/>
                        <a:ext cx="1291765" cy="7444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661248"/>
              </p:ext>
            </p:extLst>
          </p:nvPr>
        </p:nvGraphicFramePr>
        <p:xfrm>
          <a:off x="5111889" y="4081442"/>
          <a:ext cx="568325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37" name="Equation" r:id="rId20" imgW="330120" imgH="431640" progId="Equation.DSMT4">
                  <p:embed/>
                </p:oleObj>
              </mc:Choice>
              <mc:Fallback>
                <p:oleObj name="Equation" r:id="rId20" imgW="330120" imgH="43164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111889" y="4081442"/>
                        <a:ext cx="568325" cy="744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7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7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7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7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7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8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8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6" grpId="0"/>
      <p:bldP spid="297994" grpId="0"/>
      <p:bldP spid="297996" grpId="0"/>
      <p:bldP spid="297997" grpId="0"/>
      <p:bldP spid="297999" grpId="0"/>
      <p:bldP spid="298001" grpId="0"/>
      <p:bldP spid="4" grpId="0"/>
      <p:bldP spid="5" grpId="0"/>
      <p:bldP spid="6" grpId="0"/>
      <p:bldP spid="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ChangeArrowheads="1"/>
          </p:cNvSpPr>
          <p:nvPr/>
        </p:nvSpPr>
        <p:spPr bwMode="auto">
          <a:xfrm>
            <a:off x="1388056" y="317204"/>
            <a:ext cx="6477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2400" dirty="0">
                <a:solidFill>
                  <a:schemeClr val="accent2"/>
                </a:solidFill>
                <a:ea typeface="黑体" panose="02010609060101010101" pitchFamily="49" charset="-122"/>
              </a:rPr>
              <a:t>.</a:t>
            </a:r>
            <a:r>
              <a:rPr lang="en-US" altLang="zh-CN" sz="2400" dirty="0"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</a:rPr>
              <a:t>求下列幂级数的收敛域 </a:t>
            </a:r>
            <a:r>
              <a:rPr lang="en-US" altLang="zh-CN" sz="2400" dirty="0">
                <a:solidFill>
                  <a:schemeClr val="tx1"/>
                </a:solidFill>
                <a:ea typeface="黑体" panose="02010609060101010101" pitchFamily="49" charset="-122"/>
              </a:rPr>
              <a:t>:</a:t>
            </a:r>
            <a:endParaRPr lang="en-US" altLang="zh-CN" sz="2400" dirty="0">
              <a:ea typeface="黑体" panose="02010609060101010101" pitchFamily="49" charset="-122"/>
            </a:endParaRPr>
          </a:p>
        </p:txBody>
      </p:sp>
      <p:graphicFrame>
        <p:nvGraphicFramePr>
          <p:cNvPr id="2990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169026"/>
              </p:ext>
            </p:extLst>
          </p:nvPr>
        </p:nvGraphicFramePr>
        <p:xfrm>
          <a:off x="3277630" y="932346"/>
          <a:ext cx="3859770" cy="907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94" name="Equation" r:id="rId3" imgW="4698720" imgH="1104840" progId="Equation.3">
                  <p:embed/>
                </p:oleObj>
              </mc:Choice>
              <mc:Fallback>
                <p:oleObj name="Equation" r:id="rId3" imgW="4698720" imgH="11048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7630" y="932346"/>
                        <a:ext cx="3859770" cy="9075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012" name="Text Box 4"/>
          <p:cNvSpPr txBox="1">
            <a:spLocks noChangeArrowheads="1"/>
          </p:cNvSpPr>
          <p:nvPr/>
        </p:nvSpPr>
        <p:spPr bwMode="auto">
          <a:xfrm>
            <a:off x="1388056" y="2177426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(1)</a:t>
            </a:r>
          </a:p>
        </p:txBody>
      </p:sp>
      <p:sp>
        <p:nvSpPr>
          <p:cNvPr id="299017" name="Text Box 9"/>
          <p:cNvSpPr txBox="1">
            <a:spLocks noChangeArrowheads="1"/>
          </p:cNvSpPr>
          <p:nvPr/>
        </p:nvSpPr>
        <p:spPr bwMode="auto">
          <a:xfrm>
            <a:off x="2221880" y="3596373"/>
            <a:ext cx="259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所以收敛域为</a:t>
            </a:r>
          </a:p>
        </p:txBody>
      </p:sp>
      <p:graphicFrame>
        <p:nvGraphicFramePr>
          <p:cNvPr id="2990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6066551"/>
              </p:ext>
            </p:extLst>
          </p:nvPr>
        </p:nvGraphicFramePr>
        <p:xfrm>
          <a:off x="4191000" y="3643056"/>
          <a:ext cx="1714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95" name="Equation" r:id="rId5" imgW="1714320" imgH="406080" progId="Equation.3">
                  <p:embed/>
                </p:oleObj>
              </mc:Choice>
              <mc:Fallback>
                <p:oleObj name="Equation" r:id="rId5" imgW="1714320" imgH="4060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643056"/>
                        <a:ext cx="1714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019" name="Text Box 11"/>
          <p:cNvSpPr txBox="1">
            <a:spLocks noChangeArrowheads="1"/>
          </p:cNvSpPr>
          <p:nvPr/>
        </p:nvSpPr>
        <p:spPr bwMode="auto">
          <a:xfrm>
            <a:off x="1828800" y="4200546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(2)</a:t>
            </a:r>
          </a:p>
        </p:txBody>
      </p:sp>
      <p:sp>
        <p:nvSpPr>
          <p:cNvPr id="299025" name="Text Box 17"/>
          <p:cNvSpPr txBox="1">
            <a:spLocks noChangeArrowheads="1"/>
          </p:cNvSpPr>
          <p:nvPr/>
        </p:nvSpPr>
        <p:spPr bwMode="auto">
          <a:xfrm>
            <a:off x="2320734" y="5191989"/>
            <a:ext cx="472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所以级数仅在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 =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0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处收敛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99026" name="Text Box 18"/>
          <p:cNvSpPr txBox="1">
            <a:spLocks noChangeArrowheads="1"/>
          </p:cNvSpPr>
          <p:nvPr/>
        </p:nvSpPr>
        <p:spPr bwMode="auto">
          <a:xfrm>
            <a:off x="8216923" y="429271"/>
            <a:ext cx="2286000" cy="46166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规定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: 0 ! = 1</a:t>
            </a:r>
          </a:p>
        </p:txBody>
      </p:sp>
      <p:sp>
        <p:nvSpPr>
          <p:cNvPr id="299028" name="Text Box 20"/>
          <p:cNvSpPr txBox="1">
            <a:spLocks noChangeArrowheads="1"/>
          </p:cNvSpPr>
          <p:nvPr/>
        </p:nvSpPr>
        <p:spPr bwMode="auto">
          <a:xfrm>
            <a:off x="7680325" y="882651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endParaRPr kumimoji="1" lang="zh-CN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5279404" y="1909763"/>
            <a:ext cx="2616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2320734" y="2058543"/>
                <a:ext cx="1630062" cy="6802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734" y="2058543"/>
                <a:ext cx="1630062" cy="68025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3920934" y="1890375"/>
                <a:ext cx="2476960" cy="9437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altLang="zh-CN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d>
                                  <m:dPr>
                                    <m:ctrlPr>
                                      <a:rPr lang="en-US" altLang="zh-CN" sz="24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num>
                          <m:den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934" y="1890375"/>
                <a:ext cx="2476960" cy="9437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6397894" y="2092720"/>
                <a:ext cx="2962029" cy="6660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=0&lt;1</m:t>
                    </m:r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894" y="2092720"/>
                <a:ext cx="2962029" cy="66608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2221880" y="2976603"/>
                <a:ext cx="807958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</a:rPr>
                  <a:t>取任何实数时，幂级数都绝对收敛，所以收敛半径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880" y="2976603"/>
                <a:ext cx="8079584" cy="461665"/>
              </a:xfrm>
              <a:prstGeom prst="rect">
                <a:avLst/>
              </a:prstGeom>
              <a:blipFill rotWithShape="0">
                <a:blip r:embed="rId10"/>
                <a:stretch>
                  <a:fillRect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 Box 20"/>
          <p:cNvSpPr txBox="1">
            <a:spLocks noChangeArrowheads="1"/>
          </p:cNvSpPr>
          <p:nvPr/>
        </p:nvSpPr>
        <p:spPr bwMode="auto">
          <a:xfrm>
            <a:off x="5279404" y="3991313"/>
            <a:ext cx="2616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2320734" y="4140093"/>
                <a:ext cx="1630062" cy="6802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734" y="4140093"/>
                <a:ext cx="1630062" cy="680251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3917001" y="4121242"/>
                <a:ext cx="2581028" cy="6991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001" y="4121242"/>
                <a:ext cx="2581028" cy="69910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6502134" y="4058038"/>
                <a:ext cx="4815356" cy="916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d>
                        <m:dPr>
                          <m:begChr m:val="|"/>
                          <m:endChr m:val="|"/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∞&gt;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≠0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0,    </m:t>
                              </m:r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134" y="4058038"/>
                <a:ext cx="4815356" cy="916148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FB3A22-51BB-4AB9-AF53-EE6EC258A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2574F-9813-4B7D-987E-D2CA9AE15910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9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9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9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9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7" grpId="0"/>
      <p:bldP spid="299019" grpId="0"/>
      <p:bldP spid="299025" grpId="0"/>
      <p:bldP spid="23" grpId="0"/>
      <p:bldP spid="24" grpId="0"/>
      <p:bldP spid="25" grpId="0"/>
      <p:bldP spid="27" grpId="0"/>
      <p:bldP spid="28" grpId="0"/>
      <p:bldP spid="2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ChangeArrowheads="1"/>
          </p:cNvSpPr>
          <p:nvPr/>
        </p:nvSpPr>
        <p:spPr bwMode="auto">
          <a:xfrm>
            <a:off x="1433512" y="444502"/>
            <a:ext cx="990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>
                <a:solidFill>
                  <a:schemeClr val="accent2"/>
                </a:solidFill>
                <a:ea typeface="黑体" panose="02010609060101010101" pitchFamily="49" charset="-122"/>
              </a:rPr>
              <a:t>3.</a:t>
            </a:r>
            <a:endParaRPr lang="en-US" altLang="zh-CN" sz="240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300036" name="Text Box 4"/>
          <p:cNvSpPr txBox="1">
            <a:spLocks noChangeArrowheads="1"/>
          </p:cNvSpPr>
          <p:nvPr/>
        </p:nvSpPr>
        <p:spPr bwMode="auto">
          <a:xfrm>
            <a:off x="4736064" y="489452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的收敛半径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00037" name="Text Box 5"/>
          <p:cNvSpPr txBox="1">
            <a:spLocks noChangeArrowheads="1"/>
          </p:cNvSpPr>
          <p:nvPr/>
        </p:nvSpPr>
        <p:spPr bwMode="auto">
          <a:xfrm>
            <a:off x="1433512" y="1427976"/>
            <a:ext cx="5630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000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532626"/>
              </p:ext>
            </p:extLst>
          </p:nvPr>
        </p:nvGraphicFramePr>
        <p:xfrm>
          <a:off x="2069064" y="3853466"/>
          <a:ext cx="1460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376" name="Equation" r:id="rId3" imgW="1460160" imgH="520560" progId="Equation.3">
                  <p:embed/>
                </p:oleObj>
              </mc:Choice>
              <mc:Fallback>
                <p:oleObj name="Equation" r:id="rId3" imgW="1460160" imgH="5205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9064" y="3853466"/>
                        <a:ext cx="14605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045" name="Text Box 13"/>
          <p:cNvSpPr txBox="1">
            <a:spLocks noChangeArrowheads="1"/>
          </p:cNvSpPr>
          <p:nvPr/>
        </p:nvSpPr>
        <p:spPr bwMode="auto">
          <a:xfrm>
            <a:off x="4964664" y="3867754"/>
            <a:ext cx="205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时级数收敛</a:t>
            </a:r>
          </a:p>
        </p:txBody>
      </p:sp>
      <p:sp>
        <p:nvSpPr>
          <p:cNvPr id="300046" name="Text Box 14"/>
          <p:cNvSpPr txBox="1">
            <a:spLocks noChangeArrowheads="1"/>
          </p:cNvSpPr>
          <p:nvPr/>
        </p:nvSpPr>
        <p:spPr bwMode="auto">
          <a:xfrm>
            <a:off x="4964664" y="4539267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时级数发散  </a:t>
            </a:r>
          </a:p>
        </p:txBody>
      </p:sp>
      <p:sp>
        <p:nvSpPr>
          <p:cNvPr id="300047" name="Text Box 15"/>
          <p:cNvSpPr txBox="1">
            <a:spLocks noChangeArrowheads="1"/>
          </p:cNvSpPr>
          <p:nvPr/>
        </p:nvSpPr>
        <p:spPr bwMode="auto">
          <a:xfrm>
            <a:off x="1996580" y="5391673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故收敛半径为 </a:t>
            </a:r>
          </a:p>
        </p:txBody>
      </p:sp>
      <p:graphicFrame>
        <p:nvGraphicFramePr>
          <p:cNvPr id="30004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903640"/>
              </p:ext>
            </p:extLst>
          </p:nvPr>
        </p:nvGraphicFramePr>
        <p:xfrm>
          <a:off x="3961364" y="5210780"/>
          <a:ext cx="990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377" name="Equation" r:id="rId5" imgW="990360" imgH="850680" progId="Equation.3">
                  <p:embed/>
                </p:oleObj>
              </mc:Choice>
              <mc:Fallback>
                <p:oleObj name="Equation" r:id="rId5" imgW="990360" imgH="8506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1364" y="5210780"/>
                        <a:ext cx="9906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004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589914"/>
              </p:ext>
            </p:extLst>
          </p:nvPr>
        </p:nvGraphicFramePr>
        <p:xfrm>
          <a:off x="3593064" y="3905854"/>
          <a:ext cx="1358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378" name="Equation" r:id="rId7" imgW="1358640" imgH="533160" progId="Equation.3">
                  <p:embed/>
                </p:oleObj>
              </mc:Choice>
              <mc:Fallback>
                <p:oleObj name="Equation" r:id="rId7" imgW="1358640" imgH="53316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3064" y="3905854"/>
                        <a:ext cx="13589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005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9092798"/>
              </p:ext>
            </p:extLst>
          </p:nvPr>
        </p:nvGraphicFramePr>
        <p:xfrm>
          <a:off x="2069064" y="4515454"/>
          <a:ext cx="1473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379" name="Equation" r:id="rId9" imgW="1473120" imgH="520560" progId="Equation.3">
                  <p:embed/>
                </p:oleObj>
              </mc:Choice>
              <mc:Fallback>
                <p:oleObj name="Equation" r:id="rId9" imgW="1473120" imgH="52056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9064" y="4515454"/>
                        <a:ext cx="1473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005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5873505"/>
              </p:ext>
            </p:extLst>
          </p:nvPr>
        </p:nvGraphicFramePr>
        <p:xfrm>
          <a:off x="3593064" y="4539266"/>
          <a:ext cx="1358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380" name="Equation" r:id="rId11" imgW="1358640" imgH="533160" progId="Equation.3">
                  <p:embed/>
                </p:oleObj>
              </mc:Choice>
              <mc:Fallback>
                <p:oleObj name="Equation" r:id="rId11" imgW="1358640" imgH="53316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3064" y="4539266"/>
                        <a:ext cx="13589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055" name="AutoShape 23"/>
          <p:cNvSpPr>
            <a:spLocks/>
          </p:cNvSpPr>
          <p:nvPr/>
        </p:nvSpPr>
        <p:spPr bwMode="auto">
          <a:xfrm>
            <a:off x="6945864" y="4005866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2044936" y="1420309"/>
                <a:ext cx="1630062" cy="6802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936" y="1420309"/>
                <a:ext cx="1630062" cy="680251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3992876" y="1153393"/>
                <a:ext cx="2899576" cy="12661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e>
                                </m:d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24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ctrlPr>
                                              <a:rPr lang="en-US" altLang="zh-CN" sz="2400" i="1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4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e>
                                        </m:d>
                                        <m:r>
                                          <a:rPr lang="en-US" altLang="zh-CN" sz="24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!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sup>
                            </m:sSup>
                          </m:num>
                          <m:den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altLang="zh-CN" sz="24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2400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24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!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876" y="1153393"/>
                <a:ext cx="2899576" cy="126618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3992876" y="2629421"/>
                <a:ext cx="4052263" cy="7063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zh-CN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altLang="zh-CN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altLang="zh-CN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876" y="2629421"/>
                <a:ext cx="4052263" cy="706347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EE7295D-5D9D-426E-9329-BFB7BD354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534DF-FF1E-45ED-845D-43FB08224682}" type="datetime11">
              <a:rPr lang="zh-CN" altLang="en-US" smtClean="0"/>
              <a:t>20:40:11</a:t>
            </a:fld>
            <a:endParaRPr lang="en-US" altLang="zh-CN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84226"/>
              </p:ext>
            </p:extLst>
          </p:nvPr>
        </p:nvGraphicFramePr>
        <p:xfrm>
          <a:off x="3499447" y="352422"/>
          <a:ext cx="1345325" cy="735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381" name="Equation" r:id="rId18" imgW="812520" imgH="444240" progId="Equation.DSMT4">
                  <p:embed/>
                </p:oleObj>
              </mc:Choice>
              <mc:Fallback>
                <p:oleObj name="Equation" r:id="rId18" imgW="8125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499447" y="352422"/>
                        <a:ext cx="1345325" cy="735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192383" y="49172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求幂级数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8523739" y="1112728"/>
                <a:ext cx="1554143" cy="7468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l-GR" altLang="zh-CN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l-GR" altLang="zh-CN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3739" y="1112728"/>
                <a:ext cx="1554143" cy="74680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8444614" y="2647924"/>
                <a:ext cx="2783262" cy="6806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  <m: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∙⋯∙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∙⋯∙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4614" y="2647924"/>
                <a:ext cx="2783262" cy="6806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8444614" y="1840315"/>
                <a:ext cx="2811667" cy="7607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∙⋯∙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altLang="zh-CN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</m:d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∙⋯∙</m:t>
                                </m:r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4614" y="1840315"/>
                <a:ext cx="2811667" cy="76072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8444614" y="3375511"/>
                <a:ext cx="3315010" cy="6806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  <m: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∙⋯∙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∙⋯∙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4614" y="3375511"/>
                <a:ext cx="3315010" cy="6806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8444614" y="4231329"/>
                <a:ext cx="843051" cy="6158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4614" y="4231329"/>
                <a:ext cx="843051" cy="61587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8491204" y="4920266"/>
                <a:ext cx="3313664" cy="613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时，级数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发散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1204" y="4920266"/>
                <a:ext cx="3313664" cy="613886"/>
              </a:xfrm>
              <a:prstGeom prst="rect">
                <a:avLst/>
              </a:prstGeom>
              <a:blipFill>
                <a:blip r:embed="rId25"/>
                <a:stretch>
                  <a:fillRect l="-2947" b="-4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5691879" y="5607215"/>
                <a:ext cx="45266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‼=</m:t>
                    </m:r>
                    <m:d>
                      <m:d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∙⋯∙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solidFill>
                      <a:srgbClr val="FF0000"/>
                    </a:solidFill>
                  </a:rPr>
                  <a:t> </a:t>
                </a:r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879" y="5607215"/>
                <a:ext cx="4526687" cy="46166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5691879" y="6167375"/>
                <a:ext cx="559864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‼=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∙⋯∙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solidFill>
                      <a:srgbClr val="FF0000"/>
                    </a:solidFill>
                  </a:rPr>
                  <a:t> </a:t>
                </a:r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879" y="6167375"/>
                <a:ext cx="5598649" cy="46166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0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0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0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0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0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0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0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7" grpId="0"/>
      <p:bldP spid="300045" grpId="0"/>
      <p:bldP spid="300046" grpId="0"/>
      <p:bldP spid="300047" grpId="0"/>
      <p:bldP spid="300055" grpId="0" animBg="1"/>
      <p:bldP spid="25" grpId="0"/>
      <p:bldP spid="26" grpId="0"/>
      <p:bldP spid="27" grpId="0"/>
      <p:bldP spid="5" grpId="0"/>
      <p:bldP spid="22" grpId="0"/>
      <p:bldP spid="6" grpId="0"/>
      <p:bldP spid="24" grpId="0"/>
      <p:bldP spid="7" grpId="0"/>
      <p:bldP spid="8" grpId="0"/>
      <p:bldP spid="9" grpId="0"/>
      <p:bldP spid="1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ChangeArrowheads="1"/>
          </p:cNvSpPr>
          <p:nvPr/>
        </p:nvSpPr>
        <p:spPr bwMode="auto">
          <a:xfrm>
            <a:off x="1346200" y="474366"/>
            <a:ext cx="914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>
                <a:solidFill>
                  <a:schemeClr val="accent2"/>
                </a:solidFill>
                <a:ea typeface="黑体" panose="02010609060101010101" pitchFamily="49" charset="-122"/>
              </a:rPr>
              <a:t>4.</a:t>
            </a:r>
            <a:endParaRPr lang="en-US" altLang="zh-CN" sz="240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3010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999172"/>
              </p:ext>
            </p:extLst>
          </p:nvPr>
        </p:nvGraphicFramePr>
        <p:xfrm>
          <a:off x="2226469" y="346081"/>
          <a:ext cx="2616200" cy="865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319" name="Equation" r:id="rId3" imgW="3149280" imgH="1041120" progId="Equation.3">
                  <p:embed/>
                </p:oleObj>
              </mc:Choice>
              <mc:Fallback>
                <p:oleObj name="Equation" r:id="rId3" imgW="3149280" imgH="10411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6469" y="346081"/>
                        <a:ext cx="2616200" cy="8650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60" name="Text Box 4"/>
          <p:cNvSpPr txBox="1">
            <a:spLocks noChangeArrowheads="1"/>
          </p:cNvSpPr>
          <p:nvPr/>
        </p:nvSpPr>
        <p:spPr bwMode="auto">
          <a:xfrm>
            <a:off x="4842669" y="541339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的收敛域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01061" name="Text Box 5"/>
          <p:cNvSpPr txBox="1">
            <a:spLocks noChangeArrowheads="1"/>
          </p:cNvSpPr>
          <p:nvPr/>
        </p:nvSpPr>
        <p:spPr bwMode="auto">
          <a:xfrm>
            <a:off x="1346200" y="1368366"/>
            <a:ext cx="71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1070" name="Text Box 14"/>
              <p:cNvSpPr txBox="1">
                <a:spLocks noChangeArrowheads="1"/>
              </p:cNvSpPr>
              <p:nvPr/>
            </p:nvSpPr>
            <p:spPr bwMode="auto">
              <a:xfrm>
                <a:off x="2044936" y="3247565"/>
                <a:ext cx="8838852" cy="6387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&lt;2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级数</a:t>
                </a: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绝对收敛，收敛半径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1070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4936" y="3247565"/>
                <a:ext cx="8838852" cy="638765"/>
              </a:xfrm>
              <a:prstGeom prst="rect">
                <a:avLst/>
              </a:prstGeom>
              <a:blipFill>
                <a:blip r:embed="rId5"/>
                <a:stretch>
                  <a:fillRect l="-1034" b="-85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107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392657"/>
              </p:ext>
            </p:extLst>
          </p:nvPr>
        </p:nvGraphicFramePr>
        <p:xfrm>
          <a:off x="4711271" y="4600734"/>
          <a:ext cx="614129" cy="789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320" name="Equation" r:id="rId6" imgW="799920" imgH="1028520" progId="Equation.3">
                  <p:embed/>
                </p:oleObj>
              </mc:Choice>
              <mc:Fallback>
                <p:oleObj name="Equation" r:id="rId6" imgW="799920" imgH="102852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1271" y="4600734"/>
                        <a:ext cx="614129" cy="7895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72" name="Text Box 16"/>
          <p:cNvSpPr txBox="1">
            <a:spLocks noChangeArrowheads="1"/>
          </p:cNvSpPr>
          <p:nvPr/>
        </p:nvSpPr>
        <p:spPr bwMode="auto">
          <a:xfrm>
            <a:off x="5410200" y="4776580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此级数发散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1073" name="Text Box 17"/>
              <p:cNvSpPr txBox="1">
                <a:spLocks noChangeArrowheads="1"/>
              </p:cNvSpPr>
              <p:nvPr/>
            </p:nvSpPr>
            <p:spPr bwMode="auto">
              <a:xfrm>
                <a:off x="2044936" y="3991134"/>
                <a:ext cx="34290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当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级数为</a:t>
                </a:r>
              </a:p>
            </p:txBody>
          </p:sp>
        </mc:Choice>
        <mc:Fallback xmlns="">
          <p:sp>
            <p:nvSpPr>
              <p:cNvPr id="301073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4936" y="3991134"/>
                <a:ext cx="3429000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2664" t="-14667" b="-32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107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1169568"/>
              </p:ext>
            </p:extLst>
          </p:nvPr>
        </p:nvGraphicFramePr>
        <p:xfrm>
          <a:off x="5018336" y="3817332"/>
          <a:ext cx="1113988" cy="822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321" name="Equation" r:id="rId9" imgW="1409400" imgH="1041120" progId="Equation.3">
                  <p:embed/>
                </p:oleObj>
              </mc:Choice>
              <mc:Fallback>
                <p:oleObj name="Equation" r:id="rId9" imgW="1409400" imgH="104112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8336" y="3817332"/>
                        <a:ext cx="1113988" cy="8229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75" name="Text Box 19"/>
          <p:cNvSpPr txBox="1">
            <a:spLocks noChangeArrowheads="1"/>
          </p:cNvSpPr>
          <p:nvPr/>
        </p:nvSpPr>
        <p:spPr bwMode="auto">
          <a:xfrm>
            <a:off x="6242474" y="3991134"/>
            <a:ext cx="29098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此级数条件收敛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301076" name="Text Box 20"/>
          <p:cNvSpPr txBox="1">
            <a:spLocks noChangeArrowheads="1"/>
          </p:cNvSpPr>
          <p:nvPr/>
        </p:nvSpPr>
        <p:spPr bwMode="auto">
          <a:xfrm>
            <a:off x="2057400" y="5418435"/>
            <a:ext cx="365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因此级数的收敛域为</a:t>
            </a:r>
          </a:p>
        </p:txBody>
      </p:sp>
      <p:graphicFrame>
        <p:nvGraphicFramePr>
          <p:cNvPr id="30108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7070907"/>
              </p:ext>
            </p:extLst>
          </p:nvPr>
        </p:nvGraphicFramePr>
        <p:xfrm>
          <a:off x="5014119" y="5487753"/>
          <a:ext cx="1638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322" name="Equation" r:id="rId11" imgW="1638000" imgH="393480" progId="Equation.3">
                  <p:embed/>
                </p:oleObj>
              </mc:Choice>
              <mc:Fallback>
                <p:oleObj name="Equation" r:id="rId11" imgW="1638000" imgH="3934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4119" y="5487753"/>
                        <a:ext cx="1638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83" name="Rectangle 27"/>
          <p:cNvSpPr>
            <a:spLocks noChangeArrowheads="1"/>
          </p:cNvSpPr>
          <p:nvPr/>
        </p:nvSpPr>
        <p:spPr bwMode="auto">
          <a:xfrm>
            <a:off x="8994149" y="452429"/>
            <a:ext cx="2062162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Times New Roman" panose="02020603050405020304" pitchFamily="18" charset="0"/>
                <a:ea typeface="华文新魏" panose="02010800040101010101" pitchFamily="2" charset="-122"/>
              </a:rPr>
              <a:t>一般形式的幂级数如何求其收敛域？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2044936" y="1420309"/>
                <a:ext cx="1630062" cy="6802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936" y="1420309"/>
                <a:ext cx="1630062" cy="680251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3992876" y="1153393"/>
                <a:ext cx="2442656" cy="10905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24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b="0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CN" sz="2400" b="0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zh-CN" sz="24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den>
                            </m:f>
                          </m:num>
                          <m:den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24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zh-CN" sz="24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den>
                        </m:f>
                      </m:e>
                    </m:d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876" y="1153393"/>
                <a:ext cx="2442656" cy="1090555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3992876" y="2420918"/>
                <a:ext cx="3120085" cy="6787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−1)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876" y="2420918"/>
                <a:ext cx="3120085" cy="678712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17"/>
              <p:cNvSpPr txBox="1">
                <a:spLocks noChangeArrowheads="1"/>
              </p:cNvSpPr>
              <p:nvPr/>
            </p:nvSpPr>
            <p:spPr bwMode="auto">
              <a:xfrm>
                <a:off x="2044936" y="4779978"/>
                <a:ext cx="34290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当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级数为</a:t>
                </a:r>
              </a:p>
            </p:txBody>
          </p:sp>
        </mc:Choice>
        <mc:Fallback xmlns="">
          <p:sp>
            <p:nvSpPr>
              <p:cNvPr id="31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4936" y="4779978"/>
                <a:ext cx="3429000" cy="461665"/>
              </a:xfrm>
              <a:prstGeom prst="rect">
                <a:avLst/>
              </a:prstGeom>
              <a:blipFill rotWithShape="0">
                <a:blip r:embed="rId16"/>
                <a:stretch>
                  <a:fillRect l="-2664" t="-14474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E024A3-8C28-467F-BE99-B82A11207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92C8-D3BC-449A-B2F9-ACC68F447C8F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61" grpId="0"/>
      <p:bldP spid="301070" grpId="0"/>
      <p:bldP spid="301072" grpId="0"/>
      <p:bldP spid="301073" grpId="0"/>
      <p:bldP spid="301075" grpId="0"/>
      <p:bldP spid="301076" grpId="0"/>
      <p:bldP spid="28" grpId="0"/>
      <p:bldP spid="29" grpId="0"/>
      <p:bldP spid="30" grpId="0"/>
      <p:bldP spid="3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ChangeArrowheads="1"/>
          </p:cNvSpPr>
          <p:nvPr/>
        </p:nvSpPr>
        <p:spPr bwMode="auto">
          <a:xfrm>
            <a:off x="1555750" y="259557"/>
            <a:ext cx="4038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三、幂级数的运算</a:t>
            </a:r>
          </a:p>
        </p:txBody>
      </p:sp>
      <p:sp>
        <p:nvSpPr>
          <p:cNvPr id="302083" name="Text Box 3"/>
          <p:cNvSpPr txBox="1">
            <a:spLocks noChangeArrowheads="1"/>
          </p:cNvSpPr>
          <p:nvPr/>
        </p:nvSpPr>
        <p:spPr bwMode="auto">
          <a:xfrm>
            <a:off x="1510506" y="975023"/>
            <a:ext cx="30876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设幂级数</a:t>
            </a:r>
          </a:p>
        </p:txBody>
      </p:sp>
      <p:graphicFrame>
        <p:nvGraphicFramePr>
          <p:cNvPr id="3020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7254818"/>
              </p:ext>
            </p:extLst>
          </p:nvPr>
        </p:nvGraphicFramePr>
        <p:xfrm>
          <a:off x="3907236" y="799629"/>
          <a:ext cx="892731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50" name="Equation" r:id="rId3" imgW="1168200" imgH="1015920" progId="Equation.3">
                  <p:embed/>
                </p:oleObj>
              </mc:Choice>
              <mc:Fallback>
                <p:oleObj name="Equation" r:id="rId3" imgW="1168200" imgH="10159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7236" y="799629"/>
                        <a:ext cx="892731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072963"/>
              </p:ext>
            </p:extLst>
          </p:nvPr>
        </p:nvGraphicFramePr>
        <p:xfrm>
          <a:off x="5209373" y="815429"/>
          <a:ext cx="828464" cy="74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51" name="Equation" r:id="rId5" imgW="1130040" imgH="1015920" progId="Equation.3">
                  <p:embed/>
                </p:oleObj>
              </mc:Choice>
              <mc:Fallback>
                <p:oleObj name="Equation" r:id="rId5" imgW="1130040" imgH="10159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9373" y="815429"/>
                        <a:ext cx="828464" cy="74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86" name="Text Box 6"/>
          <p:cNvSpPr txBox="1">
            <a:spLocks noChangeArrowheads="1"/>
          </p:cNvSpPr>
          <p:nvPr/>
        </p:nvSpPr>
        <p:spPr bwMode="auto">
          <a:xfrm>
            <a:off x="4741143" y="968822"/>
            <a:ext cx="830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及</a:t>
            </a:r>
          </a:p>
        </p:txBody>
      </p:sp>
      <p:sp>
        <p:nvSpPr>
          <p:cNvPr id="302087" name="Text Box 7"/>
          <p:cNvSpPr txBox="1">
            <a:spLocks noChangeArrowheads="1"/>
          </p:cNvSpPr>
          <p:nvPr/>
        </p:nvSpPr>
        <p:spPr bwMode="auto">
          <a:xfrm>
            <a:off x="6032500" y="953160"/>
            <a:ext cx="3048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的收敛半径分别为</a:t>
            </a:r>
          </a:p>
        </p:txBody>
      </p:sp>
      <p:graphicFrame>
        <p:nvGraphicFramePr>
          <p:cNvPr id="3020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974744"/>
              </p:ext>
            </p:extLst>
          </p:nvPr>
        </p:nvGraphicFramePr>
        <p:xfrm>
          <a:off x="8559800" y="995626"/>
          <a:ext cx="921951" cy="38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52" name="Equation" r:id="rId7" imgW="1054080" imgH="444240" progId="Equation.3">
                  <p:embed/>
                </p:oleObj>
              </mc:Choice>
              <mc:Fallback>
                <p:oleObj name="Equation" r:id="rId7" imgW="1054080" imgH="4442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9800" y="995626"/>
                        <a:ext cx="921951" cy="38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89" name="Text Box 9"/>
          <p:cNvSpPr txBox="1">
            <a:spLocks noChangeArrowheads="1"/>
          </p:cNvSpPr>
          <p:nvPr/>
        </p:nvSpPr>
        <p:spPr bwMode="auto">
          <a:xfrm>
            <a:off x="2514600" y="1687513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令</a:t>
            </a:r>
          </a:p>
        </p:txBody>
      </p:sp>
      <p:graphicFrame>
        <p:nvGraphicFramePr>
          <p:cNvPr id="30209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404588"/>
              </p:ext>
            </p:extLst>
          </p:nvPr>
        </p:nvGraphicFramePr>
        <p:xfrm>
          <a:off x="2586927" y="2180809"/>
          <a:ext cx="1320309" cy="938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53" name="Equation" r:id="rId9" imgW="1447560" imgH="1028520" progId="Equation.3">
                  <p:embed/>
                </p:oleObj>
              </mc:Choice>
              <mc:Fallback>
                <p:oleObj name="Equation" r:id="rId9" imgW="1447560" imgH="102852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927" y="2180809"/>
                        <a:ext cx="1320309" cy="9381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904889"/>
              </p:ext>
            </p:extLst>
          </p:nvPr>
        </p:nvGraphicFramePr>
        <p:xfrm>
          <a:off x="3981728" y="2210929"/>
          <a:ext cx="3266989" cy="951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54" name="Equation" r:id="rId11" imgW="3530520" imgH="1028520" progId="Equation.3">
                  <p:embed/>
                </p:oleObj>
              </mc:Choice>
              <mc:Fallback>
                <p:oleObj name="Equation" r:id="rId11" imgW="3530520" imgH="102852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1728" y="2210929"/>
                        <a:ext cx="3266989" cy="9518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500302"/>
              </p:ext>
            </p:extLst>
          </p:nvPr>
        </p:nvGraphicFramePr>
        <p:xfrm>
          <a:off x="8559800" y="2501900"/>
          <a:ext cx="1117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55" name="Equation" r:id="rId13" imgW="1117440" imgH="469800" progId="Equation.3">
                  <p:embed/>
                </p:oleObj>
              </mc:Choice>
              <mc:Fallback>
                <p:oleObj name="Equation" r:id="rId13" imgW="1117440" imgH="469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9800" y="2501900"/>
                        <a:ext cx="1117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513978"/>
              </p:ext>
            </p:extLst>
          </p:nvPr>
        </p:nvGraphicFramePr>
        <p:xfrm>
          <a:off x="3126023" y="1748581"/>
          <a:ext cx="2489200" cy="397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56" name="Equation" r:id="rId15" imgW="2781000" imgH="444240" progId="Equation.3">
                  <p:embed/>
                </p:oleObj>
              </mc:Choice>
              <mc:Fallback>
                <p:oleObj name="Equation" r:id="rId15" imgW="2781000" imgH="4442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6023" y="1748581"/>
                        <a:ext cx="2489200" cy="3978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364872"/>
              </p:ext>
            </p:extLst>
          </p:nvPr>
        </p:nvGraphicFramePr>
        <p:xfrm>
          <a:off x="2640013" y="3268663"/>
          <a:ext cx="2327403" cy="895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57" name="Equation" r:id="rId17" imgW="2641320" imgH="1015920" progId="Equation.3">
                  <p:embed/>
                </p:oleObj>
              </mc:Choice>
              <mc:Fallback>
                <p:oleObj name="Equation" r:id="rId17" imgW="2641320" imgH="101592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3268663"/>
                        <a:ext cx="2327403" cy="8951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750907"/>
              </p:ext>
            </p:extLst>
          </p:nvPr>
        </p:nvGraphicFramePr>
        <p:xfrm>
          <a:off x="5209373" y="3268663"/>
          <a:ext cx="2309040" cy="909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58" name="Equation" r:id="rId19" imgW="2577960" imgH="1015920" progId="Equation.3">
                  <p:embed/>
                </p:oleObj>
              </mc:Choice>
              <mc:Fallback>
                <p:oleObj name="Equation" r:id="rId19" imgW="2577960" imgH="101592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9373" y="3268663"/>
                        <a:ext cx="2309040" cy="9099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768447"/>
              </p:ext>
            </p:extLst>
          </p:nvPr>
        </p:nvGraphicFramePr>
        <p:xfrm>
          <a:off x="8559800" y="3581400"/>
          <a:ext cx="1041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59" name="Equation" r:id="rId21" imgW="1041120" imgH="469800" progId="Equation.3">
                  <p:embed/>
                </p:oleObj>
              </mc:Choice>
              <mc:Fallback>
                <p:oleObj name="Equation" r:id="rId21" imgW="1041120" imgH="469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9800" y="3581400"/>
                        <a:ext cx="1041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563174"/>
              </p:ext>
            </p:extLst>
          </p:nvPr>
        </p:nvGraphicFramePr>
        <p:xfrm>
          <a:off x="5571406" y="4411663"/>
          <a:ext cx="1368465" cy="897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60" name="Equation" r:id="rId23" imgW="1549080" imgH="1015920" progId="Equation.3">
                  <p:embed/>
                </p:oleObj>
              </mc:Choice>
              <mc:Fallback>
                <p:oleObj name="Equation" r:id="rId23" imgW="1549080" imgH="101592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1406" y="4411663"/>
                        <a:ext cx="1368465" cy="897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249987"/>
              </p:ext>
            </p:extLst>
          </p:nvPr>
        </p:nvGraphicFramePr>
        <p:xfrm>
          <a:off x="8559800" y="4724400"/>
          <a:ext cx="1041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61" name="Equation" r:id="rId25" imgW="1041120" imgH="469800" progId="Equation.3">
                  <p:embed/>
                </p:oleObj>
              </mc:Choice>
              <mc:Fallback>
                <p:oleObj name="Equation" r:id="rId25" imgW="1041120" imgH="4698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9800" y="4724400"/>
                        <a:ext cx="1041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99" name="Text Box 19"/>
          <p:cNvSpPr txBox="1">
            <a:spLocks noChangeArrowheads="1"/>
          </p:cNvSpPr>
          <p:nvPr/>
        </p:nvSpPr>
        <p:spPr bwMode="auto">
          <a:xfrm>
            <a:off x="5734050" y="1713211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则有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30210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160664"/>
              </p:ext>
            </p:extLst>
          </p:nvPr>
        </p:nvGraphicFramePr>
        <p:xfrm>
          <a:off x="2597150" y="4413250"/>
          <a:ext cx="2765682" cy="895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62" name="Equation" r:id="rId27" imgW="3136680" imgH="1015920" progId="Equation.3">
                  <p:embed/>
                </p:oleObj>
              </mc:Choice>
              <mc:Fallback>
                <p:oleObj name="Equation" r:id="rId27" imgW="3136680" imgH="101592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50" y="4413250"/>
                        <a:ext cx="2765682" cy="8957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101" name="Text Box 21"/>
          <p:cNvSpPr txBox="1">
            <a:spLocks noChangeArrowheads="1"/>
          </p:cNvSpPr>
          <p:nvPr/>
        </p:nvSpPr>
        <p:spPr bwMode="auto">
          <a:xfrm>
            <a:off x="3151423" y="5489331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其中</a:t>
            </a:r>
          </a:p>
        </p:txBody>
      </p:sp>
      <p:graphicFrame>
        <p:nvGraphicFramePr>
          <p:cNvPr id="30210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836869"/>
              </p:ext>
            </p:extLst>
          </p:nvPr>
        </p:nvGraphicFramePr>
        <p:xfrm>
          <a:off x="4216134" y="5276873"/>
          <a:ext cx="1788670" cy="851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63" name="Equation" r:id="rId29" imgW="2133360" imgH="1015920" progId="Equation.3">
                  <p:embed/>
                </p:oleObj>
              </mc:Choice>
              <mc:Fallback>
                <p:oleObj name="Equation" r:id="rId29" imgW="2133360" imgH="101592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6134" y="5276873"/>
                        <a:ext cx="1788670" cy="8517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8413767" y="5309017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绝对收敛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328479" y="545855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柯西乘积</a:t>
            </a:r>
            <a:endParaRPr lang="zh-CN" altLang="en-US" sz="1600" dirty="0">
              <a:solidFill>
                <a:srgbClr val="0000FF"/>
              </a:solidFill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A9A7DE-D59E-41FC-92E4-167EA1623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6395A-BDF4-42A2-9748-28EAF307A3BF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2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2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2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2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2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2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0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3" grpId="0"/>
      <p:bldP spid="302086" grpId="0"/>
      <p:bldP spid="302087" grpId="0"/>
      <p:bldP spid="302089" grpId="0"/>
      <p:bldP spid="302099" grpId="0"/>
      <p:bldP spid="302101" grpId="0"/>
      <p:bldP spid="2" grpId="0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ChangeArrowheads="1"/>
          </p:cNvSpPr>
          <p:nvPr/>
        </p:nvSpPr>
        <p:spPr bwMode="auto">
          <a:xfrm>
            <a:off x="1342768" y="346075"/>
            <a:ext cx="1295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说明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:</a:t>
            </a:r>
            <a:endParaRPr lang="en-US" altLang="zh-CN" sz="2400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303107" name="Text Box 3"/>
          <p:cNvSpPr txBox="1">
            <a:spLocks noChangeArrowheads="1"/>
          </p:cNvSpPr>
          <p:nvPr/>
        </p:nvSpPr>
        <p:spPr bwMode="auto">
          <a:xfrm>
            <a:off x="2143897" y="433686"/>
            <a:ext cx="899366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两个幂级数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相除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所得幂级数的收敛半径可能比原来两个幂级数的收敛半径小得多。</a:t>
            </a:r>
          </a:p>
        </p:txBody>
      </p:sp>
      <p:sp>
        <p:nvSpPr>
          <p:cNvPr id="303109" name="Text Box 5"/>
          <p:cNvSpPr txBox="1">
            <a:spLocks noChangeArrowheads="1"/>
          </p:cNvSpPr>
          <p:nvPr/>
        </p:nvSpPr>
        <p:spPr bwMode="auto">
          <a:xfrm>
            <a:off x="2128838" y="1355378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例如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设 </a:t>
            </a:r>
          </a:p>
        </p:txBody>
      </p:sp>
      <p:graphicFrame>
        <p:nvGraphicFramePr>
          <p:cNvPr id="303110" name="Objec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8397735"/>
              </p:ext>
            </p:extLst>
          </p:nvPr>
        </p:nvGraphicFramePr>
        <p:xfrm>
          <a:off x="3463711" y="1214676"/>
          <a:ext cx="913027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70" name="Equation" r:id="rId3" imgW="1168200" imgH="1015920" progId="Equation.3">
                  <p:embed/>
                </p:oleObj>
              </mc:Choice>
              <mc:Fallback>
                <p:oleObj name="Equation" r:id="rId3" imgW="1168200" imgH="101592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711" y="1214676"/>
                        <a:ext cx="913027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990122"/>
              </p:ext>
            </p:extLst>
          </p:nvPr>
        </p:nvGraphicFramePr>
        <p:xfrm>
          <a:off x="3463711" y="2051828"/>
          <a:ext cx="879476" cy="790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71" name="Equation" r:id="rId5" imgW="1130040" imgH="1015920" progId="Equation.3">
                  <p:embed/>
                </p:oleObj>
              </mc:Choice>
              <mc:Fallback>
                <p:oleObj name="Equation" r:id="rId5" imgW="1130040" imgH="10159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711" y="2051828"/>
                        <a:ext cx="879476" cy="7905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7964"/>
              </p:ext>
            </p:extLst>
          </p:nvPr>
        </p:nvGraphicFramePr>
        <p:xfrm>
          <a:off x="5168900" y="1397120"/>
          <a:ext cx="3677165" cy="393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72" name="Equation" r:id="rId7" imgW="4152600" imgH="444240" progId="Equation.3">
                  <p:embed/>
                </p:oleObj>
              </mc:Choice>
              <mc:Fallback>
                <p:oleObj name="Equation" r:id="rId7" imgW="4152600" imgH="4442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8900" y="1397120"/>
                        <a:ext cx="3677165" cy="3935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851261"/>
              </p:ext>
            </p:extLst>
          </p:nvPr>
        </p:nvGraphicFramePr>
        <p:xfrm>
          <a:off x="5708650" y="2119803"/>
          <a:ext cx="2968024" cy="832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73" name="Equation" r:id="rId9" imgW="3213000" imgH="901440" progId="Equation.3">
                  <p:embed/>
                </p:oleObj>
              </mc:Choice>
              <mc:Fallback>
                <p:oleObj name="Equation" r:id="rId9" imgW="3213000" imgH="9014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8650" y="2119803"/>
                        <a:ext cx="2968024" cy="8329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4" name="Text Box 10"/>
          <p:cNvSpPr txBox="1">
            <a:spLocks noChangeArrowheads="1"/>
          </p:cNvSpPr>
          <p:nvPr/>
        </p:nvSpPr>
        <p:spPr bwMode="auto">
          <a:xfrm>
            <a:off x="2143897" y="3251473"/>
            <a:ext cx="358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它们的收敛半径均为</a:t>
            </a:r>
          </a:p>
        </p:txBody>
      </p:sp>
      <p:graphicFrame>
        <p:nvGraphicFramePr>
          <p:cNvPr id="3031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035631"/>
              </p:ext>
            </p:extLst>
          </p:nvPr>
        </p:nvGraphicFramePr>
        <p:xfrm>
          <a:off x="5245100" y="3359173"/>
          <a:ext cx="927100" cy="338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74" name="Equation" r:id="rId11" imgW="1079280" imgH="393480" progId="Equation.3">
                  <p:embed/>
                </p:oleObj>
              </mc:Choice>
              <mc:Fallback>
                <p:oleObj name="Equation" r:id="rId11" imgW="1079280" imgH="393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5100" y="3359173"/>
                        <a:ext cx="927100" cy="3381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6" name="Text Box 12"/>
          <p:cNvSpPr txBox="1">
            <a:spLocks noChangeArrowheads="1"/>
          </p:cNvSpPr>
          <p:nvPr/>
        </p:nvSpPr>
        <p:spPr bwMode="auto">
          <a:xfrm>
            <a:off x="2092110" y="4316560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但是</a:t>
            </a:r>
          </a:p>
        </p:txBody>
      </p:sp>
      <p:graphicFrame>
        <p:nvGraphicFramePr>
          <p:cNvPr id="3031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97266"/>
              </p:ext>
            </p:extLst>
          </p:nvPr>
        </p:nvGraphicFramePr>
        <p:xfrm>
          <a:off x="2976565" y="4038602"/>
          <a:ext cx="950092" cy="827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75" name="Equation" r:id="rId13" imgW="1180800" imgH="1028520" progId="Equation.3">
                  <p:embed/>
                </p:oleObj>
              </mc:Choice>
              <mc:Fallback>
                <p:oleObj name="Equation" r:id="rId13" imgW="1180800" imgH="102852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565" y="4038602"/>
                        <a:ext cx="950092" cy="8279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210373"/>
              </p:ext>
            </p:extLst>
          </p:nvPr>
        </p:nvGraphicFramePr>
        <p:xfrm>
          <a:off x="6172200" y="4521200"/>
          <a:ext cx="3408405" cy="454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76" name="Equation" r:id="rId15" imgW="3809880" imgH="507960" progId="Equation.3">
                  <p:embed/>
                </p:oleObj>
              </mc:Choice>
              <mc:Fallback>
                <p:oleObj name="Equation" r:id="rId15" imgW="3809880" imgH="50796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521200"/>
                        <a:ext cx="3408405" cy="4544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9" name="Text Box 15"/>
          <p:cNvSpPr txBox="1">
            <a:spLocks noChangeArrowheads="1"/>
          </p:cNvSpPr>
          <p:nvPr/>
        </p:nvSpPr>
        <p:spPr bwMode="auto">
          <a:xfrm>
            <a:off x="2143897" y="5757218"/>
            <a:ext cx="297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其收敛半径只是 </a:t>
            </a:r>
          </a:p>
        </p:txBody>
      </p:sp>
      <p:graphicFrame>
        <p:nvGraphicFramePr>
          <p:cNvPr id="30312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3048035"/>
              </p:ext>
            </p:extLst>
          </p:nvPr>
        </p:nvGraphicFramePr>
        <p:xfrm>
          <a:off x="4574404" y="5849212"/>
          <a:ext cx="901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77" name="Equation" r:id="rId17" imgW="901440" imgH="393480" progId="Equation.3">
                  <p:embed/>
                </p:oleObj>
              </mc:Choice>
              <mc:Fallback>
                <p:oleObj name="Equation" r:id="rId17" imgW="901440" imgH="3934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4404" y="5849212"/>
                        <a:ext cx="901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21" name="Object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4565960"/>
              </p:ext>
            </p:extLst>
          </p:nvPr>
        </p:nvGraphicFramePr>
        <p:xfrm>
          <a:off x="4477308" y="1425860"/>
          <a:ext cx="431800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78" name="Equation" r:id="rId19" imgW="431640" imgH="304560" progId="Equation.3">
                  <p:embed/>
                </p:oleObj>
              </mc:Choice>
              <mc:Fallback>
                <p:oleObj name="Equation" r:id="rId19" imgW="431640" imgH="304560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7308" y="1425860"/>
                        <a:ext cx="431800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2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1529286"/>
              </p:ext>
            </p:extLst>
          </p:nvPr>
        </p:nvGraphicFramePr>
        <p:xfrm>
          <a:off x="4402138" y="2308453"/>
          <a:ext cx="842962" cy="277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79" name="Equation" r:id="rId21" imgW="965160" imgH="317160" progId="Equation.3">
                  <p:embed/>
                </p:oleObj>
              </mc:Choice>
              <mc:Fallback>
                <p:oleObj name="Equation" r:id="rId21" imgW="965160" imgH="31716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2138" y="2308453"/>
                        <a:ext cx="842962" cy="277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23" name="Line 19"/>
          <p:cNvSpPr>
            <a:spLocks noChangeShapeType="1"/>
          </p:cNvSpPr>
          <p:nvPr/>
        </p:nvSpPr>
        <p:spPr bwMode="auto">
          <a:xfrm flipH="1">
            <a:off x="3463710" y="4190999"/>
            <a:ext cx="767242" cy="98291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graphicFrame>
        <p:nvGraphicFramePr>
          <p:cNvPr id="30312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913004"/>
              </p:ext>
            </p:extLst>
          </p:nvPr>
        </p:nvGraphicFramePr>
        <p:xfrm>
          <a:off x="3836988" y="4724401"/>
          <a:ext cx="930210" cy="827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80" name="Equation" r:id="rId23" imgW="1155600" imgH="1028520" progId="Equation.3">
                  <p:embed/>
                </p:oleObj>
              </mc:Choice>
              <mc:Fallback>
                <p:oleObj name="Equation" r:id="rId23" imgW="1155600" imgH="102852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6988" y="4724401"/>
                        <a:ext cx="930210" cy="8279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2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788008"/>
              </p:ext>
            </p:extLst>
          </p:nvPr>
        </p:nvGraphicFramePr>
        <p:xfrm>
          <a:off x="5105400" y="4343400"/>
          <a:ext cx="886185" cy="761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581" name="Equation" r:id="rId25" imgW="990360" imgH="850680" progId="Equation.3">
                  <p:embed/>
                </p:oleObj>
              </mc:Choice>
              <mc:Fallback>
                <p:oleObj name="Equation" r:id="rId25" imgW="990360" imgH="8506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343400"/>
                        <a:ext cx="886185" cy="7612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4C0A7E-B66C-4B19-B893-DDBCD9B68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D5974-40A5-4630-8280-4EA70A787868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3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3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3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03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3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9" grpId="0"/>
      <p:bldP spid="303114" grpId="0"/>
      <p:bldP spid="303116" grpId="0"/>
      <p:bldP spid="303119" grpId="0"/>
      <p:bldP spid="3031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ChangeArrowheads="1"/>
          </p:cNvSpPr>
          <p:nvPr/>
        </p:nvSpPr>
        <p:spPr bwMode="auto">
          <a:xfrm>
            <a:off x="1333500" y="450056"/>
            <a:ext cx="2819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定理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4</a:t>
            </a:r>
            <a:r>
              <a:rPr lang="en-US" altLang="zh-CN" sz="2400" dirty="0">
                <a:solidFill>
                  <a:schemeClr val="tx1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</a:rPr>
              <a:t>若幂级数</a:t>
            </a:r>
          </a:p>
        </p:txBody>
      </p:sp>
      <p:sp>
        <p:nvSpPr>
          <p:cNvPr id="304132" name="Text Box 4"/>
          <p:cNvSpPr txBox="1">
            <a:spLocks noChangeArrowheads="1"/>
          </p:cNvSpPr>
          <p:nvPr/>
        </p:nvSpPr>
        <p:spPr bwMode="auto">
          <a:xfrm>
            <a:off x="4542631" y="520953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的收敛半径</a:t>
            </a:r>
          </a:p>
        </p:txBody>
      </p:sp>
      <p:graphicFrame>
        <p:nvGraphicFramePr>
          <p:cNvPr id="304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893032"/>
              </p:ext>
            </p:extLst>
          </p:nvPr>
        </p:nvGraphicFramePr>
        <p:xfrm>
          <a:off x="6221466" y="622816"/>
          <a:ext cx="781643" cy="310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469" name="Equation" r:id="rId3" imgW="990360" imgH="393480" progId="Equation.3">
                  <p:embed/>
                </p:oleObj>
              </mc:Choice>
              <mc:Fallback>
                <p:oleObj name="Equation" r:id="rId3" imgW="99036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1466" y="622816"/>
                        <a:ext cx="781643" cy="3106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997718"/>
              </p:ext>
            </p:extLst>
          </p:nvPr>
        </p:nvGraphicFramePr>
        <p:xfrm>
          <a:off x="2395152" y="2014039"/>
          <a:ext cx="2465172" cy="896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470" name="Equation" r:id="rId5" imgW="2793960" imgH="1015920" progId="Equation.3">
                  <p:embed/>
                </p:oleObj>
              </mc:Choice>
              <mc:Fallback>
                <p:oleObj name="Equation" r:id="rId5" imgW="2793960" imgH="101592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152" y="2014039"/>
                        <a:ext cx="2465172" cy="8964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0515548"/>
              </p:ext>
            </p:extLst>
          </p:nvPr>
        </p:nvGraphicFramePr>
        <p:xfrm>
          <a:off x="4931568" y="1998250"/>
          <a:ext cx="17446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471" name="Equation" r:id="rId7" imgW="1993680" imgH="1015920" progId="Equation.3">
                  <p:embed/>
                </p:oleObj>
              </mc:Choice>
              <mc:Fallback>
                <p:oleObj name="Equation" r:id="rId7" imgW="1993680" imgH="10159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1568" y="1998250"/>
                        <a:ext cx="174466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775462"/>
              </p:ext>
            </p:extLst>
          </p:nvPr>
        </p:nvGraphicFramePr>
        <p:xfrm>
          <a:off x="6858000" y="2287893"/>
          <a:ext cx="1528119" cy="349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472" name="Equation" r:id="rId9" imgW="1777680" imgH="406080" progId="Equation.3">
                  <p:embed/>
                </p:oleObj>
              </mc:Choice>
              <mc:Fallback>
                <p:oleObj name="Equation" r:id="rId9" imgW="1777680" imgH="4060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2287893"/>
                        <a:ext cx="1528119" cy="3492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265827"/>
              </p:ext>
            </p:extLst>
          </p:nvPr>
        </p:nvGraphicFramePr>
        <p:xfrm>
          <a:off x="2395152" y="3255574"/>
          <a:ext cx="3046284" cy="823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473" name="公式" r:id="rId11" imgW="3809880" imgH="1028520" progId="Equation.3">
                  <p:embed/>
                </p:oleObj>
              </mc:Choice>
              <mc:Fallback>
                <p:oleObj name="公式" r:id="rId11" imgW="3809880" imgH="102852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152" y="3255574"/>
                        <a:ext cx="3046284" cy="8230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681518"/>
              </p:ext>
            </p:extLst>
          </p:nvPr>
        </p:nvGraphicFramePr>
        <p:xfrm>
          <a:off x="5602072" y="3191381"/>
          <a:ext cx="1952025" cy="887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474" name="Equation" r:id="rId13" imgW="2234880" imgH="1015920" progId="Equation.3">
                  <p:embed/>
                </p:oleObj>
              </mc:Choice>
              <mc:Fallback>
                <p:oleObj name="Equation" r:id="rId13" imgW="2234880" imgH="101592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2072" y="3191381"/>
                        <a:ext cx="1952025" cy="8872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443380"/>
              </p:ext>
            </p:extLst>
          </p:nvPr>
        </p:nvGraphicFramePr>
        <p:xfrm>
          <a:off x="7714733" y="3442288"/>
          <a:ext cx="1603605" cy="36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475" name="Equation" r:id="rId15" imgW="1777680" imgH="406080" progId="Equation.3">
                  <p:embed/>
                </p:oleObj>
              </mc:Choice>
              <mc:Fallback>
                <p:oleObj name="Equation" r:id="rId15" imgW="1777680" imgH="4060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4733" y="3442288"/>
                        <a:ext cx="1603605" cy="36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04142" name="Text Box 14"/>
              <p:cNvSpPr txBox="1">
                <a:spLocks noChangeArrowheads="1"/>
              </p:cNvSpPr>
              <p:nvPr/>
            </p:nvSpPr>
            <p:spPr bwMode="auto">
              <a:xfrm>
                <a:off x="7015138" y="520953"/>
                <a:ext cx="4560959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则其和函数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在</a:t>
                </a:r>
                <a:r>
                  <a:rPr kumimoji="1"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收敛域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上</a:t>
                </a:r>
                <a:r>
                  <a:rPr kumimoji="1" lang="zh-CN" altLang="en-US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连续。</a:t>
                </a:r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4142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5138" y="520953"/>
                <a:ext cx="4560959" cy="461665"/>
              </a:xfrm>
              <a:prstGeom prst="rect">
                <a:avLst/>
              </a:prstGeom>
              <a:blipFill>
                <a:blip r:embed="rId17"/>
                <a:stretch>
                  <a:fillRect l="-2139" t="-14474" r="-8690" b="-2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4144" name="Text Box 16"/>
          <p:cNvSpPr txBox="1">
            <a:spLocks noChangeArrowheads="1"/>
          </p:cNvSpPr>
          <p:nvPr/>
        </p:nvSpPr>
        <p:spPr bwMode="auto">
          <a:xfrm>
            <a:off x="2283120" y="1301752"/>
            <a:ext cx="94640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且在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收敛区间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内可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逐项求导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与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逐项求积</a:t>
            </a:r>
            <a:r>
              <a:rPr kumimoji="1" lang="zh-CN" alt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</a:t>
            </a:r>
            <a:r>
              <a:rPr kumimoji="1" lang="zh-CN" alt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运算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前后</a:t>
            </a:r>
            <a:r>
              <a:rPr kumimoji="1" lang="zh-CN" altLang="en-US" sz="2400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收敛半径相同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304147" name="Text Box 19"/>
          <p:cNvSpPr txBox="1">
            <a:spLocks noChangeArrowheads="1"/>
          </p:cNvSpPr>
          <p:nvPr/>
        </p:nvSpPr>
        <p:spPr bwMode="auto">
          <a:xfrm>
            <a:off x="2219239" y="4613937"/>
            <a:ext cx="64443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注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逐项积分时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运算前后端点处的敛散性不变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" name="矩形 1"/>
          <p:cNvSpPr/>
          <p:nvPr/>
        </p:nvSpPr>
        <p:spPr>
          <a:xfrm>
            <a:off x="9548223" y="217551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逐项求导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548223" y="339472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逐项积分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E7342C-FE8D-4C75-A23E-2B3AE572E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2E485-602D-4869-97D8-C26F49FB22DC}" type="datetime11">
              <a:rPr lang="zh-CN" altLang="en-US" smtClean="0"/>
              <a:t>20:40:11</a:t>
            </a:fld>
            <a:endParaRPr lang="en-US" altLang="zh-CN" dirty="0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052562"/>
              </p:ext>
            </p:extLst>
          </p:nvPr>
        </p:nvGraphicFramePr>
        <p:xfrm>
          <a:off x="3598568" y="283674"/>
          <a:ext cx="1108663" cy="942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476" name="Equation" r:id="rId18" imgW="507960" imgH="431640" progId="Equation.DSMT4">
                  <p:embed/>
                </p:oleObj>
              </mc:Choice>
              <mc:Fallback>
                <p:oleObj name="Equation" r:id="rId18" imgW="507960" imgH="431640" progId="Equation.DSMT4">
                  <p:embed/>
                  <p:pic>
                    <p:nvPicPr>
                      <p:cNvPr id="50" name="对象 49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598568" y="283674"/>
                        <a:ext cx="1108663" cy="942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4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47" grpId="0"/>
      <p:bldP spid="2" grpId="0"/>
      <p:bldP spid="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Text Box 2"/>
          <p:cNvSpPr txBox="1">
            <a:spLocks noChangeArrowheads="1"/>
          </p:cNvSpPr>
          <p:nvPr/>
        </p:nvSpPr>
        <p:spPr bwMode="auto">
          <a:xfrm>
            <a:off x="1276865" y="1370806"/>
            <a:ext cx="617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由例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可知级数的收敛半径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+∞.</a:t>
            </a:r>
          </a:p>
        </p:txBody>
      </p:sp>
      <p:sp>
        <p:nvSpPr>
          <p:cNvPr id="305155" name="Rectangle 3"/>
          <p:cNvSpPr>
            <a:spLocks noChangeArrowheads="1"/>
          </p:cNvSpPr>
          <p:nvPr/>
        </p:nvSpPr>
        <p:spPr bwMode="auto">
          <a:xfrm>
            <a:off x="1276865" y="405606"/>
            <a:ext cx="990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b="1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  <a:ea typeface="黑体" panose="02010609060101010101" pitchFamily="49" charset="-122"/>
              </a:rPr>
              <a:t>5.</a:t>
            </a:r>
            <a:endParaRPr lang="en-US" altLang="zh-CN" sz="280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3051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08953"/>
              </p:ext>
            </p:extLst>
          </p:nvPr>
        </p:nvGraphicFramePr>
        <p:xfrm>
          <a:off x="2575317" y="1887948"/>
          <a:ext cx="1631166" cy="879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591" name="Equation" r:id="rId3" imgW="1930320" imgH="1041120" progId="Equation.3">
                  <p:embed/>
                </p:oleObj>
              </mc:Choice>
              <mc:Fallback>
                <p:oleObj name="Equation" r:id="rId3" imgW="1930320" imgH="10411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5317" y="1887948"/>
                        <a:ext cx="1631166" cy="8799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914678"/>
              </p:ext>
            </p:extLst>
          </p:nvPr>
        </p:nvGraphicFramePr>
        <p:xfrm>
          <a:off x="4591565" y="2183965"/>
          <a:ext cx="2057400" cy="353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592" name="Equation" r:id="rId5" imgW="2361960" imgH="406080" progId="Equation.3">
                  <p:embed/>
                </p:oleObj>
              </mc:Choice>
              <mc:Fallback>
                <p:oleObj name="Equation" r:id="rId5" imgW="2361960" imgH="4060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1565" y="2183965"/>
                        <a:ext cx="2057400" cy="3539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59" name="Text Box 7"/>
          <p:cNvSpPr txBox="1">
            <a:spLocks noChangeArrowheads="1"/>
          </p:cNvSpPr>
          <p:nvPr/>
        </p:nvSpPr>
        <p:spPr bwMode="auto">
          <a:xfrm>
            <a:off x="1834978" y="317624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</a:p>
        </p:txBody>
      </p:sp>
      <p:graphicFrame>
        <p:nvGraphicFramePr>
          <p:cNvPr id="3051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797856"/>
              </p:ext>
            </p:extLst>
          </p:nvPr>
        </p:nvGraphicFramePr>
        <p:xfrm>
          <a:off x="2410597" y="3022372"/>
          <a:ext cx="2095218" cy="83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593" name="Equation" r:id="rId7" imgW="2603160" imgH="1041120" progId="Equation.3">
                  <p:embed/>
                </p:oleObj>
              </mc:Choice>
              <mc:Fallback>
                <p:oleObj name="Equation" r:id="rId7" imgW="2603160" imgH="104112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0597" y="3022372"/>
                        <a:ext cx="2095218" cy="83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280158"/>
              </p:ext>
            </p:extLst>
          </p:nvPr>
        </p:nvGraphicFramePr>
        <p:xfrm>
          <a:off x="4633874" y="2981068"/>
          <a:ext cx="993852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594" name="Equation" r:id="rId9" imgW="1180800" imgH="1041120" progId="Equation.3">
                  <p:embed/>
                </p:oleObj>
              </mc:Choice>
              <mc:Fallback>
                <p:oleObj name="Equation" r:id="rId9" imgW="1180800" imgH="10411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3874" y="2981068"/>
                        <a:ext cx="993852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29132"/>
              </p:ext>
            </p:extLst>
          </p:nvPr>
        </p:nvGraphicFramePr>
        <p:xfrm>
          <a:off x="5772150" y="3271491"/>
          <a:ext cx="876300" cy="354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595" name="Equation" r:id="rId11" imgW="1002960" imgH="406080" progId="Equation.3">
                  <p:embed/>
                </p:oleObj>
              </mc:Choice>
              <mc:Fallback>
                <p:oleObj name="Equation" r:id="rId11" imgW="1002960" imgH="4060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2150" y="3271491"/>
                        <a:ext cx="876300" cy="3549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539932"/>
              </p:ext>
            </p:extLst>
          </p:nvPr>
        </p:nvGraphicFramePr>
        <p:xfrm>
          <a:off x="7086600" y="3229233"/>
          <a:ext cx="2362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596" name="Equation" r:id="rId13" imgW="2361960" imgH="406080" progId="Equation.3">
                  <p:embed/>
                </p:oleObj>
              </mc:Choice>
              <mc:Fallback>
                <p:oleObj name="Equation" r:id="rId13" imgW="2361960" imgH="4060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3229233"/>
                        <a:ext cx="2362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64" name="Text Box 12"/>
          <p:cNvSpPr txBox="1">
            <a:spLocks noChangeArrowheads="1"/>
          </p:cNvSpPr>
          <p:nvPr/>
        </p:nvSpPr>
        <p:spPr bwMode="auto">
          <a:xfrm>
            <a:off x="1827371" y="4177954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故有</a:t>
            </a:r>
          </a:p>
        </p:txBody>
      </p:sp>
      <p:graphicFrame>
        <p:nvGraphicFramePr>
          <p:cNvPr id="30516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006928"/>
              </p:ext>
            </p:extLst>
          </p:nvPr>
        </p:nvGraphicFramePr>
        <p:xfrm>
          <a:off x="2817628" y="4161848"/>
          <a:ext cx="1868616" cy="477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597" name="Equation" r:id="rId15" imgW="2234880" imgH="571320" progId="Equation.3">
                  <p:embed/>
                </p:oleObj>
              </mc:Choice>
              <mc:Fallback>
                <p:oleObj name="Equation" r:id="rId15" imgW="2234880" imgH="57132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628" y="4161848"/>
                        <a:ext cx="1868616" cy="477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6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813269"/>
              </p:ext>
            </p:extLst>
          </p:nvPr>
        </p:nvGraphicFramePr>
        <p:xfrm>
          <a:off x="3257379" y="4926938"/>
          <a:ext cx="1508856" cy="461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598" name="Equation" r:id="rId17" imgW="1701720" imgH="520560" progId="Equation.3">
                  <p:embed/>
                </p:oleObj>
              </mc:Choice>
              <mc:Fallback>
                <p:oleObj name="Equation" r:id="rId17" imgW="1701720" imgH="52056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7379" y="4926938"/>
                        <a:ext cx="1508856" cy="461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6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477298"/>
              </p:ext>
            </p:extLst>
          </p:nvPr>
        </p:nvGraphicFramePr>
        <p:xfrm>
          <a:off x="1937951" y="5675922"/>
          <a:ext cx="2889422" cy="440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599" name="Equation" r:id="rId19" imgW="3416040" imgH="520560" progId="Equation.3">
                  <p:embed/>
                </p:oleObj>
              </mc:Choice>
              <mc:Fallback>
                <p:oleObj name="Equation" r:id="rId19" imgW="3416040" imgH="52056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7951" y="5675922"/>
                        <a:ext cx="2889422" cy="440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68" name="Text Box 16"/>
          <p:cNvSpPr txBox="1">
            <a:spLocks noChangeArrowheads="1"/>
          </p:cNvSpPr>
          <p:nvPr/>
        </p:nvSpPr>
        <p:spPr bwMode="auto">
          <a:xfrm>
            <a:off x="5200650" y="5649267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故得</a:t>
            </a:r>
          </a:p>
        </p:txBody>
      </p:sp>
      <p:graphicFrame>
        <p:nvGraphicFramePr>
          <p:cNvPr id="30516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859417"/>
              </p:ext>
            </p:extLst>
          </p:nvPr>
        </p:nvGraphicFramePr>
        <p:xfrm>
          <a:off x="6281523" y="5388603"/>
          <a:ext cx="1610154" cy="970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600" name="Equation" r:id="rId21" imgW="1854000" imgH="1117440" progId="Equation.3">
                  <p:embed/>
                </p:oleObj>
              </mc:Choice>
              <mc:Fallback>
                <p:oleObj name="Equation" r:id="rId21" imgW="1854000" imgH="11174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1523" y="5388603"/>
                        <a:ext cx="1610154" cy="9705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70" name="Text Box 18"/>
          <p:cNvSpPr txBox="1">
            <a:spLocks noChangeArrowheads="1"/>
          </p:cNvSpPr>
          <p:nvPr/>
        </p:nvSpPr>
        <p:spPr bwMode="auto">
          <a:xfrm>
            <a:off x="2093511" y="451947"/>
            <a:ext cx="47429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求幂级数         的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和函数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05171" name="Text Box 19"/>
          <p:cNvSpPr txBox="1">
            <a:spLocks noChangeArrowheads="1"/>
          </p:cNvSpPr>
          <p:nvPr/>
        </p:nvSpPr>
        <p:spPr bwMode="auto">
          <a:xfrm>
            <a:off x="1827371" y="4953000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因此得</a:t>
            </a:r>
          </a:p>
        </p:txBody>
      </p:sp>
      <p:sp>
        <p:nvSpPr>
          <p:cNvPr id="305172" name="Text Box 20"/>
          <p:cNvSpPr txBox="1">
            <a:spLocks noChangeArrowheads="1"/>
          </p:cNvSpPr>
          <p:nvPr/>
        </p:nvSpPr>
        <p:spPr bwMode="auto">
          <a:xfrm>
            <a:off x="1830228" y="2113805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设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23EF72-3649-4669-AC27-4204A07B4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795A4-798C-495D-822E-D0BACD81937E}" type="datetime11">
              <a:rPr lang="zh-CN" altLang="en-US" smtClean="0"/>
              <a:t>20:40:11</a:t>
            </a:fld>
            <a:endParaRPr lang="en-US" altLang="zh-CN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325102"/>
              </p:ext>
            </p:extLst>
          </p:nvPr>
        </p:nvGraphicFramePr>
        <p:xfrm>
          <a:off x="3394596" y="290850"/>
          <a:ext cx="670433" cy="778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601" name="Equation" r:id="rId23" imgW="393480" imgH="457200" progId="Equation.DSMT4">
                  <p:embed/>
                </p:oleObj>
              </mc:Choice>
              <mc:Fallback>
                <p:oleObj name="Equation" r:id="rId23" imgW="3934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94596" y="290850"/>
                        <a:ext cx="670433" cy="7785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5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5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0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05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05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4" grpId="0"/>
      <p:bldP spid="305159" grpId="0"/>
      <p:bldP spid="305164" grpId="0" autoUpdateAnimBg="0"/>
      <p:bldP spid="305168" grpId="0" autoUpdateAnimBg="0"/>
      <p:bldP spid="305171" grpId="0" build="p" autoUpdateAnimBg="0"/>
      <p:bldP spid="30517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ChangeArrowheads="1"/>
          </p:cNvSpPr>
          <p:nvPr/>
        </p:nvSpPr>
        <p:spPr bwMode="auto">
          <a:xfrm>
            <a:off x="1260389" y="509588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b="1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  <a:ea typeface="黑体" panose="02010609060101010101" pitchFamily="49" charset="-122"/>
              </a:rPr>
              <a:t>6.</a:t>
            </a:r>
            <a:r>
              <a:rPr lang="en-US" altLang="zh-CN" sz="2800">
                <a:ea typeface="黑体" panose="02010609060101010101" pitchFamily="49" charset="-122"/>
              </a:rPr>
              <a:t> </a:t>
            </a:r>
            <a:endParaRPr lang="en-US" altLang="zh-CN" sz="280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06181" name="Text Box 5"/>
          <p:cNvSpPr txBox="1">
            <a:spLocks noChangeArrowheads="1"/>
          </p:cNvSpPr>
          <p:nvPr/>
        </p:nvSpPr>
        <p:spPr bwMode="auto">
          <a:xfrm>
            <a:off x="1260389" y="1350169"/>
            <a:ext cx="563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易求出幂级数的收敛半径为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1 ,</a:t>
            </a:r>
          </a:p>
        </p:txBody>
      </p:sp>
      <p:sp>
        <p:nvSpPr>
          <p:cNvPr id="306182" name="Text Box 6"/>
          <p:cNvSpPr txBox="1">
            <a:spLocks noChangeArrowheads="1"/>
          </p:cNvSpPr>
          <p:nvPr/>
        </p:nvSpPr>
        <p:spPr bwMode="auto">
          <a:xfrm>
            <a:off x="5920946" y="1350169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＝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±1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时级数发散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EB5356-207D-43DD-89D1-D684B024A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14BD-976D-4641-AB24-CAA08D5FBD18}" type="datetime11">
              <a:rPr lang="zh-CN" altLang="en-US" smtClean="0"/>
              <a:t>20:40:11</a:t>
            </a:fld>
            <a:endParaRPr lang="en-US" altLang="zh-CN" dirty="0"/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2031835" y="507358"/>
            <a:ext cx="47429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求幂级数         的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和函数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337763"/>
              </p:ext>
            </p:extLst>
          </p:nvPr>
        </p:nvGraphicFramePr>
        <p:xfrm>
          <a:off x="3319376" y="370682"/>
          <a:ext cx="758825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507" name="Equation" r:id="rId3" imgW="444240" imgH="431640" progId="Equation.DSMT4">
                  <p:embed/>
                </p:oleObj>
              </mc:Choice>
              <mc:Fallback>
                <p:oleObj name="Equation" r:id="rId3" imgW="444240" imgH="4316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19376" y="370682"/>
                        <a:ext cx="758825" cy="735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751022" y="1962147"/>
                <a:ext cx="34544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故当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时，求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出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022" y="1962147"/>
                <a:ext cx="3454472" cy="461665"/>
              </a:xfrm>
              <a:prstGeom prst="rect">
                <a:avLst/>
              </a:prstGeom>
              <a:blipFill>
                <a:blip r:embed="rId5"/>
                <a:stretch>
                  <a:fillRect l="-2646" t="-14474" r="-176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165024"/>
              </p:ext>
            </p:extLst>
          </p:nvPr>
        </p:nvGraphicFramePr>
        <p:xfrm>
          <a:off x="2635829" y="2639223"/>
          <a:ext cx="3773488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508" name="Equation" r:id="rId6" imgW="2209680" imgH="431640" progId="Equation.DSMT4">
                  <p:embed/>
                </p:oleObj>
              </mc:Choice>
              <mc:Fallback>
                <p:oleObj name="Equation" r:id="rId6" imgW="2209680" imgH="43164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35829" y="2639223"/>
                        <a:ext cx="3773488" cy="735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457544"/>
              </p:ext>
            </p:extLst>
          </p:nvPr>
        </p:nvGraphicFramePr>
        <p:xfrm>
          <a:off x="3124570" y="3523433"/>
          <a:ext cx="2557463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509" name="Equation" r:id="rId8" imgW="1498320" imgH="520560" progId="Equation.DSMT4">
                  <p:embed/>
                </p:oleObj>
              </mc:Choice>
              <mc:Fallback>
                <p:oleObj name="Equation" r:id="rId8" imgW="1498320" imgH="52056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124570" y="3523433"/>
                        <a:ext cx="2557463" cy="885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1382711" y="3739959"/>
            <a:ext cx="14638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逐项求导与</a:t>
            </a:r>
            <a:endParaRPr kumimoji="1" lang="en-US" altLang="zh-CN" sz="2400" dirty="0" smtClean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kumimoji="1" lang="zh-CN" alt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逐项积分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277488"/>
              </p:ext>
            </p:extLst>
          </p:nvPr>
        </p:nvGraphicFramePr>
        <p:xfrm>
          <a:off x="3154262" y="4558456"/>
          <a:ext cx="2300288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510" name="Equation" r:id="rId10" imgW="1346040" imgH="495000" progId="Equation.DSMT4">
                  <p:embed/>
                </p:oleObj>
              </mc:Choice>
              <mc:Fallback>
                <p:oleObj name="Equation" r:id="rId10" imgW="1346040" imgH="49500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154262" y="4558456"/>
                        <a:ext cx="2300288" cy="842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728726"/>
              </p:ext>
            </p:extLst>
          </p:nvPr>
        </p:nvGraphicFramePr>
        <p:xfrm>
          <a:off x="8032723" y="3523433"/>
          <a:ext cx="1885950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511" name="Equation" r:id="rId12" imgW="1104840" imgH="1041120" progId="Equation.DSMT4">
                  <p:embed/>
                </p:oleObj>
              </mc:Choice>
              <mc:Fallback>
                <p:oleObj name="Equation" r:id="rId12" imgW="1104840" imgH="104112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032723" y="3523433"/>
                        <a:ext cx="1885950" cy="177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99224"/>
              </p:ext>
            </p:extLst>
          </p:nvPr>
        </p:nvGraphicFramePr>
        <p:xfrm>
          <a:off x="7118006" y="2543179"/>
          <a:ext cx="316388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512" name="Equation" r:id="rId14" imgW="1854000" imgH="545760" progId="Equation.DSMT4">
                  <p:embed/>
                </p:oleObj>
              </mc:Choice>
              <mc:Fallback>
                <p:oleObj name="Equation" r:id="rId14" imgW="1854000" imgH="545760" progId="Equation.DSMT4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118006" y="2543179"/>
                        <a:ext cx="3163887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81" grpId="0"/>
      <p:bldP spid="306182" grpId="0"/>
      <p:bldP spid="3" grpId="0"/>
      <p:bldP spid="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ChangeArrowheads="1"/>
          </p:cNvSpPr>
          <p:nvPr/>
        </p:nvSpPr>
        <p:spPr bwMode="auto">
          <a:xfrm>
            <a:off x="570451" y="505619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7.</a:t>
            </a:r>
            <a:r>
              <a:rPr lang="en-US" altLang="zh-CN" sz="2400" dirty="0"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</a:rPr>
              <a:t>求级数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04" name="Text Box 4"/>
              <p:cNvSpPr txBox="1">
                <a:spLocks noChangeArrowheads="1"/>
              </p:cNvSpPr>
              <p:nvPr/>
            </p:nvSpPr>
            <p:spPr bwMode="auto">
              <a:xfrm>
                <a:off x="3311269" y="531802"/>
                <a:ext cx="23159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的和函数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。</a:t>
                </a:r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7204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1269" y="531802"/>
                <a:ext cx="2315980" cy="461665"/>
              </a:xfrm>
              <a:prstGeom prst="rect">
                <a:avLst/>
              </a:prstGeom>
              <a:blipFill>
                <a:blip r:embed="rId3"/>
                <a:stretch>
                  <a:fillRect l="-3947" t="-14474" r="-3421" b="-2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206" name="Text Box 6"/>
              <p:cNvSpPr txBox="1">
                <a:spLocks noChangeArrowheads="1"/>
              </p:cNvSpPr>
              <p:nvPr/>
            </p:nvSpPr>
            <p:spPr bwMode="auto">
              <a:xfrm>
                <a:off x="845129" y="1195299"/>
                <a:ext cx="854536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b="1" dirty="0" smtClean="0">
                    <a:solidFill>
                      <a:schemeClr val="accent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解</a:t>
                </a:r>
                <a:r>
                  <a:rPr kumimoji="1" lang="en-US" altLang="zh-CN" sz="24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: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易求出幂级数的收敛半径为 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1 , </a:t>
                </a: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时级数收敛。 </a:t>
                </a:r>
                <a:endPara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7206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5129" y="1195299"/>
                <a:ext cx="8545361" cy="461665"/>
              </a:xfrm>
              <a:prstGeom prst="rect">
                <a:avLst/>
              </a:prstGeom>
              <a:blipFill>
                <a:blip r:embed="rId4"/>
                <a:stretch>
                  <a:fillRect l="-1142" t="-14474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1305557" y="4727172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因为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0968428"/>
              </p:ext>
            </p:extLst>
          </p:nvPr>
        </p:nvGraphicFramePr>
        <p:xfrm>
          <a:off x="1845549" y="5536588"/>
          <a:ext cx="2536035" cy="736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39" name="Equation" r:id="rId5" imgW="3149280" imgH="914400" progId="Equation.3">
                  <p:embed/>
                </p:oleObj>
              </mc:Choice>
              <mc:Fallback>
                <p:oleObj name="Equation" r:id="rId5" imgW="314928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5549" y="5536588"/>
                        <a:ext cx="2536035" cy="7362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14"/>
          <p:cNvSpPr txBox="1">
            <a:spLocks noChangeArrowheads="1"/>
          </p:cNvSpPr>
          <p:nvPr/>
        </p:nvSpPr>
        <p:spPr bwMode="auto">
          <a:xfrm>
            <a:off x="7188990" y="4558514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endParaRPr kumimoji="1" lang="zh-CN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7316751" y="2302629"/>
            <a:ext cx="441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因此由和函数的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连续性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得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9D6E02-8E6B-4C40-8742-0D6A8C6C8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DBBE-F428-48CE-A597-259CBF4DDB51}" type="datetime11">
              <a:rPr lang="zh-CN" altLang="en-US" smtClean="0"/>
              <a:t>20:40:11</a:t>
            </a:fld>
            <a:endParaRPr lang="en-US" altLang="zh-CN" dirty="0"/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315948"/>
              </p:ext>
            </p:extLst>
          </p:nvPr>
        </p:nvGraphicFramePr>
        <p:xfrm>
          <a:off x="2467952" y="375444"/>
          <a:ext cx="8890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40" name="Equation" r:id="rId7" imgW="520560" imgH="444240" progId="Equation.DSMT4">
                  <p:embed/>
                </p:oleObj>
              </mc:Choice>
              <mc:Fallback>
                <p:oleObj name="Equation" r:id="rId7" imgW="520560" imgH="44424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67952" y="375444"/>
                        <a:ext cx="889000" cy="757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317720" y="1750467"/>
                <a:ext cx="26189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时有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720" y="1750467"/>
                <a:ext cx="2618987" cy="461665"/>
              </a:xfrm>
              <a:prstGeom prst="rect">
                <a:avLst/>
              </a:prstGeom>
              <a:blipFill>
                <a:blip r:embed="rId9"/>
                <a:stretch>
                  <a:fillRect l="-3488" t="-14474" r="-2558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850457" y="2340014"/>
                <a:ext cx="118211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457" y="2340014"/>
                <a:ext cx="1182118" cy="461665"/>
              </a:xfrm>
              <a:prstGeom prst="rect">
                <a:avLst/>
              </a:prstGeom>
              <a:blipFill>
                <a:blip r:embed="rId10"/>
                <a:stretch>
                  <a:fillRect l="-15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025762"/>
              </p:ext>
            </p:extLst>
          </p:nvPr>
        </p:nvGraphicFramePr>
        <p:xfrm>
          <a:off x="2866691" y="2185347"/>
          <a:ext cx="2146300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41" name="Equation" r:id="rId11" imgW="1257120" imgH="444240" progId="Equation.DSMT4">
                  <p:embed/>
                </p:oleObj>
              </mc:Choice>
              <mc:Fallback>
                <p:oleObj name="Equation" r:id="rId11" imgW="1257120" imgH="444240" progId="Equation.DSMT4">
                  <p:embed/>
                  <p:pic>
                    <p:nvPicPr>
                      <p:cNvPr id="34" name="对象 3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66691" y="2185347"/>
                        <a:ext cx="2146300" cy="757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6820742"/>
              </p:ext>
            </p:extLst>
          </p:nvPr>
        </p:nvGraphicFramePr>
        <p:xfrm>
          <a:off x="1948552" y="2921529"/>
          <a:ext cx="312102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42" name="Equation" r:id="rId13" imgW="1828800" imgH="545760" progId="Equation.DSMT4">
                  <p:embed/>
                </p:oleObj>
              </mc:Choice>
              <mc:Fallback>
                <p:oleObj name="Equation" r:id="rId13" imgW="1828800" imgH="545760" progId="Equation.DSMT4">
                  <p:embed/>
                  <p:pic>
                    <p:nvPicPr>
                      <p:cNvPr id="34" name="对象 3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48552" y="2921529"/>
                        <a:ext cx="3121025" cy="930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1623373"/>
              </p:ext>
            </p:extLst>
          </p:nvPr>
        </p:nvGraphicFramePr>
        <p:xfrm>
          <a:off x="5141207" y="3044850"/>
          <a:ext cx="1582738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43" name="Equation" r:id="rId15" imgW="927000" imgH="457200" progId="Equation.DSMT4">
                  <p:embed/>
                </p:oleObj>
              </mc:Choice>
              <mc:Fallback>
                <p:oleObj name="Equation" r:id="rId15" imgW="927000" imgH="457200" progId="Equation.DSMT4">
                  <p:embed/>
                  <p:pic>
                    <p:nvPicPr>
                      <p:cNvPr id="39" name="对象 3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41207" y="3044850"/>
                        <a:ext cx="1582738" cy="779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4524678"/>
              </p:ext>
            </p:extLst>
          </p:nvPr>
        </p:nvGraphicFramePr>
        <p:xfrm>
          <a:off x="2913051" y="3875843"/>
          <a:ext cx="1344612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44" name="Equation" r:id="rId17" imgW="787320" imgH="393480" progId="Equation.DSMT4">
                  <p:embed/>
                </p:oleObj>
              </mc:Choice>
              <mc:Fallback>
                <p:oleObj name="Equation" r:id="rId17" imgW="787320" imgH="393480" progId="Equation.DSMT4">
                  <p:embed/>
                  <p:pic>
                    <p:nvPicPr>
                      <p:cNvPr id="40" name="对象 3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13051" y="3875843"/>
                        <a:ext cx="1344612" cy="671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/>
              <p:cNvSpPr/>
              <p:nvPr/>
            </p:nvSpPr>
            <p:spPr>
              <a:xfrm>
                <a:off x="1846080" y="3971654"/>
                <a:ext cx="118211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2" name="矩形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080" y="3971654"/>
                <a:ext cx="1182118" cy="461665"/>
              </a:xfrm>
              <a:prstGeom prst="rect">
                <a:avLst/>
              </a:prstGeom>
              <a:blipFill>
                <a:blip r:embed="rId19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/>
              <p:cNvSpPr/>
              <p:nvPr/>
            </p:nvSpPr>
            <p:spPr>
              <a:xfrm>
                <a:off x="7373721" y="2793220"/>
                <a:ext cx="4460003" cy="10749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altLang="zh-CN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2000" b="0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altLang="zh-CN" sz="2000" b="0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func>
                              </m:num>
                              <m:den>
                                <m: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−1,0)∪(0,1)</m:t>
                            </m:r>
                          </m:e>
                          <m:e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1,              </m:t>
                            </m:r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                     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000" dirty="0" smtClean="0">
                    <a:solidFill>
                      <a:srgbClr val="0000FF"/>
                    </a:solidFill>
                  </a:rPr>
                  <a:t> </a:t>
                </a:r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4" name="矩形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3721" y="2793220"/>
                <a:ext cx="4460003" cy="10749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292101"/>
              </p:ext>
            </p:extLst>
          </p:nvPr>
        </p:nvGraphicFramePr>
        <p:xfrm>
          <a:off x="2021928" y="4545043"/>
          <a:ext cx="2601913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45" name="Equation" r:id="rId21" imgW="1523880" imgH="444240" progId="Equation.DSMT4">
                  <p:embed/>
                </p:oleObj>
              </mc:Choice>
              <mc:Fallback>
                <p:oleObj name="Equation" r:id="rId21" imgW="1523880" imgH="444240" progId="Equation.DSMT4">
                  <p:embed/>
                  <p:pic>
                    <p:nvPicPr>
                      <p:cNvPr id="34" name="对象 3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021928" y="4545043"/>
                        <a:ext cx="2601913" cy="757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/>
              <p:cNvSpPr/>
              <p:nvPr/>
            </p:nvSpPr>
            <p:spPr>
              <a:xfrm>
                <a:off x="4856866" y="4725687"/>
                <a:ext cx="242207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，所以</a:t>
                </a:r>
                <a:r>
                  <a:rPr lang="zh-CN" altLang="en-US" sz="2400" dirty="0" smtClean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6" name="矩形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6866" y="4725687"/>
                <a:ext cx="2422073" cy="461665"/>
              </a:xfrm>
              <a:prstGeom prst="rect">
                <a:avLst/>
              </a:prstGeom>
              <a:blipFill>
                <a:blip r:embed="rId23"/>
                <a:stretch>
                  <a:fillRect l="-4030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7316751" y="4592983"/>
                <a:ext cx="4452501" cy="7092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zh-CN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</m:t>
                      </m:r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751" y="4592983"/>
                <a:ext cx="4452501" cy="70929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7417147" y="3955859"/>
                <a:ext cx="238789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en-US" sz="2400" dirty="0" smtClean="0"/>
                  <a:t>，则有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7147" y="3955859"/>
                <a:ext cx="2387898" cy="461665"/>
              </a:xfrm>
              <a:prstGeom prst="rect">
                <a:avLst/>
              </a:prstGeom>
              <a:blipFill>
                <a:blip r:embed="rId25"/>
                <a:stretch>
                  <a:fillRect l="-4092" t="-14474" r="-3069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5226389" y="3870850"/>
                <a:ext cx="150784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6389" y="3870850"/>
                <a:ext cx="1507849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6" grpId="0"/>
      <p:bldP spid="20" grpId="0"/>
      <p:bldP spid="24" grpId="0"/>
      <p:bldP spid="26" grpId="0"/>
      <p:bldP spid="4" grpId="0"/>
      <p:bldP spid="5" grpId="0"/>
      <p:bldP spid="42" grpId="0"/>
      <p:bldP spid="44" grpId="0"/>
      <p:bldP spid="46" grpId="0"/>
      <p:bldP spid="6" grpId="0"/>
      <p:bldP spid="7" grpId="0"/>
      <p:bldP spid="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784270-F891-4BE4-8724-EC5FC2281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2FFA3-6449-44E4-A38A-D915441E2000}" type="datetime11">
              <a:rPr lang="zh-CN" altLang="en-US" smtClean="0"/>
              <a:t>20:40:11</a:t>
            </a:fld>
            <a:endParaRPr lang="en-US" altLang="zh-CN"/>
          </a:p>
        </p:txBody>
      </p:sp>
      <p:sp>
        <p:nvSpPr>
          <p:cNvPr id="309250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060057" y="438360"/>
            <a:ext cx="4165600" cy="682625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ea typeface="华文新魏" panose="02010800040101010101" pitchFamily="2" charset="-122"/>
              </a:rPr>
              <a:t>补例</a:t>
            </a:r>
            <a:r>
              <a:rPr lang="zh-CN" altLang="en-US" sz="2400" dirty="0"/>
              <a:t>求幂级数 </a:t>
            </a:r>
          </a:p>
        </p:txBody>
      </p:sp>
      <p:graphicFrame>
        <p:nvGraphicFramePr>
          <p:cNvPr id="3092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876410"/>
              </p:ext>
            </p:extLst>
          </p:nvPr>
        </p:nvGraphicFramePr>
        <p:xfrm>
          <a:off x="1963560" y="987304"/>
          <a:ext cx="5392779" cy="1457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50" name="Equation" r:id="rId3" imgW="3479760" imgH="939600" progId="Equation.3">
                  <p:embed/>
                </p:oleObj>
              </mc:Choice>
              <mc:Fallback>
                <p:oleObj name="Equation" r:id="rId3" imgW="3479760" imgH="939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3560" y="987304"/>
                        <a:ext cx="5392779" cy="1457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09253" name="Rectangle 5"/>
              <p:cNvSpPr>
                <a:spLocks noChangeArrowheads="1"/>
              </p:cNvSpPr>
              <p:nvPr/>
            </p:nvSpPr>
            <p:spPr bwMode="auto">
              <a:xfrm>
                <a:off x="7587649" y="1449377"/>
                <a:ext cx="381675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zh-CN" altLang="en-US" sz="2400" dirty="0"/>
                  <a:t>显然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幂级数发散</a:t>
                </a:r>
                <a:r>
                  <a:rPr lang="en-US" altLang="zh-CN" sz="2400" dirty="0"/>
                  <a:t>.</a:t>
                </a:r>
              </a:p>
            </p:txBody>
          </p:sp>
        </mc:Choice>
        <mc:Fallback xmlns="">
          <p:sp>
            <p:nvSpPr>
              <p:cNvPr id="309253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87649" y="1449377"/>
                <a:ext cx="3816750" cy="369332"/>
              </a:xfrm>
              <a:prstGeom prst="rect">
                <a:avLst/>
              </a:prstGeom>
              <a:blipFill>
                <a:blip r:embed="rId5"/>
                <a:stretch>
                  <a:fillRect l="-4952" t="-31667" r="-4153" b="-51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9254" name="Rectangle 6"/>
          <p:cNvSpPr>
            <a:spLocks noChangeArrowheads="1"/>
          </p:cNvSpPr>
          <p:nvPr/>
        </p:nvSpPr>
        <p:spPr bwMode="auto">
          <a:xfrm>
            <a:off x="1348007" y="1323366"/>
            <a:ext cx="6155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400" dirty="0"/>
              <a:t>解：</a:t>
            </a:r>
          </a:p>
        </p:txBody>
      </p:sp>
      <p:sp>
        <p:nvSpPr>
          <p:cNvPr id="309255" name="Rectangle 7"/>
          <p:cNvSpPr>
            <a:spLocks noChangeArrowheads="1"/>
          </p:cNvSpPr>
          <p:nvPr/>
        </p:nvSpPr>
        <p:spPr bwMode="auto">
          <a:xfrm>
            <a:off x="6662352" y="480961"/>
            <a:ext cx="30777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400" dirty="0"/>
              <a:t>的收敛区间与和函数。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208935" y="221772"/>
                <a:ext cx="3513526" cy="8476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(2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</m:e>
                      </m:d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935" y="221772"/>
                <a:ext cx="3513526" cy="84760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816444" y="2536856"/>
            <a:ext cx="481913" cy="644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Tx/>
              <a:buNone/>
            </a:pPr>
            <a:r>
              <a:rPr lang="zh-CN" altLang="en-US" sz="2400" dirty="0"/>
              <a:t>令</a:t>
            </a:r>
          </a:p>
        </p:txBody>
      </p:sp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042629"/>
              </p:ext>
            </p:extLst>
          </p:nvPr>
        </p:nvGraphicFramePr>
        <p:xfrm>
          <a:off x="2379106" y="2357061"/>
          <a:ext cx="4283246" cy="776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51" name="Equation" r:id="rId7" imgW="2387520" imgH="431640" progId="Equation.3">
                  <p:embed/>
                </p:oleObj>
              </mc:Choice>
              <mc:Fallback>
                <p:oleObj name="Equation" r:id="rId7" imgW="23875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106" y="2357061"/>
                        <a:ext cx="4283246" cy="7761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068055"/>
              </p:ext>
            </p:extLst>
          </p:nvPr>
        </p:nvGraphicFramePr>
        <p:xfrm>
          <a:off x="2379106" y="3085500"/>
          <a:ext cx="4258732" cy="819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52" name="Equation" r:id="rId9" imgW="2247840" imgH="431640" progId="Equation.3">
                  <p:embed/>
                </p:oleObj>
              </mc:Choice>
              <mc:Fallback>
                <p:oleObj name="Equation" r:id="rId9" imgW="22478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106" y="3085500"/>
                        <a:ext cx="4258732" cy="819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3781966"/>
              </p:ext>
            </p:extLst>
          </p:nvPr>
        </p:nvGraphicFramePr>
        <p:xfrm>
          <a:off x="2379106" y="3861716"/>
          <a:ext cx="4609155" cy="835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53" name="Equation" r:id="rId11" imgW="2387520" imgH="431640" progId="Equation.3">
                  <p:embed/>
                </p:oleObj>
              </mc:Choice>
              <mc:Fallback>
                <p:oleObj name="Equation" r:id="rId11" imgW="23875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106" y="3861716"/>
                        <a:ext cx="4609155" cy="8352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5129536"/>
              </p:ext>
            </p:extLst>
          </p:nvPr>
        </p:nvGraphicFramePr>
        <p:xfrm>
          <a:off x="2516957" y="4626137"/>
          <a:ext cx="2118531" cy="449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54" name="Equation" r:id="rId13" imgW="1079280" imgH="228600" progId="Equation.3">
                  <p:embed/>
                </p:oleObj>
              </mc:Choice>
              <mc:Fallback>
                <p:oleObj name="Equation" r:id="rId13" imgW="10792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957" y="4626137"/>
                        <a:ext cx="2118531" cy="4493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396475"/>
              </p:ext>
            </p:extLst>
          </p:nvPr>
        </p:nvGraphicFramePr>
        <p:xfrm>
          <a:off x="2529927" y="5017945"/>
          <a:ext cx="3587447" cy="653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55" name="Equation" r:id="rId15" imgW="1815840" imgH="330120" progId="Equation.3">
                  <p:embed/>
                </p:oleObj>
              </mc:Choice>
              <mc:Fallback>
                <p:oleObj name="Equation" r:id="rId15" imgW="181584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9927" y="5017945"/>
                        <a:ext cx="3587447" cy="653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7268544"/>
              </p:ext>
            </p:extLst>
          </p:nvPr>
        </p:nvGraphicFramePr>
        <p:xfrm>
          <a:off x="2500989" y="5671129"/>
          <a:ext cx="5043627" cy="745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56" name="Equation" r:id="rId17" imgW="2666880" imgH="393480" progId="Equation.3">
                  <p:embed/>
                </p:oleObj>
              </mc:Choice>
              <mc:Fallback>
                <p:oleObj name="Equation" r:id="rId17" imgW="26668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989" y="5671129"/>
                        <a:ext cx="5043627" cy="7454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1816444" y="5205892"/>
            <a:ext cx="7005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400" dirty="0"/>
              <a:t>所以</a:t>
            </a:r>
            <a:r>
              <a:rPr lang="en-US" altLang="zh-CN" sz="2400" dirty="0"/>
              <a:t>,</a:t>
            </a: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1816444" y="4691031"/>
            <a:ext cx="6155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400" dirty="0"/>
              <a:t>由于</a:t>
            </a: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7430690" y="2672218"/>
            <a:ext cx="1104900" cy="65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zh-CN" altLang="en-US" sz="2400" dirty="0"/>
              <a:t>而</a:t>
            </a:r>
          </a:p>
        </p:txBody>
      </p:sp>
      <p:graphicFrame>
        <p:nvGraphicFramePr>
          <p:cNvPr id="2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007045"/>
              </p:ext>
            </p:extLst>
          </p:nvPr>
        </p:nvGraphicFramePr>
        <p:xfrm>
          <a:off x="8084464" y="2471893"/>
          <a:ext cx="2625972" cy="844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57" name="Equation" r:id="rId19" imgW="1384200" imgH="444240" progId="Equation.3">
                  <p:embed/>
                </p:oleObj>
              </mc:Choice>
              <mc:Fallback>
                <p:oleObj name="Equation" r:id="rId19" imgW="13842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4464" y="2471893"/>
                        <a:ext cx="2625972" cy="844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6707832"/>
              </p:ext>
            </p:extLst>
          </p:nvPr>
        </p:nvGraphicFramePr>
        <p:xfrm>
          <a:off x="7544616" y="3868410"/>
          <a:ext cx="4046039" cy="1385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58" name="Equation" r:id="rId21" imgW="2450880" imgH="838080" progId="Equation.3">
                  <p:embed/>
                </p:oleObj>
              </mc:Choice>
              <mc:Fallback>
                <p:oleObj name="Equation" r:id="rId21" imgW="24508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4616" y="3868410"/>
                        <a:ext cx="4046039" cy="13857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7500722" y="3441732"/>
            <a:ext cx="7005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400" dirty="0"/>
              <a:t>于是</a:t>
            </a:r>
            <a:r>
              <a:rPr lang="en-US" altLang="zh-CN" sz="2400" dirty="0"/>
              <a:t>,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3" grpId="0"/>
      <p:bldP spid="309254" grpId="0"/>
      <p:bldP spid="10" grpId="0"/>
      <p:bldP spid="17" grpId="0"/>
      <p:bldP spid="18" grpId="0"/>
      <p:bldP spid="19" grpId="0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53" name="Rectangle 9"/>
          <p:cNvSpPr>
            <a:spLocks noChangeArrowheads="1"/>
          </p:cNvSpPr>
          <p:nvPr/>
        </p:nvSpPr>
        <p:spPr bwMode="auto">
          <a:xfrm>
            <a:off x="1524000" y="0"/>
            <a:ext cx="9144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B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3354" name="Rectangle 10"/>
          <p:cNvSpPr>
            <a:spLocks noChangeArrowheads="1"/>
          </p:cNvSpPr>
          <p:nvPr/>
        </p:nvSpPr>
        <p:spPr bwMode="auto">
          <a:xfrm>
            <a:off x="3081338" y="400369"/>
            <a:ext cx="73533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4000" dirty="0">
                <a:solidFill>
                  <a:schemeClr val="accent2"/>
                </a:solidFill>
                <a:latin typeface="华文行楷" panose="02010800040101010101" pitchFamily="2" charset="-122"/>
                <a:ea typeface="黑体" panose="02010609060101010101" pitchFamily="49" charset="-122"/>
              </a:rPr>
              <a:t>第四</a:t>
            </a:r>
            <a:r>
              <a:rPr lang="zh-CN" altLang="en-US" sz="4000" dirty="0" smtClean="0">
                <a:solidFill>
                  <a:schemeClr val="accent2"/>
                </a:solidFill>
                <a:latin typeface="华文行楷" panose="02010800040101010101" pitchFamily="2" charset="-122"/>
                <a:ea typeface="黑体" panose="02010609060101010101" pitchFamily="49" charset="-122"/>
              </a:rPr>
              <a:t>节  </a:t>
            </a:r>
            <a:r>
              <a:rPr lang="zh-CN" altLang="en-US" sz="4000" dirty="0" smtClean="0">
                <a:solidFill>
                  <a:schemeClr val="accent2"/>
                </a:solidFill>
                <a:ea typeface="黑体" panose="02010609060101010101" pitchFamily="49" charset="-122"/>
              </a:rPr>
              <a:t>函数</a:t>
            </a:r>
            <a:r>
              <a:rPr lang="zh-CN" altLang="en-US" sz="4000" dirty="0">
                <a:solidFill>
                  <a:schemeClr val="accent2"/>
                </a:solidFill>
                <a:ea typeface="黑体" panose="02010609060101010101" pitchFamily="49" charset="-122"/>
              </a:rPr>
              <a:t>展开成幂级数</a:t>
            </a:r>
          </a:p>
        </p:txBody>
      </p:sp>
      <p:sp>
        <p:nvSpPr>
          <p:cNvPr id="313355" name="Rectangle 11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721101" y="3009901"/>
            <a:ext cx="246221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40000"/>
              </a:spcBef>
            </a:pPr>
            <a:r>
              <a:rPr kumimoji="1" lang="zh-CN" altLang="en-US" sz="32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一、泰勒级数</a:t>
            </a:r>
          </a:p>
        </p:txBody>
      </p:sp>
      <p:sp>
        <p:nvSpPr>
          <p:cNvPr id="313356" name="Rectangle 12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759200" y="3951289"/>
            <a:ext cx="410368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二、函数展开成幂级数</a:t>
            </a:r>
          </a:p>
        </p:txBody>
      </p:sp>
      <p:sp>
        <p:nvSpPr>
          <p:cNvPr id="313357" name="Rectangle 13"/>
          <p:cNvSpPr>
            <a:spLocks noChangeArrowheads="1"/>
          </p:cNvSpPr>
          <p:nvPr/>
        </p:nvSpPr>
        <p:spPr bwMode="auto">
          <a:xfrm>
            <a:off x="3081338" y="1763714"/>
            <a:ext cx="6856412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3200" b="1">
                <a:latin typeface="Times New Roman" panose="02020603050405020304" pitchFamily="18" charset="0"/>
                <a:ea typeface="华文新魏" panose="02010800040101010101" pitchFamily="2" charset="-122"/>
              </a:rPr>
              <a:t>问题</a:t>
            </a:r>
            <a:r>
              <a:rPr kumimoji="1" lang="en-US" altLang="zh-CN" sz="3200" b="1">
                <a:latin typeface="Times New Roman" panose="02020603050405020304" pitchFamily="18" charset="0"/>
              </a:rPr>
              <a:t>: </a:t>
            </a:r>
            <a:r>
              <a:rPr kumimoji="1" lang="zh-CN" altLang="en-US" sz="3200" b="1">
                <a:latin typeface="Times New Roman" panose="02020603050405020304" pitchFamily="18" charset="0"/>
              </a:rPr>
              <a:t>给定函数</a:t>
            </a:r>
            <a:r>
              <a:rPr kumimoji="1" lang="en-US" altLang="zh-CN" sz="3200" b="1" i="1">
                <a:latin typeface="Times New Roman" panose="02020603050405020304" pitchFamily="18" charset="0"/>
              </a:rPr>
              <a:t>f</a:t>
            </a:r>
            <a:r>
              <a:rPr kumimoji="1" lang="en-US" altLang="zh-CN" sz="3200" b="1">
                <a:latin typeface="Times New Roman" panose="02020603050405020304" pitchFamily="18" charset="0"/>
              </a:rPr>
              <a:t>(</a:t>
            </a:r>
            <a:r>
              <a:rPr kumimoji="1" lang="en-US" altLang="zh-CN" sz="32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3200" b="1">
                <a:latin typeface="Times New Roman" panose="02020603050405020304" pitchFamily="18" charset="0"/>
              </a:rPr>
              <a:t>),</a:t>
            </a:r>
            <a:r>
              <a:rPr kumimoji="1" lang="zh-CN" altLang="en-US" sz="3200" b="1">
                <a:latin typeface="Times New Roman" panose="02020603050405020304" pitchFamily="18" charset="0"/>
              </a:rPr>
              <a:t>如何将其在</a:t>
            </a:r>
            <a:r>
              <a:rPr kumimoji="1" lang="zh-CN" altLang="en-US" sz="3200" b="1">
                <a:latin typeface="Times New Roman" panose="02020603050405020304" pitchFamily="18" charset="0"/>
                <a:ea typeface="华文新魏" panose="02010800040101010101" pitchFamily="2" charset="-122"/>
              </a:rPr>
              <a:t>某个区间</a:t>
            </a:r>
            <a:r>
              <a:rPr kumimoji="1" lang="zh-CN" altLang="en-US" sz="3200" b="1">
                <a:latin typeface="Times New Roman" panose="02020603050405020304" pitchFamily="18" charset="0"/>
              </a:rPr>
              <a:t>内展开成幂级数</a:t>
            </a:r>
            <a:r>
              <a:rPr kumimoji="1" lang="en-US" altLang="zh-CN" sz="3200" b="1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08F742-BE44-4892-8D84-714AD47BE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1B2E-D344-40B1-87E4-40E36DB515B4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678419-B003-4C88-94D7-0FA9FCB1B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A823A-A557-4760-B930-D4FBAA40A069}" type="datetime11">
              <a:rPr lang="zh-CN" altLang="en-US" smtClean="0"/>
              <a:t>20:40:11</a:t>
            </a:fld>
            <a:endParaRPr lang="en-US" altLang="zh-CN"/>
          </a:p>
        </p:txBody>
      </p:sp>
      <p:sp>
        <p:nvSpPr>
          <p:cNvPr id="3143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69855" y="441580"/>
            <a:ext cx="4724400" cy="5334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一、泰</a:t>
            </a:r>
            <a:r>
              <a:rPr lang="zh-CN" altLang="en-US" sz="2400" b="1" dirty="0" smtClean="0">
                <a:solidFill>
                  <a:schemeClr val="accent2"/>
                </a:solidFill>
                <a:ea typeface="黑体" panose="02010609060101010101" pitchFamily="49" charset="-122"/>
              </a:rPr>
              <a:t>勒级数</a:t>
            </a:r>
            <a:r>
              <a:rPr lang="zh-CN" altLang="en-US" sz="2400" dirty="0" smtClean="0">
                <a:solidFill>
                  <a:schemeClr val="tx1"/>
                </a:solidFill>
                <a:ea typeface="黑体" panose="02010609060101010101" pitchFamily="49" charset="-122"/>
              </a:rPr>
              <a:t>  </a:t>
            </a:r>
            <a:endParaRPr lang="zh-CN" altLang="en-US" sz="24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4378" name="Text Box 10"/>
              <p:cNvSpPr txBox="1">
                <a:spLocks noChangeArrowheads="1"/>
              </p:cNvSpPr>
              <p:nvPr/>
            </p:nvSpPr>
            <p:spPr bwMode="auto">
              <a:xfrm>
                <a:off x="6668186" y="2606725"/>
                <a:ext cx="30480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9900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l-GR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在</a:t>
                </a:r>
                <a:r>
                  <a:rPr kumimoji="1" lang="zh-CN" altLang="en-US" sz="2400" i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</a:t>
                </a:r>
                <a:r>
                  <a:rPr kumimoji="1" lang="en-US" altLang="zh-CN" sz="2400" i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x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与 </a:t>
                </a:r>
                <a:r>
                  <a:rPr kumimoji="1" lang="en-US" altLang="zh-CN" sz="2400" i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x</a:t>
                </a:r>
                <a:r>
                  <a:rPr kumimoji="1" lang="en-US" altLang="zh-CN" sz="2400" baseline="-25000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之间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)</a:t>
                </a:r>
                <a:endPara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4378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68186" y="2606725"/>
                <a:ext cx="3048000" cy="461665"/>
              </a:xfrm>
              <a:prstGeom prst="rect">
                <a:avLst/>
              </a:prstGeom>
              <a:blipFill>
                <a:blip r:embed="rId2"/>
                <a:stretch>
                  <a:fillRect l="-3200" t="-14667" b="-32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99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4379" name="Text Box 11"/>
          <p:cNvSpPr txBox="1">
            <a:spLocks noChangeArrowheads="1"/>
          </p:cNvSpPr>
          <p:nvPr/>
        </p:nvSpPr>
        <p:spPr bwMode="auto">
          <a:xfrm>
            <a:off x="1819275" y="3224411"/>
            <a:ext cx="3505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称为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拉格朗日余项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4382" name="Text Box 14"/>
              <p:cNvSpPr txBox="1">
                <a:spLocks noChangeArrowheads="1"/>
              </p:cNvSpPr>
              <p:nvPr/>
            </p:nvSpPr>
            <p:spPr bwMode="auto">
              <a:xfrm>
                <a:off x="1822449" y="962001"/>
                <a:ext cx="928791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9900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若函数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的某邻域内具有 </a:t>
                </a:r>
                <a:r>
                  <a:rPr kumimoji="1" lang="en-US" altLang="zh-CN" sz="24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n </a:t>
                </a:r>
                <a:r>
                  <a:rPr kumimoji="1"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+ 1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阶</a:t>
                </a: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导数，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则在该邻域内有 </a:t>
                </a:r>
                <a:r>
                  <a:rPr kumimoji="1" lang="en-US" altLang="zh-CN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:</a:t>
                </a:r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4382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2449" y="962001"/>
                <a:ext cx="9287915" cy="461665"/>
              </a:xfrm>
              <a:prstGeom prst="rect">
                <a:avLst/>
              </a:prstGeom>
              <a:blipFill>
                <a:blip r:embed="rId3"/>
                <a:stretch>
                  <a:fillRect l="-1050" t="-14474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99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4385" name="Text Box 17"/>
          <p:cNvSpPr txBox="1">
            <a:spLocks noChangeArrowheads="1"/>
          </p:cNvSpPr>
          <p:nvPr/>
        </p:nvSpPr>
        <p:spPr bwMode="auto">
          <a:xfrm>
            <a:off x="1819275" y="2049293"/>
            <a:ext cx="541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此式称为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阶泰勒公式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kumimoji="1"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其中</a:t>
            </a:r>
            <a:endParaRPr kumimoji="1" lang="en-US" altLang="zh-CN" sz="24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290047" y="1383539"/>
                <a:ext cx="9111631" cy="5945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zh-CN" altLang="en-US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zh-CN" alt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)+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zh-CN" altLang="en-US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0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zh-CN" altLang="en-US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0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zh-CN" altLang="en-US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zh-CN" alt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0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0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0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zh-CN" altLang="en-US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solidFill>
                      <a:srgbClr val="0000FF"/>
                    </a:solidFill>
                  </a:rPr>
                  <a:t> </a:t>
                </a:r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047" y="1383539"/>
                <a:ext cx="9111631" cy="5945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755556" y="2471048"/>
                <a:ext cx="4029180" cy="7330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4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556" y="2471048"/>
                <a:ext cx="4029180" cy="7330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14"/>
              <p:cNvSpPr txBox="1">
                <a:spLocks noChangeArrowheads="1"/>
              </p:cNvSpPr>
              <p:nvPr/>
            </p:nvSpPr>
            <p:spPr bwMode="auto">
              <a:xfrm>
                <a:off x="1822449" y="3917522"/>
                <a:ext cx="928791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9900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若函数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的某邻域内具有 </a:t>
                </a:r>
                <a:r>
                  <a:rPr kumimoji="1" lang="zh-CN" alt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任意</a:t>
                </a: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阶导数，则称</a:t>
                </a:r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2449" y="3917522"/>
                <a:ext cx="9287915" cy="461665"/>
              </a:xfrm>
              <a:prstGeom prst="rect">
                <a:avLst/>
              </a:prstGeom>
              <a:blipFill>
                <a:blip r:embed="rId6"/>
                <a:stretch>
                  <a:fillRect l="-1050" t="-14667" b="-26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99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2228920" y="4413201"/>
                <a:ext cx="9111631" cy="6448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zh-CN" alt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zh-CN" altLang="en-US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zh-CN" altLang="en-US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)+</m:t>
                    </m:r>
                    <m:f>
                      <m:fPr>
                        <m:ctrlPr>
                          <a:rPr lang="zh-CN" alt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zh-CN" altLang="en-US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2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zh-CN" altLang="en-US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zh-CN" alt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zh-CN" alt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2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2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zh-CN" altLang="en-US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f>
                      <m:fPr>
                        <m:ctrlPr>
                          <a:rPr lang="zh-CN" alt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zh-CN" altLang="en-US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2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zh-CN" alt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zh-CN" alt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zh-CN" alt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2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2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zh-CN" alt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zh-CN" altLang="en-US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2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en-US" sz="2200" dirty="0" smtClean="0">
                    <a:solidFill>
                      <a:srgbClr val="0000FF"/>
                    </a:solidFill>
                  </a:rPr>
                  <a:t> </a:t>
                </a:r>
                <a:endParaRPr lang="zh-CN" altLang="en-US" sz="2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920" y="4413201"/>
                <a:ext cx="9111631" cy="6448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819275" y="5062185"/>
                <a:ext cx="287681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</a:t>
                </a:r>
                <a:r>
                  <a:rPr kumimoji="1" lang="zh-CN" altLang="en-US" sz="2400" b="1" dirty="0">
                    <a:solidFill>
                      <a:srgbClr val="ED7D3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泰勒级数 </a:t>
                </a:r>
                <a:r>
                  <a:rPr kumimoji="1" lang="en-US" altLang="zh-CN" sz="2400" b="1" dirty="0">
                    <a:solidFill>
                      <a:srgbClr val="ED7D3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. </a:t>
                </a: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275" y="5062185"/>
                <a:ext cx="2876813" cy="461665"/>
              </a:xfrm>
              <a:prstGeom prst="rect">
                <a:avLst/>
              </a:prstGeom>
              <a:blipFill>
                <a:blip r:embed="rId8"/>
                <a:stretch>
                  <a:fillRect l="-3178" t="-14474" r="-2542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 Box 8"/>
          <p:cNvSpPr txBox="1">
            <a:spLocks noChangeArrowheads="1"/>
          </p:cNvSpPr>
          <p:nvPr/>
        </p:nvSpPr>
        <p:spPr bwMode="auto">
          <a:xfrm>
            <a:off x="1819275" y="5622554"/>
            <a:ext cx="5940987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x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0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= 0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时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泰勒级数又称为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麦克劳林级数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8192186" y="5090652"/>
            <a:ext cx="343574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1) 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对此级数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它的收敛域是什么 ？</a:t>
            </a: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8207781" y="6004514"/>
            <a:ext cx="343574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2) 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在收敛域上 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和函数是否为 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?</a:t>
            </a:r>
          </a:p>
        </p:txBody>
      </p:sp>
      <p:sp>
        <p:nvSpPr>
          <p:cNvPr id="29" name="Rectangle 11"/>
          <p:cNvSpPr>
            <a:spLocks noChangeArrowheads="1"/>
          </p:cNvSpPr>
          <p:nvPr/>
        </p:nvSpPr>
        <p:spPr bwMode="auto">
          <a:xfrm>
            <a:off x="5980314" y="6004515"/>
            <a:ext cx="2667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dirty="0">
                <a:solidFill>
                  <a:srgbClr val="FF0000"/>
                </a:solidFill>
                <a:ea typeface="黑体" panose="02010609060101010101" pitchFamily="49" charset="-122"/>
              </a:rPr>
              <a:t>待解决的问题 </a:t>
            </a:r>
            <a:r>
              <a:rPr lang="en-US" altLang="zh-CN" sz="2400" dirty="0">
                <a:solidFill>
                  <a:srgbClr val="FF0000"/>
                </a:solidFill>
                <a:ea typeface="黑体" panose="02010609060101010101" pitchFamily="49" charset="-122"/>
              </a:rPr>
              <a:t>: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7" grpId="0"/>
      <p:bldP spid="26" grpId="0"/>
      <p:bldP spid="27" grpId="0"/>
      <p:bldP spid="28" grpId="0"/>
      <p:bldP spid="2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ChangeArrowheads="1"/>
          </p:cNvSpPr>
          <p:nvPr/>
        </p:nvSpPr>
        <p:spPr bwMode="auto">
          <a:xfrm>
            <a:off x="769435" y="385322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定理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400" dirty="0">
                <a:solidFill>
                  <a:schemeClr val="accent2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.</a:t>
            </a:r>
            <a:endParaRPr lang="en-US" altLang="zh-CN" sz="2400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316419" name="Text Box 3"/>
          <p:cNvSpPr txBox="1">
            <a:spLocks noChangeArrowheads="1"/>
          </p:cNvSpPr>
          <p:nvPr/>
        </p:nvSpPr>
        <p:spPr bwMode="auto">
          <a:xfrm>
            <a:off x="7503867" y="419566"/>
            <a:ext cx="37296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各阶导数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在该邻域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164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938069"/>
              </p:ext>
            </p:extLst>
          </p:nvPr>
        </p:nvGraphicFramePr>
        <p:xfrm>
          <a:off x="5920143" y="528003"/>
          <a:ext cx="671384" cy="317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16" name="Equation" r:id="rId3" imgW="939600" imgH="444240" progId="Equation.3">
                  <p:embed/>
                </p:oleObj>
              </mc:Choice>
              <mc:Fallback>
                <p:oleObj name="Equation" r:id="rId3" imgW="93960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0143" y="528003"/>
                        <a:ext cx="671384" cy="3175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21" name="Text Box 5"/>
          <p:cNvSpPr txBox="1">
            <a:spLocks noChangeArrowheads="1"/>
          </p:cNvSpPr>
          <p:nvPr/>
        </p:nvSpPr>
        <p:spPr bwMode="auto">
          <a:xfrm>
            <a:off x="1720689" y="948849"/>
            <a:ext cx="93103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内能展开成泰勒级数的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充要条件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的泰勒公式中的余项满足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kumimoji="1"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16425" name="Text Box 9"/>
          <p:cNvSpPr txBox="1">
            <a:spLocks noChangeArrowheads="1"/>
          </p:cNvSpPr>
          <p:nvPr/>
        </p:nvSpPr>
        <p:spPr bwMode="auto">
          <a:xfrm>
            <a:off x="1447800" y="2333585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证明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3164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168138"/>
              </p:ext>
            </p:extLst>
          </p:nvPr>
        </p:nvGraphicFramePr>
        <p:xfrm>
          <a:off x="2399054" y="2224103"/>
          <a:ext cx="3304444" cy="795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17" name="Equation" r:id="rId5" imgW="4330440" imgH="1041120" progId="Equation.3">
                  <p:embed/>
                </p:oleObj>
              </mc:Choice>
              <mc:Fallback>
                <p:oleObj name="Equation" r:id="rId5" imgW="4330440" imgH="104112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9054" y="2224103"/>
                        <a:ext cx="3304444" cy="7954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27" name="Text Box 11"/>
          <p:cNvSpPr txBox="1">
            <a:spLocks noChangeArrowheads="1"/>
          </p:cNvSpPr>
          <p:nvPr/>
        </p:nvSpPr>
        <p:spPr bwMode="auto">
          <a:xfrm>
            <a:off x="3700206" y="3131452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令</a:t>
            </a:r>
          </a:p>
        </p:txBody>
      </p:sp>
      <p:graphicFrame>
        <p:nvGraphicFramePr>
          <p:cNvPr id="3164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5103300"/>
              </p:ext>
            </p:extLst>
          </p:nvPr>
        </p:nvGraphicFramePr>
        <p:xfrm>
          <a:off x="4274757" y="3942256"/>
          <a:ext cx="2692743" cy="352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18" name="Equation" r:id="rId7" imgW="3390840" imgH="444240" progId="Equation.3">
                  <p:embed/>
                </p:oleObj>
              </mc:Choice>
              <mc:Fallback>
                <p:oleObj name="Equation" r:id="rId7" imgW="3390840" imgH="4442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4757" y="3942256"/>
                        <a:ext cx="2692743" cy="3529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29" name="Line 13"/>
          <p:cNvSpPr>
            <a:spLocks noChangeShapeType="1"/>
          </p:cNvSpPr>
          <p:nvPr/>
        </p:nvSpPr>
        <p:spPr bwMode="auto">
          <a:xfrm flipH="1">
            <a:off x="3286897" y="3318647"/>
            <a:ext cx="8238" cy="107212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graphicFrame>
        <p:nvGraphicFramePr>
          <p:cNvPr id="3164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4800818"/>
              </p:ext>
            </p:extLst>
          </p:nvPr>
        </p:nvGraphicFramePr>
        <p:xfrm>
          <a:off x="2399054" y="4651719"/>
          <a:ext cx="1537129" cy="515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19" name="Equation" r:id="rId9" imgW="1815840" imgH="609480" progId="Equation.3">
                  <p:embed/>
                </p:oleObj>
              </mc:Choice>
              <mc:Fallback>
                <p:oleObj name="Equation" r:id="rId9" imgW="1815840" imgH="6094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9054" y="4651719"/>
                        <a:ext cx="1537129" cy="5159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535304"/>
              </p:ext>
            </p:extLst>
          </p:nvPr>
        </p:nvGraphicFramePr>
        <p:xfrm>
          <a:off x="3936183" y="4652761"/>
          <a:ext cx="2542403" cy="514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20" name="Equation" r:id="rId11" imgW="3009600" imgH="609480" progId="Equation.3">
                  <p:embed/>
                </p:oleObj>
              </mc:Choice>
              <mc:Fallback>
                <p:oleObj name="Equation" r:id="rId11" imgW="3009600" imgH="6094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6183" y="4652761"/>
                        <a:ext cx="2542403" cy="514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3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312723"/>
              </p:ext>
            </p:extLst>
          </p:nvPr>
        </p:nvGraphicFramePr>
        <p:xfrm>
          <a:off x="6598312" y="4651719"/>
          <a:ext cx="532027" cy="317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21" name="Equation" r:id="rId13" imgW="660240" imgH="393480" progId="Equation.3">
                  <p:embed/>
                </p:oleObj>
              </mc:Choice>
              <mc:Fallback>
                <p:oleObj name="Equation" r:id="rId13" imgW="660240" imgH="3934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8312" y="4651719"/>
                        <a:ext cx="532027" cy="317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560959"/>
              </p:ext>
            </p:extLst>
          </p:nvPr>
        </p:nvGraphicFramePr>
        <p:xfrm>
          <a:off x="7340600" y="4630100"/>
          <a:ext cx="1333843" cy="402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22" name="Equation" r:id="rId15" imgW="1473120" imgH="444240" progId="Equation.3">
                  <p:embed/>
                </p:oleObj>
              </mc:Choice>
              <mc:Fallback>
                <p:oleObj name="Equation" r:id="rId15" imgW="1473120" imgH="4442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0600" y="4630100"/>
                        <a:ext cx="1333843" cy="4024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3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7661125"/>
              </p:ext>
            </p:extLst>
          </p:nvPr>
        </p:nvGraphicFramePr>
        <p:xfrm>
          <a:off x="4284939" y="2946031"/>
          <a:ext cx="3565524" cy="824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23" name="Equation" r:id="rId17" imgW="4508280" imgH="1041120" progId="Equation.3">
                  <p:embed/>
                </p:oleObj>
              </mc:Choice>
              <mc:Fallback>
                <p:oleObj name="Equation" r:id="rId17" imgW="4508280" imgH="104112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939" y="2946031"/>
                        <a:ext cx="3565524" cy="8241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35" name="Line 19"/>
          <p:cNvSpPr>
            <a:spLocks noChangeShapeType="1"/>
          </p:cNvSpPr>
          <p:nvPr/>
        </p:nvSpPr>
        <p:spPr bwMode="auto">
          <a:xfrm flipV="1">
            <a:off x="2971800" y="3280547"/>
            <a:ext cx="0" cy="111022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graphicFrame>
        <p:nvGraphicFramePr>
          <p:cNvPr id="31643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280412"/>
              </p:ext>
            </p:extLst>
          </p:nvPr>
        </p:nvGraphicFramePr>
        <p:xfrm>
          <a:off x="5835570" y="2438000"/>
          <a:ext cx="1218656" cy="367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24" name="Equation" r:id="rId19" imgW="1473120" imgH="444240" progId="Equation.3">
                  <p:embed/>
                </p:oleObj>
              </mc:Choice>
              <mc:Fallback>
                <p:oleObj name="Equation" r:id="rId19" imgW="1473120" imgH="4442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5570" y="2438000"/>
                        <a:ext cx="1218656" cy="3676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37" name="Text Box 21"/>
          <p:cNvSpPr txBox="1">
            <a:spLocks noChangeArrowheads="1"/>
          </p:cNvSpPr>
          <p:nvPr/>
        </p:nvSpPr>
        <p:spPr bwMode="auto">
          <a:xfrm>
            <a:off x="1720690" y="415449"/>
            <a:ext cx="4363695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设函数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在点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0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的某一邻域 </a:t>
            </a:r>
          </a:p>
        </p:txBody>
      </p:sp>
      <p:sp>
        <p:nvSpPr>
          <p:cNvPr id="316438" name="Text Box 22"/>
          <p:cNvSpPr txBox="1">
            <a:spLocks noChangeArrowheads="1"/>
          </p:cNvSpPr>
          <p:nvPr/>
        </p:nvSpPr>
        <p:spPr bwMode="auto">
          <a:xfrm>
            <a:off x="6576589" y="421798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内具有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AFCC8B-601A-446B-ADD4-3EB129190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CD80-CD6C-40F8-A323-F3B411279AA8}" type="datetime11">
              <a:rPr lang="zh-CN" altLang="en-US" smtClean="0"/>
              <a:t>20:40:11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823644" y="1433442"/>
                <a:ext cx="2279663" cy="5731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sSub>
                      <m:sSubPr>
                        <m:ctrlP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4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)=0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sz="2400" dirty="0" smtClean="0">
                    <a:solidFill>
                      <a:srgbClr val="FF0000"/>
                    </a:solidFill>
                  </a:rPr>
                  <a:t> </a:t>
                </a:r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644" y="1433442"/>
                <a:ext cx="2279663" cy="573106"/>
              </a:xfrm>
              <a:prstGeom prst="rect">
                <a:avLst/>
              </a:prstGeom>
              <a:blipFill>
                <a:blip r:embed="rId21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6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6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25" grpId="0"/>
      <p:bldP spid="316427" grpId="0"/>
      <p:bldP spid="316429" grpId="0" animBg="1"/>
      <p:bldP spid="31643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ChangeArrowheads="1"/>
          </p:cNvSpPr>
          <p:nvPr/>
        </p:nvSpPr>
        <p:spPr bwMode="auto">
          <a:xfrm>
            <a:off x="813262" y="166688"/>
            <a:ext cx="457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二、函数展开成幂级数 </a:t>
            </a:r>
            <a:endParaRPr lang="zh-CN" altLang="en-US" sz="2400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318467" name="Text Box 3"/>
          <p:cNvSpPr txBox="1">
            <a:spLocks noChangeArrowheads="1"/>
          </p:cNvSpPr>
          <p:nvPr/>
        </p:nvSpPr>
        <p:spPr bwMode="auto">
          <a:xfrm>
            <a:off x="1447800" y="2205335"/>
            <a:ext cx="259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直接展开法</a:t>
            </a:r>
          </a:p>
        </p:txBody>
      </p:sp>
      <p:sp>
        <p:nvSpPr>
          <p:cNvPr id="318468" name="Text Box 4"/>
          <p:cNvSpPr txBox="1">
            <a:spLocks noChangeArrowheads="1"/>
          </p:cNvSpPr>
          <p:nvPr/>
        </p:nvSpPr>
        <p:spPr bwMode="auto">
          <a:xfrm>
            <a:off x="1714500" y="2808934"/>
            <a:ext cx="7429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由泰勒级数理论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可知，函数幂级数的步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骤如下 </a:t>
            </a:r>
            <a:r>
              <a:rPr kumimoji="1" lang="en-US" altLang="zh-CN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8470" name="Text Box 6"/>
              <p:cNvSpPr txBox="1">
                <a:spLocks noChangeArrowheads="1"/>
              </p:cNvSpPr>
              <p:nvPr/>
            </p:nvSpPr>
            <p:spPr bwMode="auto">
              <a:xfrm>
                <a:off x="2362200" y="3412533"/>
                <a:ext cx="73152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第一步  求函数及其各阶导数在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处的值 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;</a:t>
                </a:r>
              </a:p>
            </p:txBody>
          </p:sp>
        </mc:Choice>
        <mc:Fallback xmlns="">
          <p:sp>
            <p:nvSpPr>
              <p:cNvPr id="318470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3412533"/>
                <a:ext cx="7315200" cy="461665"/>
              </a:xfrm>
              <a:prstGeom prst="rect">
                <a:avLst/>
              </a:prstGeom>
              <a:blipFill>
                <a:blip r:embed="rId2"/>
                <a:stretch>
                  <a:fillRect l="-1333" t="-14474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8471" name="Text Box 7"/>
          <p:cNvSpPr txBox="1">
            <a:spLocks noChangeArrowheads="1"/>
          </p:cNvSpPr>
          <p:nvPr/>
        </p:nvSpPr>
        <p:spPr bwMode="auto">
          <a:xfrm>
            <a:off x="2362200" y="4130624"/>
            <a:ext cx="7924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第二步  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写出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泰勒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级数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并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求出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其收敛半径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;      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8472" name="Text Box 8"/>
              <p:cNvSpPr txBox="1">
                <a:spLocks noChangeArrowheads="1"/>
              </p:cNvSpPr>
              <p:nvPr/>
            </p:nvSpPr>
            <p:spPr bwMode="auto">
              <a:xfrm>
                <a:off x="2362199" y="4813598"/>
                <a:ext cx="8324353" cy="573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第三步  判别在收敛区间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(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－</a:t>
                </a:r>
                <a:r>
                  <a:rPr kumimoji="1" lang="en-US" altLang="zh-CN" sz="2400" i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, </a:t>
                </a:r>
                <a:r>
                  <a:rPr kumimoji="1" lang="en-US" altLang="zh-CN" sz="2400" i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R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)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内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sSub>
                      <m:sSubPr>
                        <m:ctrlP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是否成立。</a:t>
                </a:r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8472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199" y="4813598"/>
                <a:ext cx="8324353" cy="573106"/>
              </a:xfrm>
              <a:prstGeom prst="rect">
                <a:avLst/>
              </a:prstGeom>
              <a:blipFill>
                <a:blip r:embed="rId3"/>
                <a:stretch>
                  <a:fillRect l="-1098" t="-11702" b="-531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8476" name="Text Box 12"/>
          <p:cNvSpPr txBox="1">
            <a:spLocks noChangeArrowheads="1"/>
          </p:cNvSpPr>
          <p:nvPr/>
        </p:nvSpPr>
        <p:spPr bwMode="auto">
          <a:xfrm>
            <a:off x="2362200" y="1143001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展开方法</a:t>
            </a:r>
          </a:p>
        </p:txBody>
      </p:sp>
      <p:sp>
        <p:nvSpPr>
          <p:cNvPr id="318477" name="Text Box 13"/>
          <p:cNvSpPr txBox="1">
            <a:spLocks noChangeArrowheads="1"/>
          </p:cNvSpPr>
          <p:nvPr/>
        </p:nvSpPr>
        <p:spPr bwMode="auto">
          <a:xfrm>
            <a:off x="4114800" y="852488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直接展开法</a:t>
            </a:r>
          </a:p>
        </p:txBody>
      </p:sp>
      <p:sp>
        <p:nvSpPr>
          <p:cNvPr id="318478" name="Text Box 14"/>
          <p:cNvSpPr txBox="1">
            <a:spLocks noChangeArrowheads="1"/>
          </p:cNvSpPr>
          <p:nvPr/>
        </p:nvSpPr>
        <p:spPr bwMode="auto">
          <a:xfrm>
            <a:off x="6019800" y="852488"/>
            <a:ext cx="3048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—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利用泰勒公式</a:t>
            </a:r>
          </a:p>
        </p:txBody>
      </p:sp>
      <p:sp>
        <p:nvSpPr>
          <p:cNvPr id="318479" name="Text Box 15"/>
          <p:cNvSpPr txBox="1">
            <a:spLocks noChangeArrowheads="1"/>
          </p:cNvSpPr>
          <p:nvPr/>
        </p:nvSpPr>
        <p:spPr bwMode="auto">
          <a:xfrm>
            <a:off x="4114800" y="1524001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间接展开法</a:t>
            </a:r>
          </a:p>
        </p:txBody>
      </p:sp>
      <p:sp>
        <p:nvSpPr>
          <p:cNvPr id="318480" name="Text Box 16"/>
          <p:cNvSpPr txBox="1">
            <a:spLocks noChangeArrowheads="1"/>
          </p:cNvSpPr>
          <p:nvPr/>
        </p:nvSpPr>
        <p:spPr bwMode="auto">
          <a:xfrm>
            <a:off x="6019800" y="1524001"/>
            <a:ext cx="441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—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利用已知其级数展开式</a:t>
            </a:r>
          </a:p>
        </p:txBody>
      </p:sp>
      <p:sp>
        <p:nvSpPr>
          <p:cNvPr id="318481" name="AutoShape 17"/>
          <p:cNvSpPr>
            <a:spLocks/>
          </p:cNvSpPr>
          <p:nvPr/>
        </p:nvSpPr>
        <p:spPr bwMode="auto">
          <a:xfrm>
            <a:off x="4038600" y="9906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18483" name="Text Box 19"/>
          <p:cNvSpPr txBox="1">
            <a:spLocks noChangeArrowheads="1"/>
          </p:cNvSpPr>
          <p:nvPr/>
        </p:nvSpPr>
        <p:spPr bwMode="auto">
          <a:xfrm>
            <a:off x="6553200" y="1919288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的函数展开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F4FE234-68F6-4E01-9410-973D38CFC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50243-5BE3-441C-BBFA-E57417AC7E28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1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8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18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1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1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1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7" grpId="0" autoUpdateAnimBg="0"/>
      <p:bldP spid="318468" grpId="0" autoUpdateAnimBg="0"/>
      <p:bldP spid="318470" grpId="0" autoUpdateAnimBg="0"/>
      <p:bldP spid="318471" grpId="0" autoUpdateAnimBg="0"/>
      <p:bldP spid="318472" grpId="0" autoUpdateAnimBg="0"/>
      <p:bldP spid="318476" grpId="0" autoUpdateAnimBg="0"/>
      <p:bldP spid="318477" grpId="0" autoUpdateAnimBg="0"/>
      <p:bldP spid="318478" grpId="0" build="p" autoUpdateAnimBg="0"/>
      <p:bldP spid="318479" grpId="0" autoUpdateAnimBg="0"/>
      <p:bldP spid="318480" grpId="0" build="p" autoUpdateAnimBg="0"/>
      <p:bldP spid="318481" grpId="0" animBg="1"/>
      <p:bldP spid="318483" grpId="0" build="p" autoUpdateAnimBg="0" advAuto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9490" name="Rectangle 2"/>
              <p:cNvSpPr>
                <a:spLocks noChangeArrowheads="1"/>
              </p:cNvSpPr>
              <p:nvPr/>
            </p:nvSpPr>
            <p:spPr bwMode="auto">
              <a:xfrm>
                <a:off x="1111969" y="341016"/>
                <a:ext cx="7097864" cy="609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 b="1" dirty="0" smtClean="0">
                    <a:solidFill>
                      <a:schemeClr val="accent2"/>
                    </a:solidFill>
                    <a:ea typeface="黑体" panose="02010609060101010101" pitchFamily="49" charset="-122"/>
                  </a:rPr>
                  <a:t>例</a:t>
                </a:r>
                <a:r>
                  <a:rPr lang="en-US" altLang="zh-CN" sz="2400" b="1" dirty="0">
                    <a:solidFill>
                      <a:schemeClr val="accent2"/>
                    </a:solidFill>
                    <a:ea typeface="黑体" panose="02010609060101010101" pitchFamily="49" charset="-122"/>
                  </a:rPr>
                  <a:t>1.</a:t>
                </a:r>
                <a:r>
                  <a:rPr lang="en-US" altLang="zh-CN" sz="2400" dirty="0">
                    <a:ea typeface="黑体" panose="02010609060101010101" pitchFamily="49" charset="-122"/>
                  </a:rPr>
                  <a:t>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将函数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展开成 </a:t>
                </a:r>
                <a:r>
                  <a:rPr kumimoji="1" lang="en-US" altLang="zh-CN" sz="24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x</a:t>
                </a:r>
                <a:r>
                  <a:rPr kumimoji="1"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</a:t>
                </a:r>
                <a:r>
                  <a:rPr kumimoji="1" lang="zh-CN" altLang="en-US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幂级数。</a:t>
                </a:r>
                <a:endParaRPr lang="zh-CN" altLang="en-US" sz="2400" dirty="0"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9490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1969" y="341016"/>
                <a:ext cx="7097864" cy="609600"/>
              </a:xfrm>
              <a:prstGeom prst="rect">
                <a:avLst/>
              </a:prstGeom>
              <a:blipFill>
                <a:blip r:embed="rId3"/>
                <a:stretch>
                  <a:fillRect l="-1288" b="-11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9493" name="Text Box 5"/>
          <p:cNvSpPr txBox="1">
            <a:spLocks noChangeArrowheads="1"/>
          </p:cNvSpPr>
          <p:nvPr/>
        </p:nvSpPr>
        <p:spPr bwMode="auto">
          <a:xfrm>
            <a:off x="1127485" y="1022648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3194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729145"/>
              </p:ext>
            </p:extLst>
          </p:nvPr>
        </p:nvGraphicFramePr>
        <p:xfrm>
          <a:off x="1892300" y="968683"/>
          <a:ext cx="2311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69" name="Equation" r:id="rId4" imgW="2311200" imgH="545760" progId="Equation.3">
                  <p:embed/>
                </p:oleObj>
              </mc:Choice>
              <mc:Fallback>
                <p:oleObj name="Equation" r:id="rId4" imgW="2311200" imgH="5457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968683"/>
                        <a:ext cx="23114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224226"/>
              </p:ext>
            </p:extLst>
          </p:nvPr>
        </p:nvGraphicFramePr>
        <p:xfrm>
          <a:off x="4568631" y="956320"/>
          <a:ext cx="3683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70" name="Equation" r:id="rId6" imgW="3682800" imgH="545760" progId="Equation.3">
                  <p:embed/>
                </p:oleObj>
              </mc:Choice>
              <mc:Fallback>
                <p:oleObj name="Equation" r:id="rId6" imgW="3682800" imgH="5457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631" y="956320"/>
                        <a:ext cx="36830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122022"/>
              </p:ext>
            </p:extLst>
          </p:nvPr>
        </p:nvGraphicFramePr>
        <p:xfrm>
          <a:off x="3363914" y="2247901"/>
          <a:ext cx="2301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71" name="公式" r:id="rId8" imgW="88560" imgH="164880" progId="Equation.3">
                  <p:embed/>
                </p:oleObj>
              </mc:Choice>
              <mc:Fallback>
                <p:oleObj name="公式" r:id="rId8" imgW="88560" imgH="1648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3914" y="2247901"/>
                        <a:ext cx="23018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9497" name="Text Box 9"/>
              <p:cNvSpPr txBox="1">
                <a:spLocks noChangeArrowheads="1"/>
              </p:cNvSpPr>
              <p:nvPr/>
            </p:nvSpPr>
            <p:spPr bwMode="auto">
              <a:xfrm>
                <a:off x="1745784" y="2986384"/>
                <a:ext cx="323968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/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其收敛半径为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1949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45784" y="2986384"/>
                <a:ext cx="3239684" cy="461665"/>
              </a:xfrm>
              <a:prstGeom prst="rect">
                <a:avLst/>
              </a:prstGeom>
              <a:blipFill>
                <a:blip r:embed="rId10"/>
                <a:stretch>
                  <a:fillRect l="-2820" t="-14474" b="-2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950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5594323"/>
              </p:ext>
            </p:extLst>
          </p:nvPr>
        </p:nvGraphicFramePr>
        <p:xfrm>
          <a:off x="3670300" y="2374900"/>
          <a:ext cx="495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72" name="Equation" r:id="rId11" imgW="495000" imgH="253800" progId="Equation.3">
                  <p:embed/>
                </p:oleObj>
              </mc:Choice>
              <mc:Fallback>
                <p:oleObj name="Equation" r:id="rId11" imgW="495000" imgH="253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0300" y="2374900"/>
                        <a:ext cx="4953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0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213524"/>
              </p:ext>
            </p:extLst>
          </p:nvPr>
        </p:nvGraphicFramePr>
        <p:xfrm>
          <a:off x="4203700" y="2054225"/>
          <a:ext cx="1003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73" name="Equation" r:id="rId13" imgW="1002960" imgH="927000" progId="Equation.3">
                  <p:embed/>
                </p:oleObj>
              </mc:Choice>
              <mc:Fallback>
                <p:oleObj name="Equation" r:id="rId13" imgW="1002960" imgH="9270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3700" y="2054225"/>
                        <a:ext cx="1003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0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80652"/>
              </p:ext>
            </p:extLst>
          </p:nvPr>
        </p:nvGraphicFramePr>
        <p:xfrm>
          <a:off x="5282260" y="2033588"/>
          <a:ext cx="952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74" name="Equation" r:id="rId15" imgW="952200" imgH="927000" progId="Equation.3">
                  <p:embed/>
                </p:oleObj>
              </mc:Choice>
              <mc:Fallback>
                <p:oleObj name="Equation" r:id="rId15" imgW="952200" imgH="9270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2260" y="2033588"/>
                        <a:ext cx="952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0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998130"/>
              </p:ext>
            </p:extLst>
          </p:nvPr>
        </p:nvGraphicFramePr>
        <p:xfrm>
          <a:off x="6261100" y="2033588"/>
          <a:ext cx="2349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75" name="Equation" r:id="rId17" imgW="2349360" imgH="927000" progId="Equation.3">
                  <p:embed/>
                </p:oleObj>
              </mc:Choice>
              <mc:Fallback>
                <p:oleObj name="Equation" r:id="rId17" imgW="2349360" imgH="9270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1100" y="2033588"/>
                        <a:ext cx="2349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06" name="Text Box 18"/>
          <p:cNvSpPr txBox="1">
            <a:spLocks noChangeArrowheads="1"/>
          </p:cNvSpPr>
          <p:nvPr/>
        </p:nvSpPr>
        <p:spPr bwMode="auto">
          <a:xfrm>
            <a:off x="1745784" y="1714798"/>
            <a:ext cx="14927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故得级数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FA3A24-5628-47E8-AF48-46EE774E4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B3551-2F63-4ACE-96EF-29F3C880E81F}" type="datetime11">
              <a:rPr lang="zh-CN" altLang="en-US" smtClean="0"/>
              <a:t>20:40:11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8330260" y="2628900"/>
                <a:ext cx="2805192" cy="10793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num>
                              <m:den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</m:num>
                          <m:den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=0&lt;1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260" y="2628900"/>
                <a:ext cx="2805192" cy="107939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1745784" y="3533130"/>
                <a:ext cx="2883225" cy="7327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l-GR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sup>
                        </m:sSup>
                      </m:num>
                      <m:den>
                        <m:d>
                          <m:dPr>
                            <m:ctrlPr>
                              <a:rPr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784" y="3533130"/>
                <a:ext cx="2883225" cy="73276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4705350" y="3587474"/>
                <a:ext cx="3257430" cy="754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2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sup>
                            </m:sSup>
                          </m:num>
                          <m:den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zh-CN" altLang="en-US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350" y="3587474"/>
                <a:ext cx="3257430" cy="75482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745784" y="4432289"/>
                <a:ext cx="4664418" cy="12661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sup>
                                </m:sSup>
                              </m:num>
                              <m:den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zh-CN" altLang="en-US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f>
                              <m:fPr>
                                <m:ctrlP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sup>
                                </m:sSup>
                              </m:num>
                              <m:den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zh-CN" altLang="en-US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</m:den>
                        </m:f>
                      </m:e>
                    </m:d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</a:rPr>
                  <a:t> 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784" y="4432289"/>
                <a:ext cx="4664418" cy="126618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614219"/>
              </p:ext>
            </p:extLst>
          </p:nvPr>
        </p:nvGraphicFramePr>
        <p:xfrm>
          <a:off x="6544821" y="4696399"/>
          <a:ext cx="10191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76" name="Equation" r:id="rId23" imgW="596880" imgH="431640" progId="Equation.DSMT4">
                  <p:embed/>
                </p:oleObj>
              </mc:Choice>
              <mc:Fallback>
                <p:oleObj name="Equation" r:id="rId23" imgW="596880" imgH="431640" progId="Equation.DSMT4">
                  <p:embed/>
                  <p:pic>
                    <p:nvPicPr>
                      <p:cNvPr id="34" name="对象 33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544821" y="4696399"/>
                        <a:ext cx="1019175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7470337" y="4833866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绝对收敛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9034728" y="4778145"/>
                <a:ext cx="2164823" cy="5731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en-US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sSub>
                        <m:sSubPr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728" y="4778145"/>
                <a:ext cx="2164823" cy="573106"/>
              </a:xfrm>
              <a:prstGeom prst="rect">
                <a:avLst/>
              </a:prstGeom>
              <a:blipFill>
                <a:blip r:embed="rId25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1745784" y="5864863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所以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599384" y="5791086"/>
                <a:ext cx="4901791" cy="6158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384" y="5791086"/>
                <a:ext cx="4901791" cy="61587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692058"/>
              </p:ext>
            </p:extLst>
          </p:nvPr>
        </p:nvGraphicFramePr>
        <p:xfrm>
          <a:off x="7361043" y="5720404"/>
          <a:ext cx="890588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77" name="Equation" r:id="rId27" imgW="520560" imgH="444240" progId="Equation.DSMT4">
                  <p:embed/>
                </p:oleObj>
              </mc:Choice>
              <mc:Fallback>
                <p:oleObj name="Equation" r:id="rId27" imgW="520560" imgH="444240" progId="Equation.DSMT4">
                  <p:embed/>
                  <p:pic>
                    <p:nvPicPr>
                      <p:cNvPr id="27" name="对象 26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361043" y="5720404"/>
                        <a:ext cx="890588" cy="757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190458"/>
              </p:ext>
            </p:extLst>
          </p:nvPr>
        </p:nvGraphicFramePr>
        <p:xfrm>
          <a:off x="8728993" y="5922705"/>
          <a:ext cx="1773141" cy="345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78" name="Equation" r:id="rId29" imgW="2082600" imgH="406080" progId="Equation.3">
                  <p:embed/>
                </p:oleObj>
              </mc:Choice>
              <mc:Fallback>
                <p:oleObj name="Equation" r:id="rId29" imgW="2082600" imgH="406080" progId="Equation.3">
                  <p:embed/>
                  <p:pic>
                    <p:nvPicPr>
                      <p:cNvPr id="32258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8993" y="5922705"/>
                        <a:ext cx="1773141" cy="3459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9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9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9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3" grpId="0" autoUpdateAnimBg="0"/>
      <p:bldP spid="319497" grpId="0" autoUpdateAnimBg="0"/>
      <p:bldP spid="319506" grpId="0" build="p" autoUpdateAnimBg="0"/>
      <p:bldP spid="3" grpId="0"/>
      <p:bldP spid="2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912271"/>
              </p:ext>
            </p:extLst>
          </p:nvPr>
        </p:nvGraphicFramePr>
        <p:xfrm>
          <a:off x="2052151" y="3876258"/>
          <a:ext cx="3286240" cy="827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31" name="Equation" r:id="rId3" imgW="1714320" imgH="431640" progId="Equation.DSMT4">
                  <p:embed/>
                </p:oleObj>
              </mc:Choice>
              <mc:Fallback>
                <p:oleObj name="Equation" r:id="rId3" imgW="17143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2151" y="3876258"/>
                        <a:ext cx="3286240" cy="8276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2" name="Rectangle 2"/>
          <p:cNvSpPr>
            <a:spLocks noChangeArrowheads="1"/>
          </p:cNvSpPr>
          <p:nvPr/>
        </p:nvSpPr>
        <p:spPr bwMode="auto">
          <a:xfrm>
            <a:off x="1130300" y="265409"/>
            <a:ext cx="1676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>
                <a:solidFill>
                  <a:schemeClr val="accent2"/>
                </a:solidFill>
                <a:ea typeface="黑体" panose="02010609060101010101" pitchFamily="49" charset="-122"/>
              </a:rPr>
              <a:t>2.</a:t>
            </a:r>
            <a:r>
              <a:rPr lang="en-US" altLang="zh-CN" sz="2400">
                <a:ea typeface="黑体" panose="02010609060101010101" pitchFamily="49" charset="-122"/>
              </a:rPr>
              <a:t> </a:t>
            </a:r>
            <a:r>
              <a:rPr lang="zh-CN" altLang="en-US" sz="2400">
                <a:solidFill>
                  <a:schemeClr val="tx1"/>
                </a:solidFill>
                <a:ea typeface="黑体" panose="02010609060101010101" pitchFamily="49" charset="-122"/>
              </a:rPr>
              <a:t>将</a:t>
            </a:r>
          </a:p>
        </p:txBody>
      </p:sp>
      <p:graphicFrame>
        <p:nvGraphicFramePr>
          <p:cNvPr id="3225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049895"/>
              </p:ext>
            </p:extLst>
          </p:nvPr>
        </p:nvGraphicFramePr>
        <p:xfrm>
          <a:off x="2228850" y="387138"/>
          <a:ext cx="1485899" cy="33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32" name="Equation" r:id="rId5" imgW="1777680" imgH="406080" progId="Equation.3">
                  <p:embed/>
                </p:oleObj>
              </mc:Choice>
              <mc:Fallback>
                <p:oleObj name="Equation" r:id="rId5" imgW="1777680" imgH="4060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0" y="387138"/>
                        <a:ext cx="1485899" cy="33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4" name="Text Box 4"/>
          <p:cNvSpPr txBox="1">
            <a:spLocks noChangeArrowheads="1"/>
          </p:cNvSpPr>
          <p:nvPr/>
        </p:nvSpPr>
        <p:spPr bwMode="auto">
          <a:xfrm>
            <a:off x="3696494" y="305250"/>
            <a:ext cx="28138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展开成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的幂级数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kumimoji="1" lang="en-US" altLang="zh-CN" sz="2400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22565" name="Text Box 5"/>
          <p:cNvSpPr txBox="1">
            <a:spLocks noChangeArrowheads="1"/>
          </p:cNvSpPr>
          <p:nvPr/>
        </p:nvSpPr>
        <p:spPr bwMode="auto">
          <a:xfrm>
            <a:off x="1144546" y="851842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3225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385742"/>
              </p:ext>
            </p:extLst>
          </p:nvPr>
        </p:nvGraphicFramePr>
        <p:xfrm>
          <a:off x="1866900" y="885118"/>
          <a:ext cx="1333500" cy="395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33" name="Equation" r:id="rId7" imgW="1714320" imgH="507960" progId="Equation.3">
                  <p:embed/>
                </p:oleObj>
              </mc:Choice>
              <mc:Fallback>
                <p:oleObj name="Equation" r:id="rId7" imgW="1714320" imgH="5079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885118"/>
                        <a:ext cx="1333500" cy="3951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1675456"/>
              </p:ext>
            </p:extLst>
          </p:nvPr>
        </p:nvGraphicFramePr>
        <p:xfrm>
          <a:off x="1853399" y="1520338"/>
          <a:ext cx="1725613" cy="755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34" name="Equation" r:id="rId9" imgW="2031840" imgH="888840" progId="Equation.3">
                  <p:embed/>
                </p:oleObj>
              </mc:Choice>
              <mc:Fallback>
                <p:oleObj name="Equation" r:id="rId9" imgW="2031840" imgH="8888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3399" y="1520338"/>
                        <a:ext cx="1725613" cy="7555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8" name="Text Box 8"/>
          <p:cNvSpPr txBox="1">
            <a:spLocks noChangeArrowheads="1"/>
          </p:cNvSpPr>
          <p:nvPr/>
        </p:nvSpPr>
        <p:spPr bwMode="auto">
          <a:xfrm>
            <a:off x="1752600" y="2640427"/>
            <a:ext cx="144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得级数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3225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3062678"/>
              </p:ext>
            </p:extLst>
          </p:nvPr>
        </p:nvGraphicFramePr>
        <p:xfrm>
          <a:off x="2994591" y="2716918"/>
          <a:ext cx="227012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35" name="Equation" r:id="rId11" imgW="228600" imgH="241200" progId="Equation.3">
                  <p:embed/>
                </p:oleObj>
              </mc:Choice>
              <mc:Fallback>
                <p:oleObj name="Equation" r:id="rId11" imgW="228600" imgH="241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4591" y="2716918"/>
                        <a:ext cx="227012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3875700"/>
              </p:ext>
            </p:extLst>
          </p:nvPr>
        </p:nvGraphicFramePr>
        <p:xfrm>
          <a:off x="3280244" y="835315"/>
          <a:ext cx="1525589" cy="484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36" name="Equation" r:id="rId13" imgW="1879560" imgH="596880" progId="Equation.3">
                  <p:embed/>
                </p:oleObj>
              </mc:Choice>
              <mc:Fallback>
                <p:oleObj name="Equation" r:id="rId13" imgW="1879560" imgH="5968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0244" y="835315"/>
                        <a:ext cx="1525589" cy="4844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71" name="Text Box 11"/>
          <p:cNvSpPr txBox="1">
            <a:spLocks noChangeArrowheads="1"/>
          </p:cNvSpPr>
          <p:nvPr/>
        </p:nvSpPr>
        <p:spPr bwMode="auto">
          <a:xfrm>
            <a:off x="1752600" y="3287415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其收敛半径为 </a:t>
            </a:r>
          </a:p>
        </p:txBody>
      </p:sp>
      <p:graphicFrame>
        <p:nvGraphicFramePr>
          <p:cNvPr id="32257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812188"/>
              </p:ext>
            </p:extLst>
          </p:nvPr>
        </p:nvGraphicFramePr>
        <p:xfrm>
          <a:off x="3738238" y="3406407"/>
          <a:ext cx="974366" cy="29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37" name="Equation" r:id="rId15" imgW="1206360" imgH="368280" progId="Equation.3">
                  <p:embed/>
                </p:oleObj>
              </mc:Choice>
              <mc:Fallback>
                <p:oleObj name="Equation" r:id="rId15" imgW="1206360" imgH="3682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8238" y="3406407"/>
                        <a:ext cx="974366" cy="29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73" name="Text Box 13"/>
          <p:cNvSpPr txBox="1">
            <a:spLocks noChangeArrowheads="1"/>
          </p:cNvSpPr>
          <p:nvPr/>
        </p:nvSpPr>
        <p:spPr bwMode="auto">
          <a:xfrm>
            <a:off x="4712604" y="3282361"/>
            <a:ext cx="464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对任何有限数</a:t>
            </a:r>
            <a:r>
              <a:rPr kumimoji="1" lang="zh-CN" altLang="en-US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其余项满足</a:t>
            </a:r>
          </a:p>
        </p:txBody>
      </p:sp>
      <p:graphicFrame>
        <p:nvGraphicFramePr>
          <p:cNvPr id="3225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8538991"/>
              </p:ext>
            </p:extLst>
          </p:nvPr>
        </p:nvGraphicFramePr>
        <p:xfrm>
          <a:off x="3399398" y="3852862"/>
          <a:ext cx="1764774" cy="437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38" name="Equation" r:id="rId17" imgW="2412720" imgH="596880" progId="Equation.3">
                  <p:embed/>
                </p:oleObj>
              </mc:Choice>
              <mc:Fallback>
                <p:oleObj name="Equation" r:id="rId17" imgW="2412720" imgH="5968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9398" y="3852862"/>
                        <a:ext cx="1764774" cy="4376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799861"/>
              </p:ext>
            </p:extLst>
          </p:nvPr>
        </p:nvGraphicFramePr>
        <p:xfrm>
          <a:off x="3775689" y="4322189"/>
          <a:ext cx="742853" cy="293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39" name="Equation" r:id="rId19" imgW="1028520" imgH="406080" progId="Equation.3">
                  <p:embed/>
                </p:oleObj>
              </mc:Choice>
              <mc:Fallback>
                <p:oleObj name="Equation" r:id="rId19" imgW="1028520" imgH="4060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5689" y="4322189"/>
                        <a:ext cx="742853" cy="293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974707"/>
              </p:ext>
            </p:extLst>
          </p:nvPr>
        </p:nvGraphicFramePr>
        <p:xfrm>
          <a:off x="5338390" y="4003199"/>
          <a:ext cx="581846" cy="395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40" name="Equation" r:id="rId21" imgW="685800" imgH="469800" progId="Equation.3">
                  <p:embed/>
                </p:oleObj>
              </mc:Choice>
              <mc:Fallback>
                <p:oleObj name="Equation" r:id="rId21" imgW="685800" imgH="4698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8390" y="4003199"/>
                        <a:ext cx="581846" cy="3950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417791"/>
              </p:ext>
            </p:extLst>
          </p:nvPr>
        </p:nvGraphicFramePr>
        <p:xfrm>
          <a:off x="6052116" y="3822837"/>
          <a:ext cx="1072253" cy="847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41" name="Equation" r:id="rId23" imgW="1333440" imgH="1054080" progId="Equation.3">
                  <p:embed/>
                </p:oleObj>
              </mc:Choice>
              <mc:Fallback>
                <p:oleObj name="Equation" r:id="rId23" imgW="1333440" imgH="10540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2116" y="3822837"/>
                        <a:ext cx="1072253" cy="8475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7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589924"/>
              </p:ext>
            </p:extLst>
          </p:nvPr>
        </p:nvGraphicFramePr>
        <p:xfrm>
          <a:off x="4467598" y="2049341"/>
          <a:ext cx="1282589" cy="353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42" name="Equation" r:id="rId25" imgW="1473120" imgH="406080" progId="Equation.3">
                  <p:embed/>
                </p:oleObj>
              </mc:Choice>
              <mc:Fallback>
                <p:oleObj name="Equation" r:id="rId25" imgW="1473120" imgH="4060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7598" y="2049341"/>
                        <a:ext cx="1282589" cy="353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612923"/>
              </p:ext>
            </p:extLst>
          </p:nvPr>
        </p:nvGraphicFramePr>
        <p:xfrm>
          <a:off x="5936000" y="1727202"/>
          <a:ext cx="2093845" cy="376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43" name="Equation" r:id="rId27" imgW="2260440" imgH="406080" progId="Equation.3">
                  <p:embed/>
                </p:oleObj>
              </mc:Choice>
              <mc:Fallback>
                <p:oleObj name="Equation" r:id="rId27" imgW="2260440" imgH="4060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6000" y="1727202"/>
                        <a:ext cx="2093845" cy="3766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758274"/>
              </p:ext>
            </p:extLst>
          </p:nvPr>
        </p:nvGraphicFramePr>
        <p:xfrm>
          <a:off x="3272403" y="2501018"/>
          <a:ext cx="9271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44" name="Equation" r:id="rId29" imgW="927000" imgH="711000" progId="Equation.3">
                  <p:embed/>
                </p:oleObj>
              </mc:Choice>
              <mc:Fallback>
                <p:oleObj name="Equation" r:id="rId29" imgW="927000" imgH="7110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2403" y="2501018"/>
                        <a:ext cx="9271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788113"/>
              </p:ext>
            </p:extLst>
          </p:nvPr>
        </p:nvGraphicFramePr>
        <p:xfrm>
          <a:off x="4147116" y="2501018"/>
          <a:ext cx="1905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45" name="Equation" r:id="rId31" imgW="1904760" imgH="711000" progId="Equation.3">
                  <p:embed/>
                </p:oleObj>
              </mc:Choice>
              <mc:Fallback>
                <p:oleObj name="Equation" r:id="rId31" imgW="1904760" imgH="7110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7116" y="2501018"/>
                        <a:ext cx="19050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77400"/>
              </p:ext>
            </p:extLst>
          </p:nvPr>
        </p:nvGraphicFramePr>
        <p:xfrm>
          <a:off x="6074341" y="2496256"/>
          <a:ext cx="36703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46" name="Equation" r:id="rId33" imgW="3670200" imgH="711000" progId="Equation.3">
                  <p:embed/>
                </p:oleObj>
              </mc:Choice>
              <mc:Fallback>
                <p:oleObj name="Equation" r:id="rId33" imgW="3670200" imgH="7110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4341" y="2496256"/>
                        <a:ext cx="36703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036970"/>
              </p:ext>
            </p:extLst>
          </p:nvPr>
        </p:nvGraphicFramePr>
        <p:xfrm>
          <a:off x="9744641" y="5190653"/>
          <a:ext cx="1773141" cy="345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47" name="Equation" r:id="rId35" imgW="2082600" imgH="406080" progId="Equation.3">
                  <p:embed/>
                </p:oleObj>
              </mc:Choice>
              <mc:Fallback>
                <p:oleObj name="Equation" r:id="rId35" imgW="2082600" imgH="4060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4641" y="5190653"/>
                        <a:ext cx="1773141" cy="3459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248575"/>
              </p:ext>
            </p:extLst>
          </p:nvPr>
        </p:nvGraphicFramePr>
        <p:xfrm>
          <a:off x="1795139" y="5130232"/>
          <a:ext cx="1104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48" name="Equation" r:id="rId37" imgW="1104840" imgH="406080" progId="Equation.3">
                  <p:embed/>
                </p:oleObj>
              </mc:Choice>
              <mc:Fallback>
                <p:oleObj name="Equation" r:id="rId37" imgW="1104840" imgH="4060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39" y="5130232"/>
                        <a:ext cx="1104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840572"/>
              </p:ext>
            </p:extLst>
          </p:nvPr>
        </p:nvGraphicFramePr>
        <p:xfrm>
          <a:off x="7622540" y="4042003"/>
          <a:ext cx="1003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49" name="Equation" r:id="rId39" imgW="1002960" imgH="253800" progId="Equation.3">
                  <p:embed/>
                </p:oleObj>
              </mc:Choice>
              <mc:Fallback>
                <p:oleObj name="Equation" r:id="rId39" imgW="1002960" imgH="2538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2540" y="4042003"/>
                        <a:ext cx="10033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87" name="Line 27"/>
          <p:cNvSpPr>
            <a:spLocks noChangeShapeType="1"/>
          </p:cNvSpPr>
          <p:nvPr/>
        </p:nvSpPr>
        <p:spPr bwMode="auto">
          <a:xfrm>
            <a:off x="7482840" y="4311878"/>
            <a:ext cx="12588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graphicFrame>
        <p:nvGraphicFramePr>
          <p:cNvPr id="32258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922034"/>
              </p:ext>
            </p:extLst>
          </p:nvPr>
        </p:nvGraphicFramePr>
        <p:xfrm>
          <a:off x="8854440" y="4143603"/>
          <a:ext cx="215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50" name="Equation" r:id="rId41" imgW="215640" imgH="317160" progId="Equation.3">
                  <p:embed/>
                </p:oleObj>
              </mc:Choice>
              <mc:Fallback>
                <p:oleObj name="Equation" r:id="rId41" imgW="215640" imgH="31716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4440" y="4143603"/>
                        <a:ext cx="215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8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3457165"/>
              </p:ext>
            </p:extLst>
          </p:nvPr>
        </p:nvGraphicFramePr>
        <p:xfrm>
          <a:off x="4467598" y="1462140"/>
          <a:ext cx="870792" cy="348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51" name="Equation" r:id="rId43" imgW="1015920" imgH="406080" progId="Equation.3">
                  <p:embed/>
                </p:oleObj>
              </mc:Choice>
              <mc:Fallback>
                <p:oleObj name="Equation" r:id="rId43" imgW="1015920" imgH="40608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7598" y="1462140"/>
                        <a:ext cx="870792" cy="3483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9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267011"/>
              </p:ext>
            </p:extLst>
          </p:nvPr>
        </p:nvGraphicFramePr>
        <p:xfrm>
          <a:off x="3519785" y="1989899"/>
          <a:ext cx="762000" cy="417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52" name="Equation" r:id="rId45" imgW="927000" imgH="507960" progId="Equation.3">
                  <p:embed/>
                </p:oleObj>
              </mc:Choice>
              <mc:Fallback>
                <p:oleObj name="Equation" r:id="rId45" imgW="927000" imgH="50796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785" y="1989899"/>
                        <a:ext cx="762000" cy="4175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9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85238"/>
              </p:ext>
            </p:extLst>
          </p:nvPr>
        </p:nvGraphicFramePr>
        <p:xfrm>
          <a:off x="3540173" y="1469198"/>
          <a:ext cx="312641" cy="334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53" name="Equation" r:id="rId47" imgW="368280" imgH="393480" progId="Equation.3">
                  <p:embed/>
                </p:oleObj>
              </mc:Choice>
              <mc:Fallback>
                <p:oleObj name="Equation" r:id="rId47" imgW="368280" imgH="39348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73" y="1469198"/>
                        <a:ext cx="312641" cy="334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9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418"/>
              </p:ext>
            </p:extLst>
          </p:nvPr>
        </p:nvGraphicFramePr>
        <p:xfrm>
          <a:off x="2937035" y="5028955"/>
          <a:ext cx="6361112" cy="632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54" name="Equation" r:id="rId49" imgW="7149960" imgH="711000" progId="Equation.3">
                  <p:embed/>
                </p:oleObj>
              </mc:Choice>
              <mc:Fallback>
                <p:oleObj name="Equation" r:id="rId49" imgW="7149960" imgH="7110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7035" y="5028955"/>
                        <a:ext cx="6361112" cy="6325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A2DE686-79C2-4FF0-A326-A287BA529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51498-CBF6-4A8F-80A1-4CBF3BFC42BB}" type="datetime11">
              <a:rPr lang="zh-CN" altLang="en-US" smtClean="0"/>
              <a:t>20:40:11</a:t>
            </a:fld>
            <a:endParaRPr lang="en-US" altLang="zh-CN" dirty="0"/>
          </a:p>
        </p:txBody>
      </p:sp>
      <p:sp>
        <p:nvSpPr>
          <p:cNvPr id="35" name="Text Box 3"/>
          <p:cNvSpPr txBox="1">
            <a:spLocks noChangeArrowheads="1"/>
          </p:cNvSpPr>
          <p:nvPr/>
        </p:nvSpPr>
        <p:spPr bwMode="auto">
          <a:xfrm>
            <a:off x="1755935" y="5801108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类似可推出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3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059949"/>
              </p:ext>
            </p:extLst>
          </p:nvPr>
        </p:nvGraphicFramePr>
        <p:xfrm>
          <a:off x="3579012" y="5721654"/>
          <a:ext cx="6057969" cy="743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55" name="Equation" r:id="rId51" imgW="7556400" imgH="927000" progId="Equation.3">
                  <p:embed/>
                </p:oleObj>
              </mc:Choice>
              <mc:Fallback>
                <p:oleObj name="Equation" r:id="rId51" imgW="7556400" imgH="927000" progId="Equation.3">
                  <p:embed/>
                  <p:pic>
                    <p:nvPicPr>
                      <p:cNvPr id="3235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9012" y="5721654"/>
                        <a:ext cx="6057969" cy="743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7771984"/>
              </p:ext>
            </p:extLst>
          </p:nvPr>
        </p:nvGraphicFramePr>
        <p:xfrm>
          <a:off x="9889089" y="5858950"/>
          <a:ext cx="1773141" cy="345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56" name="Equation" r:id="rId35" imgW="2082600" imgH="406080" progId="Equation.3">
                  <p:embed/>
                </p:oleObj>
              </mc:Choice>
              <mc:Fallback>
                <p:oleObj name="Equation" r:id="rId35" imgW="2082600" imgH="406080" progId="Equation.3">
                  <p:embed/>
                  <p:pic>
                    <p:nvPicPr>
                      <p:cNvPr id="32258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89089" y="5858950"/>
                        <a:ext cx="1773141" cy="3459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2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2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2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2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2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2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2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2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2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5" grpId="0" autoUpdateAnimBg="0"/>
      <p:bldP spid="322568" grpId="0"/>
      <p:bldP spid="322571" grpId="0"/>
      <p:bldP spid="322573" grpId="0"/>
      <p:bldP spid="322587" grpId="0" animBg="1"/>
      <p:bldP spid="35" grpId="0" build="p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ChangeArrowheads="1"/>
          </p:cNvSpPr>
          <p:nvPr/>
        </p:nvSpPr>
        <p:spPr bwMode="auto">
          <a:xfrm>
            <a:off x="1346200" y="330200"/>
            <a:ext cx="2286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3.</a:t>
            </a:r>
            <a:r>
              <a:rPr lang="en-US" altLang="zh-CN" sz="2400" dirty="0"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</a:rPr>
              <a:t>将函数</a:t>
            </a:r>
            <a:endParaRPr lang="zh-CN" altLang="en-US" sz="2400" dirty="0">
              <a:ea typeface="黑体" panose="02010609060101010101" pitchFamily="49" charset="-122"/>
            </a:endParaRPr>
          </a:p>
        </p:txBody>
      </p:sp>
      <p:graphicFrame>
        <p:nvGraphicFramePr>
          <p:cNvPr id="3246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246370"/>
              </p:ext>
            </p:extLst>
          </p:nvPr>
        </p:nvGraphicFramePr>
        <p:xfrm>
          <a:off x="3003293" y="330200"/>
          <a:ext cx="1933832" cy="442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95" name="Equation" r:id="rId3" imgW="2222280" imgH="507960" progId="Equation.3">
                  <p:embed/>
                </p:oleObj>
              </mc:Choice>
              <mc:Fallback>
                <p:oleObj name="Equation" r:id="rId3" imgW="2222280" imgH="5079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293" y="330200"/>
                        <a:ext cx="1933832" cy="4420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12" name="Text Box 4"/>
          <p:cNvSpPr txBox="1">
            <a:spLocks noChangeArrowheads="1"/>
          </p:cNvSpPr>
          <p:nvPr/>
        </p:nvSpPr>
        <p:spPr bwMode="auto">
          <a:xfrm>
            <a:off x="4937125" y="366067"/>
            <a:ext cx="56484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展开成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的幂级数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其中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为任意常数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kumimoji="1" lang="en-US" altLang="zh-CN" sz="2400" i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24614" name="Text Box 6"/>
          <p:cNvSpPr txBox="1">
            <a:spLocks noChangeArrowheads="1"/>
          </p:cNvSpPr>
          <p:nvPr/>
        </p:nvSpPr>
        <p:spPr bwMode="auto">
          <a:xfrm>
            <a:off x="1346200" y="911919"/>
            <a:ext cx="71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112084" y="911919"/>
                <a:ext cx="847924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altLang="zh-CN" sz="2400" dirty="0"/>
                  <a:t>,</a:t>
                </a:r>
                <a:r>
                  <a:rPr lang="en-US" altLang="zh-CN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400" dirty="0"/>
                  <a:t>,</a:t>
                </a:r>
                <a:r>
                  <a:rPr lang="en-US" altLang="zh-CN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084" y="911919"/>
                <a:ext cx="8479244" cy="461665"/>
              </a:xfrm>
              <a:prstGeom prst="rect">
                <a:avLst/>
              </a:prstGeom>
              <a:blipFill>
                <a:blip r:embed="rId5"/>
                <a:stretch>
                  <a:fillRect l="-575" t="-9333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2057400" y="1490464"/>
                <a:ext cx="8070158" cy="4866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=1,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−1)⋯(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1490464"/>
                <a:ext cx="8070158" cy="48667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057400" y="1977136"/>
                <a:ext cx="7585795" cy="8091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altLang="zh-CN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zh-CN" altLang="en-US" sz="2400" dirty="0">
                              <a:solidFill>
                                <a:srgbClr val="0000FF"/>
                              </a:solidFill>
                            </a:rPr>
                            <m:t> 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1977136"/>
                <a:ext cx="7585795" cy="8091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057400" y="2786268"/>
                <a:ext cx="5398850" cy="10502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zh-CN" altLang="en-US" sz="2400" dirty="0">
                                    <a:solidFill>
                                      <a:prstClr val="black"/>
                                    </a:solidFill>
                                  </a:rPr>
                                  <m:t> </m:t>
                                </m:r>
                                <m:r>
                                  <a:rPr lang="en-US" altLang="zh-CN" sz="24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4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altLang="zh-CN" sz="24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+1)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num>
                          <m:den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zh-CN" altLang="en-US" sz="2400" dirty="0">
                                    <a:solidFill>
                                      <a:prstClr val="black"/>
                                    </a:solidFill>
                                  </a:rPr>
                                  <m:t> 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2786268"/>
                <a:ext cx="5398850" cy="105022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057400" y="3778827"/>
                <a:ext cx="8287265" cy="6903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1!</m:t>
                        </m:r>
                      </m:den>
                    </m:f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dirty="0">
                            <a:solidFill>
                              <a:prstClr val="black"/>
                            </a:solidFill>
                          </a:rPr>
                          <m:t> </m:t>
                        </m:r>
                      </m:num>
                      <m:den>
                        <m:d>
                          <m:dPr>
                            <m:ctrlPr>
                              <a:rPr lang="en-US" altLang="zh-CN" sz="24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</m:t>
                    </m:r>
                  </m:oMath>
                </a14:m>
                <a:r>
                  <a:rPr lang="zh-CN" altLang="en-US" dirty="0">
                    <a:solidFill>
                      <a:prstClr val="black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3778827"/>
                <a:ext cx="8287265" cy="69038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961865" y="4469209"/>
                <a:ext cx="321023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865" y="4469209"/>
                <a:ext cx="3210238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5172103" y="4469208"/>
                <a:ext cx="263572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altLang="zh-CN" dirty="0"/>
                  <a:t>,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103" y="4469208"/>
                <a:ext cx="2635722" cy="461665"/>
              </a:xfrm>
              <a:prstGeom prst="rect">
                <a:avLst/>
              </a:prstGeom>
              <a:blipFill rotWithShape="0">
                <a:blip r:embed="rId11"/>
                <a:stretch>
                  <a:fillRect r="-231"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7761373" y="4469207"/>
                <a:ext cx="226696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400" dirty="0"/>
                  <a:t>,</a:t>
                </a:r>
                <a:r>
                  <a:rPr lang="en-US" altLang="zh-CN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1373" y="4469207"/>
                <a:ext cx="2266967" cy="461665"/>
              </a:xfrm>
              <a:prstGeom prst="rect">
                <a:avLst/>
              </a:prstGeom>
              <a:blipFill rotWithShape="0">
                <a:blip r:embed="rId12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057400" y="5171536"/>
                <a:ext cx="344523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5171536"/>
                <a:ext cx="3445239" cy="461665"/>
              </a:xfrm>
              <a:prstGeom prst="rect">
                <a:avLst/>
              </a:prstGeom>
              <a:blipFill rotWithShape="0">
                <a:blip r:embed="rId1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6351706" y="5080998"/>
                <a:ext cx="3852721" cy="6427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dirty="0">
                            <a:solidFill>
                              <a:srgbClr val="0000FF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706" y="5080998"/>
                <a:ext cx="3852721" cy="64274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154766" y="5656831"/>
                <a:ext cx="3126689" cy="931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766" y="5656831"/>
                <a:ext cx="3126689" cy="931858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5859263" y="5896985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二项式展开定理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日期占位符 13">
            <a:extLst>
              <a:ext uri="{FF2B5EF4-FFF2-40B4-BE49-F238E27FC236}">
                <a16:creationId xmlns:a16="http://schemas.microsoft.com/office/drawing/2014/main" id="{57E160A3-115A-4FEE-AC5A-06D69E4F7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4029-3A0C-410F-82F3-0E9AC49D375B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4" grpId="0"/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Text Box 2"/>
          <p:cNvSpPr txBox="1">
            <a:spLocks noChangeArrowheads="1"/>
          </p:cNvSpPr>
          <p:nvPr/>
        </p:nvSpPr>
        <p:spPr bwMode="auto">
          <a:xfrm>
            <a:off x="1099424" y="1134324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对应</a:t>
            </a:r>
          </a:p>
        </p:txBody>
      </p:sp>
      <p:graphicFrame>
        <p:nvGraphicFramePr>
          <p:cNvPr id="3256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5280738"/>
              </p:ext>
            </p:extLst>
          </p:nvPr>
        </p:nvGraphicFramePr>
        <p:xfrm>
          <a:off x="1913661" y="1096638"/>
          <a:ext cx="1955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40" name="Equation" r:id="rId3" imgW="1955520" imgH="520560" progId="Equation.3">
                  <p:embed/>
                </p:oleObj>
              </mc:Choice>
              <mc:Fallback>
                <p:oleObj name="Equation" r:id="rId3" imgW="1955520" imgH="5205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3661" y="1096638"/>
                        <a:ext cx="1955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5636" name="Text Box 4"/>
          <p:cNvSpPr txBox="1">
            <a:spLocks noChangeArrowheads="1"/>
          </p:cNvSpPr>
          <p:nvPr/>
        </p:nvSpPr>
        <p:spPr bwMode="auto">
          <a:xfrm>
            <a:off x="3869461" y="1131984"/>
            <a:ext cx="4114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的二项展开式分别为</a:t>
            </a:r>
          </a:p>
        </p:txBody>
      </p:sp>
      <p:graphicFrame>
        <p:nvGraphicFramePr>
          <p:cNvPr id="3256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084339"/>
              </p:ext>
            </p:extLst>
          </p:nvPr>
        </p:nvGraphicFramePr>
        <p:xfrm>
          <a:off x="1580209" y="1769866"/>
          <a:ext cx="1828202" cy="70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41" name="Equation" r:id="rId5" imgW="2209680" imgH="850680" progId="Equation.3">
                  <p:embed/>
                </p:oleObj>
              </mc:Choice>
              <mc:Fallback>
                <p:oleObj name="Equation" r:id="rId5" imgW="2209680" imgH="8506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0209" y="1769866"/>
                        <a:ext cx="1828202" cy="70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6195342"/>
              </p:ext>
            </p:extLst>
          </p:nvPr>
        </p:nvGraphicFramePr>
        <p:xfrm>
          <a:off x="3408411" y="1754031"/>
          <a:ext cx="1029677" cy="767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42" name="Equation" r:id="rId7" imgW="1244520" imgH="927000" progId="Equation.3">
                  <p:embed/>
                </p:oleObj>
              </mc:Choice>
              <mc:Fallback>
                <p:oleObj name="Equation" r:id="rId7" imgW="1244520" imgH="927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411" y="1754031"/>
                        <a:ext cx="1029677" cy="7670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587925"/>
              </p:ext>
            </p:extLst>
          </p:nvPr>
        </p:nvGraphicFramePr>
        <p:xfrm>
          <a:off x="4438088" y="1772347"/>
          <a:ext cx="1344884" cy="70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43" name="Equation" r:id="rId9" imgW="1625400" imgH="850680" progId="Equation.3">
                  <p:embed/>
                </p:oleObj>
              </mc:Choice>
              <mc:Fallback>
                <p:oleObj name="Equation" r:id="rId9" imgW="1625400" imgH="8506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8088" y="1772347"/>
                        <a:ext cx="1344884" cy="70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051422"/>
              </p:ext>
            </p:extLst>
          </p:nvPr>
        </p:nvGraphicFramePr>
        <p:xfrm>
          <a:off x="9859259" y="2634517"/>
          <a:ext cx="1470967" cy="336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44" name="Equation" r:id="rId11" imgW="1777680" imgH="406080" progId="Equation.3">
                  <p:embed/>
                </p:oleObj>
              </mc:Choice>
              <mc:Fallback>
                <p:oleObj name="Equation" r:id="rId11" imgW="1777680" imgH="4060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9259" y="2634517"/>
                        <a:ext cx="1470967" cy="336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162073"/>
              </p:ext>
            </p:extLst>
          </p:nvPr>
        </p:nvGraphicFramePr>
        <p:xfrm>
          <a:off x="5834206" y="1785551"/>
          <a:ext cx="2206450" cy="70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45" name="Equation" r:id="rId13" imgW="2666880" imgH="850680" progId="Equation.3">
                  <p:embed/>
                </p:oleObj>
              </mc:Choice>
              <mc:Fallback>
                <p:oleObj name="Equation" r:id="rId13" imgW="2666880" imgH="8506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4206" y="1785551"/>
                        <a:ext cx="2206450" cy="70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20139"/>
              </p:ext>
            </p:extLst>
          </p:nvPr>
        </p:nvGraphicFramePr>
        <p:xfrm>
          <a:off x="1580209" y="3077966"/>
          <a:ext cx="1197787" cy="714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46" name="Equation" r:id="rId15" imgW="1447560" imgH="863280" progId="Equation.3">
                  <p:embed/>
                </p:oleObj>
              </mc:Choice>
              <mc:Fallback>
                <p:oleObj name="Equation" r:id="rId15" imgW="1447560" imgH="8632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0209" y="3077966"/>
                        <a:ext cx="1197787" cy="7144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7743981"/>
              </p:ext>
            </p:extLst>
          </p:nvPr>
        </p:nvGraphicFramePr>
        <p:xfrm>
          <a:off x="3460077" y="3096070"/>
          <a:ext cx="1040184" cy="767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47" name="Equation" r:id="rId17" imgW="1257120" imgH="927000" progId="Equation.3">
                  <p:embed/>
                </p:oleObj>
              </mc:Choice>
              <mc:Fallback>
                <p:oleObj name="Equation" r:id="rId17" imgW="1257120" imgH="927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077" y="3096070"/>
                        <a:ext cx="1040184" cy="7670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253702"/>
              </p:ext>
            </p:extLst>
          </p:nvPr>
        </p:nvGraphicFramePr>
        <p:xfrm>
          <a:off x="4500261" y="3093651"/>
          <a:ext cx="1344613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48" name="公式" r:id="rId19" imgW="1625400" imgH="850680" progId="Equation.3">
                  <p:embed/>
                </p:oleObj>
              </mc:Choice>
              <mc:Fallback>
                <p:oleObj name="公式" r:id="rId19" imgW="1625400" imgH="8506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261" y="3093651"/>
                        <a:ext cx="1344613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035296"/>
              </p:ext>
            </p:extLst>
          </p:nvPr>
        </p:nvGraphicFramePr>
        <p:xfrm>
          <a:off x="9879715" y="3879915"/>
          <a:ext cx="1470967" cy="336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49" name="Equation" r:id="rId21" imgW="1777680" imgH="406080" progId="Equation.3">
                  <p:embed/>
                </p:oleObj>
              </mc:Choice>
              <mc:Fallback>
                <p:oleObj name="Equation" r:id="rId21" imgW="1777680" imgH="4060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9715" y="3879915"/>
                        <a:ext cx="1470967" cy="336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489855"/>
              </p:ext>
            </p:extLst>
          </p:nvPr>
        </p:nvGraphicFramePr>
        <p:xfrm>
          <a:off x="5844874" y="3130415"/>
          <a:ext cx="2206450" cy="70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50" name="Equation" r:id="rId23" imgW="2666880" imgH="850680" progId="Equation.3">
                  <p:embed/>
                </p:oleObj>
              </mc:Choice>
              <mc:Fallback>
                <p:oleObj name="Equation" r:id="rId23" imgW="2666880" imgH="8506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4874" y="3130415"/>
                        <a:ext cx="2206450" cy="70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230238"/>
              </p:ext>
            </p:extLst>
          </p:nvPr>
        </p:nvGraphicFramePr>
        <p:xfrm>
          <a:off x="2809083" y="3096070"/>
          <a:ext cx="619907" cy="70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51" name="Equation" r:id="rId25" imgW="749160" imgH="850680" progId="Equation.3">
                  <p:embed/>
                </p:oleObj>
              </mc:Choice>
              <mc:Fallback>
                <p:oleObj name="Equation" r:id="rId25" imgW="749160" imgH="8506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083" y="3096070"/>
                        <a:ext cx="619907" cy="70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5117846"/>
              </p:ext>
            </p:extLst>
          </p:nvPr>
        </p:nvGraphicFramePr>
        <p:xfrm>
          <a:off x="1580209" y="4357239"/>
          <a:ext cx="987649" cy="70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52" name="Equation" r:id="rId27" imgW="1193760" imgH="850680" progId="Equation.3">
                  <p:embed/>
                </p:oleObj>
              </mc:Choice>
              <mc:Fallback>
                <p:oleObj name="Equation" r:id="rId27" imgW="1193760" imgH="8506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0209" y="4357239"/>
                        <a:ext cx="987649" cy="70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2625890"/>
              </p:ext>
            </p:extLst>
          </p:nvPr>
        </p:nvGraphicFramePr>
        <p:xfrm>
          <a:off x="3081361" y="4470642"/>
          <a:ext cx="535852" cy="357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53" name="Equation" r:id="rId29" imgW="647640" imgH="431640" progId="Equation.3">
                  <p:embed/>
                </p:oleObj>
              </mc:Choice>
              <mc:Fallback>
                <p:oleObj name="Equation" r:id="rId29" imgW="647640" imgH="4316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1361" y="4470642"/>
                        <a:ext cx="535852" cy="3572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5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253673"/>
              </p:ext>
            </p:extLst>
          </p:nvPr>
        </p:nvGraphicFramePr>
        <p:xfrm>
          <a:off x="3617213" y="4495612"/>
          <a:ext cx="514838" cy="357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54" name="Equation" r:id="rId31" imgW="622080" imgH="431640" progId="Equation.3">
                  <p:embed/>
                </p:oleObj>
              </mc:Choice>
              <mc:Fallback>
                <p:oleObj name="Equation" r:id="rId31" imgW="622080" imgH="4316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7213" y="4495612"/>
                        <a:ext cx="514838" cy="3572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5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669074"/>
              </p:ext>
            </p:extLst>
          </p:nvPr>
        </p:nvGraphicFramePr>
        <p:xfrm>
          <a:off x="7062130" y="4540944"/>
          <a:ext cx="147161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55" name="公式" r:id="rId33" imgW="1777680" imgH="406080" progId="Equation.3">
                  <p:embed/>
                </p:oleObj>
              </mc:Choice>
              <mc:Fallback>
                <p:oleObj name="公式" r:id="rId33" imgW="1777680" imgH="4060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2130" y="4540944"/>
                        <a:ext cx="1471612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5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504242"/>
              </p:ext>
            </p:extLst>
          </p:nvPr>
        </p:nvGraphicFramePr>
        <p:xfrm>
          <a:off x="4173405" y="4482834"/>
          <a:ext cx="2332533" cy="430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56" name="Equation" r:id="rId35" imgW="2819160" imgH="520560" progId="Equation.3">
                  <p:embed/>
                </p:oleObj>
              </mc:Choice>
              <mc:Fallback>
                <p:oleObj name="Equation" r:id="rId35" imgW="2819160" imgH="52056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405" y="4482834"/>
                        <a:ext cx="2332533" cy="4307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5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978288"/>
              </p:ext>
            </p:extLst>
          </p:nvPr>
        </p:nvGraphicFramePr>
        <p:xfrm>
          <a:off x="2619725" y="4609404"/>
          <a:ext cx="409769" cy="199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57" name="Equation" r:id="rId37" imgW="495000" imgH="241200" progId="Equation.3">
                  <p:embed/>
                </p:oleObj>
              </mc:Choice>
              <mc:Fallback>
                <p:oleObj name="Equation" r:id="rId37" imgW="495000" imgH="2412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725" y="4609404"/>
                        <a:ext cx="409769" cy="1996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5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036109"/>
              </p:ext>
            </p:extLst>
          </p:nvPr>
        </p:nvGraphicFramePr>
        <p:xfrm>
          <a:off x="1580209" y="5504753"/>
          <a:ext cx="5652715" cy="70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58" name="Equation" r:id="rId39" imgW="6832440" imgH="850680" progId="Equation.3">
                  <p:embed/>
                </p:oleObj>
              </mc:Choice>
              <mc:Fallback>
                <p:oleObj name="Equation" r:id="rId39" imgW="6832440" imgH="8506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0209" y="5504753"/>
                        <a:ext cx="5652715" cy="70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052AA1-F13B-44CF-9C28-7DCE59094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7F6E7-4E7C-4ECD-A1E8-B10D49FB5C34}" type="datetime11">
              <a:rPr lang="zh-CN" altLang="en-US" smtClean="0"/>
              <a:t>20:40:11</a:t>
            </a:fld>
            <a:endParaRPr lang="en-US" altLang="zh-CN" dirty="0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052647"/>
              </p:ext>
            </p:extLst>
          </p:nvPr>
        </p:nvGraphicFramePr>
        <p:xfrm>
          <a:off x="8227809" y="1769866"/>
          <a:ext cx="348773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59" name="Equation" r:id="rId41" imgW="2108160" imgH="431640" progId="Equation.DSMT4">
                  <p:embed/>
                </p:oleObj>
              </mc:Choice>
              <mc:Fallback>
                <p:oleObj name="Equation" r:id="rId41" imgW="2108160" imgH="4316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8227809" y="1769866"/>
                        <a:ext cx="3487737" cy="714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1099424" y="164780"/>
                <a:ext cx="3126689" cy="931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0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424" y="164780"/>
                <a:ext cx="3126689" cy="931858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862127"/>
              </p:ext>
            </p:extLst>
          </p:nvPr>
        </p:nvGraphicFramePr>
        <p:xfrm>
          <a:off x="8482013" y="3103563"/>
          <a:ext cx="275272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60" name="Equation" r:id="rId44" imgW="1663560" imgH="431640" progId="Equation.DSMT4">
                  <p:embed/>
                </p:oleObj>
              </mc:Choice>
              <mc:Fallback>
                <p:oleObj name="Equation" r:id="rId44" imgW="1663560" imgH="431640" progId="Equation.DSMT4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8482013" y="3103563"/>
                        <a:ext cx="2752725" cy="714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048612"/>
              </p:ext>
            </p:extLst>
          </p:nvPr>
        </p:nvGraphicFramePr>
        <p:xfrm>
          <a:off x="4129231" y="290227"/>
          <a:ext cx="34099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61" name="Equation" r:id="rId46" imgW="1993680" imgH="444240" progId="Equation.DSMT4">
                  <p:embed/>
                </p:oleObj>
              </mc:Choice>
              <mc:Fallback>
                <p:oleObj name="Equation" r:id="rId46" imgW="1993680" imgH="444240" progId="Equation.DSMT4">
                  <p:embed/>
                  <p:pic>
                    <p:nvPicPr>
                      <p:cNvPr id="32" name="对象 31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4129231" y="290227"/>
                        <a:ext cx="3409950" cy="757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5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5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ChangeArrowheads="1"/>
          </p:cNvSpPr>
          <p:nvPr/>
        </p:nvSpPr>
        <p:spPr bwMode="auto">
          <a:xfrm>
            <a:off x="1276865" y="274638"/>
            <a:ext cx="2819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间接展开法</a:t>
            </a:r>
            <a:endParaRPr lang="zh-CN" altLang="en-US" sz="2400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266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120165"/>
              </p:ext>
            </p:extLst>
          </p:nvPr>
        </p:nvGraphicFramePr>
        <p:xfrm>
          <a:off x="3644348" y="1611028"/>
          <a:ext cx="699052" cy="689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998" name="Equation" r:id="rId3" imgW="888840" imgH="876240" progId="Equation.3">
                  <p:embed/>
                </p:oleObj>
              </mc:Choice>
              <mc:Fallback>
                <p:oleObj name="Equation" r:id="rId3" imgW="888840" imgH="876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348" y="1611028"/>
                        <a:ext cx="699052" cy="689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61" name="Text Box 5"/>
          <p:cNvSpPr txBox="1">
            <a:spLocks noChangeArrowheads="1"/>
          </p:cNvSpPr>
          <p:nvPr/>
        </p:nvSpPr>
        <p:spPr bwMode="auto">
          <a:xfrm>
            <a:off x="1729947" y="828842"/>
            <a:ext cx="919342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利用一些已知的函数展开式及幂级数的运算性质</a:t>
            </a:r>
            <a:r>
              <a:rPr kumimoji="1"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将所给函数展开成 幂级数。</a:t>
            </a:r>
            <a:endParaRPr kumimoji="1"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6662" name="Text Box 6"/>
          <p:cNvSpPr txBox="1">
            <a:spLocks noChangeArrowheads="1"/>
          </p:cNvSpPr>
          <p:nvPr/>
        </p:nvSpPr>
        <p:spPr bwMode="auto">
          <a:xfrm>
            <a:off x="1729947" y="1756329"/>
            <a:ext cx="228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1" lang="en-US" alt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kumimoji="1"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将函数</a:t>
            </a:r>
          </a:p>
        </p:txBody>
      </p:sp>
      <p:sp>
        <p:nvSpPr>
          <p:cNvPr id="326663" name="Text Box 7"/>
          <p:cNvSpPr txBox="1">
            <a:spLocks noChangeArrowheads="1"/>
          </p:cNvSpPr>
          <p:nvPr/>
        </p:nvSpPr>
        <p:spPr bwMode="auto">
          <a:xfrm>
            <a:off x="4343400" y="1759681"/>
            <a:ext cx="3276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展开成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的幂级数</a:t>
            </a:r>
            <a:r>
              <a:rPr kumimoji="1"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26664" name="Text Box 8"/>
          <p:cNvSpPr txBox="1">
            <a:spLocks noChangeArrowheads="1"/>
          </p:cNvSpPr>
          <p:nvPr/>
        </p:nvSpPr>
        <p:spPr bwMode="auto">
          <a:xfrm>
            <a:off x="1729947" y="2456160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因为</a:t>
            </a:r>
          </a:p>
        </p:txBody>
      </p:sp>
      <p:sp>
        <p:nvSpPr>
          <p:cNvPr id="326667" name="Text Box 11"/>
          <p:cNvSpPr txBox="1">
            <a:spLocks noChangeArrowheads="1"/>
          </p:cNvSpPr>
          <p:nvPr/>
        </p:nvSpPr>
        <p:spPr bwMode="auto">
          <a:xfrm>
            <a:off x="2551620" y="3850631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把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换成</a:t>
            </a:r>
          </a:p>
        </p:txBody>
      </p:sp>
      <p:graphicFrame>
        <p:nvGraphicFramePr>
          <p:cNvPr id="3266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790238"/>
              </p:ext>
            </p:extLst>
          </p:nvPr>
        </p:nvGraphicFramePr>
        <p:xfrm>
          <a:off x="4082236" y="3905879"/>
          <a:ext cx="298184" cy="351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999" name="Equation" r:id="rId5" imgW="380880" imgH="444240" progId="Equation.3">
                  <p:embed/>
                </p:oleObj>
              </mc:Choice>
              <mc:Fallback>
                <p:oleObj name="Equation" r:id="rId5" imgW="380880" imgH="4442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2236" y="3905879"/>
                        <a:ext cx="298184" cy="3511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706744"/>
              </p:ext>
            </p:extLst>
          </p:nvPr>
        </p:nvGraphicFramePr>
        <p:xfrm>
          <a:off x="3466020" y="4555447"/>
          <a:ext cx="1006244" cy="746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00" name="Equation" r:id="rId7" imgW="1180800" imgH="876240" progId="Equation.3">
                  <p:embed/>
                </p:oleObj>
              </mc:Choice>
              <mc:Fallback>
                <p:oleObj name="Equation" r:id="rId7" imgW="1180800" imgH="8762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6020" y="4555447"/>
                        <a:ext cx="1006244" cy="7465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094919"/>
              </p:ext>
            </p:extLst>
          </p:nvPr>
        </p:nvGraphicFramePr>
        <p:xfrm>
          <a:off x="4493813" y="4684753"/>
          <a:ext cx="3873500" cy="432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01" name="Equation" r:id="rId9" imgW="4546440" imgH="507960" progId="Equation.3">
                  <p:embed/>
                </p:oleObj>
              </mc:Choice>
              <mc:Fallback>
                <p:oleObj name="Equation" r:id="rId9" imgW="4546440" imgH="50796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3813" y="4684753"/>
                        <a:ext cx="3873500" cy="4327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7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929974"/>
              </p:ext>
            </p:extLst>
          </p:nvPr>
        </p:nvGraphicFramePr>
        <p:xfrm>
          <a:off x="8799068" y="4755613"/>
          <a:ext cx="1547236" cy="34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02" name="Equation" r:id="rId11" imgW="1815840" imgH="406080" progId="Equation.3">
                  <p:embed/>
                </p:oleObj>
              </mc:Choice>
              <mc:Fallback>
                <p:oleObj name="Equation" r:id="rId11" imgW="1815840" imgH="4060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9068" y="4755613"/>
                        <a:ext cx="1547236" cy="3462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72" name="Text Box 16"/>
          <p:cNvSpPr txBox="1">
            <a:spLocks noChangeArrowheads="1"/>
          </p:cNvSpPr>
          <p:nvPr/>
        </p:nvSpPr>
        <p:spPr bwMode="auto">
          <a:xfrm>
            <a:off x="4237061" y="3841615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得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A7C1BD-091F-448A-B63F-1F4840F8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BB85E-8BC7-45DF-9209-5433BFD6EA61}" type="datetime11">
              <a:rPr lang="zh-CN" altLang="en-US" smtClean="0"/>
              <a:t>20:40:11</a:t>
            </a:fld>
            <a:endParaRPr lang="en-US" altLang="zh-CN" dirty="0"/>
          </a:p>
        </p:txBody>
      </p:sp>
      <p:graphicFrame>
        <p:nvGraphicFramePr>
          <p:cNvPr id="1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069122"/>
              </p:ext>
            </p:extLst>
          </p:nvPr>
        </p:nvGraphicFramePr>
        <p:xfrm>
          <a:off x="3392771" y="2807144"/>
          <a:ext cx="987649" cy="70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03" name="Equation" r:id="rId13" imgW="1193760" imgH="850680" progId="Equation.3">
                  <p:embed/>
                </p:oleObj>
              </mc:Choice>
              <mc:Fallback>
                <p:oleObj name="Equation" r:id="rId13" imgW="1193760" imgH="850680" progId="Equation.3">
                  <p:embed/>
                  <p:pic>
                    <p:nvPicPr>
                      <p:cNvPr id="32564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771" y="2807144"/>
                        <a:ext cx="987649" cy="70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202943"/>
              </p:ext>
            </p:extLst>
          </p:nvPr>
        </p:nvGraphicFramePr>
        <p:xfrm>
          <a:off x="4893923" y="2920547"/>
          <a:ext cx="535852" cy="357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04" name="Equation" r:id="rId15" imgW="647640" imgH="431640" progId="Equation.3">
                  <p:embed/>
                </p:oleObj>
              </mc:Choice>
              <mc:Fallback>
                <p:oleObj name="Equation" r:id="rId15" imgW="647640" imgH="431640" progId="Equation.3">
                  <p:embed/>
                  <p:pic>
                    <p:nvPicPr>
                      <p:cNvPr id="32564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3923" y="2920547"/>
                        <a:ext cx="535852" cy="3572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6150245"/>
              </p:ext>
            </p:extLst>
          </p:nvPr>
        </p:nvGraphicFramePr>
        <p:xfrm>
          <a:off x="5429775" y="2945517"/>
          <a:ext cx="514838" cy="357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05" name="Equation" r:id="rId17" imgW="622080" imgH="431640" progId="Equation.3">
                  <p:embed/>
                </p:oleObj>
              </mc:Choice>
              <mc:Fallback>
                <p:oleObj name="Equation" r:id="rId17" imgW="622080" imgH="431640" progId="Equation.3">
                  <p:embed/>
                  <p:pic>
                    <p:nvPicPr>
                      <p:cNvPr id="32565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775" y="2945517"/>
                        <a:ext cx="514838" cy="3572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7185052"/>
              </p:ext>
            </p:extLst>
          </p:nvPr>
        </p:nvGraphicFramePr>
        <p:xfrm>
          <a:off x="8874692" y="2990849"/>
          <a:ext cx="147161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06" name="公式" r:id="rId19" imgW="1777680" imgH="406080" progId="Equation.3">
                  <p:embed/>
                </p:oleObj>
              </mc:Choice>
              <mc:Fallback>
                <p:oleObj name="公式" r:id="rId19" imgW="1777680" imgH="406080" progId="Equation.3">
                  <p:embed/>
                  <p:pic>
                    <p:nvPicPr>
                      <p:cNvPr id="32565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692" y="2990849"/>
                        <a:ext cx="1471612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6892809"/>
              </p:ext>
            </p:extLst>
          </p:nvPr>
        </p:nvGraphicFramePr>
        <p:xfrm>
          <a:off x="5985967" y="2932739"/>
          <a:ext cx="2332533" cy="430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07" name="Equation" r:id="rId21" imgW="2819160" imgH="520560" progId="Equation.3">
                  <p:embed/>
                </p:oleObj>
              </mc:Choice>
              <mc:Fallback>
                <p:oleObj name="Equation" r:id="rId21" imgW="2819160" imgH="520560" progId="Equation.3">
                  <p:embed/>
                  <p:pic>
                    <p:nvPicPr>
                      <p:cNvPr id="32565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5967" y="2932739"/>
                        <a:ext cx="2332533" cy="4307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77861"/>
              </p:ext>
            </p:extLst>
          </p:nvPr>
        </p:nvGraphicFramePr>
        <p:xfrm>
          <a:off x="4432287" y="3059309"/>
          <a:ext cx="409769" cy="199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08" name="Equation" r:id="rId23" imgW="495000" imgH="241200" progId="Equation.3">
                  <p:embed/>
                </p:oleObj>
              </mc:Choice>
              <mc:Fallback>
                <p:oleObj name="Equation" r:id="rId23" imgW="495000" imgH="241200" progId="Equation.3">
                  <p:embed/>
                  <p:pic>
                    <p:nvPicPr>
                      <p:cNvPr id="32565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287" y="3059309"/>
                        <a:ext cx="409769" cy="1996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6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6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6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6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6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26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6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6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6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61" grpId="0" build="p" autoUpdateAnimBg="0"/>
      <p:bldP spid="326662" grpId="0" build="p" autoUpdateAnimBg="0"/>
      <p:bldP spid="326663" grpId="0" build="p" autoUpdateAnimBg="0" advAuto="0"/>
      <p:bldP spid="326664" grpId="0" build="p" autoUpdateAnimBg="0"/>
      <p:bldP spid="326667" grpId="0"/>
      <p:bldP spid="32667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ChangeArrowheads="1"/>
          </p:cNvSpPr>
          <p:nvPr/>
        </p:nvSpPr>
        <p:spPr bwMode="auto">
          <a:xfrm>
            <a:off x="1301409" y="342305"/>
            <a:ext cx="2209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5.</a:t>
            </a:r>
            <a:r>
              <a:rPr lang="en-US" altLang="zh-CN" sz="2400" dirty="0"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</a:rPr>
              <a:t>将函数</a:t>
            </a:r>
            <a:endParaRPr lang="zh-CN" altLang="en-US" sz="2400" dirty="0">
              <a:ea typeface="黑体" panose="02010609060101010101" pitchFamily="49" charset="-122"/>
            </a:endParaRPr>
          </a:p>
        </p:txBody>
      </p:sp>
      <p:graphicFrame>
        <p:nvGraphicFramePr>
          <p:cNvPr id="3276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0280154"/>
              </p:ext>
            </p:extLst>
          </p:nvPr>
        </p:nvGraphicFramePr>
        <p:xfrm>
          <a:off x="2947559" y="493283"/>
          <a:ext cx="1877281" cy="331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11" name="Equation" r:id="rId3" imgW="2298600" imgH="406080" progId="Equation.3">
                  <p:embed/>
                </p:oleObj>
              </mc:Choice>
              <mc:Fallback>
                <p:oleObj name="Equation" r:id="rId3" imgW="2298600" imgH="4060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7559" y="493283"/>
                        <a:ext cx="1877281" cy="3318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84" name="Text Box 4"/>
          <p:cNvSpPr txBox="1">
            <a:spLocks noChangeArrowheads="1"/>
          </p:cNvSpPr>
          <p:nvPr/>
        </p:nvSpPr>
        <p:spPr bwMode="auto">
          <a:xfrm>
            <a:off x="4824840" y="433883"/>
            <a:ext cx="3276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展开成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的幂级数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27685" name="Text Box 5"/>
          <p:cNvSpPr txBox="1">
            <a:spLocks noChangeArrowheads="1"/>
          </p:cNvSpPr>
          <p:nvPr/>
        </p:nvSpPr>
        <p:spPr bwMode="auto">
          <a:xfrm>
            <a:off x="1303397" y="1040456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3276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993391"/>
              </p:ext>
            </p:extLst>
          </p:nvPr>
        </p:nvGraphicFramePr>
        <p:xfrm>
          <a:off x="2173944" y="972535"/>
          <a:ext cx="1443312" cy="657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12" name="Equation" r:id="rId5" imgW="1866600" imgH="850680" progId="Equation.3">
                  <p:embed/>
                </p:oleObj>
              </mc:Choice>
              <mc:Fallback>
                <p:oleObj name="Equation" r:id="rId5" imgW="1866600" imgH="8506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944" y="972535"/>
                        <a:ext cx="1443312" cy="657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677226"/>
              </p:ext>
            </p:extLst>
          </p:nvPr>
        </p:nvGraphicFramePr>
        <p:xfrm>
          <a:off x="3687307" y="895548"/>
          <a:ext cx="3333695" cy="868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13" name="Equation" r:id="rId7" imgW="3898800" imgH="1015920" progId="Equation.3">
                  <p:embed/>
                </p:oleObj>
              </mc:Choice>
              <mc:Fallback>
                <p:oleObj name="Equation" r:id="rId7" imgW="3898800" imgH="10159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7307" y="895548"/>
                        <a:ext cx="3333695" cy="8687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88" name="Text Box 8"/>
          <p:cNvSpPr txBox="1">
            <a:spLocks noChangeArrowheads="1"/>
          </p:cNvSpPr>
          <p:nvPr/>
        </p:nvSpPr>
        <p:spPr bwMode="auto">
          <a:xfrm>
            <a:off x="2093256" y="1875851"/>
            <a:ext cx="3048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从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0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到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积分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得</a:t>
            </a:r>
          </a:p>
        </p:txBody>
      </p:sp>
      <p:graphicFrame>
        <p:nvGraphicFramePr>
          <p:cNvPr id="3276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486271"/>
              </p:ext>
            </p:extLst>
          </p:nvPr>
        </p:nvGraphicFramePr>
        <p:xfrm>
          <a:off x="6297102" y="5297996"/>
          <a:ext cx="1447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14" name="Equation" r:id="rId9" imgW="1447560" imgH="317160" progId="Equation.3">
                  <p:embed/>
                </p:oleObj>
              </mc:Choice>
              <mc:Fallback>
                <p:oleObj name="Equation" r:id="rId9" imgW="1447560" imgH="31716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7102" y="5297996"/>
                        <a:ext cx="14478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D1A7FC-8738-4C38-9E8E-84B50CA08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A4CB4-7B2D-4FB3-BA5F-DEA9BD453A7C}" type="datetime11">
              <a:rPr lang="zh-CN" altLang="en-US" smtClean="0"/>
              <a:t>20:40:11</a:t>
            </a:fld>
            <a:endParaRPr lang="en-US" altLang="zh-CN" dirty="0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416436"/>
              </p:ext>
            </p:extLst>
          </p:nvPr>
        </p:nvGraphicFramePr>
        <p:xfrm>
          <a:off x="2632117" y="2582996"/>
          <a:ext cx="3084512" cy="327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15" name="Equation" r:id="rId11" imgW="1803240" imgH="1917360" progId="Equation.DSMT4">
                  <p:embed/>
                </p:oleObj>
              </mc:Choice>
              <mc:Fallback>
                <p:oleObj name="Equation" r:id="rId11" imgW="1803240" imgH="1917360" progId="Equation.DSMT4">
                  <p:embed/>
                  <p:pic>
                    <p:nvPicPr>
                      <p:cNvPr id="28" name="对象 2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32117" y="2582996"/>
                        <a:ext cx="3084512" cy="3270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7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5" grpId="0"/>
      <p:bldP spid="32768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ChangeArrowheads="1"/>
          </p:cNvSpPr>
          <p:nvPr/>
        </p:nvSpPr>
        <p:spPr bwMode="auto">
          <a:xfrm>
            <a:off x="1092200" y="288629"/>
            <a:ext cx="1600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6.</a:t>
            </a:r>
            <a:r>
              <a:rPr lang="en-US" altLang="zh-CN" sz="2400" dirty="0"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</a:rPr>
              <a:t>将</a:t>
            </a:r>
          </a:p>
        </p:txBody>
      </p:sp>
      <p:graphicFrame>
        <p:nvGraphicFramePr>
          <p:cNvPr id="3287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030597"/>
              </p:ext>
            </p:extLst>
          </p:nvPr>
        </p:nvGraphicFramePr>
        <p:xfrm>
          <a:off x="2447695" y="201544"/>
          <a:ext cx="128610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94" name="Equation" r:id="rId3" imgW="1650960" imgH="876240" progId="Equation.3">
                  <p:embed/>
                </p:oleObj>
              </mc:Choice>
              <mc:Fallback>
                <p:oleObj name="Equation" r:id="rId3" imgW="1650960" imgH="876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695" y="201544"/>
                        <a:ext cx="1286105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708" name="Text Box 4"/>
          <p:cNvSpPr txBox="1">
            <a:spLocks noChangeArrowheads="1"/>
          </p:cNvSpPr>
          <p:nvPr/>
        </p:nvSpPr>
        <p:spPr bwMode="auto">
          <a:xfrm>
            <a:off x="3733800" y="355253"/>
            <a:ext cx="502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展成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1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的幂级数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  <a:endParaRPr kumimoji="1" lang="en-US" altLang="zh-CN" sz="2400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28709" name="Text Box 5"/>
          <p:cNvSpPr txBox="1">
            <a:spLocks noChangeArrowheads="1"/>
          </p:cNvSpPr>
          <p:nvPr/>
        </p:nvSpPr>
        <p:spPr bwMode="auto">
          <a:xfrm>
            <a:off x="1304695" y="1168946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3287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935698"/>
              </p:ext>
            </p:extLst>
          </p:nvPr>
        </p:nvGraphicFramePr>
        <p:xfrm>
          <a:off x="2185615" y="1105770"/>
          <a:ext cx="3096369" cy="738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95" name="Equation" r:id="rId5" imgW="3886200" imgH="927000" progId="Equation.3">
                  <p:embed/>
                </p:oleObj>
              </mc:Choice>
              <mc:Fallback>
                <p:oleObj name="Equation" r:id="rId5" imgW="3886200" imgH="927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615" y="1105770"/>
                        <a:ext cx="3096369" cy="738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330581"/>
              </p:ext>
            </p:extLst>
          </p:nvPr>
        </p:nvGraphicFramePr>
        <p:xfrm>
          <a:off x="5408146" y="1085979"/>
          <a:ext cx="2392861" cy="756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96" name="Equation" r:id="rId7" imgW="2933640" imgH="927000" progId="Equation.3">
                  <p:embed/>
                </p:oleObj>
              </mc:Choice>
              <mc:Fallback>
                <p:oleObj name="Equation" r:id="rId7" imgW="2933640" imgH="927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8146" y="1085979"/>
                        <a:ext cx="2392861" cy="756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236224"/>
              </p:ext>
            </p:extLst>
          </p:nvPr>
        </p:nvGraphicFramePr>
        <p:xfrm>
          <a:off x="3505200" y="2053995"/>
          <a:ext cx="1544278" cy="727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97" name="Equation" r:id="rId9" imgW="1968480" imgH="927000" progId="Equation.3">
                  <p:embed/>
                </p:oleObj>
              </mc:Choice>
              <mc:Fallback>
                <p:oleObj name="Equation" r:id="rId9" imgW="1968480" imgH="927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053995"/>
                        <a:ext cx="1544278" cy="7273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613773"/>
              </p:ext>
            </p:extLst>
          </p:nvPr>
        </p:nvGraphicFramePr>
        <p:xfrm>
          <a:off x="4442870" y="2374973"/>
          <a:ext cx="410661" cy="482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98" name="Equation" r:id="rId11" imgW="507960" imgH="596880" progId="Equation.3">
                  <p:embed/>
                </p:oleObj>
              </mc:Choice>
              <mc:Fallback>
                <p:oleObj name="Equation" r:id="rId11" imgW="507960" imgH="5968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2870" y="2374973"/>
                        <a:ext cx="410661" cy="4825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744820"/>
              </p:ext>
            </p:extLst>
          </p:nvPr>
        </p:nvGraphicFramePr>
        <p:xfrm>
          <a:off x="3505200" y="3006136"/>
          <a:ext cx="5867399" cy="705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99" name="Equation" r:id="rId13" imgW="7391160" imgH="888840" progId="Equation.3">
                  <p:embed/>
                </p:oleObj>
              </mc:Choice>
              <mc:Fallback>
                <p:oleObj name="Equation" r:id="rId13" imgW="7391160" imgH="8888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006136"/>
                        <a:ext cx="5867399" cy="7058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800012"/>
              </p:ext>
            </p:extLst>
          </p:nvPr>
        </p:nvGraphicFramePr>
        <p:xfrm>
          <a:off x="4471265" y="3021261"/>
          <a:ext cx="766354" cy="67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00" name="Equation" r:id="rId15" imgW="965160" imgH="850680" progId="Equation.3">
                  <p:embed/>
                </p:oleObj>
              </mc:Choice>
              <mc:Fallback>
                <p:oleObj name="Equation" r:id="rId15" imgW="965160" imgH="8506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265" y="3021261"/>
                        <a:ext cx="766354" cy="6756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233466"/>
              </p:ext>
            </p:extLst>
          </p:nvPr>
        </p:nvGraphicFramePr>
        <p:xfrm>
          <a:off x="5292136" y="2949875"/>
          <a:ext cx="1633544" cy="766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01" name="Equation" r:id="rId17" imgW="2057400" imgH="965160" progId="Equation.3">
                  <p:embed/>
                </p:oleObj>
              </mc:Choice>
              <mc:Fallback>
                <p:oleObj name="Equation" r:id="rId17" imgW="2057400" imgH="9651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136" y="2949875"/>
                        <a:ext cx="1633544" cy="766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8098"/>
              </p:ext>
            </p:extLst>
          </p:nvPr>
        </p:nvGraphicFramePr>
        <p:xfrm>
          <a:off x="6995197" y="2936593"/>
          <a:ext cx="2307885" cy="766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02" name="Equation" r:id="rId19" imgW="2908080" imgH="965160" progId="Equation.3">
                  <p:embed/>
                </p:oleObj>
              </mc:Choice>
              <mc:Fallback>
                <p:oleObj name="Equation" r:id="rId19" imgW="2908080" imgH="96516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5197" y="2936593"/>
                        <a:ext cx="2307885" cy="766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347529"/>
              </p:ext>
            </p:extLst>
          </p:nvPr>
        </p:nvGraphicFramePr>
        <p:xfrm>
          <a:off x="4444417" y="3864109"/>
          <a:ext cx="5854548" cy="734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03" name="Equation" r:id="rId21" imgW="7086600" imgH="888840" progId="Equation.3">
                  <p:embed/>
                </p:oleObj>
              </mc:Choice>
              <mc:Fallback>
                <p:oleObj name="Equation" r:id="rId21" imgW="7086600" imgH="8888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4417" y="3864109"/>
                        <a:ext cx="5854548" cy="734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778220"/>
              </p:ext>
            </p:extLst>
          </p:nvPr>
        </p:nvGraphicFramePr>
        <p:xfrm>
          <a:off x="4986512" y="4120111"/>
          <a:ext cx="125932" cy="251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04" name="Equation" r:id="rId23" imgW="152280" imgH="304560" progId="Equation.3">
                  <p:embed/>
                </p:oleObj>
              </mc:Choice>
              <mc:Fallback>
                <p:oleObj name="Equation" r:id="rId23" imgW="152280" imgH="30456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512" y="4120111"/>
                        <a:ext cx="125932" cy="2518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2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132968"/>
              </p:ext>
            </p:extLst>
          </p:nvPr>
        </p:nvGraphicFramePr>
        <p:xfrm>
          <a:off x="5175536" y="3894481"/>
          <a:ext cx="797572" cy="703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05" name="Equation" r:id="rId25" imgW="965160" imgH="850680" progId="Equation.3">
                  <p:embed/>
                </p:oleObj>
              </mc:Choice>
              <mc:Fallback>
                <p:oleObj name="Equation" r:id="rId25" imgW="965160" imgH="8506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5536" y="3894481"/>
                        <a:ext cx="797572" cy="7031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2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701137"/>
              </p:ext>
            </p:extLst>
          </p:nvPr>
        </p:nvGraphicFramePr>
        <p:xfrm>
          <a:off x="6036200" y="3823742"/>
          <a:ext cx="1700088" cy="797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06" name="Equation" r:id="rId27" imgW="2057400" imgH="965160" progId="Equation.3">
                  <p:embed/>
                </p:oleObj>
              </mc:Choice>
              <mc:Fallback>
                <p:oleObj name="Equation" r:id="rId27" imgW="2057400" imgH="96516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6200" y="3823742"/>
                        <a:ext cx="1700088" cy="7975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2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902952"/>
              </p:ext>
            </p:extLst>
          </p:nvPr>
        </p:nvGraphicFramePr>
        <p:xfrm>
          <a:off x="7799380" y="3802015"/>
          <a:ext cx="2401900" cy="797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07" name="Equation" r:id="rId29" imgW="2908080" imgH="965160" progId="Equation.3">
                  <p:embed/>
                </p:oleObj>
              </mc:Choice>
              <mc:Fallback>
                <p:oleObj name="Equation" r:id="rId29" imgW="2908080" imgH="96516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9380" y="3802015"/>
                        <a:ext cx="2401900" cy="7975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2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273704"/>
              </p:ext>
            </p:extLst>
          </p:nvPr>
        </p:nvGraphicFramePr>
        <p:xfrm>
          <a:off x="7993656" y="5390352"/>
          <a:ext cx="1724108" cy="370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08" name="Equation" r:id="rId31" imgW="1892160" imgH="406080" progId="Equation.3">
                  <p:embed/>
                </p:oleObj>
              </mc:Choice>
              <mc:Fallback>
                <p:oleObj name="Equation" r:id="rId31" imgW="1892160" imgH="4060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3656" y="5390352"/>
                        <a:ext cx="1724108" cy="3702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2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1041503"/>
              </p:ext>
            </p:extLst>
          </p:nvPr>
        </p:nvGraphicFramePr>
        <p:xfrm>
          <a:off x="7590850" y="2196972"/>
          <a:ext cx="1765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09" name="Equation" r:id="rId33" imgW="1765080" imgH="469800" progId="Equation.3">
                  <p:embed/>
                </p:oleObj>
              </mc:Choice>
              <mc:Fallback>
                <p:oleObj name="Equation" r:id="rId33" imgW="1765080" imgH="4698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0850" y="2196972"/>
                        <a:ext cx="1765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2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1296697"/>
              </p:ext>
            </p:extLst>
          </p:nvPr>
        </p:nvGraphicFramePr>
        <p:xfrm>
          <a:off x="5189178" y="2060575"/>
          <a:ext cx="1567861" cy="75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10" name="Equation" r:id="rId35" imgW="1917360" imgH="927000" progId="Equation.3">
                  <p:embed/>
                </p:oleObj>
              </mc:Choice>
              <mc:Fallback>
                <p:oleObj name="Equation" r:id="rId35" imgW="1917360" imgH="9270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9178" y="2060575"/>
                        <a:ext cx="1567861" cy="75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2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924378"/>
              </p:ext>
            </p:extLst>
          </p:nvPr>
        </p:nvGraphicFramePr>
        <p:xfrm>
          <a:off x="6108908" y="2400195"/>
          <a:ext cx="394318" cy="463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11" name="Equation" r:id="rId37" imgW="507960" imgH="596880" progId="Equation.3">
                  <p:embed/>
                </p:oleObj>
              </mc:Choice>
              <mc:Fallback>
                <p:oleObj name="Equation" r:id="rId37" imgW="507960" imgH="5968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908" y="2400195"/>
                        <a:ext cx="394318" cy="4633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2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166998"/>
              </p:ext>
            </p:extLst>
          </p:nvPr>
        </p:nvGraphicFramePr>
        <p:xfrm>
          <a:off x="4297822" y="3219967"/>
          <a:ext cx="121003" cy="242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12" name="Equation" r:id="rId39" imgW="152280" imgH="304560" progId="Equation.3">
                  <p:embed/>
                </p:oleObj>
              </mc:Choice>
              <mc:Fallback>
                <p:oleObj name="Equation" r:id="rId39" imgW="152280" imgH="30456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7822" y="3219967"/>
                        <a:ext cx="121003" cy="2420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730" name="Line 26"/>
          <p:cNvSpPr>
            <a:spLocks noChangeShapeType="1"/>
          </p:cNvSpPr>
          <p:nvPr/>
        </p:nvSpPr>
        <p:spPr bwMode="auto">
          <a:xfrm>
            <a:off x="7278094" y="3696863"/>
            <a:ext cx="157304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28731" name="Line 27"/>
          <p:cNvSpPr>
            <a:spLocks noChangeShapeType="1"/>
          </p:cNvSpPr>
          <p:nvPr/>
        </p:nvSpPr>
        <p:spPr bwMode="auto">
          <a:xfrm>
            <a:off x="7993656" y="4591641"/>
            <a:ext cx="163712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28732" name="Line 28"/>
          <p:cNvSpPr>
            <a:spLocks noChangeShapeType="1"/>
          </p:cNvSpPr>
          <p:nvPr/>
        </p:nvSpPr>
        <p:spPr bwMode="auto">
          <a:xfrm>
            <a:off x="3802270" y="3711988"/>
            <a:ext cx="36301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28733" name="Line 29"/>
          <p:cNvSpPr>
            <a:spLocks noChangeShapeType="1"/>
          </p:cNvSpPr>
          <p:nvPr/>
        </p:nvSpPr>
        <p:spPr bwMode="auto">
          <a:xfrm>
            <a:off x="4475734" y="4621314"/>
            <a:ext cx="37779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AF70DEF-A138-42A6-8F20-7EB4437E5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BF83C-D76D-4CA3-B66E-1795B0DE250E}" type="datetime11">
              <a:rPr lang="zh-CN" altLang="en-US" smtClean="0"/>
              <a:t>20:40:11</a:t>
            </a:fld>
            <a:endParaRPr lang="en-US" altLang="zh-CN" dirty="0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77099"/>
              </p:ext>
            </p:extLst>
          </p:nvPr>
        </p:nvGraphicFramePr>
        <p:xfrm>
          <a:off x="3472868" y="5128472"/>
          <a:ext cx="4034604" cy="858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13" name="Equation" r:id="rId41" imgW="2019240" imgH="431640" progId="Equation.DSMT4">
                  <p:embed/>
                </p:oleObj>
              </mc:Choice>
              <mc:Fallback>
                <p:oleObj name="Equation" r:id="rId41" imgW="2019240" imgH="431640" progId="Equation.DSMT4">
                  <p:embed/>
                  <p:pic>
                    <p:nvPicPr>
                      <p:cNvPr id="28" name="对象 27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3472868" y="5128472"/>
                        <a:ext cx="4034604" cy="858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2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2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2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2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2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2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2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2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2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2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2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2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2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2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2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2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9" grpId="0" autoUpdateAnimBg="0"/>
      <p:bldP spid="328730" grpId="0" animBg="1"/>
      <p:bldP spid="328731" grpId="0" animBg="1"/>
      <p:bldP spid="328732" grpId="0" animBg="1"/>
      <p:bldP spid="32873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66205E-8CDC-426C-930B-A32531B44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08EC9-484F-404E-9421-7EE9DE040EDA}" type="datetime11">
              <a:rPr lang="zh-CN" altLang="en-US" smtClean="0"/>
              <a:t>20:40:11</a:t>
            </a:fld>
            <a:endParaRPr lang="en-US" altLang="zh-CN"/>
          </a:p>
        </p:txBody>
      </p:sp>
      <p:sp>
        <p:nvSpPr>
          <p:cNvPr id="329730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899446" y="492286"/>
            <a:ext cx="4229100" cy="593725"/>
          </a:xfrm>
          <a:noFill/>
          <a:ln/>
        </p:spPr>
        <p:txBody>
          <a:bodyPr>
            <a:normAutofit/>
          </a:bodyPr>
          <a:lstStyle/>
          <a:p>
            <a:r>
              <a:rPr lang="zh-CN" altLang="en-US" sz="2400" dirty="0">
                <a:ea typeface="华文新魏" panose="02010800040101010101" pitchFamily="2" charset="-122"/>
              </a:rPr>
              <a:t>补</a:t>
            </a:r>
            <a:r>
              <a:rPr lang="zh-CN" altLang="en-US" sz="2400" dirty="0" smtClean="0">
                <a:ea typeface="华文新魏" panose="02010800040101010101" pitchFamily="2" charset="-122"/>
              </a:rPr>
              <a:t>例</a:t>
            </a:r>
            <a:r>
              <a:rPr lang="zh-CN" altLang="en-US" sz="2400" dirty="0" smtClean="0"/>
              <a:t>将</a:t>
            </a:r>
            <a:r>
              <a:rPr lang="zh-CN" altLang="en-US" sz="2400" dirty="0"/>
              <a:t>函数</a:t>
            </a:r>
          </a:p>
        </p:txBody>
      </p:sp>
      <p:graphicFrame>
        <p:nvGraphicFramePr>
          <p:cNvPr id="3297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449570"/>
              </p:ext>
            </p:extLst>
          </p:nvPr>
        </p:nvGraphicFramePr>
        <p:xfrm>
          <a:off x="2766189" y="343135"/>
          <a:ext cx="2284343" cy="715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09" name="Equation" r:id="rId3" imgW="1257120" imgH="393480" progId="Equation.3">
                  <p:embed/>
                </p:oleObj>
              </mc:Choice>
              <mc:Fallback>
                <p:oleObj name="Equation" r:id="rId3" imgW="1257120" imgH="3934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6189" y="343135"/>
                        <a:ext cx="2284343" cy="7156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425143"/>
              </p:ext>
            </p:extLst>
          </p:nvPr>
        </p:nvGraphicFramePr>
        <p:xfrm>
          <a:off x="8720021" y="305601"/>
          <a:ext cx="1060684" cy="790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10" name="Equation" r:id="rId5" imgW="596880" imgH="444240" progId="Equation.3">
                  <p:embed/>
                </p:oleObj>
              </mc:Choice>
              <mc:Fallback>
                <p:oleObj name="Equation" r:id="rId5" imgW="59688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0021" y="305601"/>
                        <a:ext cx="1060684" cy="790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9735" name="Rectangle 7"/>
          <p:cNvSpPr>
            <a:spLocks noChangeArrowheads="1"/>
          </p:cNvSpPr>
          <p:nvPr/>
        </p:nvSpPr>
        <p:spPr bwMode="auto">
          <a:xfrm>
            <a:off x="1193773" y="1297421"/>
            <a:ext cx="3077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解</a:t>
            </a:r>
          </a:p>
        </p:txBody>
      </p:sp>
      <p:sp>
        <p:nvSpPr>
          <p:cNvPr id="329736" name="Rectangle 8"/>
          <p:cNvSpPr>
            <a:spLocks noChangeArrowheads="1"/>
          </p:cNvSpPr>
          <p:nvPr/>
        </p:nvSpPr>
        <p:spPr bwMode="auto">
          <a:xfrm>
            <a:off x="9780705" y="527099"/>
            <a:ext cx="6924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的和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29737" name="Rectangle 9"/>
          <p:cNvSpPr>
            <a:spLocks noChangeArrowheads="1"/>
          </p:cNvSpPr>
          <p:nvPr/>
        </p:nvSpPr>
        <p:spPr bwMode="auto">
          <a:xfrm>
            <a:off x="5050532" y="516271"/>
            <a:ext cx="36756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展开成</a:t>
            </a:r>
            <a:r>
              <a:rPr kumimoji="1" lang="en-US" altLang="zh-CN" sz="2400" i="1" dirty="0">
                <a:latin typeface="Times New Roman" panose="02020603050405020304" pitchFamily="18" charset="0"/>
              </a:rPr>
              <a:t>x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的幂级数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并求级数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275817"/>
              </p:ext>
            </p:extLst>
          </p:nvPr>
        </p:nvGraphicFramePr>
        <p:xfrm>
          <a:off x="1677325" y="1082725"/>
          <a:ext cx="5025625" cy="7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11" name="Equation" r:id="rId7" imgW="2705040" imgH="431640" progId="Equation.DSMT4">
                  <p:embed/>
                </p:oleObj>
              </mc:Choice>
              <mc:Fallback>
                <p:oleObj name="Equation" r:id="rId7" imgW="2705040" imgH="431640" progId="Equation.DSMT4">
                  <p:embed/>
                  <p:pic>
                    <p:nvPicPr>
                      <p:cNvPr id="31" name="对象 3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77325" y="1082725"/>
                        <a:ext cx="5025625" cy="798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341623"/>
              </p:ext>
            </p:extLst>
          </p:nvPr>
        </p:nvGraphicFramePr>
        <p:xfrm>
          <a:off x="1687043" y="1860673"/>
          <a:ext cx="4389437" cy="232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12" name="Equation" r:id="rId9" imgW="2361960" imgH="1257120" progId="Equation.DSMT4">
                  <p:embed/>
                </p:oleObj>
              </mc:Choice>
              <mc:Fallback>
                <p:oleObj name="Equation" r:id="rId9" imgW="2361960" imgH="125712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87043" y="1860673"/>
                        <a:ext cx="4389437" cy="2325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687043" y="4186360"/>
                <a:ext cx="1512978" cy="5822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l-GR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altLang="zh-CN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2400" dirty="0" smtClean="0"/>
                  <a:t> 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043" y="4186360"/>
                <a:ext cx="1512978" cy="5822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65630"/>
              </p:ext>
            </p:extLst>
          </p:nvPr>
        </p:nvGraphicFramePr>
        <p:xfrm>
          <a:off x="1789113" y="4768850"/>
          <a:ext cx="325755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13" name="Equation" r:id="rId12" imgW="1752480" imgH="444240" progId="Equation.DSMT4">
                  <p:embed/>
                </p:oleObj>
              </mc:Choice>
              <mc:Fallback>
                <p:oleObj name="Equation" r:id="rId12" imgW="1752480" imgH="44424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789113" y="4768850"/>
                        <a:ext cx="3257550" cy="82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183382" y="4821890"/>
                <a:ext cx="1786195" cy="613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382" y="4821890"/>
                <a:ext cx="1786195" cy="61388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8003663"/>
              </p:ext>
            </p:extLst>
          </p:nvPr>
        </p:nvGraphicFramePr>
        <p:xfrm>
          <a:off x="1789113" y="5700599"/>
          <a:ext cx="1060684" cy="790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14" name="Equation" r:id="rId5" imgW="596880" imgH="444240" progId="Equation.3">
                  <p:embed/>
                </p:oleObj>
              </mc:Choice>
              <mc:Fallback>
                <p:oleObj name="Equation" r:id="rId5" imgW="596880" imgH="444240" progId="Equation.3">
                  <p:embed/>
                  <p:pic>
                    <p:nvPicPr>
                      <p:cNvPr id="3297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113" y="5700599"/>
                        <a:ext cx="1060684" cy="790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849797" y="5773410"/>
                <a:ext cx="2299347" cy="6450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l-GR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797" y="5773410"/>
                <a:ext cx="2299347" cy="64504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5" grpId="0"/>
      <p:bldP spid="4" grpId="0"/>
      <p:bldP spid="5" grpId="0"/>
      <p:bldP spid="6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/>
          <p:cNvSpPr>
            <a:spLocks noChangeArrowheads="1"/>
          </p:cNvSpPr>
          <p:nvPr/>
        </p:nvSpPr>
        <p:spPr bwMode="auto">
          <a:xfrm>
            <a:off x="2209800" y="381000"/>
            <a:ext cx="1981200" cy="6096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66CC"/>
                </a:solidFill>
              </a14:hiddenFill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accent2"/>
                </a:solidFill>
                <a:ea typeface="黑体" panose="02010609060101010101" pitchFamily="49" charset="-122"/>
              </a:rPr>
              <a:t>内容小结</a:t>
            </a:r>
          </a:p>
        </p:txBody>
      </p:sp>
      <p:sp>
        <p:nvSpPr>
          <p:cNvPr id="332803" name="Text Box 3"/>
          <p:cNvSpPr txBox="1">
            <a:spLocks noChangeArrowheads="1"/>
          </p:cNvSpPr>
          <p:nvPr/>
        </p:nvSpPr>
        <p:spPr bwMode="auto">
          <a:xfrm>
            <a:off x="2133600" y="1050926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函数的幂级数展开法</a:t>
            </a:r>
          </a:p>
        </p:txBody>
      </p:sp>
      <p:sp>
        <p:nvSpPr>
          <p:cNvPr id="332804" name="Text Box 4"/>
          <p:cNvSpPr txBox="1">
            <a:spLocks noChangeArrowheads="1"/>
          </p:cNvSpPr>
          <p:nvPr/>
        </p:nvSpPr>
        <p:spPr bwMode="auto">
          <a:xfrm>
            <a:off x="2438400" y="1614488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(1)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直接展开法</a:t>
            </a:r>
          </a:p>
        </p:txBody>
      </p:sp>
      <p:sp>
        <p:nvSpPr>
          <p:cNvPr id="332805" name="Text Box 5"/>
          <p:cNvSpPr txBox="1">
            <a:spLocks noChangeArrowheads="1"/>
          </p:cNvSpPr>
          <p:nvPr/>
        </p:nvSpPr>
        <p:spPr bwMode="auto">
          <a:xfrm>
            <a:off x="4876800" y="1614488"/>
            <a:ext cx="335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—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利用泰勒公式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332806" name="Text Box 6"/>
          <p:cNvSpPr txBox="1">
            <a:spLocks noChangeArrowheads="1"/>
          </p:cNvSpPr>
          <p:nvPr/>
        </p:nvSpPr>
        <p:spPr bwMode="auto">
          <a:xfrm>
            <a:off x="2438400" y="220980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(2)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间接展开法</a:t>
            </a:r>
          </a:p>
        </p:txBody>
      </p:sp>
      <p:sp>
        <p:nvSpPr>
          <p:cNvPr id="332807" name="Text Box 7"/>
          <p:cNvSpPr txBox="1">
            <a:spLocks noChangeArrowheads="1"/>
          </p:cNvSpPr>
          <p:nvPr/>
        </p:nvSpPr>
        <p:spPr bwMode="auto">
          <a:xfrm>
            <a:off x="4876800" y="2168526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—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利用幂级数的性质及已知展开</a:t>
            </a:r>
          </a:p>
        </p:txBody>
      </p:sp>
      <p:sp>
        <p:nvSpPr>
          <p:cNvPr id="332808" name="Text Box 8"/>
          <p:cNvSpPr txBox="1">
            <a:spLocks noChangeArrowheads="1"/>
          </p:cNvSpPr>
          <p:nvPr/>
        </p:nvSpPr>
        <p:spPr bwMode="auto">
          <a:xfrm>
            <a:off x="2209800" y="3276601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常用函数的幂级数展开式</a:t>
            </a:r>
          </a:p>
        </p:txBody>
      </p:sp>
      <p:graphicFrame>
        <p:nvGraphicFramePr>
          <p:cNvPr id="332809" name="Object 9"/>
          <p:cNvGraphicFramePr>
            <a:graphicFrameLocks noChangeAspect="1"/>
          </p:cNvGraphicFramePr>
          <p:nvPr/>
        </p:nvGraphicFramePr>
        <p:xfrm>
          <a:off x="1905000" y="3973513"/>
          <a:ext cx="685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14" name="Equation" r:id="rId3" imgW="685800" imgH="507960" progId="Equation.3">
                  <p:embed/>
                </p:oleObj>
              </mc:Choice>
              <mc:Fallback>
                <p:oleObj name="Equation" r:id="rId3" imgW="685800" imgH="5079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973513"/>
                        <a:ext cx="685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10" name="Object 10"/>
          <p:cNvGraphicFramePr>
            <a:graphicFrameLocks noChangeAspect="1"/>
          </p:cNvGraphicFramePr>
          <p:nvPr/>
        </p:nvGraphicFramePr>
        <p:xfrm>
          <a:off x="2686050" y="4114800"/>
          <a:ext cx="431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15" name="Equation" r:id="rId5" imgW="431640" imgH="304560" progId="Equation.3">
                  <p:embed/>
                </p:oleObj>
              </mc:Choice>
              <mc:Fallback>
                <p:oleObj name="Equation" r:id="rId5" imgW="431640" imgH="30456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0" y="4114800"/>
                        <a:ext cx="431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11" name="Object 11"/>
          <p:cNvGraphicFramePr>
            <a:graphicFrameLocks noChangeAspect="1"/>
          </p:cNvGraphicFramePr>
          <p:nvPr/>
        </p:nvGraphicFramePr>
        <p:xfrm>
          <a:off x="7937500" y="4084638"/>
          <a:ext cx="2044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16" name="Equation" r:id="rId7" imgW="2044440" imgH="406080" progId="Equation.3">
                  <p:embed/>
                </p:oleObj>
              </mc:Choice>
              <mc:Fallback>
                <p:oleObj name="Equation" r:id="rId7" imgW="2044440" imgH="4060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0" y="4084638"/>
                        <a:ext cx="2044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12" name="Object 12"/>
          <p:cNvGraphicFramePr>
            <a:graphicFrameLocks noChangeAspect="1"/>
          </p:cNvGraphicFramePr>
          <p:nvPr/>
        </p:nvGraphicFramePr>
        <p:xfrm>
          <a:off x="1838325" y="5151438"/>
          <a:ext cx="1574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17" name="Equation" r:id="rId9" imgW="1574640" imgH="406080" progId="Equation.3">
                  <p:embed/>
                </p:oleObj>
              </mc:Choice>
              <mc:Fallback>
                <p:oleObj name="Equation" r:id="rId9" imgW="1574640" imgH="4060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5" y="5151438"/>
                        <a:ext cx="1574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13" name="Object 13"/>
          <p:cNvGraphicFramePr>
            <a:graphicFrameLocks noChangeAspect="1"/>
          </p:cNvGraphicFramePr>
          <p:nvPr/>
        </p:nvGraphicFramePr>
        <p:xfrm>
          <a:off x="3522663" y="5294313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18" name="Equation" r:id="rId11" imgW="507960" imgH="241200" progId="Equation.3">
                  <p:embed/>
                </p:oleObj>
              </mc:Choice>
              <mc:Fallback>
                <p:oleObj name="Equation" r:id="rId11" imgW="507960" imgH="241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663" y="5294313"/>
                        <a:ext cx="508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14" name="Object 14"/>
          <p:cNvGraphicFramePr>
            <a:graphicFrameLocks noChangeAspect="1"/>
          </p:cNvGraphicFramePr>
          <p:nvPr/>
        </p:nvGraphicFramePr>
        <p:xfrm>
          <a:off x="8153400" y="5943600"/>
          <a:ext cx="180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19" name="Equation" r:id="rId13" imgW="1803240" imgH="406080" progId="Equation.3">
                  <p:embed/>
                </p:oleObj>
              </mc:Choice>
              <mc:Fallback>
                <p:oleObj name="Equation" r:id="rId13" imgW="1803240" imgH="4060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5943600"/>
                        <a:ext cx="1803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15" name="Object 15"/>
          <p:cNvGraphicFramePr>
            <a:graphicFrameLocks noChangeAspect="1"/>
          </p:cNvGraphicFramePr>
          <p:nvPr/>
        </p:nvGraphicFramePr>
        <p:xfrm>
          <a:off x="3219450" y="4165600"/>
          <a:ext cx="495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20" name="Equation" r:id="rId15" imgW="495000" imgH="253800" progId="Equation.3">
                  <p:embed/>
                </p:oleObj>
              </mc:Choice>
              <mc:Fallback>
                <p:oleObj name="Equation" r:id="rId15" imgW="495000" imgH="253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450" y="4165600"/>
                        <a:ext cx="4953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16" name="Object 16"/>
          <p:cNvGraphicFramePr>
            <a:graphicFrameLocks noChangeAspect="1"/>
          </p:cNvGraphicFramePr>
          <p:nvPr/>
        </p:nvGraphicFramePr>
        <p:xfrm>
          <a:off x="3829050" y="3873500"/>
          <a:ext cx="1003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21" name="Equation" r:id="rId17" imgW="1002960" imgH="927000" progId="Equation.3">
                  <p:embed/>
                </p:oleObj>
              </mc:Choice>
              <mc:Fallback>
                <p:oleObj name="Equation" r:id="rId17" imgW="1002960" imgH="9270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3873500"/>
                        <a:ext cx="1003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17" name="Object 17"/>
          <p:cNvGraphicFramePr>
            <a:graphicFrameLocks noChangeAspect="1"/>
          </p:cNvGraphicFramePr>
          <p:nvPr/>
        </p:nvGraphicFramePr>
        <p:xfrm>
          <a:off x="4813300" y="3873500"/>
          <a:ext cx="2463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22" name="Equation" r:id="rId19" imgW="2463480" imgH="927000" progId="Equation.3">
                  <p:embed/>
                </p:oleObj>
              </mc:Choice>
              <mc:Fallback>
                <p:oleObj name="Equation" r:id="rId19" imgW="2463480" imgH="9270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3300" y="3873500"/>
                        <a:ext cx="2463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18" name="Object 18"/>
          <p:cNvGraphicFramePr>
            <a:graphicFrameLocks noChangeAspect="1"/>
          </p:cNvGraphicFramePr>
          <p:nvPr/>
        </p:nvGraphicFramePr>
        <p:xfrm>
          <a:off x="4133850" y="5010150"/>
          <a:ext cx="901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23" name="Equation" r:id="rId21" imgW="901440" imgH="850680" progId="Equation.3">
                  <p:embed/>
                </p:oleObj>
              </mc:Choice>
              <mc:Fallback>
                <p:oleObj name="Equation" r:id="rId21" imgW="901440" imgH="8506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3850" y="5010150"/>
                        <a:ext cx="9017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19" name="Object 19"/>
          <p:cNvGraphicFramePr>
            <a:graphicFrameLocks noChangeAspect="1"/>
          </p:cNvGraphicFramePr>
          <p:nvPr/>
        </p:nvGraphicFramePr>
        <p:xfrm>
          <a:off x="5207000" y="5014913"/>
          <a:ext cx="863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24" name="Equation" r:id="rId23" imgW="863280" imgH="850680" progId="Equation.3">
                  <p:embed/>
                </p:oleObj>
              </mc:Choice>
              <mc:Fallback>
                <p:oleObj name="Equation" r:id="rId23" imgW="863280" imgH="8506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0" y="5014913"/>
                        <a:ext cx="8636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20" name="Object 20"/>
          <p:cNvGraphicFramePr>
            <a:graphicFrameLocks noChangeAspect="1"/>
          </p:cNvGraphicFramePr>
          <p:nvPr/>
        </p:nvGraphicFramePr>
        <p:xfrm>
          <a:off x="6078538" y="5016500"/>
          <a:ext cx="1587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25" name="Equation" r:id="rId25" imgW="1587240" imgH="850680" progId="Equation.3">
                  <p:embed/>
                </p:oleObj>
              </mc:Choice>
              <mc:Fallback>
                <p:oleObj name="Equation" r:id="rId25" imgW="1587240" imgH="8506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8538" y="5016500"/>
                        <a:ext cx="15875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21" name="Object 21"/>
          <p:cNvGraphicFramePr>
            <a:graphicFrameLocks noChangeAspect="1"/>
          </p:cNvGraphicFramePr>
          <p:nvPr/>
        </p:nvGraphicFramePr>
        <p:xfrm>
          <a:off x="7759700" y="4876800"/>
          <a:ext cx="18415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26" name="Equation" r:id="rId27" imgW="1841400" imgH="939600" progId="Equation.3">
                  <p:embed/>
                </p:oleObj>
              </mc:Choice>
              <mc:Fallback>
                <p:oleObj name="Equation" r:id="rId27" imgW="1841400" imgH="9396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9700" y="4876800"/>
                        <a:ext cx="18415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22" name="Object 22"/>
          <p:cNvGraphicFramePr>
            <a:graphicFrameLocks noChangeAspect="1"/>
          </p:cNvGraphicFramePr>
          <p:nvPr/>
        </p:nvGraphicFramePr>
        <p:xfrm>
          <a:off x="9567864" y="5334000"/>
          <a:ext cx="642937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327" name="Equation" r:id="rId29" imgW="622080" imgH="241200" progId="Equation.3">
                  <p:embed/>
                </p:oleObj>
              </mc:Choice>
              <mc:Fallback>
                <p:oleObj name="Equation" r:id="rId29" imgW="622080" imgH="2412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67864" y="5334000"/>
                        <a:ext cx="642937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2823" name="Text Box 23"/>
          <p:cNvSpPr txBox="1">
            <a:spLocks noChangeArrowheads="1"/>
          </p:cNvSpPr>
          <p:nvPr/>
        </p:nvSpPr>
        <p:spPr bwMode="auto">
          <a:xfrm>
            <a:off x="5378450" y="2681288"/>
            <a:ext cx="1784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式的函数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4FE62C-548E-4243-888D-261F71C6F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8728-3029-40BE-A2C3-C9F06AD95949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28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3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2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32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3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2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3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32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32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32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32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3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3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3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32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3" grpId="0" autoUpdateAnimBg="0"/>
      <p:bldP spid="332804" grpId="0" autoUpdateAnimBg="0"/>
      <p:bldP spid="332805" grpId="0" autoUpdateAnimBg="0"/>
      <p:bldP spid="332806" grpId="0" autoUpdateAnimBg="0"/>
      <p:bldP spid="332807" grpId="0" autoUpdateAnimBg="0"/>
      <p:bldP spid="332808" grpId="0" autoUpdateAnimBg="0"/>
      <p:bldP spid="332823" grpId="0" build="p" autoUpdateAnimBg="0" advAuto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3826" name="Object 2"/>
          <p:cNvGraphicFramePr>
            <a:graphicFrameLocks noChangeAspect="1"/>
          </p:cNvGraphicFramePr>
          <p:nvPr/>
        </p:nvGraphicFramePr>
        <p:xfrm>
          <a:off x="6896100" y="228600"/>
          <a:ext cx="3009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691" name="Equation" r:id="rId3" imgW="3009600" imgH="1015920" progId="Equation.3">
                  <p:embed/>
                </p:oleObj>
              </mc:Choice>
              <mc:Fallback>
                <p:oleObj name="Equation" r:id="rId3" imgW="3009600" imgH="10159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6100" y="228600"/>
                        <a:ext cx="30099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27" name="Object 3"/>
          <p:cNvGraphicFramePr>
            <a:graphicFrameLocks noChangeAspect="1"/>
          </p:cNvGraphicFramePr>
          <p:nvPr/>
        </p:nvGraphicFramePr>
        <p:xfrm>
          <a:off x="2133600" y="584200"/>
          <a:ext cx="1041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692" name="Equation" r:id="rId5" imgW="1041120" imgH="406080" progId="Equation.3">
                  <p:embed/>
                </p:oleObj>
              </mc:Choice>
              <mc:Fallback>
                <p:oleObj name="Equation" r:id="rId5" imgW="1041120" imgH="4060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84200"/>
                        <a:ext cx="1041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28" name="Object 4"/>
          <p:cNvGraphicFramePr>
            <a:graphicFrameLocks noChangeAspect="1"/>
          </p:cNvGraphicFramePr>
          <p:nvPr/>
        </p:nvGraphicFramePr>
        <p:xfrm>
          <a:off x="3208338" y="666750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693" name="Equation" r:id="rId7" imgW="507960" imgH="241200" progId="Equation.3">
                  <p:embed/>
                </p:oleObj>
              </mc:Choice>
              <mc:Fallback>
                <p:oleObj name="Equation" r:id="rId7" imgW="50796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8338" y="666750"/>
                        <a:ext cx="508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29" name="Object 5"/>
          <p:cNvGraphicFramePr>
            <a:graphicFrameLocks noChangeAspect="1"/>
          </p:cNvGraphicFramePr>
          <p:nvPr/>
        </p:nvGraphicFramePr>
        <p:xfrm>
          <a:off x="3867150" y="228600"/>
          <a:ext cx="685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694" name="Equation" r:id="rId9" imgW="685800" imgH="1015920" progId="Equation.3">
                  <p:embed/>
                </p:oleObj>
              </mc:Choice>
              <mc:Fallback>
                <p:oleObj name="Equation" r:id="rId9" imgW="685800" imgH="10159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7150" y="228600"/>
                        <a:ext cx="6858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30" name="Object 6"/>
          <p:cNvGraphicFramePr>
            <a:graphicFrameLocks noChangeAspect="1"/>
          </p:cNvGraphicFramePr>
          <p:nvPr/>
        </p:nvGraphicFramePr>
        <p:xfrm>
          <a:off x="4743450" y="228600"/>
          <a:ext cx="698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695" name="Equation" r:id="rId11" imgW="698400" imgH="1015920" progId="Equation.3">
                  <p:embed/>
                </p:oleObj>
              </mc:Choice>
              <mc:Fallback>
                <p:oleObj name="Equation" r:id="rId11" imgW="698400" imgH="10159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450" y="228600"/>
                        <a:ext cx="698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31" name="Object 7"/>
          <p:cNvGraphicFramePr>
            <a:graphicFrameLocks noChangeAspect="1"/>
          </p:cNvGraphicFramePr>
          <p:nvPr/>
        </p:nvGraphicFramePr>
        <p:xfrm>
          <a:off x="5461000" y="228600"/>
          <a:ext cx="1358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696" name="Equation" r:id="rId13" imgW="1358640" imgH="1015920" progId="Equation.3">
                  <p:embed/>
                </p:oleObj>
              </mc:Choice>
              <mc:Fallback>
                <p:oleObj name="Equation" r:id="rId13" imgW="1358640" imgH="10159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0" y="228600"/>
                        <a:ext cx="13589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32" name="Object 8"/>
          <p:cNvGraphicFramePr>
            <a:graphicFrameLocks noChangeAspect="1"/>
          </p:cNvGraphicFramePr>
          <p:nvPr/>
        </p:nvGraphicFramePr>
        <p:xfrm>
          <a:off x="2108200" y="2192338"/>
          <a:ext cx="1092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697" name="Equation" r:id="rId15" imgW="1091880" imgH="317160" progId="Equation.3">
                  <p:embed/>
                </p:oleObj>
              </mc:Choice>
              <mc:Fallback>
                <p:oleObj name="Equation" r:id="rId15" imgW="1091880" imgH="3171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200" y="2192338"/>
                        <a:ext cx="1092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33" name="Object 9"/>
          <p:cNvGraphicFramePr>
            <a:graphicFrameLocks noChangeAspect="1"/>
          </p:cNvGraphicFramePr>
          <p:nvPr/>
        </p:nvGraphicFramePr>
        <p:xfrm>
          <a:off x="3325813" y="2122488"/>
          <a:ext cx="431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698" name="Equation" r:id="rId17" imgW="431640" imgH="304560" progId="Equation.3">
                  <p:embed/>
                </p:oleObj>
              </mc:Choice>
              <mc:Fallback>
                <p:oleObj name="Equation" r:id="rId17" imgW="431640" imgH="3045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5813" y="2122488"/>
                        <a:ext cx="431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34" name="Object 10"/>
          <p:cNvGraphicFramePr>
            <a:graphicFrameLocks noChangeAspect="1"/>
          </p:cNvGraphicFramePr>
          <p:nvPr/>
        </p:nvGraphicFramePr>
        <p:xfrm>
          <a:off x="3863975" y="1747838"/>
          <a:ext cx="711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699" name="Equation" r:id="rId19" imgW="711000" imgH="1015920" progId="Equation.3">
                  <p:embed/>
                </p:oleObj>
              </mc:Choice>
              <mc:Fallback>
                <p:oleObj name="Equation" r:id="rId19" imgW="711000" imgH="101592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5" y="1747838"/>
                        <a:ext cx="7112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35" name="Object 11"/>
          <p:cNvGraphicFramePr>
            <a:graphicFrameLocks noChangeAspect="1"/>
          </p:cNvGraphicFramePr>
          <p:nvPr/>
        </p:nvGraphicFramePr>
        <p:xfrm>
          <a:off x="4702175" y="1747838"/>
          <a:ext cx="711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00" name="Equation" r:id="rId21" imgW="711000" imgH="1015920" progId="Equation.3">
                  <p:embed/>
                </p:oleObj>
              </mc:Choice>
              <mc:Fallback>
                <p:oleObj name="Equation" r:id="rId21" imgW="711000" imgH="101592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2175" y="1747838"/>
                        <a:ext cx="7112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36" name="Object 12"/>
          <p:cNvGraphicFramePr>
            <a:graphicFrameLocks noChangeAspect="1"/>
          </p:cNvGraphicFramePr>
          <p:nvPr/>
        </p:nvGraphicFramePr>
        <p:xfrm>
          <a:off x="5432425" y="1747838"/>
          <a:ext cx="1346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01" name="Equation" r:id="rId23" imgW="1346040" imgH="1015920" progId="Equation.3">
                  <p:embed/>
                </p:oleObj>
              </mc:Choice>
              <mc:Fallback>
                <p:oleObj name="Equation" r:id="rId23" imgW="1346040" imgH="101592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2425" y="1747838"/>
                        <a:ext cx="13462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37" name="Object 13"/>
          <p:cNvGraphicFramePr>
            <a:graphicFrameLocks noChangeAspect="1"/>
          </p:cNvGraphicFramePr>
          <p:nvPr/>
        </p:nvGraphicFramePr>
        <p:xfrm>
          <a:off x="6883400" y="1747838"/>
          <a:ext cx="25654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02" name="Equation" r:id="rId25" imgW="2565360" imgH="1015920" progId="Equation.3">
                  <p:embed/>
                </p:oleObj>
              </mc:Choice>
              <mc:Fallback>
                <p:oleObj name="Equation" r:id="rId25" imgW="2565360" imgH="101592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3400" y="1747838"/>
                        <a:ext cx="25654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38" name="Object 14"/>
          <p:cNvGraphicFramePr>
            <a:graphicFrameLocks noChangeAspect="1"/>
          </p:cNvGraphicFramePr>
          <p:nvPr/>
        </p:nvGraphicFramePr>
        <p:xfrm>
          <a:off x="2133600" y="3233738"/>
          <a:ext cx="1485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03" name="Equation" r:id="rId27" imgW="1485720" imgH="507960" progId="Equation.3">
                  <p:embed/>
                </p:oleObj>
              </mc:Choice>
              <mc:Fallback>
                <p:oleObj name="Equation" r:id="rId27" imgW="1485720" imgH="50796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233738"/>
                        <a:ext cx="1485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39" name="Object 15"/>
          <p:cNvGraphicFramePr>
            <a:graphicFrameLocks noChangeAspect="1"/>
          </p:cNvGraphicFramePr>
          <p:nvPr/>
        </p:nvGraphicFramePr>
        <p:xfrm>
          <a:off x="3663950" y="3354388"/>
          <a:ext cx="431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04" name="Equation" r:id="rId29" imgW="431640" imgH="304560" progId="Equation.3">
                  <p:embed/>
                </p:oleObj>
              </mc:Choice>
              <mc:Fallback>
                <p:oleObj name="Equation" r:id="rId29" imgW="431640" imgH="30456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950" y="3354388"/>
                        <a:ext cx="431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0" name="Object 16"/>
          <p:cNvGraphicFramePr>
            <a:graphicFrameLocks noChangeAspect="1"/>
          </p:cNvGraphicFramePr>
          <p:nvPr/>
        </p:nvGraphicFramePr>
        <p:xfrm>
          <a:off x="4092575" y="3424238"/>
          <a:ext cx="774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05" name="Equation" r:id="rId31" imgW="774360" imgH="330120" progId="Equation.3">
                  <p:embed/>
                </p:oleObj>
              </mc:Choice>
              <mc:Fallback>
                <p:oleObj name="Equation" r:id="rId31" imgW="774360" imgH="33012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2575" y="3424238"/>
                        <a:ext cx="774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1" name="Object 17"/>
          <p:cNvGraphicFramePr>
            <a:graphicFrameLocks noChangeAspect="1"/>
          </p:cNvGraphicFramePr>
          <p:nvPr/>
        </p:nvGraphicFramePr>
        <p:xfrm>
          <a:off x="5003800" y="3119438"/>
          <a:ext cx="1968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06" name="Equation" r:id="rId33" imgW="1968480" imgH="927000" progId="Equation.3">
                  <p:embed/>
                </p:oleObj>
              </mc:Choice>
              <mc:Fallback>
                <p:oleObj name="Equation" r:id="rId33" imgW="1968480" imgH="9270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3119438"/>
                        <a:ext cx="1968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2" name="Object 18"/>
          <p:cNvGraphicFramePr>
            <a:graphicFrameLocks noChangeAspect="1"/>
          </p:cNvGraphicFramePr>
          <p:nvPr/>
        </p:nvGraphicFramePr>
        <p:xfrm>
          <a:off x="7143750" y="3462338"/>
          <a:ext cx="622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07" name="Equation" r:id="rId35" imgW="622080" imgH="241200" progId="Equation.3">
                  <p:embed/>
                </p:oleObj>
              </mc:Choice>
              <mc:Fallback>
                <p:oleObj name="Equation" r:id="rId35" imgW="622080" imgH="241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3462338"/>
                        <a:ext cx="6223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3" name="Object 19"/>
          <p:cNvGraphicFramePr>
            <a:graphicFrameLocks noChangeAspect="1"/>
          </p:cNvGraphicFramePr>
          <p:nvPr/>
        </p:nvGraphicFramePr>
        <p:xfrm>
          <a:off x="4130676" y="4097338"/>
          <a:ext cx="45561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08" name="Equation" r:id="rId37" imgW="4559040" imgH="927000" progId="Equation.3">
                  <p:embed/>
                </p:oleObj>
              </mc:Choice>
              <mc:Fallback>
                <p:oleObj name="Equation" r:id="rId37" imgW="4559040" imgH="9270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0676" y="4097338"/>
                        <a:ext cx="455612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3844" name="Text Box 20"/>
          <p:cNvSpPr txBox="1">
            <a:spLocks noChangeArrowheads="1"/>
          </p:cNvSpPr>
          <p:nvPr/>
        </p:nvSpPr>
        <p:spPr bwMode="auto">
          <a:xfrm>
            <a:off x="2362200" y="4872038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当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= –1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时</a:t>
            </a:r>
          </a:p>
        </p:txBody>
      </p:sp>
      <p:graphicFrame>
        <p:nvGraphicFramePr>
          <p:cNvPr id="333845" name="Object 21"/>
          <p:cNvGraphicFramePr>
            <a:graphicFrameLocks noChangeAspect="1"/>
          </p:cNvGraphicFramePr>
          <p:nvPr/>
        </p:nvGraphicFramePr>
        <p:xfrm>
          <a:off x="2590800" y="5405438"/>
          <a:ext cx="698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09" name="Equation" r:id="rId39" imgW="698400" imgH="850680" progId="Equation.3">
                  <p:embed/>
                </p:oleObj>
              </mc:Choice>
              <mc:Fallback>
                <p:oleObj name="Equation" r:id="rId39" imgW="698400" imgH="8506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405438"/>
                        <a:ext cx="6985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6" name="Object 22"/>
          <p:cNvGraphicFramePr>
            <a:graphicFrameLocks noChangeAspect="1"/>
          </p:cNvGraphicFramePr>
          <p:nvPr/>
        </p:nvGraphicFramePr>
        <p:xfrm>
          <a:off x="3381376" y="5589588"/>
          <a:ext cx="53181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10" name="Equation" r:id="rId41" imgW="5321160" imgH="507960" progId="Equation.3">
                  <p:embed/>
                </p:oleObj>
              </mc:Choice>
              <mc:Fallback>
                <p:oleObj name="Equation" r:id="rId41" imgW="5321160" imgH="50796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76" y="5589588"/>
                        <a:ext cx="53181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7" name="Object 23"/>
          <p:cNvGraphicFramePr>
            <a:graphicFrameLocks noChangeAspect="1"/>
          </p:cNvGraphicFramePr>
          <p:nvPr/>
        </p:nvGraphicFramePr>
        <p:xfrm>
          <a:off x="7604125" y="1341438"/>
          <a:ext cx="2044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11" name="Equation" r:id="rId43" imgW="2044440" imgH="406080" progId="Equation.3">
                  <p:embed/>
                </p:oleObj>
              </mc:Choice>
              <mc:Fallback>
                <p:oleObj name="Equation" r:id="rId43" imgW="2044440" imgH="40608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25" y="1341438"/>
                        <a:ext cx="2044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8" name="Object 24"/>
          <p:cNvGraphicFramePr>
            <a:graphicFrameLocks noChangeAspect="1"/>
          </p:cNvGraphicFramePr>
          <p:nvPr/>
        </p:nvGraphicFramePr>
        <p:xfrm>
          <a:off x="7645400" y="2814638"/>
          <a:ext cx="2044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12" name="Equation" r:id="rId45" imgW="2044440" imgH="406080" progId="Equation.3">
                  <p:embed/>
                </p:oleObj>
              </mc:Choice>
              <mc:Fallback>
                <p:oleObj name="Equation" r:id="rId45" imgW="2044440" imgH="4060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5400" y="2814638"/>
                        <a:ext cx="2044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49" name="Object 25"/>
          <p:cNvGraphicFramePr>
            <a:graphicFrameLocks noChangeAspect="1"/>
          </p:cNvGraphicFramePr>
          <p:nvPr/>
        </p:nvGraphicFramePr>
        <p:xfrm>
          <a:off x="8928100" y="4338638"/>
          <a:ext cx="1511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13" name="Equation" r:id="rId47" imgW="1511280" imgH="406080" progId="Equation.3">
                  <p:embed/>
                </p:oleObj>
              </mc:Choice>
              <mc:Fallback>
                <p:oleObj name="Equation" r:id="rId47" imgW="1511280" imgH="4060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8100" y="4338638"/>
                        <a:ext cx="1511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3850" name="Object 26"/>
          <p:cNvGraphicFramePr>
            <a:graphicFrameLocks noChangeAspect="1"/>
          </p:cNvGraphicFramePr>
          <p:nvPr/>
        </p:nvGraphicFramePr>
        <p:xfrm>
          <a:off x="8928100" y="5710238"/>
          <a:ext cx="1511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714" name="Equation" r:id="rId49" imgW="1511280" imgH="406080" progId="Equation.3">
                  <p:embed/>
                </p:oleObj>
              </mc:Choice>
              <mc:Fallback>
                <p:oleObj name="Equation" r:id="rId49" imgW="1511280" imgH="40608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8100" y="5710238"/>
                        <a:ext cx="1511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E3A378-F367-42E2-A5E2-9221E96C8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6D3B-0A0E-410F-86CD-598412B3835F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3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3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3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3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3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3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3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33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3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33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33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33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33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33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3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3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3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3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3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3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44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ChangeArrowheads="1"/>
          </p:cNvSpPr>
          <p:nvPr/>
        </p:nvSpPr>
        <p:spPr bwMode="auto">
          <a:xfrm>
            <a:off x="2209800" y="355600"/>
            <a:ext cx="2362200" cy="558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66CC"/>
                </a:solidFill>
              </a14:hiddenFill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accent2"/>
                </a:solidFill>
                <a:ea typeface="黑体" panose="02010609060101010101" pitchFamily="49" charset="-122"/>
              </a:rPr>
              <a:t>思考与练习</a:t>
            </a:r>
          </a:p>
        </p:txBody>
      </p:sp>
      <p:sp>
        <p:nvSpPr>
          <p:cNvPr id="334851" name="Text Box 3"/>
          <p:cNvSpPr txBox="1">
            <a:spLocks noChangeArrowheads="1"/>
          </p:cNvSpPr>
          <p:nvPr/>
        </p:nvSpPr>
        <p:spPr bwMode="auto">
          <a:xfrm>
            <a:off x="2209800" y="1066801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函数</a:t>
            </a:r>
          </a:p>
        </p:txBody>
      </p:sp>
      <p:graphicFrame>
        <p:nvGraphicFramePr>
          <p:cNvPr id="3348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597243"/>
              </p:ext>
            </p:extLst>
          </p:nvPr>
        </p:nvGraphicFramePr>
        <p:xfrm>
          <a:off x="3352800" y="1155700"/>
          <a:ext cx="1524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48" name="Equation" r:id="rId3" imgW="1523880" imgH="469800" progId="Equation.3">
                  <p:embed/>
                </p:oleObj>
              </mc:Choice>
              <mc:Fallback>
                <p:oleObj name="Equation" r:id="rId3" imgW="1523880" imgH="46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155700"/>
                        <a:ext cx="1524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4853" name="Text Box 5"/>
          <p:cNvSpPr txBox="1">
            <a:spLocks noChangeArrowheads="1"/>
          </p:cNvSpPr>
          <p:nvPr/>
        </p:nvSpPr>
        <p:spPr bwMode="auto">
          <a:xfrm>
            <a:off x="4876800" y="1136651"/>
            <a:ext cx="563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处 “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有泰勒级数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” 与 “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能展成泰勒级</a:t>
            </a:r>
          </a:p>
        </p:txBody>
      </p:sp>
      <p:sp>
        <p:nvSpPr>
          <p:cNvPr id="334854" name="Text Box 6"/>
          <p:cNvSpPr txBox="1">
            <a:spLocks noChangeArrowheads="1"/>
          </p:cNvSpPr>
          <p:nvPr/>
        </p:nvSpPr>
        <p:spPr bwMode="auto">
          <a:xfrm>
            <a:off x="1828800" y="1690688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” 有何不同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?</a:t>
            </a:r>
          </a:p>
        </p:txBody>
      </p:sp>
      <p:sp>
        <p:nvSpPr>
          <p:cNvPr id="334855" name="Text Box 7"/>
          <p:cNvSpPr txBox="1">
            <a:spLocks noChangeArrowheads="1"/>
          </p:cNvSpPr>
          <p:nvPr/>
        </p:nvSpPr>
        <p:spPr bwMode="auto">
          <a:xfrm>
            <a:off x="2133600" y="2239963"/>
            <a:ext cx="3505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提示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后者必需证明</a:t>
            </a:r>
          </a:p>
        </p:txBody>
      </p:sp>
      <p:graphicFrame>
        <p:nvGraphicFramePr>
          <p:cNvPr id="3348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350953"/>
              </p:ext>
            </p:extLst>
          </p:nvPr>
        </p:nvGraphicFramePr>
        <p:xfrm>
          <a:off x="5302250" y="2260600"/>
          <a:ext cx="22860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49" name="Equation" r:id="rId5" imgW="2286000" imgH="660240" progId="Equation.3">
                  <p:embed/>
                </p:oleObj>
              </mc:Choice>
              <mc:Fallback>
                <p:oleObj name="Equation" r:id="rId5" imgW="2286000" imgH="6602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2260600"/>
                        <a:ext cx="22860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4857" name="Text Box 9"/>
          <p:cNvSpPr txBox="1">
            <a:spLocks noChangeArrowheads="1"/>
          </p:cNvSpPr>
          <p:nvPr/>
        </p:nvSpPr>
        <p:spPr bwMode="auto">
          <a:xfrm>
            <a:off x="7543800" y="2209801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前者无此要求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34858" name="Text Box 10"/>
          <p:cNvSpPr txBox="1">
            <a:spLocks noChangeArrowheads="1"/>
          </p:cNvSpPr>
          <p:nvPr/>
        </p:nvSpPr>
        <p:spPr bwMode="auto">
          <a:xfrm>
            <a:off x="2209800" y="3214688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如何求</a:t>
            </a:r>
          </a:p>
        </p:txBody>
      </p:sp>
      <p:graphicFrame>
        <p:nvGraphicFramePr>
          <p:cNvPr id="3348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267297"/>
              </p:ext>
            </p:extLst>
          </p:nvPr>
        </p:nvGraphicFramePr>
        <p:xfrm>
          <a:off x="3784600" y="3200400"/>
          <a:ext cx="1473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50" name="Equation" r:id="rId7" imgW="1473120" imgH="507960" progId="Equation.3">
                  <p:embed/>
                </p:oleObj>
              </mc:Choice>
              <mc:Fallback>
                <p:oleObj name="Equation" r:id="rId7" imgW="1473120" imgH="50796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3200400"/>
                        <a:ext cx="1473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4860" name="Text Box 12"/>
          <p:cNvSpPr txBox="1">
            <a:spLocks noChangeArrowheads="1"/>
          </p:cNvSpPr>
          <p:nvPr/>
        </p:nvSpPr>
        <p:spPr bwMode="auto">
          <a:xfrm>
            <a:off x="5181600" y="3201988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的幂级数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?</a:t>
            </a:r>
          </a:p>
        </p:txBody>
      </p:sp>
      <p:sp>
        <p:nvSpPr>
          <p:cNvPr id="334861" name="Text Box 13"/>
          <p:cNvSpPr txBox="1">
            <a:spLocks noChangeArrowheads="1"/>
          </p:cNvSpPr>
          <p:nvPr/>
        </p:nvSpPr>
        <p:spPr bwMode="auto">
          <a:xfrm>
            <a:off x="2133600" y="3962401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提示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33486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716870"/>
              </p:ext>
            </p:extLst>
          </p:nvPr>
        </p:nvGraphicFramePr>
        <p:xfrm>
          <a:off x="3352800" y="3792538"/>
          <a:ext cx="2324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51" name="Equation" r:id="rId9" imgW="2323800" imgH="850680" progId="Equation.3">
                  <p:embed/>
                </p:oleObj>
              </mc:Choice>
              <mc:Fallback>
                <p:oleObj name="Equation" r:id="rId9" imgW="2323800" imgH="8506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792538"/>
                        <a:ext cx="2324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6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877429"/>
              </p:ext>
            </p:extLst>
          </p:nvPr>
        </p:nvGraphicFramePr>
        <p:xfrm>
          <a:off x="5867400" y="3762375"/>
          <a:ext cx="3162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52" name="Equation" r:id="rId11" imgW="3162240" imgH="1015920" progId="Equation.3">
                  <p:embed/>
                </p:oleObj>
              </mc:Choice>
              <mc:Fallback>
                <p:oleObj name="Equation" r:id="rId11" imgW="3162240" imgH="101592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762375"/>
                        <a:ext cx="31623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907123"/>
              </p:ext>
            </p:extLst>
          </p:nvPr>
        </p:nvGraphicFramePr>
        <p:xfrm>
          <a:off x="3695700" y="4826000"/>
          <a:ext cx="35052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53" name="Equation" r:id="rId13" imgW="3504960" imgH="1041120" progId="Equation.3">
                  <p:embed/>
                </p:oleObj>
              </mc:Choice>
              <mc:Fallback>
                <p:oleObj name="Equation" r:id="rId13" imgW="3504960" imgH="104112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00" y="4826000"/>
                        <a:ext cx="35052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6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802757"/>
              </p:ext>
            </p:extLst>
          </p:nvPr>
        </p:nvGraphicFramePr>
        <p:xfrm>
          <a:off x="7886700" y="5159375"/>
          <a:ext cx="2044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54" name="Equation" r:id="rId15" imgW="2044440" imgH="406080" progId="Equation.3">
                  <p:embed/>
                </p:oleObj>
              </mc:Choice>
              <mc:Fallback>
                <p:oleObj name="Equation" r:id="rId15" imgW="2044440" imgH="4060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6700" y="5159375"/>
                        <a:ext cx="2044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4866" name="Oval 18"/>
          <p:cNvSpPr>
            <a:spLocks noChangeArrowheads="1"/>
          </p:cNvSpPr>
          <p:nvPr/>
        </p:nvSpPr>
        <p:spPr bwMode="auto">
          <a:xfrm>
            <a:off x="5219700" y="3940175"/>
            <a:ext cx="533400" cy="6096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graphicFrame>
        <p:nvGraphicFramePr>
          <p:cNvPr id="3348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079683"/>
              </p:ext>
            </p:extLst>
          </p:nvPr>
        </p:nvGraphicFramePr>
        <p:xfrm>
          <a:off x="9105900" y="4032250"/>
          <a:ext cx="965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55" name="Equation" r:id="rId17" imgW="965160" imgH="507960" progId="Equation.3">
                  <p:embed/>
                </p:oleObj>
              </mc:Choice>
              <mc:Fallback>
                <p:oleObj name="Equation" r:id="rId17" imgW="965160" imgH="50796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05900" y="4032250"/>
                        <a:ext cx="965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CF8D1F-6B14-453F-9185-258C8701E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E02DF-2AF8-420D-964A-D25B8846D5C7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3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4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34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3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34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4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4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4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34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34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34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34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34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34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1" grpId="0" autoUpdateAnimBg="0"/>
      <p:bldP spid="334853" grpId="0" autoUpdateAnimBg="0"/>
      <p:bldP spid="334854" grpId="0" autoUpdateAnimBg="0"/>
      <p:bldP spid="334855" grpId="0" autoUpdateAnimBg="0"/>
      <p:bldP spid="334857" grpId="0" autoUpdateAnimBg="0"/>
      <p:bldP spid="334858" grpId="0" autoUpdateAnimBg="0"/>
      <p:bldP spid="334860" grpId="0" autoUpdateAnimBg="0"/>
      <p:bldP spid="334861" grpId="0" autoUpdateAnimBg="0"/>
      <p:bldP spid="33486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905" name="Rectangle 9"/>
          <p:cNvSpPr>
            <a:spLocks noChangeArrowheads="1"/>
          </p:cNvSpPr>
          <p:nvPr/>
        </p:nvSpPr>
        <p:spPr bwMode="auto">
          <a:xfrm>
            <a:off x="1524000" y="0"/>
            <a:ext cx="9144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B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6906" name="Rectangle 10"/>
          <p:cNvSpPr>
            <a:spLocks noChangeArrowheads="1"/>
          </p:cNvSpPr>
          <p:nvPr/>
        </p:nvSpPr>
        <p:spPr bwMode="auto">
          <a:xfrm>
            <a:off x="3149600" y="228600"/>
            <a:ext cx="73533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600">
                <a:solidFill>
                  <a:schemeClr val="accent2"/>
                </a:solidFill>
                <a:latin typeface="华文行楷" panose="02010800040101010101" pitchFamily="2" charset="-122"/>
                <a:ea typeface="黑体" panose="02010609060101010101" pitchFamily="49" charset="-122"/>
              </a:rPr>
              <a:t>第五节 函数的</a:t>
            </a:r>
            <a:r>
              <a:rPr lang="zh-CN" altLang="en-US" sz="3600">
                <a:solidFill>
                  <a:schemeClr val="accent2"/>
                </a:solidFill>
                <a:ea typeface="黑体" panose="02010609060101010101" pitchFamily="49" charset="-122"/>
              </a:rPr>
              <a:t>幂级数展开式的应用 </a:t>
            </a:r>
          </a:p>
        </p:txBody>
      </p:sp>
      <p:sp>
        <p:nvSpPr>
          <p:cNvPr id="336907" name="Rectangle 11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013201" y="1828801"/>
            <a:ext cx="246221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40000"/>
              </a:spcBef>
            </a:pPr>
            <a:r>
              <a:rPr kumimoji="1" lang="zh-CN" altLang="en-US" sz="32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一、近似计算</a:t>
            </a:r>
          </a:p>
        </p:txBody>
      </p:sp>
      <p:sp>
        <p:nvSpPr>
          <p:cNvPr id="336908" name="Rectangle 12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4013201" y="2465389"/>
            <a:ext cx="246221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二、欧拉公式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DBC487-4D61-42C3-9DE1-914D6C9BC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07F6-8E90-4F6A-80AE-B746EB0A2C44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2EA2-CE12-4FEB-8B19-3FC21315C95A}" type="datetime11">
              <a:rPr lang="zh-CN" altLang="en-US" smtClean="0"/>
              <a:t>20:40:11</a:t>
            </a:fld>
            <a:endParaRPr lang="en-US" altLang="zh-CN" dirty="0"/>
          </a:p>
        </p:txBody>
      </p:sp>
      <p:sp>
        <p:nvSpPr>
          <p:cNvPr id="3" name="Rectangle 11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983754" y="385322"/>
            <a:ext cx="18466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40000"/>
              </a:spcBef>
            </a:pPr>
            <a:r>
              <a:rPr kumimoji="1"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一、近似计算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2"/>
              <p:cNvSpPr>
                <a:spLocks noChangeArrowheads="1"/>
              </p:cNvSpPr>
              <p:nvPr/>
            </p:nvSpPr>
            <p:spPr bwMode="auto">
              <a:xfrm>
                <a:off x="1290980" y="861123"/>
                <a:ext cx="8512977" cy="533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400" b="1" dirty="0" smtClean="0">
                    <a:solidFill>
                      <a:schemeClr val="accent2"/>
                    </a:solidFill>
                    <a:ea typeface="黑体" panose="02010609060101010101" pitchFamily="49" charset="-122"/>
                  </a:rPr>
                  <a:t>例</a:t>
                </a:r>
                <a:r>
                  <a:rPr lang="en-US" altLang="zh-CN" sz="2400" b="1" dirty="0" smtClean="0">
                    <a:solidFill>
                      <a:schemeClr val="accent2"/>
                    </a:solidFill>
                    <a:ea typeface="黑体" panose="02010609060101010101" pitchFamily="49" charset="-122"/>
                  </a:rPr>
                  <a:t>1.</a:t>
                </a:r>
                <a:r>
                  <a:rPr lang="en-US" altLang="zh-CN" sz="2400" dirty="0" smtClean="0">
                    <a:ea typeface="黑体" panose="02010609060101010101" pitchFamily="49" charset="-122"/>
                  </a:rPr>
                  <a:t> </a:t>
                </a:r>
                <a:r>
                  <a:rPr lang="zh-CN" altLang="en-US" sz="2400" dirty="0" smtClean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计算积分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sup>
                      <m:e>
                        <m:f>
                          <m:f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func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的近似值，要求误差不超过</a:t>
                </a:r>
                <a:r>
                  <a:rPr lang="en-US" altLang="zh-CN" sz="2400" dirty="0" smtClean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0.0001</a:t>
                </a:r>
                <a:endParaRPr lang="zh-CN" altLang="en-US" sz="2400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0980" y="861123"/>
                <a:ext cx="8512977" cy="533400"/>
              </a:xfrm>
              <a:prstGeom prst="rect">
                <a:avLst/>
              </a:prstGeom>
              <a:blipFill>
                <a:blip r:embed="rId4"/>
                <a:stretch>
                  <a:fillRect l="-1146" t="-5682" b="-193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1290980" y="1560199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ED7D31"/>
                </a:solidFill>
                <a:ea typeface="黑体" panose="02010609060101010101" pitchFamily="49" charset="-122"/>
              </a:rPr>
              <a:t>解：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745454"/>
              </p:ext>
            </p:extLst>
          </p:nvPr>
        </p:nvGraphicFramePr>
        <p:xfrm>
          <a:off x="2000250" y="1560513"/>
          <a:ext cx="58547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66" name="Equation" r:id="rId5" imgW="3009600" imgH="266400" progId="Equation.DSMT4">
                  <p:embed/>
                </p:oleObj>
              </mc:Choice>
              <mc:Fallback>
                <p:oleObj name="Equation" r:id="rId5" imgW="30096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00250" y="1560513"/>
                        <a:ext cx="5854700" cy="51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697722"/>
              </p:ext>
            </p:extLst>
          </p:nvPr>
        </p:nvGraphicFramePr>
        <p:xfrm>
          <a:off x="2062163" y="2079625"/>
          <a:ext cx="5681662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67" name="Equation" r:id="rId7" imgW="2920680" imgH="393480" progId="Equation.DSMT4">
                  <p:embed/>
                </p:oleObj>
              </mc:Choice>
              <mc:Fallback>
                <p:oleObj name="Equation" r:id="rId7" imgW="2920680" imgH="39348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62163" y="2079625"/>
                        <a:ext cx="5681662" cy="766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907083" y="2904149"/>
                <a:ext cx="6628931" cy="6648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sup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func>
                          </m:num>
                          <m:den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𝑑𝑥</m:t>
                        </m:r>
                      </m:e>
                    </m:nary>
                    <m:r>
                      <a:rPr lang="en-US" altLang="zh-CN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zh-CN" altLang="en-US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zh-CN" altLang="en-US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zh-CN" altLang="en-US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zh-CN" altLang="en-US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zh-CN" altLang="en-US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−⋯+</m:t>
                    </m:r>
                    <m:sSup>
                      <m:sSupPr>
                        <m:ctrlP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f>
                      <m:fPr>
                        <m:ctrlP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+1)</m:t>
                        </m:r>
                        <m:r>
                          <a:rPr lang="zh-CN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endChr m:val=""/>
                            <m:ctrlPr>
                              <a:rPr lang="zh-CN" alt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+1)</m:t>
                            </m:r>
                            <m:r>
                              <m:rPr>
                                <m:nor/>
                              </m:rPr>
                              <a:rPr lang="zh-CN" alt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zh-CN" altLang="en-US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den>
                    </m:f>
                    <m:r>
                      <a:rPr lang="zh-CN" altLang="en-US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+⋯</m:t>
                    </m:r>
                  </m:oMath>
                </a14:m>
                <a:r>
                  <a:rPr lang="zh-CN" altLang="en-US" dirty="0" smtClean="0">
                    <a:solidFill>
                      <a:prstClr val="black"/>
                    </a:solidFill>
                  </a:rPr>
                  <a:t> </a:t>
                </a:r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083" y="2904149"/>
                <a:ext cx="6628931" cy="6648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000250" y="3839525"/>
                <a:ext cx="1768433" cy="6117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m:rPr>
                              <m:nor/>
                            </m:rPr>
                            <a:rPr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zh-CN" altLang="en-US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&lt;0.0001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50" y="3839525"/>
                <a:ext cx="1768433" cy="61177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907083" y="4688918"/>
                <a:ext cx="3263714" cy="6296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sup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</m:func>
                          </m:num>
                          <m:den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𝑑𝑥</m:t>
                        </m:r>
                      </m:e>
                    </m:nary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zh-CN" altLang="en-US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zh-CN" altLang="en-US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zh-CN" altLang="en-US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zh-CN" altLang="en-US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zh-CN" alt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zh-CN" altLang="en-US" dirty="0" smtClean="0">
                    <a:solidFill>
                      <a:prstClr val="black"/>
                    </a:solidFill>
                  </a:rPr>
                  <a:t> </a:t>
                </a:r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083" y="4688918"/>
                <a:ext cx="3263714" cy="62966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747403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  <p:bldP spid="1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2EA2-CE12-4FEB-8B19-3FC21315C95A}" type="datetime11">
              <a:rPr lang="zh-CN" altLang="en-US" smtClean="0"/>
              <a:t>20:40:11</a:t>
            </a:fld>
            <a:endParaRPr lang="en-US" altLang="zh-CN" dirty="0"/>
          </a:p>
        </p:txBody>
      </p:sp>
      <p:sp>
        <p:nvSpPr>
          <p:cNvPr id="3" name="Rectangle 12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087121" y="385322"/>
            <a:ext cx="18466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二、欧拉公式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329317"/>
              </p:ext>
            </p:extLst>
          </p:nvPr>
        </p:nvGraphicFramePr>
        <p:xfrm>
          <a:off x="1760617" y="846096"/>
          <a:ext cx="1173163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98" name="Equation" r:id="rId4" imgW="685800" imgH="444240" progId="Equation.DSMT4">
                  <p:embed/>
                </p:oleObj>
              </mc:Choice>
              <mc:Fallback>
                <p:oleObj name="Equation" r:id="rId4" imgW="685800" imgH="444240" progId="Equation.DSMT4">
                  <p:embed/>
                  <p:pic>
                    <p:nvPicPr>
                      <p:cNvPr id="32" name="对象 3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60617" y="846096"/>
                        <a:ext cx="1173163" cy="757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65050"/>
              </p:ext>
            </p:extLst>
          </p:nvPr>
        </p:nvGraphicFramePr>
        <p:xfrm>
          <a:off x="1760617" y="1694776"/>
          <a:ext cx="4840288" cy="155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99" name="Equation" r:id="rId6" imgW="2831760" imgH="914400" progId="Equation.DSMT4">
                  <p:embed/>
                </p:oleObj>
              </mc:Choice>
              <mc:Fallback>
                <p:oleObj name="Equation" r:id="rId6" imgW="2831760" imgH="9144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60617" y="1694776"/>
                        <a:ext cx="4840288" cy="1558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594678" y="268195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50000"/>
              </a:spcBef>
            </a:pPr>
            <a:r>
              <a:rPr kumimoji="1"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绝对收敛</a:t>
            </a:r>
            <a:endParaRPr kumimoji="1"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288777"/>
              </p:ext>
            </p:extLst>
          </p:nvPr>
        </p:nvGraphicFramePr>
        <p:xfrm>
          <a:off x="2128936" y="3345143"/>
          <a:ext cx="2951163" cy="143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00" name="Equation" r:id="rId8" imgW="1726920" imgH="838080" progId="Equation.DSMT4">
                  <p:embed/>
                </p:oleObj>
              </mc:Choice>
              <mc:Fallback>
                <p:oleObj name="Equation" r:id="rId8" imgW="1726920" imgH="83808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28936" y="3345143"/>
                        <a:ext cx="2951163" cy="1430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2128936" y="4948605"/>
                <a:ext cx="183120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func>
                        <m:funcPr>
                          <m:ctrlP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936" y="4948605"/>
                <a:ext cx="1831207" cy="307777"/>
              </a:xfrm>
              <a:prstGeom prst="rect">
                <a:avLst/>
              </a:prstGeom>
              <a:blipFill>
                <a:blip r:embed="rId10"/>
                <a:stretch>
                  <a:fillRect l="-664" r="-664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5372493" y="4948605"/>
                <a:ext cx="4444165" cy="3943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func>
                            <m:func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493" y="4948605"/>
                <a:ext cx="4444165" cy="39433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700468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9" name="Rectangle 9"/>
          <p:cNvSpPr>
            <a:spLocks noChangeArrowheads="1"/>
          </p:cNvSpPr>
          <p:nvPr/>
        </p:nvSpPr>
        <p:spPr bwMode="auto">
          <a:xfrm>
            <a:off x="1524000" y="0"/>
            <a:ext cx="9144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B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930" name="Rectangle 10"/>
          <p:cNvSpPr>
            <a:spLocks noChangeArrowheads="1"/>
          </p:cNvSpPr>
          <p:nvPr/>
        </p:nvSpPr>
        <p:spPr bwMode="auto">
          <a:xfrm>
            <a:off x="3149600" y="650557"/>
            <a:ext cx="73533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4000" dirty="0">
                <a:solidFill>
                  <a:schemeClr val="accent2"/>
                </a:solidFill>
                <a:latin typeface="华文行楷" panose="02010800040101010101" pitchFamily="2" charset="-122"/>
                <a:ea typeface="黑体" panose="02010609060101010101" pitchFamily="49" charset="-122"/>
              </a:rPr>
              <a:t>      </a:t>
            </a:r>
            <a:r>
              <a:rPr lang="zh-CN" altLang="en-US" sz="4000" dirty="0">
                <a:solidFill>
                  <a:schemeClr val="accent2"/>
                </a:solidFill>
                <a:latin typeface="华文行楷" panose="02010800040101010101" pitchFamily="2" charset="-122"/>
                <a:ea typeface="黑体" panose="02010609060101010101" pitchFamily="49" charset="-122"/>
              </a:rPr>
              <a:t>第七节  </a:t>
            </a:r>
            <a:r>
              <a:rPr lang="zh-CN" altLang="en-US" sz="4000" dirty="0">
                <a:solidFill>
                  <a:schemeClr val="accent2"/>
                </a:solidFill>
                <a:ea typeface="黑体" panose="02010609060101010101" pitchFamily="49" charset="-122"/>
              </a:rPr>
              <a:t>傅里叶级数</a:t>
            </a:r>
          </a:p>
        </p:txBody>
      </p:sp>
      <p:sp>
        <p:nvSpPr>
          <p:cNvPr id="337931" name="Rectangle 11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013200" y="1855789"/>
            <a:ext cx="636071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40000"/>
              </a:spcBef>
            </a:pPr>
            <a:r>
              <a:rPr kumimoji="1" lang="zh-CN" altLang="en-US" sz="32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一、三角级数 三角函数系的正交性 </a:t>
            </a:r>
          </a:p>
        </p:txBody>
      </p:sp>
      <p:sp>
        <p:nvSpPr>
          <p:cNvPr id="337932" name="Rectangle 12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4013201" y="2492376"/>
            <a:ext cx="5027017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二、函数展开成傅里叶级数 </a:t>
            </a:r>
          </a:p>
        </p:txBody>
      </p:sp>
      <p:sp>
        <p:nvSpPr>
          <p:cNvPr id="337933" name="Rectangle 1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4038600" y="3203576"/>
            <a:ext cx="461664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三、正弦级数和余弦级数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9F8F31A-77B4-4BBE-9B93-6D798574B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AD519-7A38-4669-96C9-C2756A7C2295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6C6B51-8BA0-4C3F-A054-D54A5421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5ED7-7757-4ADA-9BF4-4D7D1ADA2288}" type="datetime11">
              <a:rPr lang="zh-CN" altLang="en-US" smtClean="0"/>
              <a:t>20:40:11</a:t>
            </a:fld>
            <a:endParaRPr lang="en-US" altLang="zh-CN"/>
          </a:p>
        </p:txBody>
      </p:sp>
      <p:sp>
        <p:nvSpPr>
          <p:cNvPr id="3389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52501" y="314938"/>
            <a:ext cx="6934200" cy="685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zh-CN" altLang="en-US" sz="3200" b="1" dirty="0">
                <a:solidFill>
                  <a:schemeClr val="accent2"/>
                </a:solidFill>
                <a:ea typeface="黑体" panose="02010609060101010101" pitchFamily="49" charset="-122"/>
              </a:rPr>
              <a:t>一、三角级数及三角函数系的正交性</a:t>
            </a:r>
          </a:p>
        </p:txBody>
      </p:sp>
      <p:sp>
        <p:nvSpPr>
          <p:cNvPr id="338947" name="Text Box 3"/>
          <p:cNvSpPr txBox="1">
            <a:spLocks noChangeArrowheads="1"/>
          </p:cNvSpPr>
          <p:nvPr/>
        </p:nvSpPr>
        <p:spPr bwMode="auto">
          <a:xfrm>
            <a:off x="2133600" y="990601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简单的周期运动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338948" name="Object 4"/>
          <p:cNvGraphicFramePr>
            <a:graphicFrameLocks noChangeAspect="1"/>
          </p:cNvGraphicFramePr>
          <p:nvPr/>
        </p:nvGraphicFramePr>
        <p:xfrm>
          <a:off x="4940300" y="1062038"/>
          <a:ext cx="2616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54" name="Equation" r:id="rId3" imgW="2616120" imgH="406080" progId="Equation.3">
                  <p:embed/>
                </p:oleObj>
              </mc:Choice>
              <mc:Fallback>
                <p:oleObj name="Equation" r:id="rId3" imgW="2616120" imgH="4060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300" y="1062038"/>
                        <a:ext cx="2616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49" name="Text Box 5"/>
          <p:cNvSpPr txBox="1">
            <a:spLocks noChangeArrowheads="1"/>
          </p:cNvSpPr>
          <p:nvPr/>
        </p:nvSpPr>
        <p:spPr bwMode="auto">
          <a:xfrm>
            <a:off x="7696200" y="1004888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谐波函数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338950" name="Text Box 6"/>
          <p:cNvSpPr txBox="1">
            <a:spLocks noChangeArrowheads="1"/>
          </p:cNvSpPr>
          <p:nvPr/>
        </p:nvSpPr>
        <p:spPr bwMode="auto">
          <a:xfrm>
            <a:off x="4953000" y="1462088"/>
            <a:ext cx="2057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 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为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振幅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</a:p>
        </p:txBody>
      </p:sp>
      <p:sp>
        <p:nvSpPr>
          <p:cNvPr id="338951" name="Text Box 7"/>
          <p:cNvSpPr txBox="1">
            <a:spLocks noChangeArrowheads="1"/>
          </p:cNvSpPr>
          <p:nvPr/>
        </p:nvSpPr>
        <p:spPr bwMode="auto">
          <a:xfrm>
            <a:off x="2133600" y="2235201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复杂的周期运动 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338952" name="Object 8"/>
          <p:cNvGraphicFramePr>
            <a:graphicFrameLocks noChangeAspect="1"/>
          </p:cNvGraphicFramePr>
          <p:nvPr/>
        </p:nvGraphicFramePr>
        <p:xfrm>
          <a:off x="5006976" y="1936750"/>
          <a:ext cx="436562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55" name="Equation" r:id="rId5" imgW="4368600" imgH="1104840" progId="Equation.3">
                  <p:embed/>
                </p:oleObj>
              </mc:Choice>
              <mc:Fallback>
                <p:oleObj name="Equation" r:id="rId5" imgW="4368600" imgH="11048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6976" y="1936750"/>
                        <a:ext cx="4365625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53" name="Object 9"/>
          <p:cNvGraphicFramePr>
            <a:graphicFrameLocks noChangeAspect="1"/>
          </p:cNvGraphicFramePr>
          <p:nvPr/>
        </p:nvGraphicFramePr>
        <p:xfrm>
          <a:off x="3325814" y="3200400"/>
          <a:ext cx="55070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56" name="Equation" r:id="rId7" imgW="5511600" imgH="444240" progId="Equation.3">
                  <p:embed/>
                </p:oleObj>
              </mc:Choice>
              <mc:Fallback>
                <p:oleObj name="Equation" r:id="rId7" imgW="5511600" imgH="4442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5814" y="3200400"/>
                        <a:ext cx="550703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54" name="Text Box 10"/>
          <p:cNvSpPr txBox="1">
            <a:spLocks noChangeArrowheads="1"/>
          </p:cNvSpPr>
          <p:nvPr/>
        </p:nvSpPr>
        <p:spPr bwMode="auto">
          <a:xfrm>
            <a:off x="2209800" y="401955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令</a:t>
            </a:r>
          </a:p>
        </p:txBody>
      </p:sp>
      <p:graphicFrame>
        <p:nvGraphicFramePr>
          <p:cNvPr id="338955" name="Object 11"/>
          <p:cNvGraphicFramePr>
            <a:graphicFrameLocks noChangeAspect="1"/>
          </p:cNvGraphicFramePr>
          <p:nvPr/>
        </p:nvGraphicFramePr>
        <p:xfrm>
          <a:off x="2743200" y="3810000"/>
          <a:ext cx="1295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57" name="Equation" r:id="rId9" imgW="1295280" imgH="863280" progId="Equation.3">
                  <p:embed/>
                </p:oleObj>
              </mc:Choice>
              <mc:Fallback>
                <p:oleObj name="Equation" r:id="rId9" imgW="1295280" imgH="8632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810000"/>
                        <a:ext cx="12954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56" name="Object 12"/>
          <p:cNvGraphicFramePr>
            <a:graphicFrameLocks noChangeAspect="1"/>
          </p:cNvGraphicFramePr>
          <p:nvPr/>
        </p:nvGraphicFramePr>
        <p:xfrm>
          <a:off x="4171950" y="4038600"/>
          <a:ext cx="2247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58" name="Equation" r:id="rId11" imgW="2247840" imgH="444240" progId="Equation.3">
                  <p:embed/>
                </p:oleObj>
              </mc:Choice>
              <mc:Fallback>
                <p:oleObj name="Equation" r:id="rId11" imgW="2247840" imgH="4442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1950" y="4038600"/>
                        <a:ext cx="2247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57" name="Object 13"/>
          <p:cNvGraphicFramePr>
            <a:graphicFrameLocks noChangeAspect="1"/>
          </p:cNvGraphicFramePr>
          <p:nvPr/>
        </p:nvGraphicFramePr>
        <p:xfrm>
          <a:off x="6591300" y="4038600"/>
          <a:ext cx="2273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59" name="Equation" r:id="rId13" imgW="2273040" imgH="444240" progId="Equation.3">
                  <p:embed/>
                </p:oleObj>
              </mc:Choice>
              <mc:Fallback>
                <p:oleObj name="Equation" r:id="rId13" imgW="2273040" imgH="4442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1300" y="4038600"/>
                        <a:ext cx="2273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58" name="Object 14"/>
          <p:cNvGraphicFramePr>
            <a:graphicFrameLocks noChangeAspect="1"/>
          </p:cNvGraphicFramePr>
          <p:nvPr/>
        </p:nvGraphicFramePr>
        <p:xfrm>
          <a:off x="9067800" y="4114800"/>
          <a:ext cx="977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60" name="Equation" r:id="rId15" imgW="977760" imgH="355320" progId="Equation.3">
                  <p:embed/>
                </p:oleObj>
              </mc:Choice>
              <mc:Fallback>
                <p:oleObj name="Equation" r:id="rId15" imgW="977760" imgH="35532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0" y="4114800"/>
                        <a:ext cx="9779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59" name="Text Box 15"/>
          <p:cNvSpPr txBox="1">
            <a:spLocks noChangeArrowheads="1"/>
          </p:cNvSpPr>
          <p:nvPr/>
        </p:nvSpPr>
        <p:spPr bwMode="auto">
          <a:xfrm>
            <a:off x="1844676" y="4840288"/>
            <a:ext cx="2574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得函数项级数</a:t>
            </a:r>
          </a:p>
        </p:txBody>
      </p:sp>
      <p:graphicFrame>
        <p:nvGraphicFramePr>
          <p:cNvPr id="33896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726017"/>
              </p:ext>
            </p:extLst>
          </p:nvPr>
        </p:nvGraphicFramePr>
        <p:xfrm>
          <a:off x="4102161" y="4548188"/>
          <a:ext cx="4660839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61" name="Equation" r:id="rId17" imgW="1841400" imgH="431640" progId="Equation.DSMT4">
                  <p:embed/>
                </p:oleObj>
              </mc:Choice>
              <mc:Fallback>
                <p:oleObj name="Equation" r:id="rId17" imgW="1841400" imgH="4316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2161" y="4548188"/>
                        <a:ext cx="4660839" cy="109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61" name="Line 17"/>
          <p:cNvSpPr>
            <a:spLocks noChangeShapeType="1"/>
          </p:cNvSpPr>
          <p:nvPr/>
        </p:nvSpPr>
        <p:spPr bwMode="auto">
          <a:xfrm>
            <a:off x="6858000" y="2743200"/>
            <a:ext cx="2362200" cy="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962" name="Line 18"/>
          <p:cNvSpPr>
            <a:spLocks noChangeShapeType="1"/>
          </p:cNvSpPr>
          <p:nvPr/>
        </p:nvSpPr>
        <p:spPr bwMode="auto">
          <a:xfrm>
            <a:off x="3429000" y="3657600"/>
            <a:ext cx="12954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963" name="Line 19"/>
          <p:cNvSpPr>
            <a:spLocks noChangeShapeType="1"/>
          </p:cNvSpPr>
          <p:nvPr/>
        </p:nvSpPr>
        <p:spPr bwMode="auto">
          <a:xfrm>
            <a:off x="6248400" y="3657600"/>
            <a:ext cx="13716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964" name="Line 20"/>
          <p:cNvSpPr>
            <a:spLocks noChangeShapeType="1"/>
          </p:cNvSpPr>
          <p:nvPr/>
        </p:nvSpPr>
        <p:spPr bwMode="auto">
          <a:xfrm>
            <a:off x="4343400" y="3657600"/>
            <a:ext cx="381000" cy="45720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965" name="Line 21"/>
          <p:cNvSpPr>
            <a:spLocks noChangeShapeType="1"/>
          </p:cNvSpPr>
          <p:nvPr/>
        </p:nvSpPr>
        <p:spPr bwMode="auto">
          <a:xfrm>
            <a:off x="6553200" y="3657600"/>
            <a:ext cx="457200" cy="457200"/>
          </a:xfrm>
          <a:prstGeom prst="line">
            <a:avLst/>
          </a:prstGeom>
          <a:noFill/>
          <a:ln w="19050">
            <a:solidFill>
              <a:srgbClr val="9933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966" name="Line 22"/>
          <p:cNvSpPr>
            <a:spLocks noChangeShapeType="1"/>
          </p:cNvSpPr>
          <p:nvPr/>
        </p:nvSpPr>
        <p:spPr bwMode="auto">
          <a:xfrm flipH="1">
            <a:off x="5486400" y="3657600"/>
            <a:ext cx="4572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967" name="Line 23"/>
          <p:cNvSpPr>
            <a:spLocks noChangeShapeType="1"/>
          </p:cNvSpPr>
          <p:nvPr/>
        </p:nvSpPr>
        <p:spPr bwMode="auto">
          <a:xfrm flipH="1">
            <a:off x="8382000" y="3581400"/>
            <a:ext cx="45720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968" name="Line 24"/>
          <p:cNvSpPr>
            <a:spLocks noChangeShapeType="1"/>
          </p:cNvSpPr>
          <p:nvPr/>
        </p:nvSpPr>
        <p:spPr bwMode="auto">
          <a:xfrm>
            <a:off x="8610600" y="3581400"/>
            <a:ext cx="609600" cy="45720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969" name="Text Box 25"/>
          <p:cNvSpPr txBox="1">
            <a:spLocks noChangeArrowheads="1"/>
          </p:cNvSpPr>
          <p:nvPr/>
        </p:nvSpPr>
        <p:spPr bwMode="auto">
          <a:xfrm>
            <a:off x="6705600" y="1462088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为</a:t>
            </a: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角频率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endParaRPr kumimoji="1" lang="en-US" altLang="zh-CN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38970" name="Text Box 26"/>
          <p:cNvSpPr txBox="1">
            <a:spLocks noChangeArrowheads="1"/>
          </p:cNvSpPr>
          <p:nvPr/>
        </p:nvSpPr>
        <p:spPr bwMode="auto">
          <a:xfrm>
            <a:off x="8534400" y="1462088"/>
            <a:ext cx="190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φ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初相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1" lang="en-US" altLang="zh-CN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8971" name="Text Box 27"/>
          <p:cNvSpPr txBox="1">
            <a:spLocks noChangeArrowheads="1"/>
          </p:cNvSpPr>
          <p:nvPr/>
        </p:nvSpPr>
        <p:spPr bwMode="auto">
          <a:xfrm>
            <a:off x="8763000" y="2819400"/>
            <a:ext cx="160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谐波迭加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338972" name="Line 28"/>
          <p:cNvSpPr>
            <a:spLocks noChangeShapeType="1"/>
          </p:cNvSpPr>
          <p:nvPr/>
        </p:nvSpPr>
        <p:spPr bwMode="auto">
          <a:xfrm flipH="1">
            <a:off x="6248400" y="2768600"/>
            <a:ext cx="1905000" cy="5207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973" name="Text Box 29"/>
          <p:cNvSpPr txBox="1">
            <a:spLocks noChangeArrowheads="1"/>
          </p:cNvSpPr>
          <p:nvPr/>
        </p:nvSpPr>
        <p:spPr bwMode="auto">
          <a:xfrm>
            <a:off x="1828800" y="5805488"/>
            <a:ext cx="4895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称上述形式的级数为</a:t>
            </a: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三角级数</a:t>
            </a:r>
            <a:r>
              <a:rPr kumimoji="1" lang="en-US" altLang="zh-CN" sz="280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8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8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3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8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8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8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8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8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8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3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8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51" grpId="0"/>
      <p:bldP spid="338954" grpId="0"/>
      <p:bldP spid="338959" grpId="0"/>
      <p:bldP spid="338961" grpId="0" animBg="1"/>
      <p:bldP spid="338962" grpId="0" animBg="1"/>
      <p:bldP spid="338963" grpId="0" animBg="1"/>
      <p:bldP spid="338964" grpId="0" animBg="1"/>
      <p:bldP spid="338965" grpId="0" animBg="1"/>
      <p:bldP spid="338966" grpId="0" animBg="1"/>
      <p:bldP spid="338967" grpId="0" animBg="1"/>
      <p:bldP spid="338968" grpId="0" animBg="1"/>
      <p:bldP spid="338971" grpId="0"/>
      <p:bldP spid="338972" grpId="0" animBg="1"/>
      <p:bldP spid="338973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9971" name="Rectangle 3"/>
              <p:cNvSpPr>
                <a:spLocks noChangeArrowheads="1"/>
              </p:cNvSpPr>
              <p:nvPr/>
            </p:nvSpPr>
            <p:spPr bwMode="auto">
              <a:xfrm>
                <a:off x="977899" y="370527"/>
                <a:ext cx="10372969" cy="533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algn="l"/>
                <a:r>
                  <a:rPr lang="zh-CN" altLang="en-US" sz="2400" b="1" dirty="0">
                    <a:solidFill>
                      <a:schemeClr val="accent2"/>
                    </a:solidFill>
                    <a:ea typeface="黑体" panose="02010609060101010101" pitchFamily="49" charset="-122"/>
                  </a:rPr>
                  <a:t>定理 </a:t>
                </a:r>
                <a:r>
                  <a:rPr lang="en-US" altLang="zh-CN" sz="2400" b="1" dirty="0">
                    <a:solidFill>
                      <a:schemeClr val="accent2"/>
                    </a:solidFill>
                    <a:ea typeface="黑体" panose="02010609060101010101" pitchFamily="49" charset="-122"/>
                  </a:rPr>
                  <a:t>1.</a:t>
                </a:r>
                <a:r>
                  <a:rPr lang="en-US" altLang="zh-CN" sz="2400" dirty="0">
                    <a:ea typeface="黑体" panose="02010609060101010101" pitchFamily="49" charset="-122"/>
                  </a:rPr>
                  <a:t>  </a:t>
                </a:r>
                <a:r>
                  <a:rPr lang="zh-CN" altLang="en-US" sz="24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组成三角级数的函数系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1, 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 </m:t>
                    </m:r>
                    <m:r>
                      <m:rPr>
                        <m:sty m:val="p"/>
                      </m:rP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 </m:t>
                    </m:r>
                  </m:oMath>
                </a14:m>
                <a:endParaRPr lang="zh-CN" altLang="en-US" sz="2400" dirty="0"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9971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7899" y="370527"/>
                <a:ext cx="10372969" cy="533400"/>
              </a:xfrm>
              <a:prstGeom prst="rect">
                <a:avLst/>
              </a:prstGeom>
              <a:blipFill>
                <a:blip r:embed="rId2"/>
                <a:stretch>
                  <a:fillRect l="-881" t="-5747" b="-206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9979" name="Text Box 11"/>
          <p:cNvSpPr txBox="1">
            <a:spLocks noChangeArrowheads="1"/>
          </p:cNvSpPr>
          <p:nvPr/>
        </p:nvSpPr>
        <p:spPr bwMode="auto">
          <a:xfrm>
            <a:off x="977899" y="1690349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9998" name="Text Box 30"/>
              <p:cNvSpPr txBox="1">
                <a:spLocks noChangeArrowheads="1"/>
              </p:cNvSpPr>
              <p:nvPr/>
            </p:nvSpPr>
            <p:spPr bwMode="auto">
              <a:xfrm>
                <a:off x="2050074" y="775766"/>
                <a:ext cx="9501552" cy="8309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上</a:t>
                </a:r>
                <a:r>
                  <a:rPr kumimoji="1" lang="zh-CN" alt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正交</a:t>
                </a: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，即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其中任意两个不同的函数之积</a:t>
                </a: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上的积分等于 </a:t>
                </a:r>
                <a:r>
                  <a:rPr kumimoji="1"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0 </a:t>
                </a:r>
                <a:r>
                  <a:rPr kumimoji="1" lang="en-US" altLang="zh-CN" sz="2400" dirty="0" smtClean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.</a:t>
                </a:r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9998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0074" y="775766"/>
                <a:ext cx="9501552" cy="830997"/>
              </a:xfrm>
              <a:prstGeom prst="rect">
                <a:avLst/>
              </a:prstGeom>
              <a:blipFill>
                <a:blip r:embed="rId3"/>
                <a:stretch>
                  <a:fillRect l="-962" t="-8029" b="-160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D8949F8-D10F-4BF9-850A-E5AB19A0E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7C55A-69BC-4E6F-9A8A-4CC71FC139DC}" type="datetime11">
              <a:rPr lang="zh-CN" altLang="en-US" smtClean="0"/>
              <a:t>20:40:11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968499" y="1684840"/>
                <a:ext cx="5373522" cy="5612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a:rPr lang="en-US" altLang="zh-CN" sz="2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zh-CN" altLang="en-US" sz="24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solidFill>
                              <a:srgbClr val="0000FF"/>
                            </a:solidFill>
                          </a:rPr>
                          <m:t> 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solidFill>
                              <a:srgbClr val="0000FF"/>
                            </a:solidFill>
                          </a:rPr>
                          <m:t> </m:t>
                        </m:r>
                        <m:r>
                          <a:rPr lang="en-US" altLang="zh-CN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 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499" y="1684840"/>
                <a:ext cx="5373522" cy="5612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7992422" y="1730736"/>
                <a:ext cx="184595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nor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=1,2,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r>
                            <m:rPr>
                              <m:nor/>
                            </m:rPr>
                            <a:rPr lang="zh-CN" altLang="en-US" sz="2400" dirty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2422" y="1730736"/>
                <a:ext cx="1845955" cy="461665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/>
              <p:cNvSpPr/>
              <p:nvPr/>
            </p:nvSpPr>
            <p:spPr>
              <a:xfrm>
                <a:off x="1948739" y="2334942"/>
                <a:ext cx="5999719" cy="6158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zh-CN" altLang="en-US" sz="24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zh-CN" altLang="en-US" sz="24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solidFill>
                              <a:srgbClr val="0000FF"/>
                            </a:solidFill>
                          </a:rPr>
                          <m:t> 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 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739" y="2334942"/>
                <a:ext cx="5999719" cy="6158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655260" y="2974263"/>
                <a:ext cx="5931945" cy="6158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zh-CN" alt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Sup>
                      <m:sSubSupPr>
                        <m:ctrlP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bSup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alt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260" y="2974263"/>
                <a:ext cx="5931945" cy="6158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/>
              <p:cNvSpPr/>
              <p:nvPr/>
            </p:nvSpPr>
            <p:spPr>
              <a:xfrm>
                <a:off x="4655260" y="3591125"/>
                <a:ext cx="3363678" cy="6242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260" y="3591125"/>
                <a:ext cx="3363678" cy="6242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/>
              <p:cNvSpPr/>
              <p:nvPr/>
            </p:nvSpPr>
            <p:spPr>
              <a:xfrm>
                <a:off x="7829284" y="3613584"/>
                <a:ext cx="3599768" cy="6242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altLang="en-US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9284" y="3613584"/>
                <a:ext cx="3599768" cy="62427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/>
              <p:cNvSpPr/>
              <p:nvPr/>
            </p:nvSpPr>
            <p:spPr>
              <a:xfrm>
                <a:off x="4655260" y="4260316"/>
                <a:ext cx="3493520" cy="668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2" name="矩形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260" y="4260316"/>
                <a:ext cx="3493520" cy="6683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032708" y="4973622"/>
                <a:ext cx="8832739" cy="5612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prstClr val="black"/>
                    </a:solidFill>
                  </a:rPr>
                  <a:t>所以，当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 smtClean="0">
                    <a:solidFill>
                      <a:prstClr val="black"/>
                    </a:solidFill>
                  </a:rPr>
                  <a:t>时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solidFill>
                              <a:srgbClr val="0000FF"/>
                            </a:solidFill>
                          </a:rPr>
                          <m:t> </m:t>
                        </m:r>
                        <m:r>
                          <a:rPr lang="en-US" altLang="zh-CN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708" y="4973622"/>
                <a:ext cx="8832739" cy="561244"/>
              </a:xfrm>
              <a:prstGeom prst="rect">
                <a:avLst/>
              </a:prstGeom>
              <a:blipFill>
                <a:blip r:embed="rId11"/>
                <a:stretch>
                  <a:fillRect l="-1035" t="-5435" b="-9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985365" y="5437096"/>
                <a:ext cx="8780994" cy="7039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prstClr val="black"/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</a:rPr>
                  <a:t>时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4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4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altLang="zh-CN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=4</m:t>
                    </m:r>
                    <m:nary>
                      <m:nary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US" altLang="zh-CN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4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altLang="zh-CN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365" y="5437096"/>
                <a:ext cx="8780994" cy="703911"/>
              </a:xfrm>
              <a:prstGeom prst="rect">
                <a:avLst/>
              </a:prstGeom>
              <a:blipFill>
                <a:blip r:embed="rId12"/>
                <a:stretch>
                  <a:fillRect l="-1111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403114" y="6225077"/>
                <a:ext cx="2761269" cy="5612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114" y="6225077"/>
                <a:ext cx="2761269" cy="5612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6449077" y="6222219"/>
                <a:ext cx="2408993" cy="5612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zh-CN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dirty="0" smtClean="0">
                    <a:solidFill>
                      <a:srgbClr val="FF0000"/>
                    </a:solidFill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077" y="6222219"/>
                <a:ext cx="2408993" cy="56124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9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9" grpId="0"/>
      <p:bldP spid="5" grpId="0"/>
      <p:bldP spid="6" grpId="0"/>
      <p:bldP spid="38" grpId="0"/>
      <p:bldP spid="7" grpId="0"/>
      <p:bldP spid="40" grpId="0"/>
      <p:bldP spid="41" grpId="0"/>
      <p:bldP spid="42" grpId="0"/>
      <p:bldP spid="8" grpId="0"/>
      <p:bldP spid="9" grpId="0"/>
      <p:bldP spid="10" grpId="0"/>
      <p:bldP spid="1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ChangeArrowheads="1"/>
          </p:cNvSpPr>
          <p:nvPr/>
        </p:nvSpPr>
        <p:spPr bwMode="auto">
          <a:xfrm>
            <a:off x="901700" y="267992"/>
            <a:ext cx="5257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二、</a:t>
            </a: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函数展开成傅里叶级数</a:t>
            </a:r>
            <a:endParaRPr lang="zh-CN" altLang="en-US" sz="2400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342019" name="Text Box 3"/>
          <p:cNvSpPr txBox="1">
            <a:spLocks noChangeArrowheads="1"/>
          </p:cNvSpPr>
          <p:nvPr/>
        </p:nvSpPr>
        <p:spPr bwMode="auto">
          <a:xfrm>
            <a:off x="1460500" y="968530"/>
            <a:ext cx="7086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 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2 .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设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是周期为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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的周期函数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且</a:t>
            </a:r>
            <a:endParaRPr kumimoji="1"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42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682762"/>
              </p:ext>
            </p:extLst>
          </p:nvPr>
        </p:nvGraphicFramePr>
        <p:xfrm>
          <a:off x="3078164" y="1393829"/>
          <a:ext cx="4553559" cy="892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268" name="Equation" r:id="rId3" imgW="5384520" imgH="1054080" progId="Equation.DSMT4">
                  <p:embed/>
                </p:oleObj>
              </mc:Choice>
              <mc:Fallback>
                <p:oleObj name="Equation" r:id="rId3" imgW="5384520" imgH="10540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8164" y="1393829"/>
                        <a:ext cx="4553559" cy="892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21" name="Text Box 5"/>
          <p:cNvSpPr txBox="1">
            <a:spLocks noChangeArrowheads="1"/>
          </p:cNvSpPr>
          <p:nvPr/>
        </p:nvSpPr>
        <p:spPr bwMode="auto">
          <a:xfrm>
            <a:off x="2508250" y="2312864"/>
            <a:ext cx="449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右端级数可逐项积分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则有</a:t>
            </a:r>
          </a:p>
        </p:txBody>
      </p:sp>
      <p:graphicFrame>
        <p:nvGraphicFramePr>
          <p:cNvPr id="342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327677"/>
              </p:ext>
            </p:extLst>
          </p:nvPr>
        </p:nvGraphicFramePr>
        <p:xfrm>
          <a:off x="2938464" y="3060701"/>
          <a:ext cx="566737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269" name="公式" r:id="rId5" imgW="190440" imgH="406080" progId="Equation.3">
                  <p:embed/>
                </p:oleObj>
              </mc:Choice>
              <mc:Fallback>
                <p:oleObj name="公式" r:id="rId5" imgW="190440" imgH="4060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464" y="3060701"/>
                        <a:ext cx="566737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858490"/>
              </p:ext>
            </p:extLst>
          </p:nvPr>
        </p:nvGraphicFramePr>
        <p:xfrm>
          <a:off x="3292477" y="2879942"/>
          <a:ext cx="5323986" cy="714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270" name="Equation" r:id="rId7" imgW="5778360" imgH="774360" progId="Equation.3">
                  <p:embed/>
                </p:oleObj>
              </mc:Choice>
              <mc:Fallback>
                <p:oleObj name="Equation" r:id="rId7" imgW="5778360" imgH="7743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2477" y="2879942"/>
                        <a:ext cx="5323986" cy="7141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676065"/>
              </p:ext>
            </p:extLst>
          </p:nvPr>
        </p:nvGraphicFramePr>
        <p:xfrm>
          <a:off x="3352802" y="3653294"/>
          <a:ext cx="5263662" cy="715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271" name="Equation" r:id="rId9" imgW="5702040" imgH="774360" progId="Equation.3">
                  <p:embed/>
                </p:oleObj>
              </mc:Choice>
              <mc:Fallback>
                <p:oleObj name="Equation" r:id="rId9" imgW="5702040" imgH="7743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2" y="3653294"/>
                        <a:ext cx="5263662" cy="7155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28" name="Text Box 12"/>
          <p:cNvSpPr txBox="1">
            <a:spLocks noChangeArrowheads="1"/>
          </p:cNvSpPr>
          <p:nvPr/>
        </p:nvSpPr>
        <p:spPr bwMode="auto">
          <a:xfrm>
            <a:off x="8547100" y="1627264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①</a:t>
            </a:r>
          </a:p>
        </p:txBody>
      </p:sp>
      <p:sp>
        <p:nvSpPr>
          <p:cNvPr id="342029" name="Text Box 13"/>
          <p:cNvSpPr txBox="1">
            <a:spLocks noChangeArrowheads="1"/>
          </p:cNvSpPr>
          <p:nvPr/>
        </p:nvSpPr>
        <p:spPr bwMode="auto">
          <a:xfrm>
            <a:off x="9448800" y="3367088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②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7BF33F-FF5A-4127-BF69-75C0E5BD8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EF48C-B9EF-4CE2-A339-34F43CF1A784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2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2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2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2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2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19" grpId="0" autoUpdateAnimBg="0"/>
      <p:bldP spid="342021" grpId="0" autoUpdateAnimBg="0"/>
      <p:bldP spid="342028" grpId="0" autoUpdateAnimBg="0"/>
      <p:bldP spid="342029" grpId="0" build="p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ChangeArrowheads="1"/>
          </p:cNvSpPr>
          <p:nvPr/>
        </p:nvSpPr>
        <p:spPr bwMode="auto">
          <a:xfrm>
            <a:off x="914400" y="346266"/>
            <a:ext cx="101990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定理</a:t>
            </a:r>
            <a:r>
              <a:rPr lang="en-US" altLang="zh-CN" sz="2400" b="1" dirty="0" smtClean="0">
                <a:solidFill>
                  <a:schemeClr val="accent2"/>
                </a:solidFill>
                <a:ea typeface="黑体" panose="02010609060101010101" pitchFamily="49" charset="-122"/>
              </a:rPr>
              <a:t>3</a:t>
            </a:r>
            <a:endParaRPr lang="en-US" altLang="zh-CN" sz="2400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346115" name="Text Box 3"/>
          <p:cNvSpPr txBox="1">
            <a:spLocks noChangeArrowheads="1"/>
          </p:cNvSpPr>
          <p:nvPr/>
        </p:nvSpPr>
        <p:spPr bwMode="auto">
          <a:xfrm>
            <a:off x="2026078" y="438299"/>
            <a:ext cx="92192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设</a:t>
            </a:r>
            <a:r>
              <a:rPr kumimoji="1" lang="zh-CN" altLang="en-US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是周期为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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的</a:t>
            </a:r>
            <a:r>
              <a:rPr kumimoji="1"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周期函数，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并满足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狄利克雷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 </a:t>
            </a:r>
            <a:r>
              <a:rPr kumimoji="1"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Dirichlet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)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条件</a:t>
            </a:r>
            <a:r>
              <a:rPr kumimoji="1" lang="en-US" altLang="zh-CN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346118" name="Text Box 6"/>
          <p:cNvSpPr txBox="1">
            <a:spLocks noChangeArrowheads="1"/>
          </p:cNvSpPr>
          <p:nvPr/>
        </p:nvSpPr>
        <p:spPr bwMode="auto">
          <a:xfrm>
            <a:off x="2623039" y="985992"/>
            <a:ext cx="7772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1)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在一个周期内连续或只有有限个第一类间断点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346119" name="Text Box 7"/>
          <p:cNvSpPr txBox="1">
            <a:spLocks noChangeArrowheads="1"/>
          </p:cNvSpPr>
          <p:nvPr/>
        </p:nvSpPr>
        <p:spPr bwMode="auto">
          <a:xfrm>
            <a:off x="2623039" y="1523858"/>
            <a:ext cx="579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2)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在一个周期内只有有限个极值点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</a:p>
        </p:txBody>
      </p:sp>
      <p:sp>
        <p:nvSpPr>
          <p:cNvPr id="346120" name="Text Box 8"/>
          <p:cNvSpPr txBox="1">
            <a:spLocks noChangeArrowheads="1"/>
          </p:cNvSpPr>
          <p:nvPr/>
        </p:nvSpPr>
        <p:spPr bwMode="auto">
          <a:xfrm>
            <a:off x="2026078" y="2067197"/>
            <a:ext cx="525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的傅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叶级数收敛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且有</a:t>
            </a:r>
          </a:p>
        </p:txBody>
      </p:sp>
      <p:graphicFrame>
        <p:nvGraphicFramePr>
          <p:cNvPr id="3461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870213"/>
              </p:ext>
            </p:extLst>
          </p:nvPr>
        </p:nvGraphicFramePr>
        <p:xfrm>
          <a:off x="2461847" y="2755874"/>
          <a:ext cx="3604845" cy="855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17" name="Equation" r:id="rId3" imgW="4444920" imgH="1054080" progId="Equation.3">
                  <p:embed/>
                </p:oleObj>
              </mc:Choice>
              <mc:Fallback>
                <p:oleObj name="Equation" r:id="rId3" imgW="4444920" imgH="10540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1847" y="2755874"/>
                        <a:ext cx="3604845" cy="8551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982990"/>
              </p:ext>
            </p:extLst>
          </p:nvPr>
        </p:nvGraphicFramePr>
        <p:xfrm>
          <a:off x="6069623" y="2619185"/>
          <a:ext cx="608012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18" name="公式" r:id="rId5" imgW="266400" imgH="507960" progId="Equation.3">
                  <p:embed/>
                </p:oleObj>
              </mc:Choice>
              <mc:Fallback>
                <p:oleObj name="公式" r:id="rId5" imgW="266400" imgH="50796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9623" y="2619185"/>
                        <a:ext cx="608012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770212"/>
              </p:ext>
            </p:extLst>
          </p:nvPr>
        </p:nvGraphicFramePr>
        <p:xfrm>
          <a:off x="6635719" y="2671804"/>
          <a:ext cx="775420" cy="349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19" name="Equation" r:id="rId7" imgW="901440" imgH="406080" progId="Equation.3">
                  <p:embed/>
                </p:oleObj>
              </mc:Choice>
              <mc:Fallback>
                <p:oleObj name="Equation" r:id="rId7" imgW="901440" imgH="4060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19" y="2671804"/>
                        <a:ext cx="775420" cy="3494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675374"/>
              </p:ext>
            </p:extLst>
          </p:nvPr>
        </p:nvGraphicFramePr>
        <p:xfrm>
          <a:off x="6635719" y="3156962"/>
          <a:ext cx="1883329" cy="741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20" name="Equation" r:id="rId9" imgW="2387520" imgH="939600" progId="Equation.3">
                  <p:embed/>
                </p:oleObj>
              </mc:Choice>
              <mc:Fallback>
                <p:oleObj name="Equation" r:id="rId9" imgW="2387520" imgH="939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19" y="3156962"/>
                        <a:ext cx="1883329" cy="7411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25" name="Text Box 13"/>
          <p:cNvSpPr txBox="1">
            <a:spLocks noChangeArrowheads="1"/>
          </p:cNvSpPr>
          <p:nvPr/>
        </p:nvSpPr>
        <p:spPr bwMode="auto">
          <a:xfrm>
            <a:off x="8584223" y="3247226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为间断点</a:t>
            </a:r>
          </a:p>
        </p:txBody>
      </p:sp>
      <p:sp>
        <p:nvSpPr>
          <p:cNvPr id="346126" name="Text Box 14"/>
          <p:cNvSpPr txBox="1">
            <a:spLocks noChangeArrowheads="1"/>
          </p:cNvSpPr>
          <p:nvPr/>
        </p:nvSpPr>
        <p:spPr bwMode="auto">
          <a:xfrm>
            <a:off x="2026078" y="3942759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其中</a:t>
            </a:r>
          </a:p>
        </p:txBody>
      </p:sp>
      <p:graphicFrame>
        <p:nvGraphicFramePr>
          <p:cNvPr id="3461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667322"/>
              </p:ext>
            </p:extLst>
          </p:nvPr>
        </p:nvGraphicFramePr>
        <p:xfrm>
          <a:off x="2763717" y="3986198"/>
          <a:ext cx="779584" cy="389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21" name="Equation" r:id="rId11" imgW="888840" imgH="444240" progId="Equation.3">
                  <p:embed/>
                </p:oleObj>
              </mc:Choice>
              <mc:Fallback>
                <p:oleObj name="Equation" r:id="rId11" imgW="888840" imgH="4442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3717" y="3986198"/>
                        <a:ext cx="779584" cy="3897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29" name="Text Box 17"/>
          <p:cNvSpPr txBox="1">
            <a:spLocks noChangeArrowheads="1"/>
          </p:cNvSpPr>
          <p:nvPr/>
        </p:nvSpPr>
        <p:spPr bwMode="auto">
          <a:xfrm>
            <a:off x="3543301" y="3950261"/>
            <a:ext cx="3810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为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的傅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叶系数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346130" name="Text Box 18"/>
          <p:cNvSpPr txBox="1">
            <a:spLocks noChangeArrowheads="1"/>
          </p:cNvSpPr>
          <p:nvPr/>
        </p:nvSpPr>
        <p:spPr bwMode="auto">
          <a:xfrm>
            <a:off x="8584223" y="2562172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为连续点</a:t>
            </a:r>
          </a:p>
        </p:txBody>
      </p:sp>
      <p:sp>
        <p:nvSpPr>
          <p:cNvPr id="346131" name="Text Box 19"/>
          <p:cNvSpPr txBox="1">
            <a:spLocks noChangeArrowheads="1"/>
          </p:cNvSpPr>
          <p:nvPr/>
        </p:nvSpPr>
        <p:spPr bwMode="auto">
          <a:xfrm>
            <a:off x="1934308" y="4831926"/>
            <a:ext cx="8920345" cy="480131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注意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 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函数展成傅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叶级数的条件比展成幂级数的条件低得多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32B856-DD76-4EA7-AAEE-FBF6741E1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18F4-8FA3-4ED4-B219-DA3A7E71699C}" type="datetime11">
              <a:rPr lang="zh-CN" altLang="en-US" smtClean="0"/>
              <a:t>20:40:11</a:t>
            </a:fld>
            <a:endParaRPr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925025" y="849118"/>
            <a:ext cx="58248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 smtClean="0">
                <a:solidFill>
                  <a:srgbClr val="ED7D31"/>
                </a:solidFill>
                <a:ea typeface="黑体" panose="02010609060101010101" pitchFamily="49" charset="-122"/>
              </a:rPr>
              <a:t>收敛定理</a:t>
            </a:r>
            <a:endParaRPr lang="en-US" altLang="zh-CN" sz="2400" b="1" dirty="0" smtClean="0">
              <a:solidFill>
                <a:srgbClr val="ED7D31"/>
              </a:solidFill>
              <a:ea typeface="黑体" panose="02010609060101010101" pitchFamily="49" charset="-122"/>
            </a:endParaRPr>
          </a:p>
          <a:p>
            <a:pPr lvl="0"/>
            <a:r>
              <a:rPr lang="en-US" altLang="zh-CN" sz="2400" b="1" dirty="0" smtClean="0">
                <a:solidFill>
                  <a:srgbClr val="ED7D31"/>
                </a:solidFill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ED7D31"/>
                </a:solidFill>
                <a:ea typeface="黑体" panose="02010609060101010101" pitchFamily="49" charset="-122"/>
              </a:rPr>
              <a:t>展开</a:t>
            </a:r>
            <a:r>
              <a:rPr lang="zh-CN" altLang="en-US" sz="2400" b="1" dirty="0" smtClean="0">
                <a:solidFill>
                  <a:srgbClr val="ED7D31"/>
                </a:solidFill>
                <a:ea typeface="黑体" panose="02010609060101010101" pitchFamily="49" charset="-122"/>
              </a:rPr>
              <a:t>定理</a:t>
            </a:r>
            <a:endParaRPr lang="en-US" altLang="zh-CN" sz="2400" dirty="0">
              <a:solidFill>
                <a:srgbClr val="ED7D31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6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6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6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6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6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4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5" grpId="0"/>
      <p:bldP spid="346118" grpId="0"/>
      <p:bldP spid="346119" grpId="0"/>
      <p:bldP spid="346120" grpId="0"/>
      <p:bldP spid="346125" grpId="0"/>
      <p:bldP spid="346126" grpId="0"/>
      <p:bldP spid="346129" grpId="0"/>
      <p:bldP spid="346130" grpId="0"/>
      <p:bldP spid="346131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ChangeArrowheads="1"/>
          </p:cNvSpPr>
          <p:nvPr/>
        </p:nvSpPr>
        <p:spPr bwMode="auto">
          <a:xfrm>
            <a:off x="987829" y="319560"/>
            <a:ext cx="1371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1.</a:t>
            </a:r>
            <a:r>
              <a:rPr lang="en-US" altLang="zh-CN" sz="2400" dirty="0"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347139" name="Text Box 3"/>
          <p:cNvSpPr txBox="1">
            <a:spLocks noChangeArrowheads="1"/>
          </p:cNvSpPr>
          <p:nvPr/>
        </p:nvSpPr>
        <p:spPr bwMode="auto">
          <a:xfrm>
            <a:off x="1739994" y="355428"/>
            <a:ext cx="7315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设</a:t>
            </a:r>
            <a:r>
              <a:rPr kumimoji="1" lang="zh-CN" altLang="en-US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是周期为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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的周期函数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它在  </a:t>
            </a:r>
          </a:p>
        </p:txBody>
      </p:sp>
      <p:sp>
        <p:nvSpPr>
          <p:cNvPr id="347140" name="Text Box 4"/>
          <p:cNvSpPr txBox="1">
            <a:spLocks noChangeArrowheads="1"/>
          </p:cNvSpPr>
          <p:nvPr/>
        </p:nvSpPr>
        <p:spPr bwMode="auto">
          <a:xfrm>
            <a:off x="8094328" y="355428"/>
            <a:ext cx="21943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上的表达式为</a:t>
            </a:r>
          </a:p>
        </p:txBody>
      </p:sp>
      <p:graphicFrame>
        <p:nvGraphicFramePr>
          <p:cNvPr id="3471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009215"/>
              </p:ext>
            </p:extLst>
          </p:nvPr>
        </p:nvGraphicFramePr>
        <p:xfrm>
          <a:off x="6875809" y="410693"/>
          <a:ext cx="1270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62" name="Equation" r:id="rId3" imgW="1269720" imgH="406080" progId="Equation.3">
                  <p:embed/>
                </p:oleObj>
              </mc:Choice>
              <mc:Fallback>
                <p:oleObj name="Equation" r:id="rId3" imgW="1269720" imgH="4060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809" y="410693"/>
                        <a:ext cx="1270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71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1310051"/>
              </p:ext>
            </p:extLst>
          </p:nvPr>
        </p:nvGraphicFramePr>
        <p:xfrm>
          <a:off x="3766130" y="882077"/>
          <a:ext cx="3327862" cy="879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63" name="Equation" r:id="rId5" imgW="3797280" imgH="1002960" progId="Equation.3">
                  <p:embed/>
                </p:oleObj>
              </mc:Choice>
              <mc:Fallback>
                <p:oleObj name="Equation" r:id="rId5" imgW="3797280" imgH="10029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6130" y="882077"/>
                        <a:ext cx="3327862" cy="8792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7143" name="Text Box 7"/>
          <p:cNvSpPr txBox="1">
            <a:spLocks noChangeArrowheads="1"/>
          </p:cNvSpPr>
          <p:nvPr/>
        </p:nvSpPr>
        <p:spPr bwMode="auto">
          <a:xfrm>
            <a:off x="992615" y="2569680"/>
            <a:ext cx="3962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先求傅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叶系数</a:t>
            </a:r>
          </a:p>
        </p:txBody>
      </p:sp>
      <p:graphicFrame>
        <p:nvGraphicFramePr>
          <p:cNvPr id="3471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67604"/>
              </p:ext>
            </p:extLst>
          </p:nvPr>
        </p:nvGraphicFramePr>
        <p:xfrm>
          <a:off x="1541779" y="3067263"/>
          <a:ext cx="2681715" cy="62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64" name="Equation" r:id="rId7" imgW="3670200" imgH="850680" progId="Equation.3">
                  <p:embed/>
                </p:oleObj>
              </mc:Choice>
              <mc:Fallback>
                <p:oleObj name="Equation" r:id="rId7" imgW="3670200" imgH="8506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1779" y="3067263"/>
                        <a:ext cx="2681715" cy="62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714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892371"/>
              </p:ext>
            </p:extLst>
          </p:nvPr>
        </p:nvGraphicFramePr>
        <p:xfrm>
          <a:off x="4308575" y="3084860"/>
          <a:ext cx="4481346" cy="651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65" name="Equation" r:id="rId9" imgW="5854680" imgH="850680" progId="Equation.3">
                  <p:embed/>
                </p:oleObj>
              </mc:Choice>
              <mc:Fallback>
                <p:oleObj name="Equation" r:id="rId9" imgW="5854680" imgH="8506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8575" y="3084860"/>
                        <a:ext cx="4481346" cy="6516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71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71260"/>
              </p:ext>
            </p:extLst>
          </p:nvPr>
        </p:nvGraphicFramePr>
        <p:xfrm>
          <a:off x="8871397" y="3269718"/>
          <a:ext cx="2708192" cy="299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66" name="公式" r:id="rId11" imgW="3670200" imgH="406080" progId="Equation.3">
                  <p:embed/>
                </p:oleObj>
              </mc:Choice>
              <mc:Fallback>
                <p:oleObj name="公式" r:id="rId11" imgW="3670200" imgH="4060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1397" y="3269718"/>
                        <a:ext cx="2708192" cy="2998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7147" name="Text Box 11"/>
          <p:cNvSpPr txBox="1">
            <a:spLocks noChangeArrowheads="1"/>
          </p:cNvSpPr>
          <p:nvPr/>
        </p:nvSpPr>
        <p:spPr bwMode="auto">
          <a:xfrm>
            <a:off x="1739994" y="1961105"/>
            <a:ext cx="4267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将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展成傅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叶级数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</a:p>
        </p:txBody>
      </p:sp>
      <p:grpSp>
        <p:nvGrpSpPr>
          <p:cNvPr id="347148" name="Group 12"/>
          <p:cNvGrpSpPr>
            <a:grpSpLocks/>
          </p:cNvGrpSpPr>
          <p:nvPr/>
        </p:nvGrpSpPr>
        <p:grpSpPr bwMode="auto">
          <a:xfrm>
            <a:off x="7447184" y="1285579"/>
            <a:ext cx="4186237" cy="1868488"/>
            <a:chOff x="2640" y="1536"/>
            <a:chExt cx="2928" cy="1307"/>
          </a:xfrm>
        </p:grpSpPr>
        <p:graphicFrame>
          <p:nvGraphicFramePr>
            <p:cNvPr id="347149" name="Object 13"/>
            <p:cNvGraphicFramePr>
              <a:graphicFrameLocks noChangeAspect="1"/>
            </p:cNvGraphicFramePr>
            <p:nvPr/>
          </p:nvGraphicFramePr>
          <p:xfrm>
            <a:off x="4032" y="2256"/>
            <a:ext cx="169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767" name="公式" r:id="rId13" imgW="126720" imgH="139680" progId="Equation.3">
                    <p:embed/>
                  </p:oleObj>
                </mc:Choice>
                <mc:Fallback>
                  <p:oleObj name="公式" r:id="rId13" imgW="126720" imgH="13968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256"/>
                          <a:ext cx="169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7150" name="Object 14"/>
            <p:cNvGraphicFramePr>
              <a:graphicFrameLocks noChangeAspect="1"/>
            </p:cNvGraphicFramePr>
            <p:nvPr/>
          </p:nvGraphicFramePr>
          <p:xfrm>
            <a:off x="4032" y="1536"/>
            <a:ext cx="236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768" name="公式" r:id="rId15" imgW="139680" imgH="164880" progId="Equation.3">
                    <p:embed/>
                  </p:oleObj>
                </mc:Choice>
                <mc:Fallback>
                  <p:oleObj name="公式" r:id="rId15" imgW="139680" imgH="16488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536"/>
                          <a:ext cx="236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7151" name="Object 15"/>
            <p:cNvGraphicFramePr>
              <a:graphicFrameLocks noChangeAspect="1"/>
            </p:cNvGraphicFramePr>
            <p:nvPr/>
          </p:nvGraphicFramePr>
          <p:xfrm>
            <a:off x="5356" y="2256"/>
            <a:ext cx="21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769" name="公式" r:id="rId17" imgW="126720" imgH="139680" progId="Equation.3">
                    <p:embed/>
                  </p:oleObj>
                </mc:Choice>
                <mc:Fallback>
                  <p:oleObj name="公式" r:id="rId17" imgW="126720" imgH="13968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6" y="2256"/>
                          <a:ext cx="21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7152" name="Line 16"/>
            <p:cNvSpPr>
              <a:spLocks noChangeShapeType="1"/>
            </p:cNvSpPr>
            <p:nvPr/>
          </p:nvSpPr>
          <p:spPr bwMode="auto">
            <a:xfrm>
              <a:off x="2640" y="2246"/>
              <a:ext cx="28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47153" name="Line 17"/>
            <p:cNvSpPr>
              <a:spLocks noChangeShapeType="1"/>
            </p:cNvSpPr>
            <p:nvPr/>
          </p:nvSpPr>
          <p:spPr bwMode="auto">
            <a:xfrm flipV="1">
              <a:off x="4004" y="1632"/>
              <a:ext cx="0" cy="1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pSp>
        <p:nvGrpSpPr>
          <p:cNvPr id="347154" name="Group 18"/>
          <p:cNvGrpSpPr>
            <a:grpSpLocks/>
          </p:cNvGrpSpPr>
          <p:nvPr/>
        </p:nvGrpSpPr>
        <p:grpSpPr bwMode="auto">
          <a:xfrm>
            <a:off x="8613995" y="1491955"/>
            <a:ext cx="1441450" cy="1649413"/>
            <a:chOff x="3456" y="1680"/>
            <a:chExt cx="1008" cy="1154"/>
          </a:xfrm>
        </p:grpSpPr>
        <p:graphicFrame>
          <p:nvGraphicFramePr>
            <p:cNvPr id="347155" name="Object 19"/>
            <p:cNvGraphicFramePr>
              <a:graphicFrameLocks noChangeAspect="1"/>
            </p:cNvGraphicFramePr>
            <p:nvPr/>
          </p:nvGraphicFramePr>
          <p:xfrm>
            <a:off x="4080" y="2640"/>
            <a:ext cx="240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770" name="公式" r:id="rId19" imgW="203040" imgH="164880" progId="Equation.3">
                    <p:embed/>
                  </p:oleObj>
                </mc:Choice>
                <mc:Fallback>
                  <p:oleObj name="公式" r:id="rId19" imgW="203040" imgH="16488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2640"/>
                          <a:ext cx="240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7156" name="Object 20"/>
            <p:cNvGraphicFramePr>
              <a:graphicFrameLocks noChangeAspect="1"/>
            </p:cNvGraphicFramePr>
            <p:nvPr/>
          </p:nvGraphicFramePr>
          <p:xfrm>
            <a:off x="3456" y="2256"/>
            <a:ext cx="43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771" name="公式" r:id="rId21" imgW="253800" imgH="139680" progId="Equation.3">
                    <p:embed/>
                  </p:oleObj>
                </mc:Choice>
                <mc:Fallback>
                  <p:oleObj name="公式" r:id="rId21" imgW="253800" imgH="13968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256"/>
                          <a:ext cx="43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7157" name="Line 21"/>
            <p:cNvSpPr>
              <a:spLocks noChangeShapeType="1"/>
            </p:cNvSpPr>
            <p:nvPr/>
          </p:nvSpPr>
          <p:spPr bwMode="auto">
            <a:xfrm>
              <a:off x="4330" y="1805"/>
              <a:ext cx="0" cy="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47158" name="Line 22"/>
            <p:cNvSpPr>
              <a:spLocks noChangeShapeType="1"/>
            </p:cNvSpPr>
            <p:nvPr/>
          </p:nvSpPr>
          <p:spPr bwMode="auto">
            <a:xfrm>
              <a:off x="4023" y="1805"/>
              <a:ext cx="326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47159" name="Line 23"/>
            <p:cNvSpPr>
              <a:spLocks noChangeShapeType="1"/>
            </p:cNvSpPr>
            <p:nvPr/>
          </p:nvSpPr>
          <p:spPr bwMode="auto">
            <a:xfrm>
              <a:off x="3658" y="2274"/>
              <a:ext cx="0" cy="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47160" name="Line 24"/>
            <p:cNvSpPr>
              <a:spLocks noChangeShapeType="1"/>
            </p:cNvSpPr>
            <p:nvPr/>
          </p:nvSpPr>
          <p:spPr bwMode="auto">
            <a:xfrm>
              <a:off x="3658" y="2728"/>
              <a:ext cx="326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47161" name="Oval 25"/>
            <p:cNvSpPr>
              <a:spLocks noChangeArrowheads="1"/>
            </p:cNvSpPr>
            <p:nvPr/>
          </p:nvSpPr>
          <p:spPr bwMode="auto">
            <a:xfrm>
              <a:off x="3974" y="2702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47162" name="Oval 26"/>
            <p:cNvSpPr>
              <a:spLocks noChangeArrowheads="1"/>
            </p:cNvSpPr>
            <p:nvPr/>
          </p:nvSpPr>
          <p:spPr bwMode="auto">
            <a:xfrm>
              <a:off x="3636" y="2221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47163" name="Oval 27"/>
            <p:cNvSpPr>
              <a:spLocks noChangeArrowheads="1"/>
            </p:cNvSpPr>
            <p:nvPr/>
          </p:nvSpPr>
          <p:spPr bwMode="auto">
            <a:xfrm>
              <a:off x="4311" y="1775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graphicFrame>
          <p:nvGraphicFramePr>
            <p:cNvPr id="347164" name="Object 28"/>
            <p:cNvGraphicFramePr>
              <a:graphicFrameLocks noChangeAspect="1"/>
            </p:cNvGraphicFramePr>
            <p:nvPr/>
          </p:nvGraphicFramePr>
          <p:xfrm>
            <a:off x="3857" y="1680"/>
            <a:ext cx="12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772" name="公式" r:id="rId23" imgW="88560" imgH="164880" progId="Equation.3">
                    <p:embed/>
                  </p:oleObj>
                </mc:Choice>
                <mc:Fallback>
                  <p:oleObj name="公式" r:id="rId23" imgW="88560" imgH="16488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7" y="1680"/>
                          <a:ext cx="12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7165" name="Object 29"/>
            <p:cNvGraphicFramePr>
              <a:graphicFrameLocks noChangeAspect="1"/>
            </p:cNvGraphicFramePr>
            <p:nvPr/>
          </p:nvGraphicFramePr>
          <p:xfrm>
            <a:off x="4224" y="2256"/>
            <a:ext cx="24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773" name="公式" r:id="rId25" imgW="139680" imgH="139680" progId="Equation.3">
                    <p:embed/>
                  </p:oleObj>
                </mc:Choice>
                <mc:Fallback>
                  <p:oleObj name="公式" r:id="rId25" imgW="139680" imgH="13968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256"/>
                          <a:ext cx="24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7166" name="Oval 30"/>
            <p:cNvSpPr>
              <a:spLocks noChangeArrowheads="1"/>
            </p:cNvSpPr>
            <p:nvPr/>
          </p:nvSpPr>
          <p:spPr bwMode="auto">
            <a:xfrm>
              <a:off x="4311" y="2221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47167" name="Oval 31"/>
            <p:cNvSpPr>
              <a:spLocks noChangeArrowheads="1"/>
            </p:cNvSpPr>
            <p:nvPr/>
          </p:nvSpPr>
          <p:spPr bwMode="auto">
            <a:xfrm>
              <a:off x="3980" y="2221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pSp>
        <p:nvGrpSpPr>
          <p:cNvPr id="347168" name="Group 32"/>
          <p:cNvGrpSpPr>
            <a:grpSpLocks/>
          </p:cNvGrpSpPr>
          <p:nvPr/>
        </p:nvGrpSpPr>
        <p:grpSpPr bwMode="auto">
          <a:xfrm>
            <a:off x="7463058" y="1628479"/>
            <a:ext cx="3905250" cy="1379538"/>
            <a:chOff x="2651" y="1776"/>
            <a:chExt cx="2732" cy="965"/>
          </a:xfrm>
        </p:grpSpPr>
        <p:sp>
          <p:nvSpPr>
            <p:cNvPr id="347169" name="Oval 33"/>
            <p:cNvSpPr>
              <a:spLocks noChangeArrowheads="1"/>
            </p:cNvSpPr>
            <p:nvPr/>
          </p:nvSpPr>
          <p:spPr bwMode="auto">
            <a:xfrm>
              <a:off x="4657" y="2695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grpSp>
          <p:nvGrpSpPr>
            <p:cNvPr id="347170" name="Group 34"/>
            <p:cNvGrpSpPr>
              <a:grpSpLocks/>
            </p:cNvGrpSpPr>
            <p:nvPr/>
          </p:nvGrpSpPr>
          <p:grpSpPr bwMode="auto">
            <a:xfrm>
              <a:off x="2651" y="1776"/>
              <a:ext cx="2732" cy="965"/>
              <a:chOff x="2651" y="1776"/>
              <a:chExt cx="2732" cy="965"/>
            </a:xfrm>
          </p:grpSpPr>
          <p:sp>
            <p:nvSpPr>
              <p:cNvPr id="347171" name="Line 35"/>
              <p:cNvSpPr>
                <a:spLocks noChangeShapeType="1"/>
              </p:cNvSpPr>
              <p:nvPr/>
            </p:nvSpPr>
            <p:spPr bwMode="auto">
              <a:xfrm>
                <a:off x="3310" y="1805"/>
                <a:ext cx="2" cy="9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72" name="Line 36"/>
              <p:cNvSpPr>
                <a:spLocks noChangeShapeType="1"/>
              </p:cNvSpPr>
              <p:nvPr/>
            </p:nvSpPr>
            <p:spPr bwMode="auto">
              <a:xfrm flipV="1">
                <a:off x="3656" y="1818"/>
                <a:ext cx="0" cy="4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73" name="Line 37"/>
              <p:cNvSpPr>
                <a:spLocks noChangeShapeType="1"/>
              </p:cNvSpPr>
              <p:nvPr/>
            </p:nvSpPr>
            <p:spPr bwMode="auto">
              <a:xfrm>
                <a:off x="4330" y="2728"/>
                <a:ext cx="327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74" name="Line 38"/>
              <p:cNvSpPr>
                <a:spLocks noChangeShapeType="1"/>
              </p:cNvSpPr>
              <p:nvPr/>
            </p:nvSpPr>
            <p:spPr bwMode="auto">
              <a:xfrm>
                <a:off x="4704" y="1805"/>
                <a:ext cx="32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75" name="Line 39"/>
              <p:cNvSpPr>
                <a:spLocks noChangeShapeType="1"/>
              </p:cNvSpPr>
              <p:nvPr/>
            </p:nvSpPr>
            <p:spPr bwMode="auto">
              <a:xfrm>
                <a:off x="5011" y="1805"/>
                <a:ext cx="0" cy="9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76" name="Line 40"/>
              <p:cNvSpPr>
                <a:spLocks noChangeShapeType="1"/>
              </p:cNvSpPr>
              <p:nvPr/>
            </p:nvSpPr>
            <p:spPr bwMode="auto">
              <a:xfrm>
                <a:off x="5011" y="2728"/>
                <a:ext cx="327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77" name="Oval 41"/>
              <p:cNvSpPr>
                <a:spLocks noChangeArrowheads="1"/>
              </p:cNvSpPr>
              <p:nvPr/>
            </p:nvSpPr>
            <p:spPr bwMode="auto">
              <a:xfrm>
                <a:off x="5338" y="2696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78" name="Line 42"/>
              <p:cNvSpPr>
                <a:spLocks noChangeShapeType="1"/>
              </p:cNvSpPr>
              <p:nvPr/>
            </p:nvSpPr>
            <p:spPr bwMode="auto">
              <a:xfrm>
                <a:off x="3339" y="1805"/>
                <a:ext cx="32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79" name="Line 43"/>
              <p:cNvSpPr>
                <a:spLocks noChangeShapeType="1"/>
              </p:cNvSpPr>
              <p:nvPr/>
            </p:nvSpPr>
            <p:spPr bwMode="auto">
              <a:xfrm>
                <a:off x="2651" y="1805"/>
                <a:ext cx="32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80" name="Line 44"/>
              <p:cNvSpPr>
                <a:spLocks noChangeShapeType="1"/>
              </p:cNvSpPr>
              <p:nvPr/>
            </p:nvSpPr>
            <p:spPr bwMode="auto">
              <a:xfrm>
                <a:off x="2958" y="1805"/>
                <a:ext cx="0" cy="9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81" name="Line 45"/>
              <p:cNvSpPr>
                <a:spLocks noChangeShapeType="1"/>
              </p:cNvSpPr>
              <p:nvPr/>
            </p:nvSpPr>
            <p:spPr bwMode="auto">
              <a:xfrm>
                <a:off x="2958" y="2728"/>
                <a:ext cx="327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82" name="Oval 46"/>
              <p:cNvSpPr>
                <a:spLocks noChangeArrowheads="1"/>
              </p:cNvSpPr>
              <p:nvPr/>
            </p:nvSpPr>
            <p:spPr bwMode="auto">
              <a:xfrm>
                <a:off x="3285" y="2696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83" name="Line 47"/>
              <p:cNvSpPr>
                <a:spLocks noChangeShapeType="1"/>
              </p:cNvSpPr>
              <p:nvPr/>
            </p:nvSpPr>
            <p:spPr bwMode="auto">
              <a:xfrm>
                <a:off x="4678" y="1805"/>
                <a:ext cx="0" cy="9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84" name="Oval 48"/>
              <p:cNvSpPr>
                <a:spLocks noChangeArrowheads="1"/>
              </p:cNvSpPr>
              <p:nvPr/>
            </p:nvSpPr>
            <p:spPr bwMode="auto">
              <a:xfrm>
                <a:off x="4656" y="2221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85" name="Oval 49"/>
              <p:cNvSpPr>
                <a:spLocks noChangeArrowheads="1"/>
              </p:cNvSpPr>
              <p:nvPr/>
            </p:nvSpPr>
            <p:spPr bwMode="auto">
              <a:xfrm>
                <a:off x="4992" y="2221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86" name="Oval 50"/>
              <p:cNvSpPr>
                <a:spLocks noChangeArrowheads="1"/>
              </p:cNvSpPr>
              <p:nvPr/>
            </p:nvSpPr>
            <p:spPr bwMode="auto">
              <a:xfrm>
                <a:off x="3291" y="2221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87" name="Oval 51"/>
              <p:cNvSpPr>
                <a:spLocks noChangeArrowheads="1"/>
              </p:cNvSpPr>
              <p:nvPr/>
            </p:nvSpPr>
            <p:spPr bwMode="auto">
              <a:xfrm>
                <a:off x="2928" y="2221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88" name="Oval 52"/>
              <p:cNvSpPr>
                <a:spLocks noChangeArrowheads="1"/>
              </p:cNvSpPr>
              <p:nvPr/>
            </p:nvSpPr>
            <p:spPr bwMode="auto">
              <a:xfrm>
                <a:off x="4985" y="1776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89" name="Oval 53"/>
              <p:cNvSpPr>
                <a:spLocks noChangeArrowheads="1"/>
              </p:cNvSpPr>
              <p:nvPr/>
            </p:nvSpPr>
            <p:spPr bwMode="auto">
              <a:xfrm>
                <a:off x="3628" y="1776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90" name="Oval 54"/>
              <p:cNvSpPr>
                <a:spLocks noChangeArrowheads="1"/>
              </p:cNvSpPr>
              <p:nvPr/>
            </p:nvSpPr>
            <p:spPr bwMode="auto">
              <a:xfrm>
                <a:off x="2928" y="1776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47191" name="Line 55"/>
              <p:cNvSpPr>
                <a:spLocks noChangeShapeType="1"/>
              </p:cNvSpPr>
              <p:nvPr/>
            </p:nvSpPr>
            <p:spPr bwMode="auto">
              <a:xfrm flipV="1">
                <a:off x="4334" y="2301"/>
                <a:ext cx="0" cy="4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</p:grp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D49586E-C24C-4623-95E2-B90487BDC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192B9-AD9F-41C8-9F90-8E94506E18CE}" type="datetime11">
              <a:rPr lang="zh-CN" altLang="en-US" smtClean="0"/>
              <a:t>20:40:11</a:t>
            </a:fld>
            <a:endParaRPr lang="en-US" altLang="zh-CN" dirty="0"/>
          </a:p>
        </p:txBody>
      </p:sp>
      <p:graphicFrame>
        <p:nvGraphicFramePr>
          <p:cNvPr id="5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1425929"/>
              </p:ext>
            </p:extLst>
          </p:nvPr>
        </p:nvGraphicFramePr>
        <p:xfrm>
          <a:off x="1541779" y="3727230"/>
          <a:ext cx="2667000" cy="633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74" name="Equation" r:id="rId27" imgW="3581280" imgH="850680" progId="Equation.3">
                  <p:embed/>
                </p:oleObj>
              </mc:Choice>
              <mc:Fallback>
                <p:oleObj name="Equation" r:id="rId27" imgW="3581280" imgH="850680" progId="Equation.3">
                  <p:embed/>
                  <p:pic>
                    <p:nvPicPr>
                      <p:cNvPr id="3481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1779" y="3727230"/>
                        <a:ext cx="2667000" cy="633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623272"/>
              </p:ext>
            </p:extLst>
          </p:nvPr>
        </p:nvGraphicFramePr>
        <p:xfrm>
          <a:off x="4223494" y="3743439"/>
          <a:ext cx="3964209" cy="600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75" name="Equation" r:id="rId29" imgW="5626080" imgH="850680" progId="Equation.3">
                  <p:embed/>
                </p:oleObj>
              </mc:Choice>
              <mc:Fallback>
                <p:oleObj name="Equation" r:id="rId29" imgW="5626080" imgH="850680" progId="Equation.3">
                  <p:embed/>
                  <p:pic>
                    <p:nvPicPr>
                      <p:cNvPr id="3481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3494" y="3743439"/>
                        <a:ext cx="3964209" cy="6000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527101"/>
              </p:ext>
            </p:extLst>
          </p:nvPr>
        </p:nvGraphicFramePr>
        <p:xfrm>
          <a:off x="8205150" y="3757931"/>
          <a:ext cx="1755249" cy="593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76" name="Equation" r:id="rId31" imgW="2514600" imgH="850680" progId="Equation.3">
                  <p:embed/>
                </p:oleObj>
              </mc:Choice>
              <mc:Fallback>
                <p:oleObj name="Equation" r:id="rId31" imgW="2514600" imgH="850680" progId="Equation.3">
                  <p:embed/>
                  <p:pic>
                    <p:nvPicPr>
                      <p:cNvPr id="3481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5150" y="3757931"/>
                        <a:ext cx="1755249" cy="5939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2147120"/>
              </p:ext>
            </p:extLst>
          </p:nvPr>
        </p:nvGraphicFramePr>
        <p:xfrm>
          <a:off x="1860842" y="4538346"/>
          <a:ext cx="1905288" cy="65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77" name="Equation" r:id="rId33" imgW="2463480" imgH="850680" progId="Equation.3">
                  <p:embed/>
                </p:oleObj>
              </mc:Choice>
              <mc:Fallback>
                <p:oleObj name="Equation" r:id="rId33" imgW="2463480" imgH="850680" progId="Equation.3">
                  <p:embed/>
                  <p:pic>
                    <p:nvPicPr>
                      <p:cNvPr id="3481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842" y="4538346"/>
                        <a:ext cx="1905288" cy="65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242275"/>
              </p:ext>
            </p:extLst>
          </p:nvPr>
        </p:nvGraphicFramePr>
        <p:xfrm>
          <a:off x="3813579" y="4520779"/>
          <a:ext cx="494996" cy="737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78" name="Equation" r:id="rId35" imgW="672840" imgH="1002960" progId="Equation.3">
                  <p:embed/>
                </p:oleObj>
              </mc:Choice>
              <mc:Fallback>
                <p:oleObj name="Equation" r:id="rId35" imgW="672840" imgH="1002960" progId="Equation.3">
                  <p:embed/>
                  <p:pic>
                    <p:nvPicPr>
                      <p:cNvPr id="3481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3579" y="4520779"/>
                        <a:ext cx="494996" cy="7378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3758168"/>
              </p:ext>
            </p:extLst>
          </p:nvPr>
        </p:nvGraphicFramePr>
        <p:xfrm>
          <a:off x="4279418" y="4340353"/>
          <a:ext cx="423247" cy="535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79" name="Equation" r:id="rId37" imgW="672840" imgH="850680" progId="Equation.3">
                  <p:embed/>
                </p:oleObj>
              </mc:Choice>
              <mc:Fallback>
                <p:oleObj name="Equation" r:id="rId37" imgW="672840" imgH="850680" progId="Equation.3">
                  <p:embed/>
                  <p:pic>
                    <p:nvPicPr>
                      <p:cNvPr id="34816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9418" y="4340353"/>
                        <a:ext cx="423247" cy="535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718039"/>
              </p:ext>
            </p:extLst>
          </p:nvPr>
        </p:nvGraphicFramePr>
        <p:xfrm>
          <a:off x="4279418" y="5037745"/>
          <a:ext cx="270847" cy="289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80" name="Equation" r:id="rId39" imgW="368280" imgH="393480" progId="Equation.3">
                  <p:embed/>
                </p:oleObj>
              </mc:Choice>
              <mc:Fallback>
                <p:oleObj name="Equation" r:id="rId39" imgW="368280" imgH="393480" progId="Equation.3">
                  <p:embed/>
                  <p:pic>
                    <p:nvPicPr>
                      <p:cNvPr id="34817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9418" y="5037745"/>
                        <a:ext cx="270847" cy="2895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828642"/>
              </p:ext>
            </p:extLst>
          </p:nvPr>
        </p:nvGraphicFramePr>
        <p:xfrm>
          <a:off x="4773304" y="4514516"/>
          <a:ext cx="1783853" cy="317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81" name="Equation" r:id="rId41" imgW="2425680" imgH="431640" progId="Equation.3">
                  <p:embed/>
                </p:oleObj>
              </mc:Choice>
              <mc:Fallback>
                <p:oleObj name="Equation" r:id="rId41" imgW="2425680" imgH="431640" progId="Equation.3">
                  <p:embed/>
                  <p:pic>
                    <p:nvPicPr>
                      <p:cNvPr id="34817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3304" y="4514516"/>
                        <a:ext cx="1783853" cy="3175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824108"/>
              </p:ext>
            </p:extLst>
          </p:nvPr>
        </p:nvGraphicFramePr>
        <p:xfrm>
          <a:off x="4773304" y="5010774"/>
          <a:ext cx="1858569" cy="317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82" name="Equation" r:id="rId43" imgW="2527200" imgH="431640" progId="Equation.3">
                  <p:embed/>
                </p:oleObj>
              </mc:Choice>
              <mc:Fallback>
                <p:oleObj name="Equation" r:id="rId43" imgW="2527200" imgH="431640" progId="Equation.3">
                  <p:embed/>
                  <p:pic>
                    <p:nvPicPr>
                      <p:cNvPr id="34817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3304" y="5010774"/>
                        <a:ext cx="1858569" cy="3175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974952"/>
              </p:ext>
            </p:extLst>
          </p:nvPr>
        </p:nvGraphicFramePr>
        <p:xfrm>
          <a:off x="1137661" y="5422499"/>
          <a:ext cx="2288985" cy="675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83" name="Equation" r:id="rId45" imgW="2882880" imgH="850680" progId="Equation.3">
                  <p:embed/>
                </p:oleObj>
              </mc:Choice>
              <mc:Fallback>
                <p:oleObj name="Equation" r:id="rId45" imgW="2882880" imgH="850680" progId="Equation.3">
                  <p:embed/>
                  <p:pic>
                    <p:nvPicPr>
                      <p:cNvPr id="34817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7661" y="5422499"/>
                        <a:ext cx="2288985" cy="6756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090558"/>
              </p:ext>
            </p:extLst>
          </p:nvPr>
        </p:nvGraphicFramePr>
        <p:xfrm>
          <a:off x="3444002" y="5422499"/>
          <a:ext cx="1099116" cy="675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84" name="Equation" r:id="rId47" imgW="1384200" imgH="850680" progId="Equation.3">
                  <p:embed/>
                </p:oleObj>
              </mc:Choice>
              <mc:Fallback>
                <p:oleObj name="Equation" r:id="rId47" imgW="1384200" imgH="850680" progId="Equation.3">
                  <p:embed/>
                  <p:pic>
                    <p:nvPicPr>
                      <p:cNvPr id="34817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002" y="5422499"/>
                        <a:ext cx="1099116" cy="6756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858677"/>
              </p:ext>
            </p:extLst>
          </p:nvPr>
        </p:nvGraphicFramePr>
        <p:xfrm>
          <a:off x="4550265" y="5414803"/>
          <a:ext cx="3136010" cy="675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85" name="Equation" r:id="rId49" imgW="3949560" imgH="850680" progId="Equation.3">
                  <p:embed/>
                </p:oleObj>
              </mc:Choice>
              <mc:Fallback>
                <p:oleObj name="Equation" r:id="rId49" imgW="3949560" imgH="850680" progId="Equation.3">
                  <p:embed/>
                  <p:pic>
                    <p:nvPicPr>
                      <p:cNvPr id="34817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0265" y="5414803"/>
                        <a:ext cx="3136010" cy="6756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3969687"/>
              </p:ext>
            </p:extLst>
          </p:nvPr>
        </p:nvGraphicFramePr>
        <p:xfrm>
          <a:off x="7504368" y="5546022"/>
          <a:ext cx="252091" cy="428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86" name="Equation" r:id="rId51" imgW="126720" imgH="215640" progId="Equation.3">
                  <p:embed/>
                </p:oleObj>
              </mc:Choice>
              <mc:Fallback>
                <p:oleObj name="Equation" r:id="rId51" imgW="126720" imgH="215640" progId="Equation.3">
                  <p:embed/>
                  <p:pic>
                    <p:nvPicPr>
                      <p:cNvPr id="34817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4368" y="5546022"/>
                        <a:ext cx="252091" cy="4285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5018195"/>
              </p:ext>
            </p:extLst>
          </p:nvPr>
        </p:nvGraphicFramePr>
        <p:xfrm>
          <a:off x="2378502" y="6320223"/>
          <a:ext cx="4343525" cy="322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87" name="Equation" r:id="rId53" imgW="5473440" imgH="406080" progId="Equation.3">
                  <p:embed/>
                </p:oleObj>
              </mc:Choice>
              <mc:Fallback>
                <p:oleObj name="Equation" r:id="rId53" imgW="5473440" imgH="406080" progId="Equation.3">
                  <p:embed/>
                  <p:pic>
                    <p:nvPicPr>
                      <p:cNvPr id="34817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502" y="6320223"/>
                        <a:ext cx="4343525" cy="3226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268809"/>
              </p:ext>
            </p:extLst>
          </p:nvPr>
        </p:nvGraphicFramePr>
        <p:xfrm>
          <a:off x="8253162" y="5309271"/>
          <a:ext cx="2982542" cy="314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88" name="Equation" r:id="rId55" imgW="4089240" imgH="431640" progId="Equation.3">
                  <p:embed/>
                </p:oleObj>
              </mc:Choice>
              <mc:Fallback>
                <p:oleObj name="Equation" r:id="rId55" imgW="4089240" imgH="431640" progId="Equation.3">
                  <p:embed/>
                  <p:pic>
                    <p:nvPicPr>
                      <p:cNvPr id="349256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3162" y="5309271"/>
                        <a:ext cx="2982542" cy="314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Text Box 6"/>
          <p:cNvSpPr txBox="1">
            <a:spLocks noChangeArrowheads="1"/>
          </p:cNvSpPr>
          <p:nvPr/>
        </p:nvSpPr>
        <p:spPr bwMode="auto">
          <a:xfrm>
            <a:off x="8187703" y="5744268"/>
            <a:ext cx="3048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+mj-ea"/>
                <a:ea typeface="+mj-ea"/>
              </a:rPr>
              <a:t>时</a:t>
            </a:r>
            <a:r>
              <a:rPr kumimoji="1" lang="en-US" altLang="zh-CN" sz="2400" dirty="0">
                <a:latin typeface="+mj-ea"/>
                <a:ea typeface="+mj-ea"/>
              </a:rPr>
              <a:t>,</a:t>
            </a:r>
            <a:r>
              <a:rPr kumimoji="1" lang="zh-CN" altLang="en-US" sz="2400" dirty="0">
                <a:latin typeface="+mj-ea"/>
                <a:ea typeface="+mj-ea"/>
              </a:rPr>
              <a:t>级数收敛于</a:t>
            </a:r>
          </a:p>
        </p:txBody>
      </p:sp>
      <p:graphicFrame>
        <p:nvGraphicFramePr>
          <p:cNvPr id="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016769"/>
              </p:ext>
            </p:extLst>
          </p:nvPr>
        </p:nvGraphicFramePr>
        <p:xfrm>
          <a:off x="10375088" y="5739476"/>
          <a:ext cx="1057164" cy="621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89" name="Equation" r:id="rId57" imgW="1447560" imgH="850680" progId="Equation.3">
                  <p:embed/>
                </p:oleObj>
              </mc:Choice>
              <mc:Fallback>
                <p:oleObj name="Equation" r:id="rId57" imgW="1447560" imgH="850680" progId="Equation.3">
                  <p:embed/>
                  <p:pic>
                    <p:nvPicPr>
                      <p:cNvPr id="3491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75088" y="5739476"/>
                        <a:ext cx="1057164" cy="6213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7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7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7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43" grpId="0"/>
      <p:bldP spid="74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ChangeArrowheads="1"/>
          </p:cNvSpPr>
          <p:nvPr/>
        </p:nvSpPr>
        <p:spPr bwMode="auto">
          <a:xfrm>
            <a:off x="937182" y="461859"/>
            <a:ext cx="2286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 smtClean="0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 dirty="0" smtClean="0">
                <a:solidFill>
                  <a:schemeClr val="accent2"/>
                </a:solidFill>
                <a:ea typeface="黑体" panose="02010609060101010101" pitchFamily="49" charset="-122"/>
              </a:rPr>
              <a:t>2.</a:t>
            </a:r>
            <a:r>
              <a:rPr lang="en-US" altLang="zh-CN" sz="2400" dirty="0" smtClean="0"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</a:rPr>
              <a:t>将函数</a:t>
            </a:r>
            <a:endParaRPr lang="zh-CN" altLang="en-US" sz="2400" dirty="0">
              <a:ea typeface="黑体" panose="02010609060101010101" pitchFamily="49" charset="-122"/>
            </a:endParaRPr>
          </a:p>
        </p:txBody>
      </p:sp>
      <p:graphicFrame>
        <p:nvGraphicFramePr>
          <p:cNvPr id="3502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803232"/>
              </p:ext>
            </p:extLst>
          </p:nvPr>
        </p:nvGraphicFramePr>
        <p:xfrm>
          <a:off x="2640218" y="373996"/>
          <a:ext cx="2835139" cy="73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71" name="Equation" r:id="rId3" imgW="3860640" imgH="1002960" progId="Equation.3">
                  <p:embed/>
                </p:oleObj>
              </mc:Choice>
              <mc:Fallback>
                <p:oleObj name="Equation" r:id="rId3" imgW="3860640" imgH="10029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218" y="373996"/>
                        <a:ext cx="2835139" cy="73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12" name="Text Box 4"/>
          <p:cNvSpPr txBox="1">
            <a:spLocks noChangeArrowheads="1"/>
          </p:cNvSpPr>
          <p:nvPr/>
        </p:nvSpPr>
        <p:spPr bwMode="auto">
          <a:xfrm>
            <a:off x="7090094" y="532676"/>
            <a:ext cx="2819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级数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kumimoji="1"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50213" name="Group 5"/>
          <p:cNvGrpSpPr>
            <a:grpSpLocks/>
          </p:cNvGrpSpPr>
          <p:nvPr/>
        </p:nvGrpSpPr>
        <p:grpSpPr bwMode="auto">
          <a:xfrm>
            <a:off x="7090094" y="1243630"/>
            <a:ext cx="4186238" cy="1096962"/>
            <a:chOff x="2544" y="1344"/>
            <a:chExt cx="2928" cy="768"/>
          </a:xfrm>
        </p:grpSpPr>
        <p:graphicFrame>
          <p:nvGraphicFramePr>
            <p:cNvPr id="350214" name="Object 6"/>
            <p:cNvGraphicFramePr>
              <a:graphicFrameLocks noChangeAspect="1"/>
            </p:cNvGraphicFramePr>
            <p:nvPr/>
          </p:nvGraphicFramePr>
          <p:xfrm>
            <a:off x="3360" y="1920"/>
            <a:ext cx="163" cy="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972" name="公式" r:id="rId5" imgW="126720" imgH="75960" progId="Equation.3">
                    <p:embed/>
                  </p:oleObj>
                </mc:Choice>
                <mc:Fallback>
                  <p:oleObj name="公式" r:id="rId5" imgW="126720" imgH="7596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1920"/>
                          <a:ext cx="163" cy="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50215" name="Group 7"/>
            <p:cNvGrpSpPr>
              <a:grpSpLocks/>
            </p:cNvGrpSpPr>
            <p:nvPr/>
          </p:nvGrpSpPr>
          <p:grpSpPr bwMode="auto">
            <a:xfrm>
              <a:off x="2544" y="1344"/>
              <a:ext cx="2928" cy="768"/>
              <a:chOff x="2544" y="1344"/>
              <a:chExt cx="2928" cy="768"/>
            </a:xfrm>
          </p:grpSpPr>
          <p:graphicFrame>
            <p:nvGraphicFramePr>
              <p:cNvPr id="350216" name="Object 8"/>
              <p:cNvGraphicFramePr>
                <a:graphicFrameLocks noChangeAspect="1"/>
              </p:cNvGraphicFramePr>
              <p:nvPr/>
            </p:nvGraphicFramePr>
            <p:xfrm>
              <a:off x="4176" y="1873"/>
              <a:ext cx="240" cy="2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0973" name="公式" r:id="rId7" imgW="139680" imgH="139680" progId="Equation.3">
                      <p:embed/>
                    </p:oleObj>
                  </mc:Choice>
                  <mc:Fallback>
                    <p:oleObj name="公式" r:id="rId7" imgW="139680" imgH="13968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6" y="1873"/>
                            <a:ext cx="240" cy="2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0217" name="Object 9"/>
              <p:cNvGraphicFramePr>
                <a:graphicFrameLocks noChangeAspect="1"/>
              </p:cNvGraphicFramePr>
              <p:nvPr/>
            </p:nvGraphicFramePr>
            <p:xfrm>
              <a:off x="3456" y="1872"/>
              <a:ext cx="24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0974" name="公式" r:id="rId9" imgW="139680" imgH="139680" progId="Equation.3">
                      <p:embed/>
                    </p:oleObj>
                  </mc:Choice>
                  <mc:Fallback>
                    <p:oleObj name="公式" r:id="rId9" imgW="139680" imgH="13968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56" y="1872"/>
                            <a:ext cx="240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0218" name="Object 10"/>
              <p:cNvGraphicFramePr>
                <a:graphicFrameLocks noChangeAspect="1"/>
              </p:cNvGraphicFramePr>
              <p:nvPr/>
            </p:nvGraphicFramePr>
            <p:xfrm>
              <a:off x="3936" y="1872"/>
              <a:ext cx="169" cy="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0975" name="公式" r:id="rId11" imgW="126720" imgH="139680" progId="Equation.3">
                      <p:embed/>
                    </p:oleObj>
                  </mc:Choice>
                  <mc:Fallback>
                    <p:oleObj name="公式" r:id="rId11" imgW="126720" imgH="13968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36" y="1872"/>
                            <a:ext cx="169" cy="1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0219" name="Object 11"/>
              <p:cNvGraphicFramePr>
                <a:graphicFrameLocks noChangeAspect="1"/>
              </p:cNvGraphicFramePr>
              <p:nvPr/>
            </p:nvGraphicFramePr>
            <p:xfrm>
              <a:off x="3936" y="1344"/>
              <a:ext cx="236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0976" name="公式" r:id="rId13" imgW="139680" imgH="164880" progId="Equation.3">
                      <p:embed/>
                    </p:oleObj>
                  </mc:Choice>
                  <mc:Fallback>
                    <p:oleObj name="公式" r:id="rId13" imgW="139680" imgH="16488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36" y="1344"/>
                            <a:ext cx="236" cy="2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0220" name="Object 12"/>
              <p:cNvGraphicFramePr>
                <a:graphicFrameLocks noChangeAspect="1"/>
              </p:cNvGraphicFramePr>
              <p:nvPr/>
            </p:nvGraphicFramePr>
            <p:xfrm>
              <a:off x="5260" y="1872"/>
              <a:ext cx="212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0977" name="公式" r:id="rId15" imgW="126720" imgH="139680" progId="Equation.3">
                      <p:embed/>
                    </p:oleObj>
                  </mc:Choice>
                  <mc:Fallback>
                    <p:oleObj name="公式" r:id="rId15" imgW="126720" imgH="13968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60" y="1872"/>
                            <a:ext cx="212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0221" name="Line 13"/>
              <p:cNvSpPr>
                <a:spLocks noChangeShapeType="1"/>
              </p:cNvSpPr>
              <p:nvPr/>
            </p:nvSpPr>
            <p:spPr bwMode="auto">
              <a:xfrm>
                <a:off x="2544" y="1862"/>
                <a:ext cx="28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50222" name="Line 14"/>
              <p:cNvSpPr>
                <a:spLocks noChangeShapeType="1"/>
              </p:cNvSpPr>
              <p:nvPr/>
            </p:nvSpPr>
            <p:spPr bwMode="auto">
              <a:xfrm flipH="1">
                <a:off x="3888" y="1488"/>
                <a:ext cx="384" cy="38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50223" name="Line 15"/>
              <p:cNvSpPr>
                <a:spLocks noChangeShapeType="1"/>
              </p:cNvSpPr>
              <p:nvPr/>
            </p:nvSpPr>
            <p:spPr bwMode="auto">
              <a:xfrm flipV="1">
                <a:off x="3888" y="1440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50224" name="Line 16"/>
              <p:cNvSpPr>
                <a:spLocks noChangeShapeType="1"/>
              </p:cNvSpPr>
              <p:nvPr/>
            </p:nvSpPr>
            <p:spPr bwMode="auto">
              <a:xfrm>
                <a:off x="4272" y="148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50225" name="Line 17"/>
              <p:cNvSpPr>
                <a:spLocks noChangeShapeType="1"/>
              </p:cNvSpPr>
              <p:nvPr/>
            </p:nvSpPr>
            <p:spPr bwMode="auto">
              <a:xfrm>
                <a:off x="3504" y="148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50226" name="Line 18"/>
              <p:cNvSpPr>
                <a:spLocks noChangeShapeType="1"/>
              </p:cNvSpPr>
              <p:nvPr/>
            </p:nvSpPr>
            <p:spPr bwMode="auto">
              <a:xfrm>
                <a:off x="3504" y="1488"/>
                <a:ext cx="384" cy="38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</p:grpSp>
      </p:grpSp>
      <p:sp>
        <p:nvSpPr>
          <p:cNvPr id="350227" name="Text Box 19"/>
          <p:cNvSpPr txBox="1">
            <a:spLocks noChangeArrowheads="1"/>
          </p:cNvSpPr>
          <p:nvPr/>
        </p:nvSpPr>
        <p:spPr bwMode="auto">
          <a:xfrm>
            <a:off x="6532894" y="1379288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</a:p>
        </p:txBody>
      </p:sp>
      <p:graphicFrame>
        <p:nvGraphicFramePr>
          <p:cNvPr id="35022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419600"/>
              </p:ext>
            </p:extLst>
          </p:nvPr>
        </p:nvGraphicFramePr>
        <p:xfrm>
          <a:off x="1524567" y="1983508"/>
          <a:ext cx="1974850" cy="612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78" name="Equation" r:id="rId17" imgW="2743200" imgH="850680" progId="Equation.3">
                  <p:embed/>
                </p:oleObj>
              </mc:Choice>
              <mc:Fallback>
                <p:oleObj name="Equation" r:id="rId17" imgW="2743200" imgH="8506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567" y="1983508"/>
                        <a:ext cx="1974850" cy="6125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366157"/>
              </p:ext>
            </p:extLst>
          </p:nvPr>
        </p:nvGraphicFramePr>
        <p:xfrm>
          <a:off x="3515854" y="1958694"/>
          <a:ext cx="1718592" cy="639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79" name="Equation" r:id="rId19" imgW="2286000" imgH="850680" progId="Equation.3">
                  <p:embed/>
                </p:oleObj>
              </mc:Choice>
              <mc:Fallback>
                <p:oleObj name="Equation" r:id="rId19" imgW="2286000" imgH="8506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5854" y="1958694"/>
                        <a:ext cx="1718592" cy="6396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3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953232"/>
              </p:ext>
            </p:extLst>
          </p:nvPr>
        </p:nvGraphicFramePr>
        <p:xfrm>
          <a:off x="5230441" y="1964478"/>
          <a:ext cx="1301185" cy="645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80" name="Equation" r:id="rId21" imgW="1714320" imgH="850680" progId="Equation.3">
                  <p:embed/>
                </p:oleObj>
              </mc:Choice>
              <mc:Fallback>
                <p:oleObj name="Equation" r:id="rId21" imgW="1714320" imgH="8506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0441" y="1964478"/>
                        <a:ext cx="1301185" cy="6457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3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770142"/>
              </p:ext>
            </p:extLst>
          </p:nvPr>
        </p:nvGraphicFramePr>
        <p:xfrm>
          <a:off x="6576170" y="2185820"/>
          <a:ext cx="480580" cy="207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81" name="Equation" r:id="rId23" imgW="558720" imgH="241200" progId="Equation.3">
                  <p:embed/>
                </p:oleObj>
              </mc:Choice>
              <mc:Fallback>
                <p:oleObj name="Equation" r:id="rId23" imgW="558720" imgH="2412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6170" y="2185820"/>
                        <a:ext cx="480580" cy="2075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3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0818194"/>
              </p:ext>
            </p:extLst>
          </p:nvPr>
        </p:nvGraphicFramePr>
        <p:xfrm>
          <a:off x="1524568" y="2719838"/>
          <a:ext cx="2721430" cy="628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82" name="Equation" r:id="rId25" imgW="3682800" imgH="850680" progId="Equation.3">
                  <p:embed/>
                </p:oleObj>
              </mc:Choice>
              <mc:Fallback>
                <p:oleObj name="Equation" r:id="rId25" imgW="3682800" imgH="8506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568" y="2719838"/>
                        <a:ext cx="2721430" cy="628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3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840621"/>
              </p:ext>
            </p:extLst>
          </p:nvPr>
        </p:nvGraphicFramePr>
        <p:xfrm>
          <a:off x="4257608" y="2719838"/>
          <a:ext cx="2274018" cy="614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83" name="Equation" r:id="rId27" imgW="3149280" imgH="850680" progId="Equation.3">
                  <p:embed/>
                </p:oleObj>
              </mc:Choice>
              <mc:Fallback>
                <p:oleObj name="Equation" r:id="rId27" imgW="3149280" imgH="85068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608" y="2719838"/>
                        <a:ext cx="2274018" cy="614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3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004188"/>
              </p:ext>
            </p:extLst>
          </p:nvPr>
        </p:nvGraphicFramePr>
        <p:xfrm>
          <a:off x="6576171" y="2685459"/>
          <a:ext cx="2615538" cy="671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84" name="Equation" r:id="rId29" imgW="3809880" imgH="977760" progId="Equation.3">
                  <p:embed/>
                </p:oleObj>
              </mc:Choice>
              <mc:Fallback>
                <p:oleObj name="Equation" r:id="rId29" imgW="3809880" imgH="97776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6171" y="2685459"/>
                        <a:ext cx="2615538" cy="6713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37" name="Text Box 29"/>
          <p:cNvSpPr txBox="1">
            <a:spLocks noChangeArrowheads="1"/>
          </p:cNvSpPr>
          <p:nvPr/>
        </p:nvSpPr>
        <p:spPr bwMode="auto">
          <a:xfrm>
            <a:off x="937182" y="1372478"/>
            <a:ext cx="28696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将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延拓成以 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350238" name="Text Box 30"/>
          <p:cNvSpPr txBox="1">
            <a:spLocks noChangeArrowheads="1"/>
          </p:cNvSpPr>
          <p:nvPr/>
        </p:nvSpPr>
        <p:spPr bwMode="auto">
          <a:xfrm>
            <a:off x="5575661" y="533594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展成傅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叶</a:t>
            </a:r>
          </a:p>
        </p:txBody>
      </p:sp>
      <p:sp>
        <p:nvSpPr>
          <p:cNvPr id="350239" name="Text Box 31"/>
          <p:cNvSpPr txBox="1">
            <a:spLocks noChangeArrowheads="1"/>
          </p:cNvSpPr>
          <p:nvPr/>
        </p:nvSpPr>
        <p:spPr bwMode="auto">
          <a:xfrm>
            <a:off x="3559514" y="1366909"/>
            <a:ext cx="31902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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为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周期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的函数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F(x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) , </a:t>
            </a:r>
          </a:p>
        </p:txBody>
      </p:sp>
      <p:grpSp>
        <p:nvGrpSpPr>
          <p:cNvPr id="350240" name="Group 32"/>
          <p:cNvGrpSpPr>
            <a:grpSpLocks/>
          </p:cNvGrpSpPr>
          <p:nvPr/>
        </p:nvGrpSpPr>
        <p:grpSpPr bwMode="auto">
          <a:xfrm>
            <a:off x="7013895" y="1438892"/>
            <a:ext cx="3979863" cy="547688"/>
            <a:chOff x="2496" y="1488"/>
            <a:chExt cx="2784" cy="384"/>
          </a:xfrm>
        </p:grpSpPr>
        <p:sp>
          <p:nvSpPr>
            <p:cNvPr id="350241" name="Line 33"/>
            <p:cNvSpPr>
              <a:spLocks noChangeShapeType="1"/>
            </p:cNvSpPr>
            <p:nvPr/>
          </p:nvSpPr>
          <p:spPr bwMode="auto">
            <a:xfrm flipH="1">
              <a:off x="4656" y="1488"/>
              <a:ext cx="384" cy="38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50242" name="Line 34"/>
            <p:cNvSpPr>
              <a:spLocks noChangeShapeType="1"/>
            </p:cNvSpPr>
            <p:nvPr/>
          </p:nvSpPr>
          <p:spPr bwMode="auto">
            <a:xfrm>
              <a:off x="5040" y="14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50243" name="Line 35"/>
            <p:cNvSpPr>
              <a:spLocks noChangeShapeType="1"/>
            </p:cNvSpPr>
            <p:nvPr/>
          </p:nvSpPr>
          <p:spPr bwMode="auto">
            <a:xfrm>
              <a:off x="4272" y="1488"/>
              <a:ext cx="384" cy="38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50244" name="Line 36"/>
            <p:cNvSpPr>
              <a:spLocks noChangeShapeType="1"/>
            </p:cNvSpPr>
            <p:nvPr/>
          </p:nvSpPr>
          <p:spPr bwMode="auto">
            <a:xfrm flipH="1">
              <a:off x="3120" y="1488"/>
              <a:ext cx="384" cy="38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50245" name="Line 37"/>
            <p:cNvSpPr>
              <a:spLocks noChangeShapeType="1"/>
            </p:cNvSpPr>
            <p:nvPr/>
          </p:nvSpPr>
          <p:spPr bwMode="auto">
            <a:xfrm>
              <a:off x="2736" y="14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50246" name="Line 38"/>
            <p:cNvSpPr>
              <a:spLocks noChangeShapeType="1"/>
            </p:cNvSpPr>
            <p:nvPr/>
          </p:nvSpPr>
          <p:spPr bwMode="auto">
            <a:xfrm>
              <a:off x="2736" y="1488"/>
              <a:ext cx="384" cy="38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50247" name="Line 39"/>
            <p:cNvSpPr>
              <a:spLocks noChangeShapeType="1"/>
            </p:cNvSpPr>
            <p:nvPr/>
          </p:nvSpPr>
          <p:spPr bwMode="auto">
            <a:xfrm flipH="1">
              <a:off x="2496" y="1488"/>
              <a:ext cx="24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50248" name="Line 40"/>
            <p:cNvSpPr>
              <a:spLocks noChangeShapeType="1"/>
            </p:cNvSpPr>
            <p:nvPr/>
          </p:nvSpPr>
          <p:spPr bwMode="auto">
            <a:xfrm>
              <a:off x="5040" y="1488"/>
              <a:ext cx="24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5ADC26-A1B7-432B-9493-E1F0F5513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1DF60-2B16-4126-AC14-2FC90035CA33}" type="datetime11">
              <a:rPr lang="zh-CN" altLang="en-US" smtClean="0"/>
              <a:t>20:40:11</a:t>
            </a:fld>
            <a:endParaRPr lang="en-US" altLang="zh-CN" dirty="0"/>
          </a:p>
        </p:txBody>
      </p:sp>
      <p:graphicFrame>
        <p:nvGraphicFramePr>
          <p:cNvPr id="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043605"/>
              </p:ext>
            </p:extLst>
          </p:nvPr>
        </p:nvGraphicFramePr>
        <p:xfrm>
          <a:off x="4132334" y="4123313"/>
          <a:ext cx="1099460" cy="597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85" name="Equation" r:id="rId31" imgW="1612800" imgH="876240" progId="Equation.3">
                  <p:embed/>
                </p:oleObj>
              </mc:Choice>
              <mc:Fallback>
                <p:oleObj name="Equation" r:id="rId31" imgW="1612800" imgH="876240" progId="Equation.3">
                  <p:embed/>
                  <p:pic>
                    <p:nvPicPr>
                      <p:cNvPr id="3512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2334" y="4123313"/>
                        <a:ext cx="1099460" cy="597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060757"/>
              </p:ext>
            </p:extLst>
          </p:nvPr>
        </p:nvGraphicFramePr>
        <p:xfrm>
          <a:off x="9248981" y="2729230"/>
          <a:ext cx="1837108" cy="586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86" name="Equation" r:id="rId33" imgW="2743200" imgH="876240" progId="Equation.3">
                  <p:embed/>
                </p:oleObj>
              </mc:Choice>
              <mc:Fallback>
                <p:oleObj name="Equation" r:id="rId33" imgW="2743200" imgH="876240" progId="Equation.3">
                  <p:embed/>
                  <p:pic>
                    <p:nvPicPr>
                      <p:cNvPr id="3512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8981" y="2729230"/>
                        <a:ext cx="1837108" cy="5868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154848"/>
              </p:ext>
            </p:extLst>
          </p:nvPr>
        </p:nvGraphicFramePr>
        <p:xfrm>
          <a:off x="8383560" y="3581997"/>
          <a:ext cx="583172" cy="770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87" name="Equation" r:id="rId35" imgW="672840" imgH="888840" progId="Equation.3">
                  <p:embed/>
                </p:oleObj>
              </mc:Choice>
              <mc:Fallback>
                <p:oleObj name="Equation" r:id="rId35" imgW="672840" imgH="888840" progId="Equation.3">
                  <p:embed/>
                  <p:pic>
                    <p:nvPicPr>
                      <p:cNvPr id="3512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3560" y="3581997"/>
                        <a:ext cx="583172" cy="7702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962231"/>
              </p:ext>
            </p:extLst>
          </p:nvPr>
        </p:nvGraphicFramePr>
        <p:xfrm>
          <a:off x="10587010" y="3621685"/>
          <a:ext cx="1126238" cy="261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88" name="Equation" r:id="rId37" imgW="1422360" imgH="330120" progId="Equation.3">
                  <p:embed/>
                </p:oleObj>
              </mc:Choice>
              <mc:Fallback>
                <p:oleObj name="Equation" r:id="rId37" imgW="1422360" imgH="330120" progId="Equation.3">
                  <p:embed/>
                  <p:pic>
                    <p:nvPicPr>
                      <p:cNvPr id="3512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7010" y="3621685"/>
                        <a:ext cx="1126238" cy="2614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278109"/>
              </p:ext>
            </p:extLst>
          </p:nvPr>
        </p:nvGraphicFramePr>
        <p:xfrm>
          <a:off x="8979479" y="4134828"/>
          <a:ext cx="1744978" cy="293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89" name="Equation" r:id="rId39" imgW="2412720" imgH="406080" progId="Equation.3">
                  <p:embed/>
                </p:oleObj>
              </mc:Choice>
              <mc:Fallback>
                <p:oleObj name="Equation" r:id="rId39" imgW="2412720" imgH="406080" progId="Equation.3">
                  <p:embed/>
                  <p:pic>
                    <p:nvPicPr>
                      <p:cNvPr id="3512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9479" y="4134828"/>
                        <a:ext cx="1744978" cy="2938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557837"/>
              </p:ext>
            </p:extLst>
          </p:nvPr>
        </p:nvGraphicFramePr>
        <p:xfrm>
          <a:off x="10048751" y="4607123"/>
          <a:ext cx="1433847" cy="281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90" name="Equation" r:id="rId41" imgW="2070000" imgH="406080" progId="Equation.3">
                  <p:embed/>
                </p:oleObj>
              </mc:Choice>
              <mc:Fallback>
                <p:oleObj name="Equation" r:id="rId41" imgW="2070000" imgH="406080" progId="Equation.3">
                  <p:embed/>
                  <p:pic>
                    <p:nvPicPr>
                      <p:cNvPr id="3512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8751" y="4607123"/>
                        <a:ext cx="1433847" cy="2814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097595"/>
              </p:ext>
            </p:extLst>
          </p:nvPr>
        </p:nvGraphicFramePr>
        <p:xfrm>
          <a:off x="8885209" y="3416897"/>
          <a:ext cx="1331393" cy="561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91" name="Equation" r:id="rId43" imgW="1536480" imgH="647640" progId="Equation.3">
                  <p:embed/>
                </p:oleObj>
              </mc:Choice>
              <mc:Fallback>
                <p:oleObj name="Equation" r:id="rId43" imgW="1536480" imgH="647640" progId="Equation.3">
                  <p:embed/>
                  <p:pic>
                    <p:nvPicPr>
                      <p:cNvPr id="3512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85209" y="3416897"/>
                        <a:ext cx="1331393" cy="5611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3547719"/>
              </p:ext>
            </p:extLst>
          </p:nvPr>
        </p:nvGraphicFramePr>
        <p:xfrm>
          <a:off x="1531677" y="3429539"/>
          <a:ext cx="2688665" cy="6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92" name="Equation" r:id="rId45" imgW="3657600" imgH="850680" progId="Equation.3">
                  <p:embed/>
                </p:oleObj>
              </mc:Choice>
              <mc:Fallback>
                <p:oleObj name="Equation" r:id="rId45" imgW="3657600" imgH="850680" progId="Equation.3">
                  <p:embed/>
                  <p:pic>
                    <p:nvPicPr>
                      <p:cNvPr id="3512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677" y="3429539"/>
                        <a:ext cx="2688665" cy="6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842598"/>
              </p:ext>
            </p:extLst>
          </p:nvPr>
        </p:nvGraphicFramePr>
        <p:xfrm>
          <a:off x="4218909" y="3453883"/>
          <a:ext cx="2333866" cy="61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93" name="Equation" r:id="rId47" imgW="3213000" imgH="850680" progId="Equation.3">
                  <p:embed/>
                </p:oleObj>
              </mc:Choice>
              <mc:Fallback>
                <p:oleObj name="Equation" r:id="rId47" imgW="3213000" imgH="850680" progId="Equation.3">
                  <p:embed/>
                  <p:pic>
                    <p:nvPicPr>
                      <p:cNvPr id="35124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8909" y="3453883"/>
                        <a:ext cx="2333866" cy="6180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138552"/>
              </p:ext>
            </p:extLst>
          </p:nvPr>
        </p:nvGraphicFramePr>
        <p:xfrm>
          <a:off x="6592706" y="3615129"/>
          <a:ext cx="444254" cy="284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94" name="Equation" r:id="rId49" imgW="495000" imgH="317160" progId="Equation.3">
                  <p:embed/>
                </p:oleObj>
              </mc:Choice>
              <mc:Fallback>
                <p:oleObj name="Equation" r:id="rId49" imgW="495000" imgH="317160" progId="Equation.3">
                  <p:embed/>
                  <p:pic>
                    <p:nvPicPr>
                      <p:cNvPr id="35124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2706" y="3615129"/>
                        <a:ext cx="444254" cy="2847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512469"/>
              </p:ext>
            </p:extLst>
          </p:nvPr>
        </p:nvGraphicFramePr>
        <p:xfrm>
          <a:off x="1469967" y="4295871"/>
          <a:ext cx="1011571" cy="311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95" name="Equation" r:id="rId51" imgW="1320480" imgH="406080" progId="Equation.3">
                  <p:embed/>
                </p:oleObj>
              </mc:Choice>
              <mc:Fallback>
                <p:oleObj name="Equation" r:id="rId51" imgW="1320480" imgH="406080" progId="Equation.3">
                  <p:embed/>
                  <p:pic>
                    <p:nvPicPr>
                      <p:cNvPr id="35124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9967" y="4295871"/>
                        <a:ext cx="1011571" cy="3112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512624"/>
              </p:ext>
            </p:extLst>
          </p:nvPr>
        </p:nvGraphicFramePr>
        <p:xfrm>
          <a:off x="2511992" y="4152896"/>
          <a:ext cx="197570" cy="575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96" name="Equation" r:id="rId53" imgW="291960" imgH="850680" progId="Equation.3">
                  <p:embed/>
                </p:oleObj>
              </mc:Choice>
              <mc:Fallback>
                <p:oleObj name="Equation" r:id="rId53" imgW="291960" imgH="850680" progId="Equation.3">
                  <p:embed/>
                  <p:pic>
                    <p:nvPicPr>
                      <p:cNvPr id="35124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992" y="4152896"/>
                        <a:ext cx="197570" cy="5755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593317"/>
              </p:ext>
            </p:extLst>
          </p:nvPr>
        </p:nvGraphicFramePr>
        <p:xfrm>
          <a:off x="2740016" y="4174364"/>
          <a:ext cx="538922" cy="583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97" name="Equation" r:id="rId55" imgW="787320" imgH="850680" progId="Equation.3">
                  <p:embed/>
                </p:oleObj>
              </mc:Choice>
              <mc:Fallback>
                <p:oleObj name="Equation" r:id="rId55" imgW="787320" imgH="850680" progId="Equation.3">
                  <p:embed/>
                  <p:pic>
                    <p:nvPicPr>
                      <p:cNvPr id="35124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0016" y="4174364"/>
                        <a:ext cx="538922" cy="583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117884"/>
              </p:ext>
            </p:extLst>
          </p:nvPr>
        </p:nvGraphicFramePr>
        <p:xfrm>
          <a:off x="3291684" y="4356205"/>
          <a:ext cx="810753" cy="200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98" name="Equation" r:id="rId57" imgW="1028520" imgH="253800" progId="Equation.3">
                  <p:embed/>
                </p:oleObj>
              </mc:Choice>
              <mc:Fallback>
                <p:oleObj name="Equation" r:id="rId57" imgW="1028520" imgH="253800" progId="Equation.3">
                  <p:embed/>
                  <p:pic>
                    <p:nvPicPr>
                      <p:cNvPr id="35124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1684" y="4356205"/>
                        <a:ext cx="810753" cy="2001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694691"/>
              </p:ext>
            </p:extLst>
          </p:nvPr>
        </p:nvGraphicFramePr>
        <p:xfrm>
          <a:off x="5261691" y="4137953"/>
          <a:ext cx="1513044" cy="615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999" name="Equation" r:id="rId59" imgW="2247840" imgH="914400" progId="Equation.3">
                  <p:embed/>
                </p:oleObj>
              </mc:Choice>
              <mc:Fallback>
                <p:oleObj name="Equation" r:id="rId59" imgW="2247840" imgH="914400" progId="Equation.3">
                  <p:embed/>
                  <p:pic>
                    <p:nvPicPr>
                      <p:cNvPr id="35124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1691" y="4137953"/>
                        <a:ext cx="1513044" cy="6154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706945"/>
              </p:ext>
            </p:extLst>
          </p:nvPr>
        </p:nvGraphicFramePr>
        <p:xfrm>
          <a:off x="6923911" y="4279101"/>
          <a:ext cx="1415098" cy="332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00" name="公式" r:id="rId61" imgW="863280" imgH="203040" progId="Equation.3">
                  <p:embed/>
                </p:oleObj>
              </mc:Choice>
              <mc:Fallback>
                <p:oleObj name="公式" r:id="rId61" imgW="863280" imgH="203040" progId="Equation.3">
                  <p:embed/>
                  <p:pic>
                    <p:nvPicPr>
                      <p:cNvPr id="35125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3911" y="4279101"/>
                        <a:ext cx="1415098" cy="3329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0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0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27" grpId="0"/>
      <p:bldP spid="350237" grpId="0"/>
      <p:bldP spid="350239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2EA2-CE12-4FEB-8B19-3FC21315C95A}" type="datetime11">
              <a:rPr lang="zh-CN" altLang="en-US" smtClean="0"/>
              <a:t>20:40:11</a:t>
            </a:fld>
            <a:endParaRPr lang="en-US" altLang="zh-CN" dirty="0"/>
          </a:p>
        </p:txBody>
      </p:sp>
      <p:sp>
        <p:nvSpPr>
          <p:cNvPr id="3" name="Text Box 19"/>
          <p:cNvSpPr txBox="1">
            <a:spLocks noChangeArrowheads="1"/>
          </p:cNvSpPr>
          <p:nvPr/>
        </p:nvSpPr>
        <p:spPr bwMode="auto">
          <a:xfrm>
            <a:off x="1816437" y="385322"/>
            <a:ext cx="647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利用此展式可求出几个特殊的级数的和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20"/>
              <p:cNvSpPr txBox="1">
                <a:spLocks noChangeArrowheads="1"/>
              </p:cNvSpPr>
              <p:nvPr/>
            </p:nvSpPr>
            <p:spPr bwMode="auto">
              <a:xfrm>
                <a:off x="1816437" y="1487177"/>
                <a:ext cx="4572000" cy="582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当 </a:t>
                </a:r>
                <a:r>
                  <a:rPr kumimoji="1" lang="en-US" altLang="zh-CN" sz="2400" i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x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l-GR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,  </a:t>
                </a:r>
                <a:r>
                  <a:rPr kumimoji="1" lang="en-US" altLang="zh-CN" sz="2400" i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f 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,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得</a:t>
                </a:r>
              </a:p>
            </p:txBody>
          </p:sp>
        </mc:Choice>
        <mc:Fallback xmlns="">
          <p:sp>
            <p:nvSpPr>
              <p:cNvPr id="4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6437" y="1487177"/>
                <a:ext cx="4572000" cy="582275"/>
              </a:xfrm>
              <a:prstGeom prst="rect">
                <a:avLst/>
              </a:prstGeom>
              <a:blipFill>
                <a:blip r:embed="rId3"/>
                <a:stretch>
                  <a:fillRect l="-2133" t="-6316" b="-947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23"/>
          <p:cNvSpPr>
            <a:spLocks noChangeArrowheads="1"/>
          </p:cNvSpPr>
          <p:nvPr/>
        </p:nvSpPr>
        <p:spPr bwMode="auto">
          <a:xfrm>
            <a:off x="927427" y="296904"/>
            <a:ext cx="1371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说明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20"/>
              <p:cNvSpPr txBox="1">
                <a:spLocks noChangeArrowheads="1"/>
              </p:cNvSpPr>
              <p:nvPr/>
            </p:nvSpPr>
            <p:spPr bwMode="auto">
              <a:xfrm>
                <a:off x="1832482" y="4824241"/>
                <a:ext cx="4572000" cy="582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/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当 </a:t>
                </a:r>
                <a:r>
                  <a:rPr kumimoji="1" lang="en-US" altLang="zh-CN" sz="2400" i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x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,  </a:t>
                </a:r>
                <a:r>
                  <a:rPr kumimoji="1" lang="en-US" altLang="zh-CN" sz="2400" i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f 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得</a:t>
                </a:r>
              </a:p>
            </p:txBody>
          </p:sp>
        </mc:Choice>
        <mc:Fallback xmlns="">
          <p:sp>
            <p:nvSpPr>
              <p:cNvPr id="8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2482" y="4824241"/>
                <a:ext cx="4572000" cy="582275"/>
              </a:xfrm>
              <a:prstGeom prst="rect">
                <a:avLst/>
              </a:prstGeom>
              <a:blipFill>
                <a:blip r:embed="rId4"/>
                <a:stretch>
                  <a:fillRect l="-2133" t="-6250" b="-8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1816437" y="846987"/>
            <a:ext cx="12811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</a:t>
            </a: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1</a:t>
            </a:r>
            <a:r>
              <a:rPr kumimoji="1"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</a:t>
            </a:r>
            <a:endParaRPr lang="zh-CN" altLang="en-US" dirty="0"/>
          </a:p>
        </p:txBody>
      </p:sp>
      <p:graphicFrame>
        <p:nvGraphicFramePr>
          <p:cNvPr id="1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5452702"/>
              </p:ext>
            </p:extLst>
          </p:nvPr>
        </p:nvGraphicFramePr>
        <p:xfrm>
          <a:off x="2943805" y="760140"/>
          <a:ext cx="1997992" cy="665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771" name="Equation" r:id="rId5" imgW="1180800" imgH="393480" progId="Equation.DSMT4">
                  <p:embed/>
                </p:oleObj>
              </mc:Choice>
              <mc:Fallback>
                <p:oleObj name="Equation" r:id="rId5" imgW="1180800" imgH="393480" progId="Equation.DSMT4">
                  <p:embed/>
                  <p:pic>
                    <p:nvPicPr>
                      <p:cNvPr id="6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805" y="760140"/>
                        <a:ext cx="1997992" cy="6659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684168"/>
              </p:ext>
            </p:extLst>
          </p:nvPr>
        </p:nvGraphicFramePr>
        <p:xfrm>
          <a:off x="4942608" y="812296"/>
          <a:ext cx="898157" cy="552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772" name="Equation" r:id="rId7" imgW="1384200" imgH="850680" progId="Equation.3">
                  <p:embed/>
                </p:oleObj>
              </mc:Choice>
              <mc:Fallback>
                <p:oleObj name="Equation" r:id="rId7" imgW="1384200" imgH="850680" progId="Equation.3">
                  <p:embed/>
                  <p:pic>
                    <p:nvPicPr>
                      <p:cNvPr id="6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2608" y="812296"/>
                        <a:ext cx="898157" cy="5520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512353"/>
              </p:ext>
            </p:extLst>
          </p:nvPr>
        </p:nvGraphicFramePr>
        <p:xfrm>
          <a:off x="5840765" y="791228"/>
          <a:ext cx="2717826" cy="58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773" name="Equation" r:id="rId9" imgW="3949560" imgH="850680" progId="Equation.3">
                  <p:embed/>
                </p:oleObj>
              </mc:Choice>
              <mc:Fallback>
                <p:oleObj name="Equation" r:id="rId9" imgW="3949560" imgH="850680" progId="Equation.3">
                  <p:embed/>
                  <p:pic>
                    <p:nvPicPr>
                      <p:cNvPr id="7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0765" y="791228"/>
                        <a:ext cx="2717826" cy="58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9966828"/>
              </p:ext>
            </p:extLst>
          </p:nvPr>
        </p:nvGraphicFramePr>
        <p:xfrm>
          <a:off x="8445311" y="874058"/>
          <a:ext cx="226559" cy="385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774" name="Equation" r:id="rId11" imgW="126720" imgH="215640" progId="Equation.3">
                  <p:embed/>
                </p:oleObj>
              </mc:Choice>
              <mc:Fallback>
                <p:oleObj name="Equation" r:id="rId11" imgW="126720" imgH="215640" progId="Equation.3">
                  <p:embed/>
                  <p:pic>
                    <p:nvPicPr>
                      <p:cNvPr id="7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311" y="874058"/>
                        <a:ext cx="226559" cy="3851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8454928"/>
              </p:ext>
            </p:extLst>
          </p:nvPr>
        </p:nvGraphicFramePr>
        <p:xfrm>
          <a:off x="8871925" y="721883"/>
          <a:ext cx="2694295" cy="711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775" name="Equation" r:id="rId13" imgW="3797280" imgH="1002960" progId="Equation.3">
                  <p:embed/>
                </p:oleObj>
              </mc:Choice>
              <mc:Fallback>
                <p:oleObj name="Equation" r:id="rId13" imgW="3797280" imgH="1002960" progId="Equation.3">
                  <p:embed/>
                  <p:pic>
                    <p:nvPicPr>
                      <p:cNvPr id="3471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1925" y="721883"/>
                        <a:ext cx="2694295" cy="7118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4942608" y="1426138"/>
                <a:ext cx="6346481" cy="6450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1=</m:t>
                    </m:r>
                    <m:f>
                      <m:fPr>
                        <m:ctrlP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d>
                      <m:dPr>
                        <m:ctrlPr>
                          <a:rPr lang="el-GR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⋯+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+⋯</m:t>
                        </m:r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608" y="1426138"/>
                <a:ext cx="6346481" cy="64504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4405140" y="2066328"/>
                <a:ext cx="5788251" cy="616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l-GR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140" y="2066328"/>
                <a:ext cx="5788251" cy="61619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1816437" y="2856479"/>
            <a:ext cx="12811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</a:t>
            </a:r>
            <a:r>
              <a:rPr lang="zh-CN" altLang="en-US" sz="2400" b="1" dirty="0" smtClean="0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400" b="1" dirty="0" smtClean="0">
                <a:solidFill>
                  <a:schemeClr val="accent2"/>
                </a:solidFill>
                <a:ea typeface="黑体" panose="02010609060101010101" pitchFamily="49" charset="-122"/>
              </a:rPr>
              <a:t>2</a:t>
            </a:r>
            <a:r>
              <a:rPr kumimoji="1"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</a:t>
            </a:r>
            <a:endParaRPr lang="zh-CN" altLang="en-US" dirty="0"/>
          </a:p>
        </p:txBody>
      </p:sp>
      <p:graphicFrame>
        <p:nvGraphicFramePr>
          <p:cNvPr id="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0586010"/>
              </p:ext>
            </p:extLst>
          </p:nvPr>
        </p:nvGraphicFramePr>
        <p:xfrm>
          <a:off x="5651036" y="2818209"/>
          <a:ext cx="1099460" cy="597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776" name="Equation" r:id="rId17" imgW="1612800" imgH="876240" progId="Equation.3">
                  <p:embed/>
                </p:oleObj>
              </mc:Choice>
              <mc:Fallback>
                <p:oleObj name="Equation" r:id="rId17" imgW="1612800" imgH="876240" progId="Equation.3">
                  <p:embed/>
                  <p:pic>
                    <p:nvPicPr>
                      <p:cNvPr id="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036" y="2818209"/>
                        <a:ext cx="1099460" cy="597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9030649"/>
              </p:ext>
            </p:extLst>
          </p:nvPr>
        </p:nvGraphicFramePr>
        <p:xfrm>
          <a:off x="3177317" y="2971229"/>
          <a:ext cx="778789" cy="346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777" name="Equation" r:id="rId19" imgW="457200" imgH="203040" progId="Equation.DSMT4">
                  <p:embed/>
                </p:oleObj>
              </mc:Choice>
              <mc:Fallback>
                <p:oleObj name="Equation" r:id="rId19" imgW="457200" imgH="203040" progId="Equation.DSMT4">
                  <p:embed/>
                  <p:pic>
                    <p:nvPicPr>
                      <p:cNvPr id="5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7317" y="2971229"/>
                        <a:ext cx="778789" cy="3469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729980"/>
              </p:ext>
            </p:extLst>
          </p:nvPr>
        </p:nvGraphicFramePr>
        <p:xfrm>
          <a:off x="4030694" y="2847792"/>
          <a:ext cx="197570" cy="575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778" name="Equation" r:id="rId21" imgW="291960" imgH="850680" progId="Equation.3">
                  <p:embed/>
                </p:oleObj>
              </mc:Choice>
              <mc:Fallback>
                <p:oleObj name="Equation" r:id="rId21" imgW="291960" imgH="850680" progId="Equation.3">
                  <p:embed/>
                  <p:pic>
                    <p:nvPicPr>
                      <p:cNvPr id="5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694" y="2847792"/>
                        <a:ext cx="197570" cy="5755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139413"/>
              </p:ext>
            </p:extLst>
          </p:nvPr>
        </p:nvGraphicFramePr>
        <p:xfrm>
          <a:off x="4258718" y="2869260"/>
          <a:ext cx="538922" cy="583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779" name="Equation" r:id="rId23" imgW="787320" imgH="850680" progId="Equation.3">
                  <p:embed/>
                </p:oleObj>
              </mc:Choice>
              <mc:Fallback>
                <p:oleObj name="Equation" r:id="rId23" imgW="787320" imgH="850680" progId="Equation.3">
                  <p:embed/>
                  <p:pic>
                    <p:nvPicPr>
                      <p:cNvPr id="5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8718" y="2869260"/>
                        <a:ext cx="538922" cy="583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132237"/>
              </p:ext>
            </p:extLst>
          </p:nvPr>
        </p:nvGraphicFramePr>
        <p:xfrm>
          <a:off x="4810386" y="3051101"/>
          <a:ext cx="810753" cy="200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780" name="Equation" r:id="rId25" imgW="1028520" imgH="253800" progId="Equation.3">
                  <p:embed/>
                </p:oleObj>
              </mc:Choice>
              <mc:Fallback>
                <p:oleObj name="Equation" r:id="rId25" imgW="1028520" imgH="253800" progId="Equation.3">
                  <p:embed/>
                  <p:pic>
                    <p:nvPicPr>
                      <p:cNvPr id="5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386" y="3051101"/>
                        <a:ext cx="810753" cy="2001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022141"/>
              </p:ext>
            </p:extLst>
          </p:nvPr>
        </p:nvGraphicFramePr>
        <p:xfrm>
          <a:off x="6780393" y="2832849"/>
          <a:ext cx="1513044" cy="615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781" name="Equation" r:id="rId27" imgW="2247840" imgH="914400" progId="Equation.3">
                  <p:embed/>
                </p:oleObj>
              </mc:Choice>
              <mc:Fallback>
                <p:oleObj name="Equation" r:id="rId27" imgW="2247840" imgH="914400" progId="Equation.3">
                  <p:embed/>
                  <p:pic>
                    <p:nvPicPr>
                      <p:cNvPr id="5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0393" y="2832849"/>
                        <a:ext cx="1513044" cy="6154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20"/>
              <p:cNvSpPr txBox="1">
                <a:spLocks noChangeArrowheads="1"/>
              </p:cNvSpPr>
              <p:nvPr/>
            </p:nvSpPr>
            <p:spPr bwMode="auto">
              <a:xfrm>
                <a:off x="1816437" y="3493334"/>
                <a:ext cx="45720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当 </a:t>
                </a:r>
                <a:r>
                  <a:rPr kumimoji="1" lang="en-US" altLang="zh-CN" sz="2400" i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x =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,  </a:t>
                </a:r>
                <a:r>
                  <a:rPr kumimoji="1" lang="en-US" altLang="zh-CN" sz="2400" i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f 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,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得</a:t>
                </a:r>
              </a:p>
            </p:txBody>
          </p:sp>
        </mc:Choice>
        <mc:Fallback xmlns="">
          <p:sp>
            <p:nvSpPr>
              <p:cNvPr id="26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6437" y="3493334"/>
                <a:ext cx="4572000" cy="461665"/>
              </a:xfrm>
              <a:prstGeom prst="rect">
                <a:avLst/>
              </a:prstGeom>
              <a:blipFill>
                <a:blip r:embed="rId29"/>
                <a:stretch>
                  <a:fillRect l="-2133" t="-14474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4963270" y="3410695"/>
                <a:ext cx="5241884" cy="6738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l-GR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d>
                      <m:dPr>
                        <m:ctrlPr>
                          <a:rPr lang="el-GR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⋯+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4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+⋯</m:t>
                        </m:r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270" y="3410695"/>
                <a:ext cx="5241884" cy="67383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4378613" y="4013942"/>
                <a:ext cx="4803559" cy="7063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l-GR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l-GR" altLang="zh-CN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613" y="4013942"/>
                <a:ext cx="4803559" cy="706347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817550"/>
              </p:ext>
            </p:extLst>
          </p:nvPr>
        </p:nvGraphicFramePr>
        <p:xfrm>
          <a:off x="8558590" y="2732241"/>
          <a:ext cx="2835139" cy="73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782" name="Equation" r:id="rId32" imgW="3860640" imgH="1002960" progId="Equation.3">
                  <p:embed/>
                </p:oleObj>
              </mc:Choice>
              <mc:Fallback>
                <p:oleObj name="Equation" r:id="rId32" imgW="3860640" imgH="1002960" progId="Equation.3">
                  <p:embed/>
                  <p:pic>
                    <p:nvPicPr>
                      <p:cNvPr id="3502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8590" y="2732241"/>
                        <a:ext cx="2835139" cy="73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4797640" y="4762988"/>
                <a:ext cx="5144165" cy="6450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l-GR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l-GR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d>
                      <m:dPr>
                        <m:ctrlPr>
                          <a:rPr lang="el-GR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l-GR" altLang="zh-CN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l-GR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l-GR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640" y="4762988"/>
                <a:ext cx="5144165" cy="645048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4355441" y="5475243"/>
                <a:ext cx="3863686" cy="6687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l-GR" altLang="zh-CN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l-GR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441" y="5475243"/>
                <a:ext cx="3863686" cy="668709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755791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6" grpId="0"/>
      <p:bldP spid="17" grpId="0"/>
      <p:bldP spid="18" grpId="0"/>
      <p:bldP spid="26" grpId="0"/>
      <p:bldP spid="27" grpId="0"/>
      <p:bldP spid="28" grpId="0"/>
      <p:bldP spid="30" grpId="0"/>
      <p:bldP spid="3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ChangeArrowheads="1"/>
          </p:cNvSpPr>
          <p:nvPr/>
        </p:nvSpPr>
        <p:spPr bwMode="auto">
          <a:xfrm>
            <a:off x="838200" y="94954"/>
            <a:ext cx="4876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99CC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三、正弦级数和余弦级数</a:t>
            </a:r>
          </a:p>
        </p:txBody>
      </p:sp>
      <p:sp>
        <p:nvSpPr>
          <p:cNvPr id="353283" name="Text Box 3"/>
          <p:cNvSpPr txBox="1">
            <a:spLocks noChangeArrowheads="1"/>
          </p:cNvSpPr>
          <p:nvPr/>
        </p:nvSpPr>
        <p:spPr bwMode="auto">
          <a:xfrm>
            <a:off x="1436717" y="697855"/>
            <a:ext cx="6629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周期为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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的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奇、偶函数的傅里叶级数</a:t>
            </a:r>
          </a:p>
        </p:txBody>
      </p:sp>
      <p:sp>
        <p:nvSpPr>
          <p:cNvPr id="353284" name="Text Box 4"/>
          <p:cNvSpPr txBox="1">
            <a:spLocks noChangeArrowheads="1"/>
          </p:cNvSpPr>
          <p:nvPr/>
        </p:nvSpPr>
        <p:spPr bwMode="auto">
          <a:xfrm>
            <a:off x="1436717" y="1229023"/>
            <a:ext cx="830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4 .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对周期为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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的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奇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函数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f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) 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其傅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叶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级数为</a:t>
            </a:r>
          </a:p>
        </p:txBody>
      </p:sp>
      <p:sp>
        <p:nvSpPr>
          <p:cNvPr id="353285" name="Text Box 5"/>
          <p:cNvSpPr txBox="1">
            <a:spLocks noChangeArrowheads="1"/>
          </p:cNvSpPr>
          <p:nvPr/>
        </p:nvSpPr>
        <p:spPr bwMode="auto">
          <a:xfrm>
            <a:off x="2463338" y="3580029"/>
            <a:ext cx="822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周期为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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的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偶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函数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f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) 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其傅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叶级数为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余弦级数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</a:p>
        </p:txBody>
      </p:sp>
      <p:graphicFrame>
        <p:nvGraphicFramePr>
          <p:cNvPr id="3532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618602"/>
              </p:ext>
            </p:extLst>
          </p:nvPr>
        </p:nvGraphicFramePr>
        <p:xfrm>
          <a:off x="3416300" y="4629879"/>
          <a:ext cx="65754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435" name="Equation" r:id="rId3" imgW="6578280" imgH="850680" progId="Equation.3">
                  <p:embed/>
                </p:oleObj>
              </mc:Choice>
              <mc:Fallback>
                <p:oleObj name="Equation" r:id="rId3" imgW="6578280" imgH="8506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0" y="4629879"/>
                        <a:ext cx="65754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2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464306"/>
              </p:ext>
            </p:extLst>
          </p:nvPr>
        </p:nvGraphicFramePr>
        <p:xfrm>
          <a:off x="3438525" y="5517292"/>
          <a:ext cx="64865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436" name="Equation" r:id="rId5" imgW="6489360" imgH="444240" progId="Equation.3">
                  <p:embed/>
                </p:oleObj>
              </mc:Choice>
              <mc:Fallback>
                <p:oleObj name="Equation" r:id="rId5" imgW="6489360" imgH="444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8525" y="5517292"/>
                        <a:ext cx="64865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2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278263"/>
              </p:ext>
            </p:extLst>
          </p:nvPr>
        </p:nvGraphicFramePr>
        <p:xfrm>
          <a:off x="3352800" y="2224304"/>
          <a:ext cx="62579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437" name="Equation" r:id="rId7" imgW="6260760" imgH="444240" progId="Equation.3">
                  <p:embed/>
                </p:oleObj>
              </mc:Choice>
              <mc:Fallback>
                <p:oleObj name="Equation" r:id="rId7" imgW="6260760" imgH="4442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224304"/>
                        <a:ext cx="62579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2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476378"/>
              </p:ext>
            </p:extLst>
          </p:nvPr>
        </p:nvGraphicFramePr>
        <p:xfrm>
          <a:off x="3352800" y="2692616"/>
          <a:ext cx="63341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438" name="Equation" r:id="rId9" imgW="6337080" imgH="850680" progId="Equation.3">
                  <p:embed/>
                </p:oleObj>
              </mc:Choice>
              <mc:Fallback>
                <p:oleObj name="Equation" r:id="rId9" imgW="6337080" imgH="8506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692616"/>
                        <a:ext cx="63341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3290" name="Text Box 10"/>
          <p:cNvSpPr txBox="1">
            <a:spLocks noChangeArrowheads="1"/>
          </p:cNvSpPr>
          <p:nvPr/>
        </p:nvSpPr>
        <p:spPr bwMode="auto">
          <a:xfrm>
            <a:off x="2463338" y="4096480"/>
            <a:ext cx="26484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它的傅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叶系数为</a:t>
            </a:r>
          </a:p>
        </p:txBody>
      </p:sp>
      <p:sp>
        <p:nvSpPr>
          <p:cNvPr id="353291" name="Text Box 11"/>
          <p:cNvSpPr txBox="1">
            <a:spLocks noChangeArrowheads="1"/>
          </p:cNvSpPr>
          <p:nvPr/>
        </p:nvSpPr>
        <p:spPr bwMode="auto">
          <a:xfrm>
            <a:off x="8385117" y="1223969"/>
            <a:ext cx="14927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正弦级数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353292" name="Text Box 12"/>
          <p:cNvSpPr txBox="1">
            <a:spLocks noChangeArrowheads="1"/>
          </p:cNvSpPr>
          <p:nvPr/>
        </p:nvSpPr>
        <p:spPr bwMode="auto">
          <a:xfrm>
            <a:off x="2463338" y="1727201"/>
            <a:ext cx="26484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它的傅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里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叶系数为</a:t>
            </a:r>
          </a:p>
        </p:txBody>
      </p:sp>
      <p:sp>
        <p:nvSpPr>
          <p:cNvPr id="353293" name="AutoShape 13"/>
          <p:cNvSpPr>
            <a:spLocks/>
          </p:cNvSpPr>
          <p:nvPr/>
        </p:nvSpPr>
        <p:spPr bwMode="auto">
          <a:xfrm>
            <a:off x="3133724" y="2324316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53294" name="AutoShape 14"/>
          <p:cNvSpPr>
            <a:spLocks/>
          </p:cNvSpPr>
          <p:nvPr/>
        </p:nvSpPr>
        <p:spPr bwMode="auto">
          <a:xfrm>
            <a:off x="3133724" y="4934679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29824B-551A-4A56-9BF1-A200B8C3D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D3A4-DF12-40F5-89EE-6422ACABE946}" type="datetime11">
              <a:rPr lang="zh-CN" altLang="en-US" smtClean="0"/>
              <a:t>20:40:11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3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3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3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3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53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53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53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3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3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53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53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3" grpId="0" build="p" autoUpdateAnimBg="0"/>
      <p:bldP spid="353284" grpId="0" build="p" autoUpdateAnimBg="0"/>
      <p:bldP spid="353285" grpId="0" build="p" autoUpdateAnimBg="0"/>
      <p:bldP spid="353290" grpId="0" build="p" autoUpdateAnimBg="0"/>
      <p:bldP spid="353291" grpId="0" build="p" autoUpdateAnimBg="0" advAuto="0"/>
      <p:bldP spid="353292" grpId="0" build="p" autoUpdateAnimBg="0"/>
      <p:bldP spid="353293" grpId="0" animBg="1"/>
      <p:bldP spid="353294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/>
          </p:nvPr>
        </p:nvSpPr>
        <p:spPr>
          <a:xfrm>
            <a:off x="1995488" y="1203326"/>
            <a:ext cx="8229600" cy="2441575"/>
          </a:xfrm>
        </p:spPr>
        <p:txBody>
          <a:bodyPr/>
          <a:lstStyle/>
          <a:p>
            <a:r>
              <a:rPr lang="zh-CN" altLang="en-US" dirty="0"/>
              <a:t>函数</a:t>
            </a:r>
            <a:r>
              <a:rPr lang="zh-CN" altLang="en-US" dirty="0">
                <a:ea typeface="华文新魏" panose="02010800040101010101" pitchFamily="2" charset="-122"/>
              </a:rPr>
              <a:t>展开成</a:t>
            </a:r>
            <a:r>
              <a:rPr lang="zh-CN" altLang="en-US" dirty="0"/>
              <a:t>正弦级数和余弦级数</a:t>
            </a:r>
          </a:p>
          <a:p>
            <a:pPr>
              <a:buFontTx/>
              <a:buNone/>
            </a:pPr>
            <a:r>
              <a:rPr lang="zh-CN" altLang="en-US" dirty="0"/>
              <a:t>   </a:t>
            </a:r>
            <a:r>
              <a:rPr lang="en-US" altLang="zh-CN" dirty="0"/>
              <a:t>(1)</a:t>
            </a:r>
            <a:r>
              <a:rPr lang="zh-CN" altLang="en-US" dirty="0"/>
              <a:t>定义在</a:t>
            </a:r>
            <a:r>
              <a:rPr lang="en-US" altLang="zh-CN" dirty="0"/>
              <a:t>(-</a:t>
            </a:r>
            <a:r>
              <a:rPr lang="en-US" altLang="zh-CN" dirty="0">
                <a:sym typeface="Symbol" panose="05050102010706020507" pitchFamily="18" charset="2"/>
              </a:rPr>
              <a:t>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</a:t>
            </a:r>
            <a:r>
              <a:rPr lang="en-US" altLang="zh-CN" dirty="0"/>
              <a:t>);</a:t>
            </a:r>
          </a:p>
          <a:p>
            <a:pPr>
              <a:buFontTx/>
              <a:buNone/>
            </a:pPr>
            <a:r>
              <a:rPr lang="en-US" altLang="zh-CN" dirty="0"/>
              <a:t>   (2)</a:t>
            </a:r>
            <a:r>
              <a:rPr lang="zh-CN" altLang="en-US" dirty="0"/>
              <a:t>奇延拓或偶延拓</a:t>
            </a:r>
            <a:r>
              <a:rPr lang="en-US" altLang="zh-CN" dirty="0"/>
              <a:t>;</a:t>
            </a:r>
          </a:p>
          <a:p>
            <a:pPr>
              <a:buFontTx/>
              <a:buNone/>
            </a:pPr>
            <a:r>
              <a:rPr lang="en-US" altLang="zh-CN" dirty="0"/>
              <a:t>   (3)</a:t>
            </a:r>
            <a:r>
              <a:rPr lang="zh-CN" altLang="en-US" dirty="0"/>
              <a:t>满足收敛定理条件</a:t>
            </a:r>
            <a:r>
              <a:rPr lang="en-US" altLang="zh-CN" dirty="0"/>
              <a:t>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2B0B4B-AC44-4F5C-90EF-7A2FEAFD2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EDFA8-073C-4681-9407-2724E537441B}" type="datetime11">
              <a:rPr lang="zh-CN" altLang="en-US" smtClean="0"/>
              <a:t>20:40:11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330" name="Group 2"/>
          <p:cNvGrpSpPr>
            <a:grpSpLocks/>
          </p:cNvGrpSpPr>
          <p:nvPr/>
        </p:nvGrpSpPr>
        <p:grpSpPr bwMode="auto">
          <a:xfrm>
            <a:off x="9038128" y="840509"/>
            <a:ext cx="2444750" cy="1582738"/>
            <a:chOff x="4076" y="2064"/>
            <a:chExt cx="1540" cy="997"/>
          </a:xfrm>
        </p:grpSpPr>
        <p:graphicFrame>
          <p:nvGraphicFramePr>
            <p:cNvPr id="355331" name="Object 3"/>
            <p:cNvGraphicFramePr>
              <a:graphicFrameLocks noChangeAspect="1"/>
            </p:cNvGraphicFramePr>
            <p:nvPr/>
          </p:nvGraphicFramePr>
          <p:xfrm>
            <a:off x="4670" y="2378"/>
            <a:ext cx="82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047" name="Equation" r:id="rId3" imgW="152280" imgH="304560" progId="Equation.3">
                    <p:embed/>
                  </p:oleObj>
                </mc:Choice>
                <mc:Fallback>
                  <p:oleObj name="Equation" r:id="rId3" imgW="152280" imgH="30456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0" y="2378"/>
                          <a:ext cx="82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55332" name="Group 4"/>
            <p:cNvGrpSpPr>
              <a:grpSpLocks/>
            </p:cNvGrpSpPr>
            <p:nvPr/>
          </p:nvGrpSpPr>
          <p:grpSpPr bwMode="auto">
            <a:xfrm>
              <a:off x="4076" y="2064"/>
              <a:ext cx="1540" cy="997"/>
              <a:chOff x="4156" y="2352"/>
              <a:chExt cx="1540" cy="997"/>
            </a:xfrm>
          </p:grpSpPr>
          <p:sp>
            <p:nvSpPr>
              <p:cNvPr id="355333" name="Line 5"/>
              <p:cNvSpPr>
                <a:spLocks noChangeShapeType="1"/>
              </p:cNvSpPr>
              <p:nvPr/>
            </p:nvSpPr>
            <p:spPr bwMode="auto">
              <a:xfrm flipV="1">
                <a:off x="4876" y="2544"/>
                <a:ext cx="384" cy="192"/>
              </a:xfrm>
              <a:prstGeom prst="line">
                <a:avLst/>
              </a:prstGeom>
              <a:noFill/>
              <a:ln w="19050">
                <a:solidFill>
                  <a:srgbClr val="FF99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55334" name="Line 6"/>
              <p:cNvSpPr>
                <a:spLocks noChangeShapeType="1"/>
              </p:cNvSpPr>
              <p:nvPr/>
            </p:nvSpPr>
            <p:spPr bwMode="auto">
              <a:xfrm>
                <a:off x="5260" y="2544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graphicFrame>
            <p:nvGraphicFramePr>
              <p:cNvPr id="355335" name="Object 7"/>
              <p:cNvGraphicFramePr>
                <a:graphicFrameLocks noChangeAspect="1"/>
              </p:cNvGraphicFramePr>
              <p:nvPr/>
            </p:nvGraphicFramePr>
            <p:xfrm>
              <a:off x="5256" y="2952"/>
              <a:ext cx="168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6048" name="Equation" r:id="rId5" imgW="266400" imgH="241200" progId="Equation.3">
                      <p:embed/>
                    </p:oleObj>
                  </mc:Choice>
                  <mc:Fallback>
                    <p:oleObj name="Equation" r:id="rId5" imgW="266400" imgH="24120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56" y="2952"/>
                            <a:ext cx="168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55336" name="Group 8"/>
              <p:cNvGrpSpPr>
                <a:grpSpLocks/>
              </p:cNvGrpSpPr>
              <p:nvPr/>
            </p:nvGrpSpPr>
            <p:grpSpPr bwMode="auto">
              <a:xfrm>
                <a:off x="4156" y="2352"/>
                <a:ext cx="1540" cy="997"/>
                <a:chOff x="4156" y="2352"/>
                <a:chExt cx="1540" cy="997"/>
              </a:xfrm>
            </p:grpSpPr>
            <p:sp>
              <p:nvSpPr>
                <p:cNvPr id="355337" name="Line 9"/>
                <p:cNvSpPr>
                  <a:spLocks noChangeShapeType="1"/>
                </p:cNvSpPr>
                <p:nvPr/>
              </p:nvSpPr>
              <p:spPr bwMode="auto">
                <a:xfrm>
                  <a:off x="4156" y="2928"/>
                  <a:ext cx="148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/>
                </a:p>
              </p:txBody>
            </p:sp>
            <p:sp>
              <p:nvSpPr>
                <p:cNvPr id="355338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4876" y="2352"/>
                  <a:ext cx="0" cy="99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/>
                </a:p>
              </p:txBody>
            </p:sp>
            <p:graphicFrame>
              <p:nvGraphicFramePr>
                <p:cNvPr id="355339" name="Object 11"/>
                <p:cNvGraphicFramePr>
                  <a:graphicFrameLocks noChangeAspect="1"/>
                </p:cNvGraphicFramePr>
                <p:nvPr/>
              </p:nvGraphicFramePr>
              <p:xfrm>
                <a:off x="5552" y="3000"/>
                <a:ext cx="144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6049" name="Equation" r:id="rId7" imgW="228600" imgH="241200" progId="Equation.3">
                        <p:embed/>
                      </p:oleObj>
                    </mc:Choice>
                    <mc:Fallback>
                      <p:oleObj name="Equation" r:id="rId7" imgW="228600" imgH="241200" progId="Equation.3">
                        <p:embed/>
                        <p:pic>
                          <p:nvPicPr>
                            <p:cNvPr id="0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552" y="3000"/>
                              <a:ext cx="144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55340" name="Object 12"/>
                <p:cNvGraphicFramePr>
                  <a:graphicFrameLocks noChangeAspect="1"/>
                </p:cNvGraphicFramePr>
                <p:nvPr/>
              </p:nvGraphicFramePr>
              <p:xfrm>
                <a:off x="4704" y="2360"/>
                <a:ext cx="152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6050" name="Equation" r:id="rId9" imgW="241200" imgH="317160" progId="Equation.3">
                        <p:embed/>
                      </p:oleObj>
                    </mc:Choice>
                    <mc:Fallback>
                      <p:oleObj name="Equation" r:id="rId9" imgW="241200" imgH="317160" progId="Equation.3">
                        <p:embed/>
                        <p:pic>
                          <p:nvPicPr>
                            <p:cNvPr id="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04" y="2360"/>
                              <a:ext cx="152" cy="2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55341" name="Object 13"/>
                <p:cNvGraphicFramePr>
                  <a:graphicFrameLocks noChangeAspect="1"/>
                </p:cNvGraphicFramePr>
                <p:nvPr/>
              </p:nvGraphicFramePr>
              <p:xfrm>
                <a:off x="4896" y="2956"/>
                <a:ext cx="136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6051" name="Equation" r:id="rId11" imgW="215640" imgH="241200" progId="Equation.3">
                        <p:embed/>
                      </p:oleObj>
                    </mc:Choice>
                    <mc:Fallback>
                      <p:oleObj name="Equation" r:id="rId11" imgW="215640" imgH="241200" progId="Equation.3">
                        <p:embed/>
                        <p:pic>
                          <p:nvPicPr>
                            <p:cNvPr id="0" name="Object 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96" y="2956"/>
                              <a:ext cx="136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pSp>
        <p:nvGrpSpPr>
          <p:cNvPr id="355342" name="Group 14"/>
          <p:cNvGrpSpPr>
            <a:grpSpLocks/>
          </p:cNvGrpSpPr>
          <p:nvPr/>
        </p:nvGrpSpPr>
        <p:grpSpPr bwMode="auto">
          <a:xfrm>
            <a:off x="9265141" y="1132609"/>
            <a:ext cx="1866900" cy="1231900"/>
            <a:chOff x="4271" y="1768"/>
            <a:chExt cx="1176" cy="776"/>
          </a:xfrm>
        </p:grpSpPr>
        <p:grpSp>
          <p:nvGrpSpPr>
            <p:cNvPr id="355343" name="Group 15"/>
            <p:cNvGrpSpPr>
              <a:grpSpLocks/>
            </p:cNvGrpSpPr>
            <p:nvPr/>
          </p:nvGrpSpPr>
          <p:grpSpPr bwMode="auto">
            <a:xfrm>
              <a:off x="4271" y="1768"/>
              <a:ext cx="1176" cy="776"/>
              <a:chOff x="4271" y="1768"/>
              <a:chExt cx="1176" cy="776"/>
            </a:xfrm>
          </p:grpSpPr>
          <p:sp>
            <p:nvSpPr>
              <p:cNvPr id="355344" name="Line 16"/>
              <p:cNvSpPr>
                <a:spLocks noChangeShapeType="1"/>
              </p:cNvSpPr>
              <p:nvPr/>
            </p:nvSpPr>
            <p:spPr bwMode="auto">
              <a:xfrm flipV="1">
                <a:off x="4271" y="1776"/>
                <a:ext cx="193" cy="9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55345" name="Line 17"/>
              <p:cNvSpPr>
                <a:spLocks noChangeShapeType="1"/>
              </p:cNvSpPr>
              <p:nvPr/>
            </p:nvSpPr>
            <p:spPr bwMode="auto">
              <a:xfrm>
                <a:off x="4464" y="177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55346" name="Oval 18"/>
              <p:cNvSpPr>
                <a:spLocks noChangeArrowheads="1"/>
              </p:cNvSpPr>
              <p:nvPr/>
            </p:nvSpPr>
            <p:spPr bwMode="auto">
              <a:xfrm>
                <a:off x="5207" y="2496"/>
                <a:ext cx="45" cy="45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55347" name="Oval 19"/>
              <p:cNvSpPr>
                <a:spLocks noChangeArrowheads="1"/>
              </p:cNvSpPr>
              <p:nvPr/>
            </p:nvSpPr>
            <p:spPr bwMode="auto">
              <a:xfrm>
                <a:off x="4443" y="1768"/>
                <a:ext cx="45" cy="45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55348" name="Line 20"/>
              <p:cNvSpPr>
                <a:spLocks noChangeShapeType="1"/>
              </p:cNvSpPr>
              <p:nvPr/>
            </p:nvSpPr>
            <p:spPr bwMode="auto">
              <a:xfrm>
                <a:off x="5232" y="2160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55349" name="Line 21"/>
              <p:cNvSpPr>
                <a:spLocks noChangeShapeType="1"/>
              </p:cNvSpPr>
              <p:nvPr/>
            </p:nvSpPr>
            <p:spPr bwMode="auto">
              <a:xfrm flipV="1">
                <a:off x="5254" y="2425"/>
                <a:ext cx="193" cy="9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</p:grpSp>
        <p:sp>
          <p:nvSpPr>
            <p:cNvPr id="355350" name="Oval 22"/>
            <p:cNvSpPr>
              <a:spLocks noChangeArrowheads="1"/>
            </p:cNvSpPr>
            <p:nvPr/>
          </p:nvSpPr>
          <p:spPr bwMode="auto">
            <a:xfrm>
              <a:off x="4438" y="2135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55351" name="Oval 23"/>
            <p:cNvSpPr>
              <a:spLocks noChangeArrowheads="1"/>
            </p:cNvSpPr>
            <p:nvPr/>
          </p:nvSpPr>
          <p:spPr bwMode="auto">
            <a:xfrm>
              <a:off x="5214" y="2135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355352" name="Rectangle 24"/>
          <p:cNvSpPr>
            <a:spLocks noChangeArrowheads="1"/>
          </p:cNvSpPr>
          <p:nvPr/>
        </p:nvSpPr>
        <p:spPr bwMode="auto">
          <a:xfrm>
            <a:off x="925802" y="236856"/>
            <a:ext cx="2209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b="1" dirty="0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chemeClr val="accent2"/>
                </a:solidFill>
                <a:ea typeface="黑体" panose="02010609060101010101" pitchFamily="49" charset="-122"/>
              </a:rPr>
              <a:t>6.</a:t>
            </a:r>
            <a:r>
              <a:rPr lang="en-US" altLang="zh-CN" sz="28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</a:rPr>
              <a:t>将函数</a:t>
            </a:r>
          </a:p>
        </p:txBody>
      </p:sp>
      <p:graphicFrame>
        <p:nvGraphicFramePr>
          <p:cNvPr id="35535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2156071"/>
              </p:ext>
            </p:extLst>
          </p:nvPr>
        </p:nvGraphicFramePr>
        <p:xfrm>
          <a:off x="2907089" y="377176"/>
          <a:ext cx="3125411" cy="348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52" name="Equation" r:id="rId13" imgW="3644640" imgH="406080" progId="Equation.3">
                  <p:embed/>
                </p:oleObj>
              </mc:Choice>
              <mc:Fallback>
                <p:oleObj name="Equation" r:id="rId13" imgW="3644640" imgH="4060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7089" y="377176"/>
                        <a:ext cx="3125411" cy="3484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5354" name="Text Box 26"/>
          <p:cNvSpPr txBox="1">
            <a:spLocks noChangeArrowheads="1"/>
          </p:cNvSpPr>
          <p:nvPr/>
        </p:nvSpPr>
        <p:spPr bwMode="auto">
          <a:xfrm>
            <a:off x="6036368" y="312093"/>
            <a:ext cx="44792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分别展成正弦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级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数与余弦级数 </a:t>
            </a:r>
            <a:r>
              <a:rPr kumimoji="1" lang="en-US" altLang="zh-CN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5356" name="Text Box 28"/>
          <p:cNvSpPr txBox="1">
            <a:spLocks noChangeArrowheads="1"/>
          </p:cNvSpPr>
          <p:nvPr/>
        </p:nvSpPr>
        <p:spPr bwMode="auto">
          <a:xfrm>
            <a:off x="925802" y="901700"/>
            <a:ext cx="3276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先求正弦级数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55357" name="Text Box 29"/>
          <p:cNvSpPr txBox="1">
            <a:spLocks noChangeArrowheads="1"/>
          </p:cNvSpPr>
          <p:nvPr/>
        </p:nvSpPr>
        <p:spPr bwMode="auto">
          <a:xfrm>
            <a:off x="3512127" y="901700"/>
            <a:ext cx="5257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去掉端点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将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(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作周期奇延拓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35535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0541984"/>
              </p:ext>
            </p:extLst>
          </p:nvPr>
        </p:nvGraphicFramePr>
        <p:xfrm>
          <a:off x="2603501" y="1525626"/>
          <a:ext cx="2022002" cy="622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53" name="Equation" r:id="rId15" imgW="2514600" imgH="774360" progId="Equation.3">
                  <p:embed/>
                </p:oleObj>
              </mc:Choice>
              <mc:Fallback>
                <p:oleObj name="Equation" r:id="rId15" imgW="2514600" imgH="77436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1" y="1525626"/>
                        <a:ext cx="2022002" cy="622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5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302559"/>
              </p:ext>
            </p:extLst>
          </p:nvPr>
        </p:nvGraphicFramePr>
        <p:xfrm>
          <a:off x="1796742" y="1481575"/>
          <a:ext cx="806759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54" name="Equation" r:id="rId17" imgW="1002960" imgH="850680" progId="Equation.3">
                  <p:embed/>
                </p:oleObj>
              </mc:Choice>
              <mc:Fallback>
                <p:oleObj name="Equation" r:id="rId17" imgW="1002960" imgH="85068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6742" y="1481575"/>
                        <a:ext cx="806759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6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3793021"/>
              </p:ext>
            </p:extLst>
          </p:nvPr>
        </p:nvGraphicFramePr>
        <p:xfrm>
          <a:off x="4625503" y="1486544"/>
          <a:ext cx="2655155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55" name="Equation" r:id="rId19" imgW="3301920" imgH="850680" progId="Equation.3">
                  <p:embed/>
                </p:oleObj>
              </mc:Choice>
              <mc:Fallback>
                <p:oleObj name="Equation" r:id="rId19" imgW="3301920" imgH="85068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5503" y="1486544"/>
                        <a:ext cx="2655155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6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0012956"/>
              </p:ext>
            </p:extLst>
          </p:nvPr>
        </p:nvGraphicFramePr>
        <p:xfrm>
          <a:off x="2112357" y="2328049"/>
          <a:ext cx="4028670" cy="70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56" name="Equation" r:id="rId21" imgW="5244840" imgH="914400" progId="Equation.3">
                  <p:embed/>
                </p:oleObj>
              </mc:Choice>
              <mc:Fallback>
                <p:oleObj name="Equation" r:id="rId21" imgW="5244840" imgH="9144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357" y="2328049"/>
                        <a:ext cx="4028670" cy="702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6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751922"/>
              </p:ext>
            </p:extLst>
          </p:nvPr>
        </p:nvGraphicFramePr>
        <p:xfrm>
          <a:off x="2056939" y="3080703"/>
          <a:ext cx="3637279" cy="725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57" name="Equation" r:id="rId23" imgW="4267080" imgH="850680" progId="Equation.3">
                  <p:embed/>
                </p:oleObj>
              </mc:Choice>
              <mc:Fallback>
                <p:oleObj name="Equation" r:id="rId23" imgW="4267080" imgH="85068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6939" y="3080703"/>
                        <a:ext cx="3637279" cy="7258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6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965328"/>
              </p:ext>
            </p:extLst>
          </p:nvPr>
        </p:nvGraphicFramePr>
        <p:xfrm>
          <a:off x="5793204" y="3400150"/>
          <a:ext cx="206318" cy="119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58" name="Equation" r:id="rId25" imgW="241200" imgH="139680" progId="Equation.3">
                  <p:embed/>
                </p:oleObj>
              </mc:Choice>
              <mc:Fallback>
                <p:oleObj name="Equation" r:id="rId25" imgW="241200" imgH="13968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3204" y="3400150"/>
                        <a:ext cx="206318" cy="1194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64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50583"/>
              </p:ext>
            </p:extLst>
          </p:nvPr>
        </p:nvGraphicFramePr>
        <p:xfrm>
          <a:off x="7780642" y="2939539"/>
          <a:ext cx="1216186" cy="282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59" name="Equation" r:id="rId27" imgW="1422360" imgH="330120" progId="Equation.3">
                  <p:embed/>
                </p:oleObj>
              </mc:Choice>
              <mc:Fallback>
                <p:oleObj name="Equation" r:id="rId27" imgW="1422360" imgH="33012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0642" y="2939539"/>
                        <a:ext cx="1216186" cy="282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65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072932"/>
              </p:ext>
            </p:extLst>
          </p:nvPr>
        </p:nvGraphicFramePr>
        <p:xfrm>
          <a:off x="7809680" y="3745572"/>
          <a:ext cx="840197" cy="283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60" name="Equation" r:id="rId29" imgW="977760" imgH="330120" progId="Equation.3">
                  <p:embed/>
                </p:oleObj>
              </mc:Choice>
              <mc:Fallback>
                <p:oleObj name="Equation" r:id="rId29" imgW="977760" imgH="33012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9680" y="3745572"/>
                        <a:ext cx="840197" cy="2836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366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704261"/>
              </p:ext>
            </p:extLst>
          </p:nvPr>
        </p:nvGraphicFramePr>
        <p:xfrm>
          <a:off x="9459788" y="3269877"/>
          <a:ext cx="1672254" cy="347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61" name="Equation" r:id="rId31" imgW="1955520" imgH="406080" progId="Equation.3">
                  <p:embed/>
                </p:oleObj>
              </mc:Choice>
              <mc:Fallback>
                <p:oleObj name="Equation" r:id="rId31" imgW="1955520" imgH="40608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59788" y="3269877"/>
                        <a:ext cx="1672254" cy="3474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5367" name="Group 39"/>
          <p:cNvGrpSpPr>
            <a:grpSpLocks/>
          </p:cNvGrpSpPr>
          <p:nvPr/>
        </p:nvGrpSpPr>
        <p:grpSpPr bwMode="auto">
          <a:xfrm>
            <a:off x="10162078" y="1089747"/>
            <a:ext cx="660400" cy="368300"/>
            <a:chOff x="4775" y="1473"/>
            <a:chExt cx="416" cy="232"/>
          </a:xfrm>
        </p:grpSpPr>
        <p:sp>
          <p:nvSpPr>
            <p:cNvPr id="355368" name="Oval 40"/>
            <p:cNvSpPr>
              <a:spLocks noChangeArrowheads="1"/>
            </p:cNvSpPr>
            <p:nvPr/>
          </p:nvSpPr>
          <p:spPr bwMode="auto">
            <a:xfrm>
              <a:off x="4775" y="1660"/>
              <a:ext cx="45" cy="4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55369" name="Oval 41"/>
            <p:cNvSpPr>
              <a:spLocks noChangeArrowheads="1"/>
            </p:cNvSpPr>
            <p:nvPr/>
          </p:nvSpPr>
          <p:spPr bwMode="auto">
            <a:xfrm>
              <a:off x="5146" y="1473"/>
              <a:ext cx="45" cy="4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pSp>
        <p:nvGrpSpPr>
          <p:cNvPr id="355370" name="Group 42"/>
          <p:cNvGrpSpPr>
            <a:grpSpLocks/>
          </p:cNvGrpSpPr>
          <p:nvPr/>
        </p:nvGrpSpPr>
        <p:grpSpPr bwMode="auto">
          <a:xfrm>
            <a:off x="9333403" y="1746972"/>
            <a:ext cx="877888" cy="641350"/>
            <a:chOff x="4266" y="1867"/>
            <a:chExt cx="553" cy="404"/>
          </a:xfrm>
        </p:grpSpPr>
        <p:grpSp>
          <p:nvGrpSpPr>
            <p:cNvPr id="355371" name="Group 43"/>
            <p:cNvGrpSpPr>
              <a:grpSpLocks/>
            </p:cNvGrpSpPr>
            <p:nvPr/>
          </p:nvGrpSpPr>
          <p:grpSpPr bwMode="auto">
            <a:xfrm>
              <a:off x="4266" y="1867"/>
              <a:ext cx="553" cy="389"/>
              <a:chOff x="4026" y="907"/>
              <a:chExt cx="553" cy="389"/>
            </a:xfrm>
          </p:grpSpPr>
          <p:sp>
            <p:nvSpPr>
              <p:cNvPr id="355372" name="Line 44"/>
              <p:cNvSpPr>
                <a:spLocks noChangeShapeType="1"/>
              </p:cNvSpPr>
              <p:nvPr/>
            </p:nvSpPr>
            <p:spPr bwMode="auto">
              <a:xfrm flipV="1">
                <a:off x="4176" y="1104"/>
                <a:ext cx="384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55373" name="Line 45"/>
              <p:cNvSpPr>
                <a:spLocks noChangeShapeType="1"/>
              </p:cNvSpPr>
              <p:nvPr/>
            </p:nvSpPr>
            <p:spPr bwMode="auto">
              <a:xfrm>
                <a:off x="4176" y="912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55374" name="Oval 46"/>
              <p:cNvSpPr>
                <a:spLocks noChangeArrowheads="1"/>
              </p:cNvSpPr>
              <p:nvPr/>
            </p:nvSpPr>
            <p:spPr bwMode="auto">
              <a:xfrm>
                <a:off x="4534" y="1079"/>
                <a:ext cx="45" cy="45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graphicFrame>
            <p:nvGraphicFramePr>
              <p:cNvPr id="355375" name="Object 47"/>
              <p:cNvGraphicFramePr>
                <a:graphicFrameLocks noChangeAspect="1"/>
              </p:cNvGraphicFramePr>
              <p:nvPr/>
            </p:nvGraphicFramePr>
            <p:xfrm>
              <a:off x="4026" y="907"/>
              <a:ext cx="390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6062" name="公式" r:id="rId33" imgW="253800" imgH="139680" progId="Equation.3">
                      <p:embed/>
                    </p:oleObj>
                  </mc:Choice>
                  <mc:Fallback>
                    <p:oleObj name="公式" r:id="rId33" imgW="253800" imgH="139680" progId="Equation.3">
                      <p:embed/>
                      <p:pic>
                        <p:nvPicPr>
                          <p:cNvPr id="0" name="Object 4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6" y="907"/>
                            <a:ext cx="390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55376" name="Oval 48"/>
            <p:cNvSpPr>
              <a:spLocks noChangeArrowheads="1"/>
            </p:cNvSpPr>
            <p:nvPr/>
          </p:nvSpPr>
          <p:spPr bwMode="auto">
            <a:xfrm>
              <a:off x="4397" y="2226"/>
              <a:ext cx="45" cy="4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aphicFrame>
        <p:nvGraphicFramePr>
          <p:cNvPr id="355377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21976"/>
              </p:ext>
            </p:extLst>
          </p:nvPr>
        </p:nvGraphicFramePr>
        <p:xfrm>
          <a:off x="6267564" y="2734579"/>
          <a:ext cx="1228402" cy="692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63" name="Equation" r:id="rId35" imgW="1511280" imgH="850680" progId="Equation.3">
                  <p:embed/>
                </p:oleObj>
              </mc:Choice>
              <mc:Fallback>
                <p:oleObj name="Equation" r:id="rId35" imgW="1511280" imgH="85068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7564" y="2734579"/>
                        <a:ext cx="1228402" cy="6922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5378" name="Oval 50"/>
          <p:cNvSpPr>
            <a:spLocks noChangeArrowheads="1"/>
          </p:cNvSpPr>
          <p:nvPr/>
        </p:nvSpPr>
        <p:spPr bwMode="auto">
          <a:xfrm>
            <a:off x="10147792" y="1712048"/>
            <a:ext cx="71437" cy="714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55379" name="AutoShape 51"/>
          <p:cNvSpPr>
            <a:spLocks/>
          </p:cNvSpPr>
          <p:nvPr/>
        </p:nvSpPr>
        <p:spPr bwMode="auto">
          <a:xfrm>
            <a:off x="6030537" y="3006460"/>
            <a:ext cx="130302" cy="928384"/>
          </a:xfrm>
          <a:prstGeom prst="leftBrace">
            <a:avLst>
              <a:gd name="adj1" fmla="val 6557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graphicFrame>
        <p:nvGraphicFramePr>
          <p:cNvPr id="355380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5816929"/>
              </p:ext>
            </p:extLst>
          </p:nvPr>
        </p:nvGraphicFramePr>
        <p:xfrm>
          <a:off x="6252164" y="3541971"/>
          <a:ext cx="556512" cy="69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64" name="Equation" r:id="rId37" imgW="685800" imgH="850680" progId="Equation.3">
                  <p:embed/>
                </p:oleObj>
              </mc:Choice>
              <mc:Fallback>
                <p:oleObj name="Equation" r:id="rId37" imgW="685800" imgH="85068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2164" y="3541971"/>
                        <a:ext cx="556512" cy="69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C13ABD-2554-49B5-BE6B-4B48EB5E0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8E9C-DCB5-46DE-9D5F-513D403A1C37}" type="datetime11">
              <a:rPr lang="zh-CN" altLang="en-US" smtClean="0"/>
              <a:t>23:09:07</a:t>
            </a:fld>
            <a:endParaRPr lang="en-US" altLang="zh-CN" dirty="0"/>
          </a:p>
        </p:txBody>
      </p:sp>
      <p:graphicFrame>
        <p:nvGraphicFramePr>
          <p:cNvPr id="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5265793"/>
              </p:ext>
            </p:extLst>
          </p:nvPr>
        </p:nvGraphicFramePr>
        <p:xfrm>
          <a:off x="1601326" y="4738000"/>
          <a:ext cx="1197438" cy="675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65" name="Equation" r:id="rId39" imgW="1574640" imgH="888840" progId="Equation.3">
                  <p:embed/>
                </p:oleObj>
              </mc:Choice>
              <mc:Fallback>
                <p:oleObj name="Equation" r:id="rId39" imgW="1574640" imgH="888840" progId="Equation.3">
                  <p:embed/>
                  <p:pic>
                    <p:nvPicPr>
                      <p:cNvPr id="3563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326" y="4738000"/>
                        <a:ext cx="1197438" cy="6759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912298"/>
              </p:ext>
            </p:extLst>
          </p:nvPr>
        </p:nvGraphicFramePr>
        <p:xfrm>
          <a:off x="2705678" y="4920454"/>
          <a:ext cx="1342289" cy="309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66" name="Equation" r:id="rId41" imgW="1765080" imgH="406080" progId="Equation.3">
                  <p:embed/>
                </p:oleObj>
              </mc:Choice>
              <mc:Fallback>
                <p:oleObj name="Equation" r:id="rId41" imgW="1765080" imgH="406080" progId="Equation.3">
                  <p:embed/>
                  <p:pic>
                    <p:nvPicPr>
                      <p:cNvPr id="3563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678" y="4920454"/>
                        <a:ext cx="1342289" cy="3090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684424"/>
              </p:ext>
            </p:extLst>
          </p:nvPr>
        </p:nvGraphicFramePr>
        <p:xfrm>
          <a:off x="4118379" y="4755790"/>
          <a:ext cx="1120184" cy="647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67" name="Equation" r:id="rId43" imgW="1473120" imgH="850680" progId="Equation.3">
                  <p:embed/>
                </p:oleObj>
              </mc:Choice>
              <mc:Fallback>
                <p:oleObj name="Equation" r:id="rId43" imgW="1473120" imgH="850680" progId="Equation.3">
                  <p:embed/>
                  <p:pic>
                    <p:nvPicPr>
                      <p:cNvPr id="35636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8379" y="4755790"/>
                        <a:ext cx="1120184" cy="6470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6190530"/>
              </p:ext>
            </p:extLst>
          </p:nvPr>
        </p:nvGraphicFramePr>
        <p:xfrm>
          <a:off x="5277310" y="4751460"/>
          <a:ext cx="1506454" cy="647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68" name="Equation" r:id="rId45" imgW="1981080" imgH="850680" progId="Equation.3">
                  <p:embed/>
                </p:oleObj>
              </mc:Choice>
              <mc:Fallback>
                <p:oleObj name="Equation" r:id="rId45" imgW="1981080" imgH="850680" progId="Equation.3">
                  <p:embed/>
                  <p:pic>
                    <p:nvPicPr>
                      <p:cNvPr id="35636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7310" y="4751460"/>
                        <a:ext cx="1506454" cy="6470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158619"/>
              </p:ext>
            </p:extLst>
          </p:nvPr>
        </p:nvGraphicFramePr>
        <p:xfrm>
          <a:off x="6793070" y="4738000"/>
          <a:ext cx="1815470" cy="675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69" name="Equation" r:id="rId47" imgW="2387520" imgH="888840" progId="Equation.3">
                  <p:embed/>
                </p:oleObj>
              </mc:Choice>
              <mc:Fallback>
                <p:oleObj name="Equation" r:id="rId47" imgW="2387520" imgH="888840" progId="Equation.3">
                  <p:embed/>
                  <p:pic>
                    <p:nvPicPr>
                      <p:cNvPr id="35636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3070" y="4738000"/>
                        <a:ext cx="1815470" cy="6759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538632"/>
              </p:ext>
            </p:extLst>
          </p:nvPr>
        </p:nvGraphicFramePr>
        <p:xfrm>
          <a:off x="9000624" y="4920454"/>
          <a:ext cx="1265035" cy="309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070" name="Equation" r:id="rId49" imgW="1663560" imgH="406080" progId="Equation.3">
                  <p:embed/>
                </p:oleObj>
              </mc:Choice>
              <mc:Fallback>
                <p:oleObj name="Equation" r:id="rId49" imgW="1663560" imgH="406080" progId="Equation.3">
                  <p:embed/>
                  <p:pic>
                    <p:nvPicPr>
                      <p:cNvPr id="35636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0624" y="4920454"/>
                        <a:ext cx="1265035" cy="3090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Text Box 49"/>
          <p:cNvSpPr txBox="1">
            <a:spLocks noChangeArrowheads="1"/>
          </p:cNvSpPr>
          <p:nvPr/>
        </p:nvSpPr>
        <p:spPr bwMode="auto">
          <a:xfrm>
            <a:off x="1379162" y="4096128"/>
            <a:ext cx="11849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因此得 </a:t>
            </a:r>
          </a:p>
        </p:txBody>
      </p:sp>
      <p:sp>
        <p:nvSpPr>
          <p:cNvPr id="61" name="Text Box 12"/>
          <p:cNvSpPr txBox="1">
            <a:spLocks noChangeArrowheads="1"/>
          </p:cNvSpPr>
          <p:nvPr/>
        </p:nvSpPr>
        <p:spPr bwMode="auto">
          <a:xfrm>
            <a:off x="1404970" y="5606987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注意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62" name="Text Box 13"/>
          <p:cNvSpPr txBox="1">
            <a:spLocks noChangeArrowheads="1"/>
          </p:cNvSpPr>
          <p:nvPr/>
        </p:nvSpPr>
        <p:spPr bwMode="auto">
          <a:xfrm>
            <a:off x="2351703" y="5606350"/>
            <a:ext cx="502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在端点 </a:t>
            </a:r>
            <a:r>
              <a:rPr kumimoji="1" lang="en-US" altLang="zh-CN" sz="2400" i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 0, </a:t>
            </a: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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级数的和为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0 ,</a:t>
            </a:r>
          </a:p>
        </p:txBody>
      </p:sp>
      <p:sp>
        <p:nvSpPr>
          <p:cNvPr id="63" name="Text Box 14"/>
          <p:cNvSpPr txBox="1">
            <a:spLocks noChangeArrowheads="1"/>
          </p:cNvSpPr>
          <p:nvPr/>
        </p:nvSpPr>
        <p:spPr bwMode="auto">
          <a:xfrm>
            <a:off x="6423944" y="5612261"/>
            <a:ext cx="46919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与给定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函数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(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=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+ 1 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的值</a:t>
            </a:r>
            <a:r>
              <a:rPr kumimoji="1"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不同。 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5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355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5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55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55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55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5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5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5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5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5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5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5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5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56" grpId="0" autoUpdateAnimBg="0"/>
      <p:bldP spid="355357" grpId="0" autoUpdateAnimBg="0"/>
      <p:bldP spid="355378" grpId="0" animBg="1"/>
      <p:bldP spid="355379" grpId="0" animBg="1"/>
      <p:bldP spid="60" grpId="0" build="p" autoUpdateAnimBg="0"/>
      <p:bldP spid="61" grpId="0" autoUpdateAnimBg="0"/>
      <p:bldP spid="62" grpId="0" autoUpdateAnimBg="0"/>
      <p:bldP spid="63" grpId="0" autoUpdateAnimBg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ChangeArrowheads="1"/>
          </p:cNvSpPr>
          <p:nvPr/>
        </p:nvSpPr>
        <p:spPr bwMode="auto">
          <a:xfrm>
            <a:off x="1892300" y="328612"/>
            <a:ext cx="3048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ea typeface="黑体" panose="02010609060101010101" pitchFamily="49" charset="-122"/>
              </a:rPr>
              <a:t>再求余弦级数</a:t>
            </a:r>
            <a:r>
              <a:rPr lang="en-US" altLang="zh-CN" sz="2400" dirty="0" smtClean="0">
                <a:solidFill>
                  <a:schemeClr val="tx1"/>
                </a:solidFill>
                <a:ea typeface="黑体" panose="02010609060101010101" pitchFamily="49" charset="-122"/>
              </a:rPr>
              <a:t>. </a:t>
            </a:r>
            <a:r>
              <a:rPr kumimoji="1"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将</a:t>
            </a:r>
            <a:endParaRPr kumimoji="1"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7379" name="Line 3"/>
          <p:cNvSpPr>
            <a:spLocks noChangeShapeType="1"/>
          </p:cNvSpPr>
          <p:nvPr/>
        </p:nvSpPr>
        <p:spPr bwMode="auto">
          <a:xfrm>
            <a:off x="9023350" y="168275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57380" name="Line 4"/>
          <p:cNvSpPr>
            <a:spLocks noChangeShapeType="1"/>
          </p:cNvSpPr>
          <p:nvPr/>
        </p:nvSpPr>
        <p:spPr bwMode="auto">
          <a:xfrm flipV="1">
            <a:off x="10166350" y="92075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57381" name="Line 5"/>
          <p:cNvSpPr>
            <a:spLocks noChangeShapeType="1"/>
          </p:cNvSpPr>
          <p:nvPr/>
        </p:nvSpPr>
        <p:spPr bwMode="auto">
          <a:xfrm flipV="1">
            <a:off x="10166350" y="1073150"/>
            <a:ext cx="609600" cy="304800"/>
          </a:xfrm>
          <a:prstGeom prst="line">
            <a:avLst/>
          </a:prstGeom>
          <a:noFill/>
          <a:ln w="28575">
            <a:solidFill>
              <a:srgbClr val="FF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57382" name="Line 6"/>
          <p:cNvSpPr>
            <a:spLocks noChangeShapeType="1"/>
          </p:cNvSpPr>
          <p:nvPr/>
        </p:nvSpPr>
        <p:spPr bwMode="auto">
          <a:xfrm>
            <a:off x="10775950" y="107315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graphicFrame>
        <p:nvGraphicFramePr>
          <p:cNvPr id="3573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460145"/>
              </p:ext>
            </p:extLst>
          </p:nvPr>
        </p:nvGraphicFramePr>
        <p:xfrm>
          <a:off x="11156950" y="1682750"/>
          <a:ext cx="3365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46" name="公式" r:id="rId3" imgW="126720" imgH="139680" progId="Equation.3">
                  <p:embed/>
                </p:oleObj>
              </mc:Choice>
              <mc:Fallback>
                <p:oleObj name="公式" r:id="rId3" imgW="126720" imgH="1396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950" y="1682750"/>
                        <a:ext cx="3365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358233"/>
              </p:ext>
            </p:extLst>
          </p:nvPr>
        </p:nvGraphicFramePr>
        <p:xfrm>
          <a:off x="10623550" y="1682750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47" name="公式" r:id="rId5" imgW="139680" imgH="139680" progId="Equation.3">
                  <p:embed/>
                </p:oleObj>
              </mc:Choice>
              <mc:Fallback>
                <p:oleObj name="公式" r:id="rId5" imgW="139680" imgH="1396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3550" y="1682750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340615"/>
              </p:ext>
            </p:extLst>
          </p:nvPr>
        </p:nvGraphicFramePr>
        <p:xfrm>
          <a:off x="9986964" y="1225550"/>
          <a:ext cx="179387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48" name="公式" r:id="rId7" imgW="88560" imgH="164880" progId="Equation.3">
                  <p:embed/>
                </p:oleObj>
              </mc:Choice>
              <mc:Fallback>
                <p:oleObj name="公式" r:id="rId7" imgW="88560" imgH="1648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6964" y="1225550"/>
                        <a:ext cx="179387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710780"/>
              </p:ext>
            </p:extLst>
          </p:nvPr>
        </p:nvGraphicFramePr>
        <p:xfrm>
          <a:off x="9791700" y="768350"/>
          <a:ext cx="3746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49" name="公式" r:id="rId9" imgW="139680" imgH="164880" progId="Equation.3">
                  <p:embed/>
                </p:oleObj>
              </mc:Choice>
              <mc:Fallback>
                <p:oleObj name="公式" r:id="rId9" imgW="139680" imgH="1648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1700" y="768350"/>
                        <a:ext cx="37465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335641"/>
              </p:ext>
            </p:extLst>
          </p:nvPr>
        </p:nvGraphicFramePr>
        <p:xfrm>
          <a:off x="4333875" y="509588"/>
          <a:ext cx="618628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50" name="Equation" r:id="rId11" imgW="736560" imgH="406080" progId="Equation.3">
                  <p:embed/>
                </p:oleObj>
              </mc:Choice>
              <mc:Fallback>
                <p:oleObj name="Equation" r:id="rId11" imgW="736560" imgH="4060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75" y="509588"/>
                        <a:ext cx="618628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7390" name="Group 14"/>
          <p:cNvGrpSpPr>
            <a:grpSpLocks/>
          </p:cNvGrpSpPr>
          <p:nvPr/>
        </p:nvGrpSpPr>
        <p:grpSpPr bwMode="auto">
          <a:xfrm>
            <a:off x="9244013" y="1073150"/>
            <a:ext cx="895350" cy="984250"/>
            <a:chOff x="4284" y="240"/>
            <a:chExt cx="564" cy="620"/>
          </a:xfrm>
        </p:grpSpPr>
        <p:sp>
          <p:nvSpPr>
            <p:cNvPr id="357391" name="Line 15"/>
            <p:cNvSpPr>
              <a:spLocks noChangeShapeType="1"/>
            </p:cNvSpPr>
            <p:nvPr/>
          </p:nvSpPr>
          <p:spPr bwMode="auto">
            <a:xfrm>
              <a:off x="4464" y="24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57392" name="Line 16"/>
            <p:cNvSpPr>
              <a:spLocks noChangeShapeType="1"/>
            </p:cNvSpPr>
            <p:nvPr/>
          </p:nvSpPr>
          <p:spPr bwMode="auto">
            <a:xfrm flipH="1" flipV="1">
              <a:off x="4464" y="240"/>
              <a:ext cx="384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graphicFrame>
          <p:nvGraphicFramePr>
            <p:cNvPr id="357393" name="Object 17"/>
            <p:cNvGraphicFramePr>
              <a:graphicFrameLocks noChangeAspect="1"/>
            </p:cNvGraphicFramePr>
            <p:nvPr/>
          </p:nvGraphicFramePr>
          <p:xfrm>
            <a:off x="4420" y="624"/>
            <a:ext cx="236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151" name="公式" r:id="rId13" imgW="139680" imgH="139680" progId="Equation.3">
                    <p:embed/>
                  </p:oleObj>
                </mc:Choice>
                <mc:Fallback>
                  <p:oleObj name="公式" r:id="rId13" imgW="139680" imgH="13968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0" y="624"/>
                          <a:ext cx="236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7394" name="Object 18"/>
            <p:cNvGraphicFramePr>
              <a:graphicFrameLocks noChangeAspect="1"/>
            </p:cNvGraphicFramePr>
            <p:nvPr/>
          </p:nvGraphicFramePr>
          <p:xfrm>
            <a:off x="4284" y="691"/>
            <a:ext cx="180" cy="1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152" name="公式" r:id="rId15" imgW="126720" imgH="75960" progId="Equation.3">
                    <p:embed/>
                  </p:oleObj>
                </mc:Choice>
                <mc:Fallback>
                  <p:oleObj name="公式" r:id="rId15" imgW="126720" imgH="7596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4" y="691"/>
                          <a:ext cx="180" cy="1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739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388533"/>
              </p:ext>
            </p:extLst>
          </p:nvPr>
        </p:nvGraphicFramePr>
        <p:xfrm>
          <a:off x="10198100" y="1606550"/>
          <a:ext cx="3365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53" name="公式" r:id="rId17" imgW="126720" imgH="139680" progId="Equation.3">
                  <p:embed/>
                </p:oleObj>
              </mc:Choice>
              <mc:Fallback>
                <p:oleObj name="公式" r:id="rId17" imgW="126720" imgH="1396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8100" y="1606550"/>
                        <a:ext cx="3365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9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091579"/>
              </p:ext>
            </p:extLst>
          </p:nvPr>
        </p:nvGraphicFramePr>
        <p:xfrm>
          <a:off x="1954934" y="1279383"/>
          <a:ext cx="552506" cy="358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54" name="Equation" r:id="rId19" imgW="685800" imgH="444240" progId="Equation.3">
                  <p:embed/>
                </p:oleObj>
              </mc:Choice>
              <mc:Fallback>
                <p:oleObj name="Equation" r:id="rId19" imgW="685800" imgH="4442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934" y="1279383"/>
                        <a:ext cx="552506" cy="358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9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084418"/>
              </p:ext>
            </p:extLst>
          </p:nvPr>
        </p:nvGraphicFramePr>
        <p:xfrm>
          <a:off x="2552438" y="1108358"/>
          <a:ext cx="1718908" cy="685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55" name="Equation" r:id="rId21" imgW="2133360" imgH="850680" progId="Equation.3">
                  <p:embed/>
                </p:oleObj>
              </mc:Choice>
              <mc:Fallback>
                <p:oleObj name="Equation" r:id="rId21" imgW="2133360" imgH="8506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438" y="1108358"/>
                        <a:ext cx="1718908" cy="685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9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921702"/>
              </p:ext>
            </p:extLst>
          </p:nvPr>
        </p:nvGraphicFramePr>
        <p:xfrm>
          <a:off x="1954934" y="2095343"/>
          <a:ext cx="539086" cy="349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56" name="Equation" r:id="rId23" imgW="685800" imgH="444240" progId="Equation.3">
                  <p:embed/>
                </p:oleObj>
              </mc:Choice>
              <mc:Fallback>
                <p:oleObj name="Equation" r:id="rId23" imgW="685800" imgH="4442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934" y="2095343"/>
                        <a:ext cx="539086" cy="3494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9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052647"/>
              </p:ext>
            </p:extLst>
          </p:nvPr>
        </p:nvGraphicFramePr>
        <p:xfrm>
          <a:off x="2559023" y="1918984"/>
          <a:ext cx="2405919" cy="668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57" name="Equation" r:id="rId25" imgW="3060360" imgH="850680" progId="Equation.3">
                  <p:embed/>
                </p:oleObj>
              </mc:Choice>
              <mc:Fallback>
                <p:oleObj name="Equation" r:id="rId25" imgW="3060360" imgH="85068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023" y="1918984"/>
                        <a:ext cx="2405919" cy="6688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40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4857494"/>
              </p:ext>
            </p:extLst>
          </p:nvPr>
        </p:nvGraphicFramePr>
        <p:xfrm>
          <a:off x="4305705" y="1026854"/>
          <a:ext cx="1954235" cy="808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58" name="Equation" r:id="rId27" imgW="2425680" imgH="1002960" progId="Equation.3">
                  <p:embed/>
                </p:oleObj>
              </mc:Choice>
              <mc:Fallback>
                <p:oleObj name="Equation" r:id="rId27" imgW="2425680" imgH="100296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705" y="1026854"/>
                        <a:ext cx="1954235" cy="8082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40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640080"/>
              </p:ext>
            </p:extLst>
          </p:nvPr>
        </p:nvGraphicFramePr>
        <p:xfrm>
          <a:off x="6294299" y="1323221"/>
          <a:ext cx="869686" cy="255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59" name="Equation" r:id="rId29" imgW="1079280" imgH="317160" progId="Equation.3">
                  <p:embed/>
                </p:oleObj>
              </mc:Choice>
              <mc:Fallback>
                <p:oleObj name="Equation" r:id="rId29" imgW="1079280" imgH="31716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4299" y="1323221"/>
                        <a:ext cx="869686" cy="255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40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0525871"/>
              </p:ext>
            </p:extLst>
          </p:nvPr>
        </p:nvGraphicFramePr>
        <p:xfrm>
          <a:off x="2296853" y="2756549"/>
          <a:ext cx="4192886" cy="72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60" name="Equation" r:id="rId31" imgW="5333760" imgH="927000" progId="Equation.3">
                  <p:embed/>
                </p:oleObj>
              </mc:Choice>
              <mc:Fallback>
                <p:oleObj name="Equation" r:id="rId31" imgW="5333760" imgH="9270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6853" y="2756549"/>
                        <a:ext cx="4192886" cy="728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40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115136"/>
              </p:ext>
            </p:extLst>
          </p:nvPr>
        </p:nvGraphicFramePr>
        <p:xfrm>
          <a:off x="6520907" y="2776513"/>
          <a:ext cx="2146362" cy="688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61" name="Equation" r:id="rId33" imgW="2730240" imgH="876240" progId="Equation.3">
                  <p:embed/>
                </p:oleObj>
              </mc:Choice>
              <mc:Fallback>
                <p:oleObj name="Equation" r:id="rId33" imgW="2730240" imgH="87624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0907" y="2776513"/>
                        <a:ext cx="2146362" cy="6888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40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6293514"/>
              </p:ext>
            </p:extLst>
          </p:nvPr>
        </p:nvGraphicFramePr>
        <p:xfrm>
          <a:off x="8629648" y="3072797"/>
          <a:ext cx="189679" cy="109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62" name="Equation" r:id="rId35" imgW="241200" imgH="139680" progId="Equation.3">
                  <p:embed/>
                </p:oleObj>
              </mc:Choice>
              <mc:Fallback>
                <p:oleObj name="Equation" r:id="rId35" imgW="241200" imgH="13968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9648" y="3072797"/>
                        <a:ext cx="189679" cy="1098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40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8686179"/>
              </p:ext>
            </p:extLst>
          </p:nvPr>
        </p:nvGraphicFramePr>
        <p:xfrm>
          <a:off x="9067218" y="2393895"/>
          <a:ext cx="2934864" cy="731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63" name="Equation" r:id="rId37" imgW="3822480" imgH="952200" progId="Equation.3">
                  <p:embed/>
                </p:oleObj>
              </mc:Choice>
              <mc:Fallback>
                <p:oleObj name="Equation" r:id="rId37" imgW="3822480" imgH="9522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218" y="2393895"/>
                        <a:ext cx="2934864" cy="7312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40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088388"/>
              </p:ext>
            </p:extLst>
          </p:nvPr>
        </p:nvGraphicFramePr>
        <p:xfrm>
          <a:off x="9233249" y="3418442"/>
          <a:ext cx="2475801" cy="319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64" name="Equation" r:id="rId39" imgW="3149280" imgH="406080" progId="Equation.3">
                  <p:embed/>
                </p:oleObj>
              </mc:Choice>
              <mc:Fallback>
                <p:oleObj name="Equation" r:id="rId39" imgW="3149280" imgH="40608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3249" y="3418442"/>
                        <a:ext cx="2475801" cy="3194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7408" name="Text Box 32"/>
          <p:cNvSpPr txBox="1">
            <a:spLocks noChangeArrowheads="1"/>
          </p:cNvSpPr>
          <p:nvPr/>
        </p:nvSpPr>
        <p:spPr bwMode="auto">
          <a:xfrm>
            <a:off x="4952503" y="440679"/>
            <a:ext cx="33596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作偶周期延拓 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  <a:r>
              <a:rPr kumimoji="1" lang="zh-CN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7409" name="Line 33"/>
          <p:cNvSpPr>
            <a:spLocks noChangeShapeType="1"/>
          </p:cNvSpPr>
          <p:nvPr/>
        </p:nvSpPr>
        <p:spPr bwMode="auto">
          <a:xfrm flipV="1">
            <a:off x="8947150" y="1073150"/>
            <a:ext cx="6096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57410" name="Line 34"/>
          <p:cNvSpPr>
            <a:spLocks noChangeShapeType="1"/>
          </p:cNvSpPr>
          <p:nvPr/>
        </p:nvSpPr>
        <p:spPr bwMode="auto">
          <a:xfrm flipH="1" flipV="1">
            <a:off x="10775950" y="1073150"/>
            <a:ext cx="6096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57411" name="AutoShape 35"/>
          <p:cNvSpPr>
            <a:spLocks/>
          </p:cNvSpPr>
          <p:nvPr/>
        </p:nvSpPr>
        <p:spPr bwMode="auto">
          <a:xfrm>
            <a:off x="8893002" y="2671028"/>
            <a:ext cx="149196" cy="913351"/>
          </a:xfrm>
          <a:prstGeom prst="leftBrace">
            <a:avLst>
              <a:gd name="adj1" fmla="val 5573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57BDF3-36A0-46BC-A2B4-95811FA8F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24861-3147-4302-9049-0E908C41BAC6}" type="datetime11">
              <a:rPr lang="zh-CN" altLang="en-US" smtClean="0"/>
              <a:t>23:14:49</a:t>
            </a:fld>
            <a:endParaRPr lang="en-US" altLang="zh-CN" dirty="0"/>
          </a:p>
        </p:txBody>
      </p:sp>
      <p:graphicFrame>
        <p:nvGraphicFramePr>
          <p:cNvPr id="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122634"/>
              </p:ext>
            </p:extLst>
          </p:nvPr>
        </p:nvGraphicFramePr>
        <p:xfrm>
          <a:off x="1888705" y="3861397"/>
          <a:ext cx="1327465" cy="650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65" name="Equation" r:id="rId41" imgW="1765080" imgH="850680" progId="Equation.3">
                  <p:embed/>
                </p:oleObj>
              </mc:Choice>
              <mc:Fallback>
                <p:oleObj name="Equation" r:id="rId41" imgW="1765080" imgH="850680" progId="Equation.3">
                  <p:embed/>
                  <p:pic>
                    <p:nvPicPr>
                      <p:cNvPr id="35840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8705" y="3861397"/>
                        <a:ext cx="1327465" cy="6509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0085789"/>
              </p:ext>
            </p:extLst>
          </p:nvPr>
        </p:nvGraphicFramePr>
        <p:xfrm>
          <a:off x="3918881" y="5208683"/>
          <a:ext cx="773647" cy="194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66" name="Equation" r:id="rId43" imgW="1028520" imgH="253800" progId="Equation.3">
                  <p:embed/>
                </p:oleObj>
              </mc:Choice>
              <mc:Fallback>
                <p:oleObj name="Equation" r:id="rId43" imgW="1028520" imgH="253800" progId="Equation.3">
                  <p:embed/>
                  <p:pic>
                    <p:nvPicPr>
                      <p:cNvPr id="35840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8881" y="5208683"/>
                        <a:ext cx="773647" cy="1943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61334"/>
              </p:ext>
            </p:extLst>
          </p:nvPr>
        </p:nvGraphicFramePr>
        <p:xfrm>
          <a:off x="4735642" y="4950140"/>
          <a:ext cx="1213301" cy="67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67" name="Equation" r:id="rId45" imgW="1612800" imgH="876240" progId="Equation.3">
                  <p:embed/>
                </p:oleObj>
              </mc:Choice>
              <mc:Fallback>
                <p:oleObj name="Equation" r:id="rId45" imgW="1612800" imgH="876240" progId="Equation.3">
                  <p:embed/>
                  <p:pic>
                    <p:nvPicPr>
                      <p:cNvPr id="3584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5642" y="4950140"/>
                        <a:ext cx="1213301" cy="67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208732"/>
              </p:ext>
            </p:extLst>
          </p:nvPr>
        </p:nvGraphicFramePr>
        <p:xfrm>
          <a:off x="8099011" y="5150385"/>
          <a:ext cx="1250951" cy="310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68" name="Equation" r:id="rId47" imgW="1663560" imgH="406080" progId="Equation.3">
                  <p:embed/>
                </p:oleObj>
              </mc:Choice>
              <mc:Fallback>
                <p:oleObj name="Equation" r:id="rId47" imgW="1663560" imgH="406080" progId="Equation.3">
                  <p:embed/>
                  <p:pic>
                    <p:nvPicPr>
                      <p:cNvPr id="3584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9011" y="5150385"/>
                        <a:ext cx="1250951" cy="3109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3172011"/>
              </p:ext>
            </p:extLst>
          </p:nvPr>
        </p:nvGraphicFramePr>
        <p:xfrm>
          <a:off x="6048809" y="4965779"/>
          <a:ext cx="1710038" cy="680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69" name="Equation" r:id="rId49" imgW="2273040" imgH="888840" progId="Equation.3">
                  <p:embed/>
                </p:oleObj>
              </mc:Choice>
              <mc:Fallback>
                <p:oleObj name="Equation" r:id="rId49" imgW="2273040" imgH="888840" progId="Equation.3">
                  <p:embed/>
                  <p:pic>
                    <p:nvPicPr>
                      <p:cNvPr id="3584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809" y="4965779"/>
                        <a:ext cx="1710038" cy="680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321525"/>
              </p:ext>
            </p:extLst>
          </p:nvPr>
        </p:nvGraphicFramePr>
        <p:xfrm>
          <a:off x="2603499" y="4965781"/>
          <a:ext cx="1423412" cy="680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70" name="Equation" r:id="rId51" imgW="1892160" imgH="888840" progId="Equation.3">
                  <p:embed/>
                </p:oleObj>
              </mc:Choice>
              <mc:Fallback>
                <p:oleObj name="Equation" r:id="rId51" imgW="1892160" imgH="888840" progId="Equation.3">
                  <p:embed/>
                  <p:pic>
                    <p:nvPicPr>
                      <p:cNvPr id="3584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499" y="4965781"/>
                        <a:ext cx="1423412" cy="680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7706989"/>
              </p:ext>
            </p:extLst>
          </p:nvPr>
        </p:nvGraphicFramePr>
        <p:xfrm>
          <a:off x="3315205" y="3797111"/>
          <a:ext cx="1757404" cy="777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71" name="Equation" r:id="rId53" imgW="2336760" imgH="1015920" progId="Equation.3">
                  <p:embed/>
                </p:oleObj>
              </mc:Choice>
              <mc:Fallback>
                <p:oleObj name="Equation" r:id="rId53" imgW="2336760" imgH="1015920" progId="Equation.3">
                  <p:embed/>
                  <p:pic>
                    <p:nvPicPr>
                      <p:cNvPr id="3584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5205" y="3797111"/>
                        <a:ext cx="1757404" cy="777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830849"/>
              </p:ext>
            </p:extLst>
          </p:nvPr>
        </p:nvGraphicFramePr>
        <p:xfrm>
          <a:off x="5133125" y="4062268"/>
          <a:ext cx="1356614" cy="310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172" name="Equation" r:id="rId55" imgW="1803240" imgH="406080" progId="Equation.3">
                  <p:embed/>
                </p:oleObj>
              </mc:Choice>
              <mc:Fallback>
                <p:oleObj name="Equation" r:id="rId55" imgW="1803240" imgH="406080" progId="Equation.3">
                  <p:embed/>
                  <p:pic>
                    <p:nvPicPr>
                      <p:cNvPr id="3584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3125" y="4062268"/>
                        <a:ext cx="1356614" cy="3109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7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7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7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5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5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5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57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5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57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57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57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57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5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57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57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408" grpId="0" autoUpdateAnimBg="0"/>
      <p:bldP spid="357409" grpId="0" animBg="1"/>
      <p:bldP spid="357410" grpId="0" animBg="1"/>
      <p:bldP spid="357411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02" name="Object 2"/>
          <p:cNvGraphicFramePr>
            <a:graphicFrameLocks noChangeAspect="1"/>
          </p:cNvGraphicFramePr>
          <p:nvPr/>
        </p:nvGraphicFramePr>
        <p:xfrm>
          <a:off x="2265364" y="457200"/>
          <a:ext cx="173513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044" name="Equation" r:id="rId3" imgW="1765080" imgH="850680" progId="Equation.3">
                  <p:embed/>
                </p:oleObj>
              </mc:Choice>
              <mc:Fallback>
                <p:oleObj name="Equation" r:id="rId3" imgW="1765080" imgH="8506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5364" y="457200"/>
                        <a:ext cx="1735137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03" name="Object 3"/>
          <p:cNvGraphicFramePr>
            <a:graphicFrameLocks noChangeAspect="1"/>
          </p:cNvGraphicFramePr>
          <p:nvPr/>
        </p:nvGraphicFramePr>
        <p:xfrm>
          <a:off x="4775200" y="1997075"/>
          <a:ext cx="1011238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045" name="Equation" r:id="rId5" imgW="1028520" imgH="253800" progId="Equation.3">
                  <p:embed/>
                </p:oleObj>
              </mc:Choice>
              <mc:Fallback>
                <p:oleObj name="Equation" r:id="rId5" imgW="1028520" imgH="253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200" y="1997075"/>
                        <a:ext cx="1011238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04" name="Object 4"/>
          <p:cNvGraphicFramePr>
            <a:graphicFrameLocks noChangeAspect="1"/>
          </p:cNvGraphicFramePr>
          <p:nvPr/>
        </p:nvGraphicFramePr>
        <p:xfrm>
          <a:off x="5994401" y="1657350"/>
          <a:ext cx="158591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046" name="Equation" r:id="rId7" imgW="1612800" imgH="876240" progId="Equation.3">
                  <p:embed/>
                </p:oleObj>
              </mc:Choice>
              <mc:Fallback>
                <p:oleObj name="Equation" r:id="rId7" imgW="1612800" imgH="876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1" y="1657350"/>
                        <a:ext cx="158591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05" name="Object 5"/>
          <p:cNvGraphicFramePr>
            <a:graphicFrameLocks noChangeAspect="1"/>
          </p:cNvGraphicFramePr>
          <p:nvPr/>
        </p:nvGraphicFramePr>
        <p:xfrm>
          <a:off x="8651876" y="2641600"/>
          <a:ext cx="16351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047" name="Equation" r:id="rId9" imgW="1663560" imgH="406080" progId="Equation.3">
                  <p:embed/>
                </p:oleObj>
              </mc:Choice>
              <mc:Fallback>
                <p:oleObj name="Equation" r:id="rId9" imgW="1663560" imgH="4060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76" y="2641600"/>
                        <a:ext cx="16351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06" name="Object 6"/>
          <p:cNvGraphicFramePr>
            <a:graphicFrameLocks noChangeAspect="1"/>
          </p:cNvGraphicFramePr>
          <p:nvPr/>
        </p:nvGraphicFramePr>
        <p:xfrm>
          <a:off x="7594600" y="1622425"/>
          <a:ext cx="2235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048" name="Equation" r:id="rId11" imgW="2273040" imgH="888840" progId="Equation.3">
                  <p:embed/>
                </p:oleObj>
              </mc:Choice>
              <mc:Fallback>
                <p:oleObj name="Equation" r:id="rId11" imgW="2273040" imgH="8888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4600" y="1622425"/>
                        <a:ext cx="22352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07" name="Text Box 7"/>
          <p:cNvSpPr txBox="1">
            <a:spLocks noChangeArrowheads="1"/>
          </p:cNvSpPr>
          <p:nvPr/>
        </p:nvSpPr>
        <p:spPr bwMode="auto">
          <a:xfrm>
            <a:off x="2192338" y="306228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令</a:t>
            </a:r>
            <a:r>
              <a:rPr kumimoji="1"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i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 0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可得</a:t>
            </a:r>
          </a:p>
        </p:txBody>
      </p:sp>
      <p:graphicFrame>
        <p:nvGraphicFramePr>
          <p:cNvPr id="358408" name="Object 8"/>
          <p:cNvGraphicFramePr>
            <a:graphicFrameLocks noChangeAspect="1"/>
          </p:cNvGraphicFramePr>
          <p:nvPr/>
        </p:nvGraphicFramePr>
        <p:xfrm>
          <a:off x="3684588" y="3733800"/>
          <a:ext cx="3021012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049" name="Equation" r:id="rId13" imgW="3073320" imgH="1002960" progId="Equation.3">
                  <p:embed/>
                </p:oleObj>
              </mc:Choice>
              <mc:Fallback>
                <p:oleObj name="Equation" r:id="rId13" imgW="3073320" imgH="10029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588" y="3733800"/>
                        <a:ext cx="3021012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09" name="Object 9"/>
          <p:cNvGraphicFramePr>
            <a:graphicFrameLocks noChangeAspect="1"/>
          </p:cNvGraphicFramePr>
          <p:nvPr/>
        </p:nvGraphicFramePr>
        <p:xfrm>
          <a:off x="3657601" y="4876800"/>
          <a:ext cx="2536825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050" name="Equation" r:id="rId15" imgW="2577960" imgH="1041120" progId="Equation.3">
                  <p:embed/>
                </p:oleObj>
              </mc:Choice>
              <mc:Fallback>
                <p:oleObj name="Equation" r:id="rId15" imgW="2577960" imgH="10411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4876800"/>
                        <a:ext cx="2536825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10" name="Text Box 10"/>
          <p:cNvSpPr txBox="1">
            <a:spLocks noChangeArrowheads="1"/>
          </p:cNvSpPr>
          <p:nvPr/>
        </p:nvSpPr>
        <p:spPr bwMode="auto">
          <a:xfrm>
            <a:off x="2603500" y="5195888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即</a:t>
            </a:r>
          </a:p>
        </p:txBody>
      </p:sp>
      <p:graphicFrame>
        <p:nvGraphicFramePr>
          <p:cNvPr id="358411" name="Object 11"/>
          <p:cNvGraphicFramePr>
            <a:graphicFrameLocks noChangeAspect="1"/>
          </p:cNvGraphicFramePr>
          <p:nvPr/>
        </p:nvGraphicFramePr>
        <p:xfrm>
          <a:off x="2976563" y="1701800"/>
          <a:ext cx="18605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051" name="Equation" r:id="rId17" imgW="1892160" imgH="888840" progId="Equation.3">
                  <p:embed/>
                </p:oleObj>
              </mc:Choice>
              <mc:Fallback>
                <p:oleObj name="Equation" r:id="rId17" imgW="1892160" imgH="8888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563" y="1701800"/>
                        <a:ext cx="186055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12" name="Object 12"/>
          <p:cNvGraphicFramePr>
            <a:graphicFrameLocks noChangeAspect="1"/>
          </p:cNvGraphicFramePr>
          <p:nvPr/>
        </p:nvGraphicFramePr>
        <p:xfrm>
          <a:off x="4038601" y="381000"/>
          <a:ext cx="22971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052" name="Equation" r:id="rId19" imgW="2336760" imgH="1015920" progId="Equation.3">
                  <p:embed/>
                </p:oleObj>
              </mc:Choice>
              <mc:Fallback>
                <p:oleObj name="Equation" r:id="rId19" imgW="2336760" imgH="101592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381000"/>
                        <a:ext cx="22971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13" name="Object 13"/>
          <p:cNvGraphicFramePr>
            <a:graphicFrameLocks noChangeAspect="1"/>
          </p:cNvGraphicFramePr>
          <p:nvPr/>
        </p:nvGraphicFramePr>
        <p:xfrm>
          <a:off x="6400800" y="685800"/>
          <a:ext cx="17732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053" name="Equation" r:id="rId21" imgW="1803240" imgH="406080" progId="Equation.3">
                  <p:embed/>
                </p:oleObj>
              </mc:Choice>
              <mc:Fallback>
                <p:oleObj name="Equation" r:id="rId21" imgW="1803240" imgH="4060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685800"/>
                        <a:ext cx="177323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414" name="Group 14"/>
          <p:cNvGrpSpPr>
            <a:grpSpLocks/>
          </p:cNvGrpSpPr>
          <p:nvPr/>
        </p:nvGrpSpPr>
        <p:grpSpPr bwMode="auto">
          <a:xfrm>
            <a:off x="7785100" y="3352800"/>
            <a:ext cx="2501900" cy="1308100"/>
            <a:chOff x="4004" y="280"/>
            <a:chExt cx="1576" cy="824"/>
          </a:xfrm>
        </p:grpSpPr>
        <p:grpSp>
          <p:nvGrpSpPr>
            <p:cNvPr id="358415" name="Group 15"/>
            <p:cNvGrpSpPr>
              <a:grpSpLocks/>
            </p:cNvGrpSpPr>
            <p:nvPr/>
          </p:nvGrpSpPr>
          <p:grpSpPr bwMode="auto">
            <a:xfrm>
              <a:off x="4208" y="484"/>
              <a:ext cx="564" cy="620"/>
              <a:chOff x="4284" y="240"/>
              <a:chExt cx="564" cy="620"/>
            </a:xfrm>
          </p:grpSpPr>
          <p:sp>
            <p:nvSpPr>
              <p:cNvPr id="358416" name="Line 16"/>
              <p:cNvSpPr>
                <a:spLocks noChangeShapeType="1"/>
              </p:cNvSpPr>
              <p:nvPr/>
            </p:nvSpPr>
            <p:spPr bwMode="auto">
              <a:xfrm>
                <a:off x="4464" y="240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8417" name="Line 17"/>
              <p:cNvSpPr>
                <a:spLocks noChangeShapeType="1"/>
              </p:cNvSpPr>
              <p:nvPr/>
            </p:nvSpPr>
            <p:spPr bwMode="auto">
              <a:xfrm flipH="1" flipV="1">
                <a:off x="4464" y="240"/>
                <a:ext cx="384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58418" name="Object 18"/>
              <p:cNvGraphicFramePr>
                <a:graphicFrameLocks noChangeAspect="1"/>
              </p:cNvGraphicFramePr>
              <p:nvPr/>
            </p:nvGraphicFramePr>
            <p:xfrm>
              <a:off x="4420" y="624"/>
              <a:ext cx="236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9054" name="公式" r:id="rId23" imgW="139680" imgH="139680" progId="Equation.3">
                      <p:embed/>
                    </p:oleObj>
                  </mc:Choice>
                  <mc:Fallback>
                    <p:oleObj name="公式" r:id="rId23" imgW="139680" imgH="139680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0" y="624"/>
                            <a:ext cx="236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419" name="Object 19"/>
              <p:cNvGraphicFramePr>
                <a:graphicFrameLocks noChangeAspect="1"/>
              </p:cNvGraphicFramePr>
              <p:nvPr/>
            </p:nvGraphicFramePr>
            <p:xfrm>
              <a:off x="4284" y="691"/>
              <a:ext cx="180" cy="1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9055" name="公式" r:id="rId25" imgW="126720" imgH="75960" progId="Equation.3">
                      <p:embed/>
                    </p:oleObj>
                  </mc:Choice>
                  <mc:Fallback>
                    <p:oleObj name="公式" r:id="rId25" imgW="126720" imgH="75960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84" y="691"/>
                            <a:ext cx="180" cy="1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58420" name="Line 20"/>
            <p:cNvSpPr>
              <a:spLocks noChangeShapeType="1"/>
            </p:cNvSpPr>
            <p:nvPr/>
          </p:nvSpPr>
          <p:spPr bwMode="auto">
            <a:xfrm>
              <a:off x="4080" y="868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21" name="Line 21"/>
            <p:cNvSpPr>
              <a:spLocks noChangeShapeType="1"/>
            </p:cNvSpPr>
            <p:nvPr/>
          </p:nvSpPr>
          <p:spPr bwMode="auto">
            <a:xfrm flipV="1">
              <a:off x="4800" y="288"/>
              <a:ext cx="0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22" name="Line 22"/>
            <p:cNvSpPr>
              <a:spLocks noChangeShapeType="1"/>
            </p:cNvSpPr>
            <p:nvPr/>
          </p:nvSpPr>
          <p:spPr bwMode="auto">
            <a:xfrm flipV="1">
              <a:off x="4800" y="484"/>
              <a:ext cx="384" cy="192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23" name="Line 23"/>
            <p:cNvSpPr>
              <a:spLocks noChangeShapeType="1"/>
            </p:cNvSpPr>
            <p:nvPr/>
          </p:nvSpPr>
          <p:spPr bwMode="auto">
            <a:xfrm>
              <a:off x="5184" y="48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424" name="Object 24"/>
            <p:cNvGraphicFramePr>
              <a:graphicFrameLocks noChangeAspect="1"/>
            </p:cNvGraphicFramePr>
            <p:nvPr/>
          </p:nvGraphicFramePr>
          <p:xfrm>
            <a:off x="5104" y="904"/>
            <a:ext cx="168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056" name="Equation" r:id="rId27" imgW="266400" imgH="241200" progId="Equation.3">
                    <p:embed/>
                  </p:oleObj>
                </mc:Choice>
                <mc:Fallback>
                  <p:oleObj name="Equation" r:id="rId27" imgW="266400" imgH="2412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4" y="904"/>
                          <a:ext cx="168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425" name="Object 25"/>
            <p:cNvGraphicFramePr>
              <a:graphicFrameLocks noChangeAspect="1"/>
            </p:cNvGraphicFramePr>
            <p:nvPr/>
          </p:nvGraphicFramePr>
          <p:xfrm>
            <a:off x="4659" y="556"/>
            <a:ext cx="113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057" name="公式" r:id="rId29" imgW="88560" imgH="164880" progId="Equation.3">
                    <p:embed/>
                  </p:oleObj>
                </mc:Choice>
                <mc:Fallback>
                  <p:oleObj name="公式" r:id="rId29" imgW="88560" imgH="16488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9" y="556"/>
                          <a:ext cx="113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426" name="Object 26"/>
            <p:cNvGraphicFramePr>
              <a:graphicFrameLocks noChangeAspect="1"/>
            </p:cNvGraphicFramePr>
            <p:nvPr/>
          </p:nvGraphicFramePr>
          <p:xfrm>
            <a:off x="4600" y="280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058" name="Equation" r:id="rId31" imgW="241200" imgH="317160" progId="Equation.3">
                    <p:embed/>
                  </p:oleObj>
                </mc:Choice>
                <mc:Fallback>
                  <p:oleObj name="Equation" r:id="rId31" imgW="241200" imgH="31716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0" y="280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427" name="Object 27"/>
            <p:cNvGraphicFramePr>
              <a:graphicFrameLocks noChangeAspect="1"/>
            </p:cNvGraphicFramePr>
            <p:nvPr/>
          </p:nvGraphicFramePr>
          <p:xfrm>
            <a:off x="4828" y="888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059" name="Equation" r:id="rId33" imgW="215640" imgH="241200" progId="Equation.3">
                    <p:embed/>
                  </p:oleObj>
                </mc:Choice>
                <mc:Fallback>
                  <p:oleObj name="Equation" r:id="rId33" imgW="215640" imgH="2412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8" y="888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428" name="Line 28"/>
            <p:cNvSpPr>
              <a:spLocks noChangeShapeType="1"/>
            </p:cNvSpPr>
            <p:nvPr/>
          </p:nvSpPr>
          <p:spPr bwMode="auto">
            <a:xfrm flipV="1">
              <a:off x="4004" y="484"/>
              <a:ext cx="384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29" name="Line 29"/>
            <p:cNvSpPr>
              <a:spLocks noChangeShapeType="1"/>
            </p:cNvSpPr>
            <p:nvPr/>
          </p:nvSpPr>
          <p:spPr bwMode="auto">
            <a:xfrm flipH="1" flipV="1">
              <a:off x="5156" y="476"/>
              <a:ext cx="384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430" name="Object 30"/>
            <p:cNvGraphicFramePr>
              <a:graphicFrameLocks noChangeAspect="1"/>
            </p:cNvGraphicFramePr>
            <p:nvPr/>
          </p:nvGraphicFramePr>
          <p:xfrm>
            <a:off x="5436" y="91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060" name="Equation" r:id="rId35" imgW="228600" imgH="241200" progId="Equation.3">
                    <p:embed/>
                  </p:oleObj>
                </mc:Choice>
                <mc:Fallback>
                  <p:oleObj name="Equation" r:id="rId35" imgW="228600" imgH="24120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6" y="912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431" name="Rectangle 31"/>
          <p:cNvSpPr>
            <a:spLocks noChangeArrowheads="1"/>
          </p:cNvSpPr>
          <p:nvPr/>
        </p:nvSpPr>
        <p:spPr bwMode="auto">
          <a:xfrm>
            <a:off x="2193926" y="6059489"/>
            <a:ext cx="2870979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kumimoji="1" lang="zh-CN" altLang="en-US" sz="3200">
                <a:latin typeface="Times New Roman" panose="02020603050405020304" pitchFamily="18" charset="0"/>
              </a:rPr>
              <a:t>课堂</a:t>
            </a:r>
            <a:r>
              <a:rPr kumimoji="1" lang="en-US" altLang="zh-CN" sz="3200">
                <a:latin typeface="Times New Roman" panose="02020603050405020304" pitchFamily="18" charset="0"/>
              </a:rPr>
              <a:t>: P250, 2(2).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D0414C4-C614-477A-B6B7-426ADC378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AF1A9-0175-4BA0-A647-8D20139153E9}" type="datetime11">
              <a:rPr lang="zh-CN" altLang="en-US" smtClean="0"/>
              <a:t>20:40:12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8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8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8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8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58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58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58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7" grpId="0" autoUpdateAnimBg="0"/>
      <p:bldP spid="358410" grpId="0" autoUpdateAnimBg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450" name="Group 2"/>
          <p:cNvGrpSpPr>
            <a:grpSpLocks/>
          </p:cNvGrpSpPr>
          <p:nvPr/>
        </p:nvGrpSpPr>
        <p:grpSpPr bwMode="auto">
          <a:xfrm>
            <a:off x="1524000" y="0"/>
            <a:ext cx="8991600" cy="6400800"/>
            <a:chOff x="48" y="48"/>
            <a:chExt cx="5664" cy="4032"/>
          </a:xfrm>
        </p:grpSpPr>
        <p:grpSp>
          <p:nvGrpSpPr>
            <p:cNvPr id="360451" name="Group 3"/>
            <p:cNvGrpSpPr>
              <a:grpSpLocks/>
            </p:cNvGrpSpPr>
            <p:nvPr/>
          </p:nvGrpSpPr>
          <p:grpSpPr bwMode="auto">
            <a:xfrm>
              <a:off x="528" y="48"/>
              <a:ext cx="288" cy="4032"/>
              <a:chOff x="5539" y="139"/>
              <a:chExt cx="125" cy="4037"/>
            </a:xfrm>
          </p:grpSpPr>
          <p:sp>
            <p:nvSpPr>
              <p:cNvPr id="360452" name="Rectangle 4"/>
              <p:cNvSpPr>
                <a:spLocks noChangeArrowheads="1"/>
              </p:cNvSpPr>
              <p:nvPr/>
            </p:nvSpPr>
            <p:spPr bwMode="auto">
              <a:xfrm rot="-10800000" flipH="1" flipV="1">
                <a:off x="5621" y="139"/>
                <a:ext cx="43" cy="3989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0453" name="Rectangle 5"/>
              <p:cNvSpPr>
                <a:spLocks noChangeArrowheads="1"/>
              </p:cNvSpPr>
              <p:nvPr/>
            </p:nvSpPr>
            <p:spPr bwMode="auto">
              <a:xfrm rot="10800000" flipV="1">
                <a:off x="5539" y="240"/>
                <a:ext cx="49" cy="3936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110000"/>
                  </a:lnSpc>
                </a:pPr>
                <a:endParaRPr kumimoji="1" lang="zh-CN" altLang="zh-CN" sz="2600">
                  <a:solidFill>
                    <a:schemeClr val="accent2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360454" name="Group 6"/>
            <p:cNvGrpSpPr>
              <a:grpSpLocks/>
            </p:cNvGrpSpPr>
            <p:nvPr/>
          </p:nvGrpSpPr>
          <p:grpSpPr bwMode="auto">
            <a:xfrm>
              <a:off x="48" y="720"/>
              <a:ext cx="5664" cy="288"/>
              <a:chOff x="260" y="4080"/>
              <a:chExt cx="5472" cy="144"/>
            </a:xfrm>
          </p:grpSpPr>
          <p:sp>
            <p:nvSpPr>
              <p:cNvPr id="360455" name="Rectangle 7"/>
              <p:cNvSpPr>
                <a:spLocks noChangeArrowheads="1"/>
              </p:cNvSpPr>
              <p:nvPr/>
            </p:nvSpPr>
            <p:spPr bwMode="auto">
              <a:xfrm rot="5400000" flipV="1">
                <a:off x="2972" y="1368"/>
                <a:ext cx="48" cy="5472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0456" name="Rectangle 8"/>
              <p:cNvSpPr>
                <a:spLocks noChangeArrowheads="1"/>
              </p:cNvSpPr>
              <p:nvPr/>
            </p:nvSpPr>
            <p:spPr bwMode="auto">
              <a:xfrm rot="5400000" flipV="1">
                <a:off x="2914" y="1522"/>
                <a:ext cx="48" cy="5355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hlink"/>
                  </a:gs>
                </a:gsLst>
                <a:lin ang="0" scaled="1"/>
              </a:gra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60457" name="Rectangle 9"/>
          <p:cNvSpPr>
            <a:spLocks noChangeArrowheads="1"/>
          </p:cNvSpPr>
          <p:nvPr/>
        </p:nvSpPr>
        <p:spPr bwMode="auto">
          <a:xfrm>
            <a:off x="1524000" y="0"/>
            <a:ext cx="9144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B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0458" name="Rectangle 10"/>
          <p:cNvSpPr>
            <a:spLocks noChangeArrowheads="1"/>
          </p:cNvSpPr>
          <p:nvPr/>
        </p:nvSpPr>
        <p:spPr bwMode="auto">
          <a:xfrm>
            <a:off x="3149600" y="228600"/>
            <a:ext cx="73533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4000">
                <a:solidFill>
                  <a:schemeClr val="accent2"/>
                </a:solidFill>
                <a:latin typeface="华文行楷" panose="02010800040101010101" pitchFamily="2" charset="-122"/>
                <a:ea typeface="黑体" panose="02010609060101010101" pitchFamily="49" charset="-122"/>
              </a:rPr>
              <a:t>  </a:t>
            </a:r>
            <a:r>
              <a:rPr lang="zh-CN" altLang="en-US" sz="4000">
                <a:solidFill>
                  <a:schemeClr val="accent2"/>
                </a:solidFill>
                <a:latin typeface="华文行楷" panose="02010800040101010101" pitchFamily="2" charset="-122"/>
                <a:ea typeface="黑体" panose="02010609060101010101" pitchFamily="49" charset="-122"/>
              </a:rPr>
              <a:t>第八节  一般周期的</a:t>
            </a:r>
            <a:r>
              <a:rPr lang="zh-CN" altLang="en-US" sz="4000">
                <a:solidFill>
                  <a:schemeClr val="accent2"/>
                </a:solidFill>
                <a:ea typeface="黑体" panose="02010609060101010101" pitchFamily="49" charset="-122"/>
              </a:rPr>
              <a:t>傅里叶级数</a:t>
            </a:r>
          </a:p>
        </p:txBody>
      </p:sp>
      <p:sp>
        <p:nvSpPr>
          <p:cNvPr id="360459" name="Text Box 11"/>
          <p:cNvSpPr txBox="1">
            <a:spLocks noChangeArrowheads="1"/>
          </p:cNvSpPr>
          <p:nvPr/>
        </p:nvSpPr>
        <p:spPr bwMode="auto">
          <a:xfrm>
            <a:off x="2959100" y="1822450"/>
            <a:ext cx="7302500" cy="205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到现在为止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我们所讨论的周期函数都是以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i="1">
                <a:latin typeface="Symbol" panose="05050102010706020507" pitchFamily="18" charset="2"/>
                <a:ea typeface="黑体" panose="02010609060101010101" pitchFamily="49" charset="-122"/>
              </a:rPr>
              <a:t>p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为周期的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但是实际问题中所遇到的周期函数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它的周期不一定是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i="1">
                <a:latin typeface="Symbol" panose="05050102010706020507" pitchFamily="18" charset="2"/>
                <a:ea typeface="黑体" panose="02010609060101010101" pitchFamily="49" charset="-122"/>
              </a:rPr>
              <a:t>p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怎样把周期为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2l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的周期函数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展开成三角级数呢？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92FB85-0295-4041-B758-09DEC6C8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EF93E-F654-4163-A01F-03DF0C84EA9B}" type="datetime11">
              <a:rPr lang="zh-CN" altLang="en-US" smtClean="0"/>
              <a:t>20:40:12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623888"/>
            <a:ext cx="6934200" cy="685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33CC33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zh-CN" altLang="en-US" sz="3200" b="1">
                <a:solidFill>
                  <a:schemeClr val="accent2"/>
                </a:solidFill>
                <a:ea typeface="黑体" panose="02010609060101010101" pitchFamily="49" charset="-122"/>
              </a:rPr>
              <a:t>以</a:t>
            </a:r>
            <a:r>
              <a:rPr lang="en-US" altLang="zh-CN" sz="3200">
                <a:solidFill>
                  <a:schemeClr val="accent2"/>
                </a:solidFill>
                <a:ea typeface="黑体" panose="02010609060101010101" pitchFamily="49" charset="-122"/>
              </a:rPr>
              <a:t>2 </a:t>
            </a:r>
            <a:r>
              <a:rPr lang="en-US" altLang="zh-CN" sz="3200" i="1">
                <a:solidFill>
                  <a:schemeClr val="accent2"/>
                </a:solidFill>
                <a:ea typeface="黑体" panose="02010609060101010101" pitchFamily="49" charset="-122"/>
              </a:rPr>
              <a:t>l</a:t>
            </a:r>
            <a:r>
              <a:rPr lang="en-US" altLang="zh-CN" sz="3200" b="1" i="1">
                <a:solidFill>
                  <a:schemeClr val="accent2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3200" b="1">
                <a:solidFill>
                  <a:schemeClr val="accent2"/>
                </a:solidFill>
                <a:ea typeface="黑体" panose="02010609060101010101" pitchFamily="49" charset="-122"/>
              </a:rPr>
              <a:t>为周期的函数的傅里叶展开</a:t>
            </a:r>
          </a:p>
        </p:txBody>
      </p:sp>
      <p:sp>
        <p:nvSpPr>
          <p:cNvPr id="361475" name="Text Box 3"/>
          <p:cNvSpPr txBox="1">
            <a:spLocks noChangeArrowheads="1"/>
          </p:cNvSpPr>
          <p:nvPr/>
        </p:nvSpPr>
        <p:spPr bwMode="auto">
          <a:xfrm>
            <a:off x="3581400" y="1552576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周期为 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i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</a:t>
            </a:r>
            <a:r>
              <a:rPr kumimoji="1"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函数 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(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kumimoji="1" lang="en-US" altLang="zh-CN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61476" name="Text Box 4"/>
          <p:cNvSpPr txBox="1">
            <a:spLocks noChangeArrowheads="1"/>
          </p:cNvSpPr>
          <p:nvPr/>
        </p:nvSpPr>
        <p:spPr bwMode="auto">
          <a:xfrm>
            <a:off x="3657600" y="3214688"/>
            <a:ext cx="350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周期为 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</a:t>
            </a:r>
            <a:r>
              <a:rPr kumimoji="1"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函数 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kumimoji="1" lang="en-US" altLang="zh-CN" sz="2800" i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61477" name="Text Box 5"/>
          <p:cNvSpPr txBox="1">
            <a:spLocks noChangeArrowheads="1"/>
          </p:cNvSpPr>
          <p:nvPr/>
        </p:nvSpPr>
        <p:spPr bwMode="auto">
          <a:xfrm>
            <a:off x="4876800" y="2300288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变量代换</a:t>
            </a:r>
          </a:p>
        </p:txBody>
      </p:sp>
      <p:graphicFrame>
        <p:nvGraphicFramePr>
          <p:cNvPr id="361478" name="Object 6"/>
          <p:cNvGraphicFramePr>
            <a:graphicFrameLocks noChangeAspect="1"/>
          </p:cNvGraphicFramePr>
          <p:nvPr/>
        </p:nvGraphicFramePr>
        <p:xfrm>
          <a:off x="6477000" y="2147889"/>
          <a:ext cx="102235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18" name="Equation" r:id="rId3" imgW="1015920" imgH="850680" progId="Equation.3">
                  <p:embed/>
                </p:oleObj>
              </mc:Choice>
              <mc:Fallback>
                <p:oleObj name="Equation" r:id="rId3" imgW="1015920" imgH="8506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147889"/>
                        <a:ext cx="102235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1479" name="AutoShape 7"/>
          <p:cNvSpPr>
            <a:spLocks noChangeArrowheads="1"/>
          </p:cNvSpPr>
          <p:nvPr/>
        </p:nvSpPr>
        <p:spPr bwMode="auto">
          <a:xfrm>
            <a:off x="4703764" y="2224088"/>
            <a:ext cx="179387" cy="838200"/>
          </a:xfrm>
          <a:prstGeom prst="downArrow">
            <a:avLst>
              <a:gd name="adj1" fmla="val 50000"/>
              <a:gd name="adj2" fmla="val 11681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61480" name="Text Box 8"/>
          <p:cNvSpPr txBox="1">
            <a:spLocks noChangeArrowheads="1"/>
          </p:cNvSpPr>
          <p:nvPr/>
        </p:nvSpPr>
        <p:spPr bwMode="auto">
          <a:xfrm>
            <a:off x="4876800" y="3990976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将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作傅氏展开</a:t>
            </a:r>
          </a:p>
        </p:txBody>
      </p:sp>
      <p:sp>
        <p:nvSpPr>
          <p:cNvPr id="361481" name="AutoShape 9"/>
          <p:cNvSpPr>
            <a:spLocks noChangeArrowheads="1"/>
          </p:cNvSpPr>
          <p:nvPr/>
        </p:nvSpPr>
        <p:spPr bwMode="auto">
          <a:xfrm>
            <a:off x="4724400" y="3900488"/>
            <a:ext cx="179388" cy="838200"/>
          </a:xfrm>
          <a:prstGeom prst="downArrow">
            <a:avLst>
              <a:gd name="adj1" fmla="val 50000"/>
              <a:gd name="adj2" fmla="val 11681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61482" name="Text Box 10"/>
          <p:cNvSpPr txBox="1">
            <a:spLocks noChangeArrowheads="1"/>
          </p:cNvSpPr>
          <p:nvPr/>
        </p:nvSpPr>
        <p:spPr bwMode="auto">
          <a:xfrm>
            <a:off x="3733800" y="4891088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 f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的傅氏展开式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84AE225-A8F9-4E11-A860-75BEDAD6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ECD5E-1E61-4FEA-9CC2-2667DDC19D47}" type="datetime11">
              <a:rPr lang="zh-CN" altLang="en-US" smtClean="0"/>
              <a:t>20:40:12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1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1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1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1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61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1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61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75" grpId="0" autoUpdateAnimBg="0"/>
      <p:bldP spid="361476" grpId="0" autoUpdateAnimBg="0"/>
      <p:bldP spid="361477" grpId="0" autoUpdateAnimBg="0"/>
      <p:bldP spid="361479" grpId="0" animBg="1"/>
      <p:bldP spid="361480" grpId="0" autoUpdateAnimBg="0"/>
      <p:bldP spid="361481" grpId="0" animBg="1"/>
      <p:bldP spid="361482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Text Box 2"/>
          <p:cNvSpPr txBox="1">
            <a:spLocks noChangeArrowheads="1"/>
          </p:cNvSpPr>
          <p:nvPr/>
        </p:nvSpPr>
        <p:spPr bwMode="auto">
          <a:xfrm>
            <a:off x="3124200" y="374651"/>
            <a:ext cx="754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设周期为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l</a:t>
            </a:r>
            <a:r>
              <a:rPr kumimoji="1"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的周期函数 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(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满足收敛定理条件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362499" name="Text Box 3"/>
          <p:cNvSpPr txBox="1">
            <a:spLocks noChangeArrowheads="1"/>
          </p:cNvSpPr>
          <p:nvPr/>
        </p:nvSpPr>
        <p:spPr bwMode="auto">
          <a:xfrm>
            <a:off x="1828800" y="1016001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则它的傅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里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叶展开式为</a:t>
            </a:r>
          </a:p>
        </p:txBody>
      </p:sp>
      <p:graphicFrame>
        <p:nvGraphicFramePr>
          <p:cNvPr id="362500" name="Object 4"/>
          <p:cNvGraphicFramePr>
            <a:graphicFrameLocks noChangeAspect="1"/>
          </p:cNvGraphicFramePr>
          <p:nvPr/>
        </p:nvGraphicFramePr>
        <p:xfrm>
          <a:off x="2862264" y="1701800"/>
          <a:ext cx="6281737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756" name="Equation" r:id="rId3" imgW="6286320" imgH="1015920" progId="Equation.3">
                  <p:embed/>
                </p:oleObj>
              </mc:Choice>
              <mc:Fallback>
                <p:oleObj name="Equation" r:id="rId3" imgW="6286320" imgH="10159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4" y="1701800"/>
                        <a:ext cx="6281737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2501" name="Text Box 5"/>
          <p:cNvSpPr txBox="1">
            <a:spLocks noChangeArrowheads="1"/>
          </p:cNvSpPr>
          <p:nvPr/>
        </p:nvSpPr>
        <p:spPr bwMode="auto">
          <a:xfrm>
            <a:off x="6705600" y="2844801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 </a:t>
            </a:r>
            <a:r>
              <a:rPr kumimoji="1" lang="en-US" altLang="zh-CN" sz="2800" i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i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的连续点处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graphicFrame>
        <p:nvGraphicFramePr>
          <p:cNvPr id="362502" name="Object 6"/>
          <p:cNvGraphicFramePr>
            <a:graphicFrameLocks noChangeAspect="1"/>
          </p:cNvGraphicFramePr>
          <p:nvPr/>
        </p:nvGraphicFramePr>
        <p:xfrm>
          <a:off x="3048000" y="3963988"/>
          <a:ext cx="685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757" name="Equation" r:id="rId5" imgW="685800" imgH="444240" progId="Equation.3">
                  <p:embed/>
                </p:oleObj>
              </mc:Choice>
              <mc:Fallback>
                <p:oleObj name="Equation" r:id="rId5" imgW="685800" imgH="444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963988"/>
                        <a:ext cx="685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2503" name="Object 7"/>
          <p:cNvGraphicFramePr>
            <a:graphicFrameLocks noChangeAspect="1"/>
          </p:cNvGraphicFramePr>
          <p:nvPr/>
        </p:nvGraphicFramePr>
        <p:xfrm>
          <a:off x="3086100" y="4864100"/>
          <a:ext cx="3924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758" name="Equation" r:id="rId7" imgW="3924000" imgH="927000" progId="Equation.3">
                  <p:embed/>
                </p:oleObj>
              </mc:Choice>
              <mc:Fallback>
                <p:oleObj name="Equation" r:id="rId7" imgW="3924000" imgH="927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4864100"/>
                        <a:ext cx="3924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2504" name="Text Box 8"/>
          <p:cNvSpPr txBox="1">
            <a:spLocks noChangeArrowheads="1"/>
          </p:cNvSpPr>
          <p:nvPr/>
        </p:nvSpPr>
        <p:spPr bwMode="auto">
          <a:xfrm>
            <a:off x="1828800" y="322580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其中</a:t>
            </a:r>
          </a:p>
        </p:txBody>
      </p:sp>
      <p:sp>
        <p:nvSpPr>
          <p:cNvPr id="362505" name="Rectangle 9"/>
          <p:cNvSpPr>
            <a:spLocks noChangeArrowheads="1"/>
          </p:cNvSpPr>
          <p:nvPr/>
        </p:nvSpPr>
        <p:spPr bwMode="auto">
          <a:xfrm>
            <a:off x="2133600" y="330200"/>
            <a:ext cx="1143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b="1">
                <a:solidFill>
                  <a:schemeClr val="accent2"/>
                </a:solidFill>
                <a:ea typeface="黑体" panose="02010609060101010101" pitchFamily="49" charset="-122"/>
              </a:rPr>
              <a:t>定理</a:t>
            </a:r>
            <a:r>
              <a:rPr lang="en-US" altLang="zh-CN" sz="2800" b="1">
                <a:solidFill>
                  <a:schemeClr val="accent2"/>
                </a:solidFill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362506" name="Object 10"/>
          <p:cNvGraphicFramePr>
            <a:graphicFrameLocks noChangeAspect="1"/>
          </p:cNvGraphicFramePr>
          <p:nvPr/>
        </p:nvGraphicFramePr>
        <p:xfrm>
          <a:off x="3846513" y="3746500"/>
          <a:ext cx="304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759" name="Equation" r:id="rId9" imgW="304560" imgH="927000" progId="Equation.3">
                  <p:embed/>
                </p:oleObj>
              </mc:Choice>
              <mc:Fallback>
                <p:oleObj name="Equation" r:id="rId9" imgW="304560" imgH="927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6513" y="3746500"/>
                        <a:ext cx="304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2507" name="Object 11"/>
          <p:cNvGraphicFramePr>
            <a:graphicFrameLocks noChangeAspect="1"/>
          </p:cNvGraphicFramePr>
          <p:nvPr/>
        </p:nvGraphicFramePr>
        <p:xfrm>
          <a:off x="4171950" y="3768725"/>
          <a:ext cx="2933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760" name="Equation" r:id="rId11" imgW="2933640" imgH="850680" progId="Equation.3">
                  <p:embed/>
                </p:oleObj>
              </mc:Choice>
              <mc:Fallback>
                <p:oleObj name="Equation" r:id="rId11" imgW="2933640" imgH="8506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1950" y="3768725"/>
                        <a:ext cx="29337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2508" name="Object 12"/>
          <p:cNvGraphicFramePr>
            <a:graphicFrameLocks noChangeAspect="1"/>
          </p:cNvGraphicFramePr>
          <p:nvPr/>
        </p:nvGraphicFramePr>
        <p:xfrm>
          <a:off x="7283450" y="4040188"/>
          <a:ext cx="2247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761" name="Equation" r:id="rId13" imgW="2247840" imgH="406080" progId="Equation.3">
                  <p:embed/>
                </p:oleObj>
              </mc:Choice>
              <mc:Fallback>
                <p:oleObj name="Equation" r:id="rId13" imgW="2247840" imgH="4060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3450" y="4040188"/>
                        <a:ext cx="2247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2509" name="Object 13"/>
          <p:cNvGraphicFramePr>
            <a:graphicFrameLocks noChangeAspect="1"/>
          </p:cNvGraphicFramePr>
          <p:nvPr/>
        </p:nvGraphicFramePr>
        <p:xfrm>
          <a:off x="7397750" y="5105400"/>
          <a:ext cx="1866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762" name="Equation" r:id="rId15" imgW="1866600" imgH="406080" progId="Equation.3">
                  <p:embed/>
                </p:oleObj>
              </mc:Choice>
              <mc:Fallback>
                <p:oleObj name="Equation" r:id="rId15" imgW="1866600" imgH="4060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0" y="5105400"/>
                        <a:ext cx="1866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2510" name="AutoShape 14"/>
          <p:cNvSpPr>
            <a:spLocks/>
          </p:cNvSpPr>
          <p:nvPr/>
        </p:nvSpPr>
        <p:spPr bwMode="auto">
          <a:xfrm>
            <a:off x="2743200" y="4140200"/>
            <a:ext cx="228600" cy="13716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E7FFBD-82FA-4147-A7BB-5F5F8FE36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1310-9C73-4D08-9C6D-EBFD3711EDD5}" type="datetime11">
              <a:rPr lang="zh-CN" altLang="en-US" smtClean="0"/>
              <a:t>20:40:12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2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62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62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62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62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62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8" grpId="0" autoUpdateAnimBg="0"/>
      <p:bldP spid="362499" grpId="0" autoUpdateAnimBg="0"/>
      <p:bldP spid="362501" grpId="0" autoUpdateAnimBg="0"/>
      <p:bldP spid="362504" grpId="0" autoUpdateAnimBg="0"/>
      <p:bldP spid="362510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ChangeArrowheads="1"/>
          </p:cNvSpPr>
          <p:nvPr/>
        </p:nvSpPr>
        <p:spPr bwMode="auto">
          <a:xfrm>
            <a:off x="2133600" y="471488"/>
            <a:ext cx="2438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b="1">
                <a:solidFill>
                  <a:schemeClr val="accent2"/>
                </a:solidFill>
                <a:ea typeface="黑体" panose="02010609060101010101" pitchFamily="49" charset="-122"/>
              </a:rPr>
              <a:t>证明</a:t>
            </a:r>
            <a:r>
              <a:rPr lang="en-US" altLang="zh-CN" sz="2800" b="1">
                <a:solidFill>
                  <a:schemeClr val="accent2"/>
                </a:solidFill>
                <a:ea typeface="黑体" panose="02010609060101010101" pitchFamily="49" charset="-122"/>
              </a:rPr>
              <a:t>:</a:t>
            </a:r>
            <a:r>
              <a:rPr lang="en-US" altLang="zh-CN" sz="2800">
                <a:ea typeface="黑体" panose="02010609060101010101" pitchFamily="49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ea typeface="黑体" panose="02010609060101010101" pitchFamily="49" charset="-122"/>
              </a:rPr>
              <a:t>令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graphicFrame>
        <p:nvGraphicFramePr>
          <p:cNvPr id="363523" name="Object 3"/>
          <p:cNvGraphicFramePr>
            <a:graphicFrameLocks noChangeAspect="1"/>
          </p:cNvGraphicFramePr>
          <p:nvPr/>
        </p:nvGraphicFramePr>
        <p:xfrm>
          <a:off x="3581400" y="306388"/>
          <a:ext cx="1079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65" name="Equation" r:id="rId3" imgW="1079280" imgH="850680" progId="Equation.3">
                  <p:embed/>
                </p:oleObj>
              </mc:Choice>
              <mc:Fallback>
                <p:oleObj name="Equation" r:id="rId3" imgW="1079280" imgH="8506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06388"/>
                        <a:ext cx="10795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3524" name="Text Box 4"/>
          <p:cNvSpPr txBox="1">
            <a:spLocks noChangeArrowheads="1"/>
          </p:cNvSpPr>
          <p:nvPr/>
        </p:nvSpPr>
        <p:spPr bwMode="auto">
          <a:xfrm>
            <a:off x="4724400" y="471488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</a:p>
        </p:txBody>
      </p:sp>
      <p:graphicFrame>
        <p:nvGraphicFramePr>
          <p:cNvPr id="363525" name="Object 5"/>
          <p:cNvGraphicFramePr>
            <a:graphicFrameLocks noChangeAspect="1"/>
          </p:cNvGraphicFramePr>
          <p:nvPr/>
        </p:nvGraphicFramePr>
        <p:xfrm>
          <a:off x="5464175" y="547688"/>
          <a:ext cx="1473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66" name="Equation" r:id="rId5" imgW="1473120" imgH="406080" progId="Equation.3">
                  <p:embed/>
                </p:oleObj>
              </mc:Choice>
              <mc:Fallback>
                <p:oleObj name="Equation" r:id="rId5" imgW="1473120" imgH="4060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4175" y="547688"/>
                        <a:ext cx="1473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26" name="Object 6"/>
          <p:cNvGraphicFramePr>
            <a:graphicFrameLocks noChangeAspect="1"/>
          </p:cNvGraphicFramePr>
          <p:nvPr/>
        </p:nvGraphicFramePr>
        <p:xfrm>
          <a:off x="7924800" y="534988"/>
          <a:ext cx="1854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67" name="Equation" r:id="rId7" imgW="1854000" imgH="393480" progId="Equation.3">
                  <p:embed/>
                </p:oleObj>
              </mc:Choice>
              <mc:Fallback>
                <p:oleObj name="Equation" r:id="rId7" imgW="1854000" imgH="39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534988"/>
                        <a:ext cx="1854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3527" name="Text Box 7"/>
          <p:cNvSpPr txBox="1">
            <a:spLocks noChangeArrowheads="1"/>
          </p:cNvSpPr>
          <p:nvPr/>
        </p:nvSpPr>
        <p:spPr bwMode="auto">
          <a:xfrm>
            <a:off x="2190750" y="1241426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令</a:t>
            </a:r>
          </a:p>
        </p:txBody>
      </p:sp>
      <p:graphicFrame>
        <p:nvGraphicFramePr>
          <p:cNvPr id="363528" name="Object 8"/>
          <p:cNvGraphicFramePr>
            <a:graphicFrameLocks noChangeAspect="1"/>
          </p:cNvGraphicFramePr>
          <p:nvPr/>
        </p:nvGraphicFramePr>
        <p:xfrm>
          <a:off x="2724150" y="1322388"/>
          <a:ext cx="1041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68" name="Equation" r:id="rId9" imgW="1041120" imgH="406080" progId="Equation.3">
                  <p:embed/>
                </p:oleObj>
              </mc:Choice>
              <mc:Fallback>
                <p:oleObj name="Equation" r:id="rId9" imgW="1041120" imgH="4060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150" y="1322388"/>
                        <a:ext cx="1041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29" name="Object 9"/>
          <p:cNvGraphicFramePr>
            <a:graphicFrameLocks noChangeAspect="1"/>
          </p:cNvGraphicFramePr>
          <p:nvPr/>
        </p:nvGraphicFramePr>
        <p:xfrm>
          <a:off x="4711700" y="1068388"/>
          <a:ext cx="1384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69" name="Equation" r:id="rId11" imgW="1384200" imgH="850680" progId="Equation.3">
                  <p:embed/>
                </p:oleObj>
              </mc:Choice>
              <mc:Fallback>
                <p:oleObj name="Equation" r:id="rId11" imgW="1384200" imgH="8506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1700" y="1068388"/>
                        <a:ext cx="13843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3530" name="Text Box 10"/>
          <p:cNvSpPr txBox="1">
            <a:spLocks noChangeArrowheads="1"/>
          </p:cNvSpPr>
          <p:nvPr/>
        </p:nvSpPr>
        <p:spPr bwMode="auto">
          <a:xfrm>
            <a:off x="6096000" y="1206501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</a:p>
        </p:txBody>
      </p:sp>
      <p:graphicFrame>
        <p:nvGraphicFramePr>
          <p:cNvPr id="363531" name="Object 11"/>
          <p:cNvGraphicFramePr>
            <a:graphicFrameLocks noChangeAspect="1"/>
          </p:cNvGraphicFramePr>
          <p:nvPr/>
        </p:nvGraphicFramePr>
        <p:xfrm>
          <a:off x="2671764" y="2124075"/>
          <a:ext cx="380523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70" name="Equation" r:id="rId13" imgW="3809880" imgH="850680" progId="Equation.3">
                  <p:embed/>
                </p:oleObj>
              </mc:Choice>
              <mc:Fallback>
                <p:oleObj name="Equation" r:id="rId13" imgW="3809880" imgH="8506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764" y="2124075"/>
                        <a:ext cx="3805237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32" name="Object 12"/>
          <p:cNvGraphicFramePr>
            <a:graphicFrameLocks noChangeAspect="1"/>
          </p:cNvGraphicFramePr>
          <p:nvPr/>
        </p:nvGraphicFramePr>
        <p:xfrm>
          <a:off x="6553200" y="2100263"/>
          <a:ext cx="1930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71" name="Equation" r:id="rId15" imgW="1930320" imgH="850680" progId="Equation.3">
                  <p:embed/>
                </p:oleObj>
              </mc:Choice>
              <mc:Fallback>
                <p:oleObj name="Equation" r:id="rId15" imgW="1930320" imgH="8506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100263"/>
                        <a:ext cx="1930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33" name="Object 13"/>
          <p:cNvGraphicFramePr>
            <a:graphicFrameLocks noChangeAspect="1"/>
          </p:cNvGraphicFramePr>
          <p:nvPr/>
        </p:nvGraphicFramePr>
        <p:xfrm>
          <a:off x="4267200" y="2897188"/>
          <a:ext cx="1219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72" name="Equation" r:id="rId17" imgW="1218960" imgH="850680" progId="Equation.3">
                  <p:embed/>
                </p:oleObj>
              </mc:Choice>
              <mc:Fallback>
                <p:oleObj name="Equation" r:id="rId17" imgW="1218960" imgH="8506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897188"/>
                        <a:ext cx="1219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34" name="Object 14"/>
          <p:cNvGraphicFramePr>
            <a:graphicFrameLocks noChangeAspect="1"/>
          </p:cNvGraphicFramePr>
          <p:nvPr/>
        </p:nvGraphicFramePr>
        <p:xfrm>
          <a:off x="5588000" y="3113088"/>
          <a:ext cx="1041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73" name="Equation" r:id="rId19" imgW="1041120" imgH="406080" progId="Equation.3">
                  <p:embed/>
                </p:oleObj>
              </mc:Choice>
              <mc:Fallback>
                <p:oleObj name="Equation" r:id="rId19" imgW="1041120" imgH="4060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0" y="3113088"/>
                        <a:ext cx="1041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3535" name="Text Box 15"/>
          <p:cNvSpPr txBox="1">
            <a:spLocks noChangeArrowheads="1"/>
          </p:cNvSpPr>
          <p:nvPr/>
        </p:nvSpPr>
        <p:spPr bwMode="auto">
          <a:xfrm>
            <a:off x="1828800" y="3671888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所以</a:t>
            </a:r>
          </a:p>
        </p:txBody>
      </p:sp>
      <p:graphicFrame>
        <p:nvGraphicFramePr>
          <p:cNvPr id="363536" name="Object 16"/>
          <p:cNvGraphicFramePr>
            <a:graphicFrameLocks noChangeAspect="1"/>
          </p:cNvGraphicFramePr>
          <p:nvPr/>
        </p:nvGraphicFramePr>
        <p:xfrm>
          <a:off x="2679700" y="3824288"/>
          <a:ext cx="749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74" name="Equation" r:id="rId21" imgW="749160" imgH="406080" progId="Equation.3">
                  <p:embed/>
                </p:oleObj>
              </mc:Choice>
              <mc:Fallback>
                <p:oleObj name="Equation" r:id="rId21" imgW="749160" imgH="4060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9700" y="3824288"/>
                        <a:ext cx="749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3537" name="Text Box 17"/>
          <p:cNvSpPr txBox="1">
            <a:spLocks noChangeArrowheads="1"/>
          </p:cNvSpPr>
          <p:nvPr/>
        </p:nvSpPr>
        <p:spPr bwMode="auto">
          <a:xfrm>
            <a:off x="7848600" y="3671888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且它满足收敛</a:t>
            </a:r>
          </a:p>
        </p:txBody>
      </p:sp>
      <p:sp>
        <p:nvSpPr>
          <p:cNvPr id="363538" name="Text Box 18"/>
          <p:cNvSpPr txBox="1">
            <a:spLocks noChangeArrowheads="1"/>
          </p:cNvSpPr>
          <p:nvPr/>
        </p:nvSpPr>
        <p:spPr bwMode="auto">
          <a:xfrm>
            <a:off x="1828800" y="4357688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定理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条件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363539" name="Text Box 19"/>
          <p:cNvSpPr txBox="1">
            <a:spLocks noChangeArrowheads="1"/>
          </p:cNvSpPr>
          <p:nvPr/>
        </p:nvSpPr>
        <p:spPr bwMode="auto">
          <a:xfrm>
            <a:off x="3505200" y="4357688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将它展成傅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里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叶级数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363540" name="Object 20"/>
          <p:cNvGraphicFramePr>
            <a:graphicFrameLocks noChangeAspect="1"/>
          </p:cNvGraphicFramePr>
          <p:nvPr/>
        </p:nvGraphicFramePr>
        <p:xfrm>
          <a:off x="2746376" y="4891088"/>
          <a:ext cx="548322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75" name="Equation" r:id="rId23" imgW="5486400" imgH="1015920" progId="Equation.3">
                  <p:embed/>
                </p:oleObj>
              </mc:Choice>
              <mc:Fallback>
                <p:oleObj name="Equation" r:id="rId23" imgW="5486400" imgH="101592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76" y="4891088"/>
                        <a:ext cx="5483225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3541" name="Text Box 21"/>
          <p:cNvSpPr txBox="1">
            <a:spLocks noChangeArrowheads="1"/>
          </p:cNvSpPr>
          <p:nvPr/>
        </p:nvSpPr>
        <p:spPr bwMode="auto">
          <a:xfrm>
            <a:off x="6172200" y="5638801"/>
            <a:ext cx="365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在 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z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的连续点处 )</a:t>
            </a:r>
            <a:endParaRPr kumimoji="1" lang="en-US" altLang="zh-CN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63542" name="Object 22"/>
          <p:cNvGraphicFramePr>
            <a:graphicFrameLocks noChangeAspect="1"/>
          </p:cNvGraphicFramePr>
          <p:nvPr/>
        </p:nvGraphicFramePr>
        <p:xfrm>
          <a:off x="3848100" y="1319213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76" name="Equation" r:id="rId25" imgW="736560" imgH="406080" progId="Equation.3">
                  <p:embed/>
                </p:oleObj>
              </mc:Choice>
              <mc:Fallback>
                <p:oleObj name="Equation" r:id="rId25" imgW="736560" imgH="4060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100" y="1319213"/>
                        <a:ext cx="736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3543" name="Text Box 23"/>
          <p:cNvSpPr txBox="1">
            <a:spLocks noChangeArrowheads="1"/>
          </p:cNvSpPr>
          <p:nvPr/>
        </p:nvSpPr>
        <p:spPr bwMode="auto">
          <a:xfrm>
            <a:off x="7010400" y="425451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变成</a:t>
            </a:r>
          </a:p>
        </p:txBody>
      </p:sp>
      <p:sp>
        <p:nvSpPr>
          <p:cNvPr id="363544" name="Text Box 24"/>
          <p:cNvSpPr txBox="1">
            <a:spLocks noChangeArrowheads="1"/>
          </p:cNvSpPr>
          <p:nvPr/>
        </p:nvSpPr>
        <p:spPr bwMode="auto">
          <a:xfrm>
            <a:off x="3429001" y="3721101"/>
            <a:ext cx="4557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是以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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为周期的周期函数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endParaRPr kumimoji="1" lang="en-US" altLang="zh-CN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6663101-D693-4D96-AEA7-079D5B4D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FCA2-DF39-4B03-97B1-3E6F90B1629F}" type="datetime11">
              <a:rPr lang="zh-CN" altLang="en-US" smtClean="0"/>
              <a:t>20:40:12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3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63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3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6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63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63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3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3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63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63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635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63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6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6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6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63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4" grpId="0" autoUpdateAnimBg="0"/>
      <p:bldP spid="363527" grpId="0" autoUpdateAnimBg="0"/>
      <p:bldP spid="363530" grpId="0" autoUpdateAnimBg="0"/>
      <p:bldP spid="363535" grpId="0" build="p" autoUpdateAnimBg="0"/>
      <p:bldP spid="363537" grpId="0" autoUpdateAnimBg="0"/>
      <p:bldP spid="363538" grpId="0" autoUpdateAnimBg="0"/>
      <p:bldP spid="363539" grpId="0" autoUpdateAnimBg="0"/>
      <p:bldP spid="363541" grpId="0" autoUpdateAnimBg="0"/>
      <p:bldP spid="363543" grpId="0" autoUpdateAnimBg="0"/>
      <p:bldP spid="363544" grpId="0" build="p" autoUpdateAnimBg="0" advAuto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4546" name="Object 2"/>
          <p:cNvGraphicFramePr>
            <a:graphicFrameLocks noChangeAspect="1"/>
          </p:cNvGraphicFramePr>
          <p:nvPr/>
        </p:nvGraphicFramePr>
        <p:xfrm>
          <a:off x="3067050" y="279400"/>
          <a:ext cx="3695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48" name="Equation" r:id="rId3" imgW="3695400" imgH="787320" progId="Equation.3">
                  <p:embed/>
                </p:oleObj>
              </mc:Choice>
              <mc:Fallback>
                <p:oleObj name="Equation" r:id="rId3" imgW="3695400" imgH="7873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279400"/>
                        <a:ext cx="3695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547" name="Text Box 3"/>
          <p:cNvSpPr txBox="1">
            <a:spLocks noChangeArrowheads="1"/>
          </p:cNvSpPr>
          <p:nvPr/>
        </p:nvSpPr>
        <p:spPr bwMode="auto">
          <a:xfrm>
            <a:off x="1828800" y="914401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其中</a:t>
            </a:r>
          </a:p>
        </p:txBody>
      </p:sp>
      <p:graphicFrame>
        <p:nvGraphicFramePr>
          <p:cNvPr id="364548" name="Object 4"/>
          <p:cNvGraphicFramePr>
            <a:graphicFrameLocks noChangeAspect="1"/>
          </p:cNvGraphicFramePr>
          <p:nvPr/>
        </p:nvGraphicFramePr>
        <p:xfrm>
          <a:off x="3111500" y="1193800"/>
          <a:ext cx="3505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49" name="Equation" r:id="rId5" imgW="3504960" imgH="787320" progId="Equation.3">
                  <p:embed/>
                </p:oleObj>
              </mc:Choice>
              <mc:Fallback>
                <p:oleObj name="Equation" r:id="rId5" imgW="3504960" imgH="7873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0" y="1193800"/>
                        <a:ext cx="3505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549" name="Text Box 5"/>
          <p:cNvSpPr txBox="1">
            <a:spLocks noChangeArrowheads="1"/>
          </p:cNvSpPr>
          <p:nvPr/>
        </p:nvSpPr>
        <p:spPr bwMode="auto">
          <a:xfrm>
            <a:off x="1928813" y="22479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令</a:t>
            </a:r>
            <a:endParaRPr kumimoji="1" lang="zh-CN" altLang="en-US" sz="280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64550" name="Object 6"/>
          <p:cNvGraphicFramePr>
            <a:graphicFrameLocks noChangeAspect="1"/>
          </p:cNvGraphicFramePr>
          <p:nvPr/>
        </p:nvGraphicFramePr>
        <p:xfrm>
          <a:off x="2781300" y="2070100"/>
          <a:ext cx="1079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50" name="Equation" r:id="rId7" imgW="1079280" imgH="850680" progId="Equation.3">
                  <p:embed/>
                </p:oleObj>
              </mc:Choice>
              <mc:Fallback>
                <p:oleObj name="Equation" r:id="rId7" imgW="1079280" imgH="8506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2070100"/>
                        <a:ext cx="10795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1" name="Object 7"/>
          <p:cNvGraphicFramePr>
            <a:graphicFrameLocks noChangeAspect="1"/>
          </p:cNvGraphicFramePr>
          <p:nvPr/>
        </p:nvGraphicFramePr>
        <p:xfrm>
          <a:off x="3187700" y="2971800"/>
          <a:ext cx="1066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51" name="Equation" r:id="rId9" imgW="1066680" imgH="927000" progId="Equation.3">
                  <p:embed/>
                </p:oleObj>
              </mc:Choice>
              <mc:Fallback>
                <p:oleObj name="Equation" r:id="rId9" imgW="1066680" imgH="927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00" y="2971800"/>
                        <a:ext cx="1066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2" name="Object 8"/>
          <p:cNvGraphicFramePr>
            <a:graphicFrameLocks noChangeAspect="1"/>
          </p:cNvGraphicFramePr>
          <p:nvPr/>
        </p:nvGraphicFramePr>
        <p:xfrm>
          <a:off x="3195638" y="3949700"/>
          <a:ext cx="3924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52" name="Equation" r:id="rId11" imgW="3924000" imgH="927000" progId="Equation.3">
                  <p:embed/>
                </p:oleObj>
              </mc:Choice>
              <mc:Fallback>
                <p:oleObj name="Equation" r:id="rId11" imgW="3924000" imgH="927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638" y="3949700"/>
                        <a:ext cx="3924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3" name="Object 9"/>
          <p:cNvGraphicFramePr>
            <a:graphicFrameLocks noChangeAspect="1"/>
          </p:cNvGraphicFramePr>
          <p:nvPr/>
        </p:nvGraphicFramePr>
        <p:xfrm>
          <a:off x="2428876" y="4851400"/>
          <a:ext cx="625792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53" name="Equation" r:id="rId13" imgW="6260760" imgH="1015920" progId="Equation.3">
                  <p:embed/>
                </p:oleObj>
              </mc:Choice>
              <mc:Fallback>
                <p:oleObj name="Equation" r:id="rId13" imgW="6260760" imgH="10159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6" y="4851400"/>
                        <a:ext cx="6257925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4" name="Object 10"/>
          <p:cNvGraphicFramePr>
            <a:graphicFrameLocks noChangeAspect="1"/>
          </p:cNvGraphicFramePr>
          <p:nvPr/>
        </p:nvGraphicFramePr>
        <p:xfrm>
          <a:off x="7696200" y="508000"/>
          <a:ext cx="2222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54" name="Equation" r:id="rId15" imgW="2222280" imgH="406080" progId="Equation.3">
                  <p:embed/>
                </p:oleObj>
              </mc:Choice>
              <mc:Fallback>
                <p:oleObj name="Equation" r:id="rId15" imgW="2222280" imgH="4060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508000"/>
                        <a:ext cx="2222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5" name="Object 11"/>
          <p:cNvGraphicFramePr>
            <a:graphicFrameLocks noChangeAspect="1"/>
          </p:cNvGraphicFramePr>
          <p:nvPr/>
        </p:nvGraphicFramePr>
        <p:xfrm>
          <a:off x="7696200" y="1422400"/>
          <a:ext cx="2197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55" name="Equation" r:id="rId17" imgW="2197080" imgH="406080" progId="Equation.3">
                  <p:embed/>
                </p:oleObj>
              </mc:Choice>
              <mc:Fallback>
                <p:oleObj name="Equation" r:id="rId17" imgW="2197080" imgH="4060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1422400"/>
                        <a:ext cx="2197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6" name="Object 12"/>
          <p:cNvGraphicFramePr>
            <a:graphicFrameLocks noChangeAspect="1"/>
          </p:cNvGraphicFramePr>
          <p:nvPr/>
        </p:nvGraphicFramePr>
        <p:xfrm>
          <a:off x="7531100" y="3200400"/>
          <a:ext cx="2222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56" name="Equation" r:id="rId19" imgW="2222280" imgH="406080" progId="Equation.3">
                  <p:embed/>
                </p:oleObj>
              </mc:Choice>
              <mc:Fallback>
                <p:oleObj name="Equation" r:id="rId19" imgW="2222280" imgH="4060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1100" y="3200400"/>
                        <a:ext cx="2222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7" name="Object 13"/>
          <p:cNvGraphicFramePr>
            <a:graphicFrameLocks noChangeAspect="1"/>
          </p:cNvGraphicFramePr>
          <p:nvPr/>
        </p:nvGraphicFramePr>
        <p:xfrm>
          <a:off x="7481888" y="4165600"/>
          <a:ext cx="2197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57" name="Equation" r:id="rId21" imgW="2197080" imgH="406080" progId="Equation.3">
                  <p:embed/>
                </p:oleObj>
              </mc:Choice>
              <mc:Fallback>
                <p:oleObj name="Equation" r:id="rId21" imgW="2197080" imgH="4060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1888" y="4165600"/>
                        <a:ext cx="2197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558" name="Text Box 14"/>
          <p:cNvSpPr txBox="1">
            <a:spLocks noChangeArrowheads="1"/>
          </p:cNvSpPr>
          <p:nvPr/>
        </p:nvSpPr>
        <p:spPr bwMode="auto">
          <a:xfrm>
            <a:off x="5486400" y="5729288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在 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的 连续点处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graphicFrame>
        <p:nvGraphicFramePr>
          <p:cNvPr id="364559" name="Object 15"/>
          <p:cNvGraphicFramePr>
            <a:graphicFrameLocks noChangeAspect="1"/>
          </p:cNvGraphicFramePr>
          <p:nvPr/>
        </p:nvGraphicFramePr>
        <p:xfrm>
          <a:off x="4243388" y="2971800"/>
          <a:ext cx="2933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58" name="Equation" r:id="rId23" imgW="2933640" imgH="850680" progId="Equation.3">
                  <p:embed/>
                </p:oleObj>
              </mc:Choice>
              <mc:Fallback>
                <p:oleObj name="Equation" r:id="rId23" imgW="2933640" imgH="8506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3388" y="2971800"/>
                        <a:ext cx="29337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560" name="AutoShape 16"/>
          <p:cNvSpPr>
            <a:spLocks/>
          </p:cNvSpPr>
          <p:nvPr/>
        </p:nvSpPr>
        <p:spPr bwMode="auto">
          <a:xfrm>
            <a:off x="2819401" y="609600"/>
            <a:ext cx="193675" cy="1143000"/>
          </a:xfrm>
          <a:prstGeom prst="leftBrace">
            <a:avLst>
              <a:gd name="adj1" fmla="val 4918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4561" name="AutoShape 17"/>
          <p:cNvSpPr>
            <a:spLocks/>
          </p:cNvSpPr>
          <p:nvPr/>
        </p:nvSpPr>
        <p:spPr bwMode="auto">
          <a:xfrm>
            <a:off x="2986089" y="3276600"/>
            <a:ext cx="193675" cy="1371600"/>
          </a:xfrm>
          <a:prstGeom prst="leftBrace">
            <a:avLst>
              <a:gd name="adj1" fmla="val 5901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4562" name="Text Box 18"/>
          <p:cNvSpPr txBox="1">
            <a:spLocks noChangeArrowheads="1"/>
          </p:cNvSpPr>
          <p:nvPr/>
        </p:nvSpPr>
        <p:spPr bwMode="auto">
          <a:xfrm>
            <a:off x="9509125" y="5781676"/>
            <a:ext cx="984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证毕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88E9DB-ACD3-4B32-99C7-46A7AB0BC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E6663-BFE2-49E6-9694-D0658AA8DBDE}" type="datetime11">
              <a:rPr lang="zh-CN" altLang="en-US" smtClean="0"/>
              <a:t>20:40:12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4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4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64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64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64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6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6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6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64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64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9" grpId="0" autoUpdateAnimBg="0"/>
      <p:bldP spid="364558" grpId="0" autoUpdateAnimBg="0"/>
      <p:bldP spid="364560" grpId="0" animBg="1"/>
      <p:bldP spid="364561" grpId="0" animBg="1"/>
      <p:bldP spid="364562" grpId="0" build="p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ChangeArrowheads="1"/>
          </p:cNvSpPr>
          <p:nvPr/>
        </p:nvSpPr>
        <p:spPr bwMode="auto">
          <a:xfrm>
            <a:off x="2133600" y="228600"/>
            <a:ext cx="106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b="1">
                <a:solidFill>
                  <a:schemeClr val="accent2"/>
                </a:solidFill>
                <a:ea typeface="黑体" panose="02010609060101010101" pitchFamily="49" charset="-122"/>
              </a:rPr>
              <a:t>说明</a:t>
            </a:r>
            <a:r>
              <a:rPr lang="en-US" altLang="zh-CN" sz="2800" b="1">
                <a:solidFill>
                  <a:schemeClr val="accent2"/>
                </a:solidFill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365571" name="Object 3"/>
          <p:cNvGraphicFramePr>
            <a:graphicFrameLocks noChangeAspect="1"/>
          </p:cNvGraphicFramePr>
          <p:nvPr/>
        </p:nvGraphicFramePr>
        <p:xfrm>
          <a:off x="3479800" y="736600"/>
          <a:ext cx="18796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84" name="Equation" r:id="rId3" imgW="1879560" imgH="1015920" progId="Equation.3">
                  <p:embed/>
                </p:oleObj>
              </mc:Choice>
              <mc:Fallback>
                <p:oleObj name="Equation" r:id="rId3" imgW="1879560" imgH="10159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800" y="736600"/>
                        <a:ext cx="18796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72" name="Object 4"/>
          <p:cNvGraphicFramePr>
            <a:graphicFrameLocks noChangeAspect="1"/>
          </p:cNvGraphicFramePr>
          <p:nvPr/>
        </p:nvGraphicFramePr>
        <p:xfrm>
          <a:off x="2895600" y="1771650"/>
          <a:ext cx="6256338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85" name="Equation" r:id="rId5" imgW="6260760" imgH="850680" progId="Equation.3">
                  <p:embed/>
                </p:oleObj>
              </mc:Choice>
              <mc:Fallback>
                <p:oleObj name="Equation" r:id="rId5" imgW="6260760" imgH="8506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771650"/>
                        <a:ext cx="6256338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5573" name="Text Box 5"/>
          <p:cNvSpPr txBox="1">
            <a:spLocks noChangeArrowheads="1"/>
          </p:cNvSpPr>
          <p:nvPr/>
        </p:nvSpPr>
        <p:spPr bwMode="auto">
          <a:xfrm>
            <a:off x="1811338" y="1905001"/>
            <a:ext cx="931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其中</a:t>
            </a:r>
          </a:p>
        </p:txBody>
      </p:sp>
      <p:sp>
        <p:nvSpPr>
          <p:cNvPr id="365574" name="Text Box 6"/>
          <p:cNvSpPr txBox="1">
            <a:spLocks noChangeArrowheads="1"/>
          </p:cNvSpPr>
          <p:nvPr/>
        </p:nvSpPr>
        <p:spPr bwMode="auto">
          <a:xfrm>
            <a:off x="6781800" y="914401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在 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的连续点处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graphicFrame>
        <p:nvGraphicFramePr>
          <p:cNvPr id="365575" name="Object 7"/>
          <p:cNvGraphicFramePr>
            <a:graphicFrameLocks noChangeAspect="1"/>
          </p:cNvGraphicFramePr>
          <p:nvPr/>
        </p:nvGraphicFramePr>
        <p:xfrm>
          <a:off x="5334000" y="788988"/>
          <a:ext cx="1219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86" name="Equation" r:id="rId7" imgW="1218960" imgH="850680" progId="Equation.3">
                  <p:embed/>
                </p:oleObj>
              </mc:Choice>
              <mc:Fallback>
                <p:oleObj name="Equation" r:id="rId7" imgW="1218960" imgH="8506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788988"/>
                        <a:ext cx="1219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76" name="Object 8"/>
          <p:cNvGraphicFramePr>
            <a:graphicFrameLocks noChangeAspect="1"/>
          </p:cNvGraphicFramePr>
          <p:nvPr/>
        </p:nvGraphicFramePr>
        <p:xfrm>
          <a:off x="3581400" y="1752600"/>
          <a:ext cx="304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87" name="Equation" r:id="rId9" imgW="304560" imgH="927000" progId="Equation.3">
                  <p:embed/>
                </p:oleObj>
              </mc:Choice>
              <mc:Fallback>
                <p:oleObj name="Equation" r:id="rId9" imgW="304560" imgH="927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752600"/>
                        <a:ext cx="304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77" name="Object 9"/>
          <p:cNvGraphicFramePr>
            <a:graphicFrameLocks noChangeAspect="1"/>
          </p:cNvGraphicFramePr>
          <p:nvPr/>
        </p:nvGraphicFramePr>
        <p:xfrm>
          <a:off x="4122739" y="2286001"/>
          <a:ext cx="193675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88" name="Equation" r:id="rId11" imgW="215640" imgH="317160" progId="Equation.3">
                  <p:embed/>
                </p:oleObj>
              </mc:Choice>
              <mc:Fallback>
                <p:oleObj name="Equation" r:id="rId11" imgW="215640" imgH="3171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739" y="2286001"/>
                        <a:ext cx="193675" cy="28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78" name="Object 10"/>
          <p:cNvGraphicFramePr>
            <a:graphicFrameLocks noChangeAspect="1"/>
          </p:cNvGraphicFramePr>
          <p:nvPr/>
        </p:nvGraphicFramePr>
        <p:xfrm>
          <a:off x="4160838" y="1803400"/>
          <a:ext cx="152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89" name="Equation" r:id="rId13" imgW="152280" imgH="330120" progId="Equation.3">
                  <p:embed/>
                </p:oleObj>
              </mc:Choice>
              <mc:Fallback>
                <p:oleObj name="Equation" r:id="rId13" imgW="152280" imgH="33012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0838" y="1803400"/>
                        <a:ext cx="152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5579" name="Rectangle 11"/>
          <p:cNvSpPr>
            <a:spLocks noChangeArrowheads="1"/>
          </p:cNvSpPr>
          <p:nvPr/>
        </p:nvSpPr>
        <p:spPr bwMode="auto">
          <a:xfrm>
            <a:off x="2133600" y="2590800"/>
            <a:ext cx="4191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a typeface="黑体" panose="02010609060101010101" pitchFamily="49" charset="-122"/>
              </a:rPr>
              <a:t>如果</a:t>
            </a:r>
            <a:r>
              <a:rPr lang="zh-CN" altLang="en-US" sz="2800" i="1">
                <a:solidFill>
                  <a:schemeClr val="tx2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i="1">
                <a:ea typeface="黑体" panose="02010609060101010101" pitchFamily="49" charset="-122"/>
              </a:rPr>
              <a:t>f </a:t>
            </a:r>
            <a:r>
              <a:rPr lang="en-US" altLang="zh-CN" sz="2800">
                <a:ea typeface="黑体" panose="02010609060101010101" pitchFamily="49" charset="-122"/>
              </a:rPr>
              <a:t>(</a:t>
            </a:r>
            <a:r>
              <a:rPr lang="en-US" altLang="zh-CN" sz="2800" i="1">
                <a:ea typeface="黑体" panose="02010609060101010101" pitchFamily="49" charset="-122"/>
              </a:rPr>
              <a:t>x</a:t>
            </a:r>
            <a:r>
              <a:rPr lang="en-US" altLang="zh-CN" sz="2800">
                <a:ea typeface="黑体" panose="02010609060101010101" pitchFamily="49" charset="-122"/>
              </a:rPr>
              <a:t>)</a:t>
            </a:r>
            <a:r>
              <a:rPr lang="en-US" altLang="zh-CN" sz="2800">
                <a:solidFill>
                  <a:schemeClr val="tx2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>
                <a:ea typeface="黑体" panose="02010609060101010101" pitchFamily="49" charset="-122"/>
              </a:rPr>
              <a:t>为</a:t>
            </a:r>
            <a:r>
              <a:rPr lang="zh-CN" altLang="en-US" sz="2800">
                <a:solidFill>
                  <a:schemeClr val="accent2"/>
                </a:solidFill>
                <a:ea typeface="黑体" panose="02010609060101010101" pitchFamily="49" charset="-122"/>
              </a:rPr>
              <a:t>偶函数</a:t>
            </a:r>
            <a:r>
              <a:rPr lang="en-US" altLang="zh-CN" sz="2800">
                <a:ea typeface="黑体" panose="02010609060101010101" pitchFamily="49" charset="-122"/>
              </a:rPr>
              <a:t>, </a:t>
            </a:r>
            <a:r>
              <a:rPr lang="zh-CN" altLang="en-US" sz="2800">
                <a:ea typeface="黑体" panose="02010609060101010101" pitchFamily="49" charset="-122"/>
              </a:rPr>
              <a:t>则有</a:t>
            </a:r>
            <a:endParaRPr lang="zh-CN" altLang="en-US" sz="2800">
              <a:solidFill>
                <a:schemeClr val="tx2"/>
              </a:solidFill>
              <a:ea typeface="黑体" panose="02010609060101010101" pitchFamily="49" charset="-122"/>
            </a:endParaRPr>
          </a:p>
        </p:txBody>
      </p:sp>
      <p:sp>
        <p:nvSpPr>
          <p:cNvPr id="365580" name="Text Box 12"/>
          <p:cNvSpPr txBox="1">
            <a:spLocks noChangeArrowheads="1"/>
          </p:cNvSpPr>
          <p:nvPr/>
        </p:nvSpPr>
        <p:spPr bwMode="auto">
          <a:xfrm>
            <a:off x="7010400" y="3276601"/>
            <a:ext cx="342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在 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的连续点处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graphicFrame>
        <p:nvGraphicFramePr>
          <p:cNvPr id="365581" name="Object 13"/>
          <p:cNvGraphicFramePr>
            <a:graphicFrameLocks noChangeAspect="1"/>
          </p:cNvGraphicFramePr>
          <p:nvPr/>
        </p:nvGraphicFramePr>
        <p:xfrm>
          <a:off x="2895600" y="3163888"/>
          <a:ext cx="1778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90" name="Equation" r:id="rId15" imgW="1777680" imgH="863280" progId="Equation.3">
                  <p:embed/>
                </p:oleObj>
              </mc:Choice>
              <mc:Fallback>
                <p:oleObj name="Equation" r:id="rId15" imgW="1777680" imgH="8632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163888"/>
                        <a:ext cx="17780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82" name="Object 14"/>
          <p:cNvGraphicFramePr>
            <a:graphicFrameLocks noChangeAspect="1"/>
          </p:cNvGraphicFramePr>
          <p:nvPr/>
        </p:nvGraphicFramePr>
        <p:xfrm>
          <a:off x="2895601" y="4119563"/>
          <a:ext cx="66516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91" name="Equation" r:id="rId17" imgW="6654600" imgH="850680" progId="Equation.3">
                  <p:embed/>
                </p:oleObj>
              </mc:Choice>
              <mc:Fallback>
                <p:oleObj name="Equation" r:id="rId17" imgW="6654600" imgH="8506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4119563"/>
                        <a:ext cx="66516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5583" name="Text Box 15"/>
          <p:cNvSpPr txBox="1">
            <a:spLocks noChangeArrowheads="1"/>
          </p:cNvSpPr>
          <p:nvPr/>
        </p:nvSpPr>
        <p:spPr bwMode="auto">
          <a:xfrm>
            <a:off x="1828800" y="426720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其中</a:t>
            </a:r>
          </a:p>
        </p:txBody>
      </p:sp>
      <p:graphicFrame>
        <p:nvGraphicFramePr>
          <p:cNvPr id="365584" name="Object 16"/>
          <p:cNvGraphicFramePr>
            <a:graphicFrameLocks noChangeAspect="1"/>
          </p:cNvGraphicFramePr>
          <p:nvPr/>
        </p:nvGraphicFramePr>
        <p:xfrm>
          <a:off x="4673600" y="3098800"/>
          <a:ext cx="825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92" name="Equation" r:id="rId19" imgW="825480" imgH="1015920" progId="Equation.3">
                  <p:embed/>
                </p:oleObj>
              </mc:Choice>
              <mc:Fallback>
                <p:oleObj name="Equation" r:id="rId19" imgW="825480" imgH="101592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600" y="3098800"/>
                        <a:ext cx="825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85" name="Object 17"/>
          <p:cNvGraphicFramePr>
            <a:graphicFrameLocks noChangeAspect="1"/>
          </p:cNvGraphicFramePr>
          <p:nvPr/>
        </p:nvGraphicFramePr>
        <p:xfrm>
          <a:off x="5518150" y="3200400"/>
          <a:ext cx="1270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93" name="Equation" r:id="rId21" imgW="1269720" imgH="850680" progId="Equation.3">
                  <p:embed/>
                </p:oleObj>
              </mc:Choice>
              <mc:Fallback>
                <p:oleObj name="Equation" r:id="rId21" imgW="1269720" imgH="8506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150" y="3200400"/>
                        <a:ext cx="1270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5586" name="Text Box 18"/>
          <p:cNvSpPr txBox="1">
            <a:spLocks noChangeArrowheads="1"/>
          </p:cNvSpPr>
          <p:nvPr/>
        </p:nvSpPr>
        <p:spPr bwMode="auto">
          <a:xfrm>
            <a:off x="2133600" y="5029201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注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无论哪种情况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365587" name="Object 19"/>
          <p:cNvGraphicFramePr>
            <a:graphicFrameLocks noChangeAspect="1"/>
          </p:cNvGraphicFramePr>
          <p:nvPr/>
        </p:nvGraphicFramePr>
        <p:xfrm>
          <a:off x="3022600" y="5613400"/>
          <a:ext cx="27686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94" name="Equation" r:id="rId23" imgW="2768400" imgH="634680" progId="Equation.3">
                  <p:embed/>
                </p:oleObj>
              </mc:Choice>
              <mc:Fallback>
                <p:oleObj name="Equation" r:id="rId23" imgW="2768400" imgH="6346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5613400"/>
                        <a:ext cx="27686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5588" name="Text Box 20"/>
          <p:cNvSpPr txBox="1">
            <a:spLocks noChangeArrowheads="1"/>
          </p:cNvSpPr>
          <p:nvPr/>
        </p:nvSpPr>
        <p:spPr bwMode="auto">
          <a:xfrm>
            <a:off x="5105400" y="5029201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在 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的间断点 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处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傅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里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叶级数</a:t>
            </a:r>
          </a:p>
        </p:txBody>
      </p:sp>
      <p:sp>
        <p:nvSpPr>
          <p:cNvPr id="365589" name="Text Box 21"/>
          <p:cNvSpPr txBox="1">
            <a:spLocks noChangeArrowheads="1"/>
          </p:cNvSpPr>
          <p:nvPr/>
        </p:nvSpPr>
        <p:spPr bwMode="auto">
          <a:xfrm>
            <a:off x="1828800" y="565308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收敛于</a:t>
            </a:r>
          </a:p>
        </p:txBody>
      </p:sp>
      <p:graphicFrame>
        <p:nvGraphicFramePr>
          <p:cNvPr id="365590" name="Object 22"/>
          <p:cNvGraphicFramePr>
            <a:graphicFrameLocks noChangeAspect="1"/>
          </p:cNvGraphicFramePr>
          <p:nvPr/>
        </p:nvGraphicFramePr>
        <p:xfrm>
          <a:off x="3616325" y="4102100"/>
          <a:ext cx="304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95" name="Equation" r:id="rId25" imgW="304560" imgH="927000" progId="Equation.3">
                  <p:embed/>
                </p:oleObj>
              </mc:Choice>
              <mc:Fallback>
                <p:oleObj name="Equation" r:id="rId25" imgW="304560" imgH="9270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6325" y="4102100"/>
                        <a:ext cx="304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91" name="Object 23"/>
          <p:cNvGraphicFramePr>
            <a:graphicFrameLocks noChangeAspect="1"/>
          </p:cNvGraphicFramePr>
          <p:nvPr/>
        </p:nvGraphicFramePr>
        <p:xfrm>
          <a:off x="4029075" y="4667250"/>
          <a:ext cx="215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96" name="Equation" r:id="rId27" imgW="215640" imgH="317160" progId="Equation.3">
                  <p:embed/>
                </p:oleObj>
              </mc:Choice>
              <mc:Fallback>
                <p:oleObj name="Equation" r:id="rId27" imgW="215640" imgH="31716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075" y="4667250"/>
                        <a:ext cx="215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92" name="Object 24"/>
          <p:cNvGraphicFramePr>
            <a:graphicFrameLocks noChangeAspect="1"/>
          </p:cNvGraphicFramePr>
          <p:nvPr/>
        </p:nvGraphicFramePr>
        <p:xfrm>
          <a:off x="4111625" y="4141788"/>
          <a:ext cx="152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97" name="Equation" r:id="rId29" imgW="152280" imgH="330120" progId="Equation.3">
                  <p:embed/>
                </p:oleObj>
              </mc:Choice>
              <mc:Fallback>
                <p:oleObj name="Equation" r:id="rId29" imgW="152280" imgH="33012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1625" y="4141788"/>
                        <a:ext cx="152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5593" name="Text Box 25"/>
          <p:cNvSpPr txBox="1">
            <a:spLocks noChangeArrowheads="1"/>
          </p:cNvSpPr>
          <p:nvPr/>
        </p:nvSpPr>
        <p:spPr bwMode="auto">
          <a:xfrm>
            <a:off x="3094038" y="228601"/>
            <a:ext cx="40560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如果</a:t>
            </a:r>
            <a:r>
              <a:rPr kumimoji="1" lang="zh-CN" altLang="en-US" sz="2800" i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f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为</a:t>
            </a: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奇函数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则有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6E96DF-4190-4488-9CA8-2911B7A95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370B7-56EC-45B9-A7C7-23B8606FD7BB}" type="datetime11">
              <a:rPr lang="zh-CN" altLang="en-US" smtClean="0"/>
              <a:t>20:40:12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65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5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5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65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65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65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65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65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65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5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5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65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65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6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6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6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6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6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6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6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3" grpId="0" build="p" autoUpdateAnimBg="0"/>
      <p:bldP spid="365574" grpId="0" build="p" autoUpdateAnimBg="0"/>
      <p:bldP spid="365579" grpId="0" build="p" autoUpdateAnimBg="0"/>
      <p:bldP spid="365580" grpId="0" autoUpdateAnimBg="0"/>
      <p:bldP spid="365583" grpId="0" autoUpdateAnimBg="0"/>
      <p:bldP spid="365586" grpId="0" autoUpdateAnimBg="0"/>
      <p:bldP spid="365588" grpId="0" autoUpdateAnimBg="0"/>
      <p:bldP spid="365589" grpId="0" autoUpdateAnimBg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Text Box 2"/>
          <p:cNvSpPr txBox="1">
            <a:spLocks noChangeArrowheads="1"/>
          </p:cNvSpPr>
          <p:nvPr/>
        </p:nvSpPr>
        <p:spPr bwMode="auto">
          <a:xfrm>
            <a:off x="1752600" y="228601"/>
            <a:ext cx="8686800" cy="102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设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是以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为周期的函数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它在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[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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2, 2)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上的表达式为 </a:t>
            </a:r>
          </a:p>
        </p:txBody>
      </p:sp>
      <p:pic>
        <p:nvPicPr>
          <p:cNvPr id="3665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13"/>
          <a:stretch>
            <a:fillRect/>
          </a:stretch>
        </p:blipFill>
        <p:spPr bwMode="auto">
          <a:xfrm>
            <a:off x="3403600" y="838201"/>
            <a:ext cx="4552950" cy="98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6596" name="Text Box 4"/>
          <p:cNvSpPr txBox="1">
            <a:spLocks noChangeArrowheads="1"/>
          </p:cNvSpPr>
          <p:nvPr/>
        </p:nvSpPr>
        <p:spPr bwMode="auto">
          <a:xfrm>
            <a:off x="1854201" y="1851026"/>
            <a:ext cx="3871913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将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展开成傅里叶级数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366597" name="Text Box 5"/>
          <p:cNvSpPr txBox="1">
            <a:spLocks noChangeArrowheads="1"/>
          </p:cNvSpPr>
          <p:nvPr/>
        </p:nvSpPr>
        <p:spPr bwMode="auto">
          <a:xfrm>
            <a:off x="1752600" y="2451101"/>
            <a:ext cx="3746500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    </a:t>
            </a: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这是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l=2,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由公式得</a:t>
            </a:r>
          </a:p>
        </p:txBody>
      </p:sp>
      <p:graphicFrame>
        <p:nvGraphicFramePr>
          <p:cNvPr id="366598" name="Object 6"/>
          <p:cNvGraphicFramePr>
            <a:graphicFrameLocks noChangeAspect="1"/>
          </p:cNvGraphicFramePr>
          <p:nvPr/>
        </p:nvGraphicFramePr>
        <p:xfrm>
          <a:off x="2959100" y="2979738"/>
          <a:ext cx="2967038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265" name="Equation" r:id="rId4" imgW="1460160" imgH="393480" progId="Equation.DSMT4">
                  <p:embed/>
                </p:oleObj>
              </mc:Choice>
              <mc:Fallback>
                <p:oleObj name="Equation" r:id="rId4" imgW="1460160" imgH="3934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979738"/>
                        <a:ext cx="2967038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6599" name="Object 7"/>
          <p:cNvGraphicFramePr>
            <a:graphicFrameLocks noChangeAspect="1"/>
          </p:cNvGraphicFramePr>
          <p:nvPr/>
        </p:nvGraphicFramePr>
        <p:xfrm>
          <a:off x="5962651" y="3205163"/>
          <a:ext cx="58896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266" name="Equation" r:id="rId6" imgW="266400" imgH="177480" progId="Equation.DSMT4">
                  <p:embed/>
                </p:oleObj>
              </mc:Choice>
              <mc:Fallback>
                <p:oleObj name="Equation" r:id="rId6" imgW="266400" imgH="1774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2651" y="3205163"/>
                        <a:ext cx="58896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6600" name="Object 8"/>
          <p:cNvGraphicFramePr>
            <a:graphicFrameLocks noChangeAspect="1"/>
          </p:cNvGraphicFramePr>
          <p:nvPr/>
        </p:nvGraphicFramePr>
        <p:xfrm>
          <a:off x="3367089" y="3917950"/>
          <a:ext cx="23526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267" name="Equation" r:id="rId8" imgW="1244520" imgH="393480" progId="Equation.DSMT4">
                  <p:embed/>
                </p:oleObj>
              </mc:Choice>
              <mc:Fallback>
                <p:oleObj name="Equation" r:id="rId8" imgW="1244520" imgH="393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089" y="3917950"/>
                        <a:ext cx="23526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6601" name="Object 9"/>
          <p:cNvGraphicFramePr>
            <a:graphicFrameLocks noChangeAspect="1"/>
          </p:cNvGraphicFramePr>
          <p:nvPr/>
        </p:nvGraphicFramePr>
        <p:xfrm>
          <a:off x="2941638" y="4008439"/>
          <a:ext cx="44926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268" name="Equation" r:id="rId10" imgW="177480" imgH="228600" progId="Equation.DSMT4">
                  <p:embed/>
                </p:oleObj>
              </mc:Choice>
              <mc:Fallback>
                <p:oleObj name="Equation" r:id="rId10" imgW="17748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638" y="4008439"/>
                        <a:ext cx="449262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6602" name="Object 10"/>
          <p:cNvGraphicFramePr>
            <a:graphicFrameLocks noChangeAspect="1"/>
          </p:cNvGraphicFramePr>
          <p:nvPr/>
        </p:nvGraphicFramePr>
        <p:xfrm>
          <a:off x="8391526" y="4024313"/>
          <a:ext cx="1425575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269" name="Equation" r:id="rId12" imgW="749160" imgH="203040" progId="Equation.DSMT4">
                  <p:embed/>
                </p:oleObj>
              </mc:Choice>
              <mc:Fallback>
                <p:oleObj name="Equation" r:id="rId12" imgW="749160" imgH="203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1526" y="4024313"/>
                        <a:ext cx="1425575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6603" name="Object 11"/>
          <p:cNvGraphicFramePr>
            <a:graphicFrameLocks noChangeAspect="1"/>
          </p:cNvGraphicFramePr>
          <p:nvPr/>
        </p:nvGraphicFramePr>
        <p:xfrm>
          <a:off x="5846763" y="3903664"/>
          <a:ext cx="2347912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270" name="Equation" r:id="rId14" imgW="1333440" imgH="393480" progId="Equation.DSMT4">
                  <p:embed/>
                </p:oleObj>
              </mc:Choice>
              <mc:Fallback>
                <p:oleObj name="Equation" r:id="rId14" imgW="1333440" imgH="393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6763" y="3903664"/>
                        <a:ext cx="2347912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6604" name="Object 12"/>
          <p:cNvGraphicFramePr>
            <a:graphicFrameLocks noChangeAspect="1"/>
          </p:cNvGraphicFramePr>
          <p:nvPr/>
        </p:nvGraphicFramePr>
        <p:xfrm>
          <a:off x="2978150" y="4708526"/>
          <a:ext cx="280035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271" name="Equation" r:id="rId16" imgW="1384200" imgH="393480" progId="Equation.DSMT4">
                  <p:embed/>
                </p:oleObj>
              </mc:Choice>
              <mc:Fallback>
                <p:oleObj name="Equation" r:id="rId16" imgW="1384200" imgH="3934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4708526"/>
                        <a:ext cx="2800350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6605" name="Object 13"/>
          <p:cNvGraphicFramePr>
            <a:graphicFrameLocks noChangeAspect="1"/>
          </p:cNvGraphicFramePr>
          <p:nvPr/>
        </p:nvGraphicFramePr>
        <p:xfrm>
          <a:off x="7958139" y="4784726"/>
          <a:ext cx="192087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272" name="Equation" r:id="rId18" imgW="1066680" imgH="393480" progId="Equation.DSMT4">
                  <p:embed/>
                </p:oleObj>
              </mc:Choice>
              <mc:Fallback>
                <p:oleObj name="Equation" r:id="rId18" imgW="1066680" imgH="393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8139" y="4784726"/>
                        <a:ext cx="1920875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6606" name="Object 14"/>
          <p:cNvGraphicFramePr>
            <a:graphicFrameLocks noChangeAspect="1"/>
          </p:cNvGraphicFramePr>
          <p:nvPr/>
        </p:nvGraphicFramePr>
        <p:xfrm>
          <a:off x="5772150" y="4818064"/>
          <a:ext cx="2192338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273" name="Equation" r:id="rId20" imgW="1244520" imgH="393480" progId="Equation.DSMT4">
                  <p:embed/>
                </p:oleObj>
              </mc:Choice>
              <mc:Fallback>
                <p:oleObj name="Equation" r:id="rId20" imgW="1244520" imgH="3934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2150" y="4818064"/>
                        <a:ext cx="2192338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6607" name="Object 15"/>
          <p:cNvGraphicFramePr>
            <a:graphicFrameLocks noChangeAspect="1"/>
          </p:cNvGraphicFramePr>
          <p:nvPr/>
        </p:nvGraphicFramePr>
        <p:xfrm>
          <a:off x="3373438" y="5472114"/>
          <a:ext cx="2647950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274" name="Equation" r:id="rId22" imgW="1536480" imgH="660240" progId="Equation.DSMT4">
                  <p:embed/>
                </p:oleObj>
              </mc:Choice>
              <mc:Fallback>
                <p:oleObj name="Equation" r:id="rId22" imgW="1536480" imgH="66024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3438" y="5472114"/>
                        <a:ext cx="2647950" cy="1138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6608" name="Group 16"/>
          <p:cNvGrpSpPr>
            <a:grpSpLocks/>
          </p:cNvGrpSpPr>
          <p:nvPr/>
        </p:nvGrpSpPr>
        <p:grpSpPr bwMode="auto">
          <a:xfrm>
            <a:off x="7073900" y="1287463"/>
            <a:ext cx="3094038" cy="2203450"/>
            <a:chOff x="3496" y="811"/>
            <a:chExt cx="1949" cy="1388"/>
          </a:xfrm>
        </p:grpSpPr>
        <p:sp>
          <p:nvSpPr>
            <p:cNvPr id="366609" name="Line 17"/>
            <p:cNvSpPr>
              <a:spLocks noChangeShapeType="1"/>
            </p:cNvSpPr>
            <p:nvPr/>
          </p:nvSpPr>
          <p:spPr bwMode="auto">
            <a:xfrm>
              <a:off x="4421" y="1281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6610" name="Line 18"/>
            <p:cNvSpPr>
              <a:spLocks noChangeShapeType="1"/>
            </p:cNvSpPr>
            <p:nvPr/>
          </p:nvSpPr>
          <p:spPr bwMode="auto">
            <a:xfrm>
              <a:off x="3496" y="1873"/>
              <a:ext cx="17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6611" name="Line 19"/>
            <p:cNvSpPr>
              <a:spLocks noChangeShapeType="1"/>
            </p:cNvSpPr>
            <p:nvPr/>
          </p:nvSpPr>
          <p:spPr bwMode="auto">
            <a:xfrm flipV="1">
              <a:off x="4423" y="913"/>
              <a:ext cx="0" cy="11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6612" name="Line 20"/>
            <p:cNvSpPr>
              <a:spLocks noChangeShapeType="1"/>
            </p:cNvSpPr>
            <p:nvPr/>
          </p:nvSpPr>
          <p:spPr bwMode="auto">
            <a:xfrm>
              <a:off x="4103" y="1275"/>
              <a:ext cx="0" cy="5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6613" name="Oval 21"/>
            <p:cNvSpPr>
              <a:spLocks noChangeArrowheads="1"/>
            </p:cNvSpPr>
            <p:nvPr/>
          </p:nvSpPr>
          <p:spPr bwMode="auto">
            <a:xfrm>
              <a:off x="5093" y="1849"/>
              <a:ext cx="33" cy="3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6614" name="Oval 22"/>
            <p:cNvSpPr>
              <a:spLocks noChangeArrowheads="1"/>
            </p:cNvSpPr>
            <p:nvPr/>
          </p:nvSpPr>
          <p:spPr bwMode="auto">
            <a:xfrm>
              <a:off x="4082" y="1271"/>
              <a:ext cx="34" cy="3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6615" name="Oval 23"/>
            <p:cNvSpPr>
              <a:spLocks noChangeArrowheads="1"/>
            </p:cNvSpPr>
            <p:nvPr/>
          </p:nvSpPr>
          <p:spPr bwMode="auto">
            <a:xfrm>
              <a:off x="3741" y="1849"/>
              <a:ext cx="34" cy="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6616" name="Line 24"/>
            <p:cNvSpPr>
              <a:spLocks noChangeShapeType="1"/>
            </p:cNvSpPr>
            <p:nvPr/>
          </p:nvSpPr>
          <p:spPr bwMode="auto">
            <a:xfrm>
              <a:off x="4423" y="2199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6617" name="Object 25"/>
            <p:cNvGraphicFramePr>
              <a:graphicFrameLocks noChangeAspect="1"/>
            </p:cNvGraphicFramePr>
            <p:nvPr/>
          </p:nvGraphicFramePr>
          <p:xfrm>
            <a:off x="4334" y="1153"/>
            <a:ext cx="87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7275" name="公式" r:id="rId24" imgW="253800" imgH="330120" progId="Equation.3">
                    <p:embed/>
                  </p:oleObj>
                </mc:Choice>
                <mc:Fallback>
                  <p:oleObj name="公式" r:id="rId24" imgW="253800" imgH="33012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4" y="1153"/>
                          <a:ext cx="87" cy="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6618" name="Object 26"/>
            <p:cNvGraphicFramePr>
              <a:graphicFrameLocks noChangeAspect="1"/>
            </p:cNvGraphicFramePr>
            <p:nvPr/>
          </p:nvGraphicFramePr>
          <p:xfrm>
            <a:off x="4005" y="1889"/>
            <a:ext cx="176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7276" name="公式" r:id="rId26" imgW="507960" imgH="317160" progId="Equation.3">
                    <p:embed/>
                  </p:oleObj>
                </mc:Choice>
                <mc:Fallback>
                  <p:oleObj name="公式" r:id="rId26" imgW="507960" imgH="31716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5" y="1889"/>
                          <a:ext cx="176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6619" name="Object 27"/>
            <p:cNvGraphicFramePr>
              <a:graphicFrameLocks noChangeAspect="1"/>
            </p:cNvGraphicFramePr>
            <p:nvPr/>
          </p:nvGraphicFramePr>
          <p:xfrm>
            <a:off x="5285" y="1825"/>
            <a:ext cx="92" cy="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7277" name="公式" r:id="rId28" imgW="266400" imgH="253800" progId="Equation.3">
                    <p:embed/>
                  </p:oleObj>
                </mc:Choice>
                <mc:Fallback>
                  <p:oleObj name="公式" r:id="rId28" imgW="266400" imgH="2538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5" y="1825"/>
                          <a:ext cx="92" cy="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6620" name="Object 28"/>
            <p:cNvGraphicFramePr>
              <a:graphicFrameLocks noChangeAspect="1"/>
            </p:cNvGraphicFramePr>
            <p:nvPr/>
          </p:nvGraphicFramePr>
          <p:xfrm>
            <a:off x="4373" y="811"/>
            <a:ext cx="92" cy="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7278" name="公式" r:id="rId30" imgW="266400" imgH="330120" progId="Equation.3">
                    <p:embed/>
                  </p:oleObj>
                </mc:Choice>
                <mc:Fallback>
                  <p:oleObj name="公式" r:id="rId30" imgW="266400" imgH="33012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3" y="811"/>
                          <a:ext cx="92" cy="1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6621" name="Line 29"/>
            <p:cNvSpPr>
              <a:spLocks noChangeShapeType="1"/>
            </p:cNvSpPr>
            <p:nvPr/>
          </p:nvSpPr>
          <p:spPr bwMode="auto">
            <a:xfrm>
              <a:off x="4761" y="1271"/>
              <a:ext cx="0" cy="5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6622" name="Oval 30"/>
            <p:cNvSpPr>
              <a:spLocks noChangeArrowheads="1"/>
            </p:cNvSpPr>
            <p:nvPr/>
          </p:nvSpPr>
          <p:spPr bwMode="auto">
            <a:xfrm>
              <a:off x="4740" y="1265"/>
              <a:ext cx="33" cy="3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6623" name="Oval 31"/>
            <p:cNvSpPr>
              <a:spLocks noChangeArrowheads="1"/>
            </p:cNvSpPr>
            <p:nvPr/>
          </p:nvSpPr>
          <p:spPr bwMode="auto">
            <a:xfrm>
              <a:off x="4740" y="1845"/>
              <a:ext cx="33" cy="3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6624" name="Object 32"/>
            <p:cNvGraphicFramePr>
              <a:graphicFrameLocks noChangeAspect="1"/>
            </p:cNvGraphicFramePr>
            <p:nvPr/>
          </p:nvGraphicFramePr>
          <p:xfrm>
            <a:off x="4726" y="1884"/>
            <a:ext cx="79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7279" name="公式" r:id="rId32" imgW="228600" imgH="317160" progId="Equation.3">
                    <p:embed/>
                  </p:oleObj>
                </mc:Choice>
                <mc:Fallback>
                  <p:oleObj name="公式" r:id="rId32" imgW="228600" imgH="31716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6" y="1884"/>
                          <a:ext cx="79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6625" name="Object 33"/>
            <p:cNvGraphicFramePr>
              <a:graphicFrameLocks noChangeAspect="1"/>
            </p:cNvGraphicFramePr>
            <p:nvPr/>
          </p:nvGraphicFramePr>
          <p:xfrm>
            <a:off x="4423" y="1870"/>
            <a:ext cx="70" cy="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7280" name="公式" r:id="rId34" imgW="215640" imgH="330120" progId="Equation.3">
                    <p:embed/>
                  </p:oleObj>
                </mc:Choice>
                <mc:Fallback>
                  <p:oleObj name="公式" r:id="rId34" imgW="215640" imgH="33012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3" y="1870"/>
                          <a:ext cx="70" cy="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6626" name="Line 34"/>
            <p:cNvSpPr>
              <a:spLocks noChangeShapeType="1"/>
            </p:cNvSpPr>
            <p:nvPr/>
          </p:nvSpPr>
          <p:spPr bwMode="auto">
            <a:xfrm>
              <a:off x="3749" y="1297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6627" name="Oval 35"/>
            <p:cNvSpPr>
              <a:spLocks noChangeArrowheads="1"/>
            </p:cNvSpPr>
            <p:nvPr/>
          </p:nvSpPr>
          <p:spPr bwMode="auto">
            <a:xfrm>
              <a:off x="3733" y="1281"/>
              <a:ext cx="34" cy="3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6628" name="Oval 36"/>
            <p:cNvSpPr>
              <a:spLocks noChangeArrowheads="1"/>
            </p:cNvSpPr>
            <p:nvPr/>
          </p:nvSpPr>
          <p:spPr bwMode="auto">
            <a:xfrm>
              <a:off x="4405" y="1857"/>
              <a:ext cx="34" cy="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6629" name="Object 37"/>
            <p:cNvGraphicFramePr>
              <a:graphicFrameLocks noChangeAspect="1"/>
            </p:cNvGraphicFramePr>
            <p:nvPr/>
          </p:nvGraphicFramePr>
          <p:xfrm>
            <a:off x="5087" y="1889"/>
            <a:ext cx="74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7281" name="公式" r:id="rId36" imgW="215640" imgH="317160" progId="Equation.3">
                    <p:embed/>
                  </p:oleObj>
                </mc:Choice>
                <mc:Fallback>
                  <p:oleObj name="公式" r:id="rId36" imgW="215640" imgH="31716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7" y="1889"/>
                          <a:ext cx="74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6630" name="Object 38"/>
            <p:cNvGraphicFramePr>
              <a:graphicFrameLocks noChangeAspect="1"/>
            </p:cNvGraphicFramePr>
            <p:nvPr/>
          </p:nvGraphicFramePr>
          <p:xfrm>
            <a:off x="3661" y="1889"/>
            <a:ext cx="176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7282" name="公式" r:id="rId38" imgW="507960" imgH="317160" progId="Equation.3">
                    <p:embed/>
                  </p:oleObj>
                </mc:Choice>
                <mc:Fallback>
                  <p:oleObj name="公式" r:id="rId38" imgW="507960" imgH="31716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1" y="1889"/>
                          <a:ext cx="176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6631" name="Oval 39"/>
            <p:cNvSpPr>
              <a:spLocks noChangeArrowheads="1"/>
            </p:cNvSpPr>
            <p:nvPr/>
          </p:nvSpPr>
          <p:spPr bwMode="auto">
            <a:xfrm>
              <a:off x="4082" y="1846"/>
              <a:ext cx="34" cy="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6632" name="Line 40"/>
            <p:cNvSpPr>
              <a:spLocks noChangeShapeType="1"/>
            </p:cNvSpPr>
            <p:nvPr/>
          </p:nvSpPr>
          <p:spPr bwMode="auto">
            <a:xfrm>
              <a:off x="5109" y="1281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6633" name="Line 41"/>
            <p:cNvSpPr>
              <a:spLocks noChangeShapeType="1"/>
            </p:cNvSpPr>
            <p:nvPr/>
          </p:nvSpPr>
          <p:spPr bwMode="auto">
            <a:xfrm>
              <a:off x="5097" y="1271"/>
              <a:ext cx="0" cy="5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6634" name="Line 42"/>
            <p:cNvSpPr>
              <a:spLocks noChangeShapeType="1"/>
            </p:cNvSpPr>
            <p:nvPr/>
          </p:nvSpPr>
          <p:spPr bwMode="auto">
            <a:xfrm>
              <a:off x="3753" y="1271"/>
              <a:ext cx="0" cy="5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0B877E-D9F0-4402-884B-5FFD50D0E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E570-3744-493D-9F0E-13891BB69D44}" type="datetime11">
              <a:rPr lang="zh-CN" altLang="en-US" smtClean="0"/>
              <a:t>20:40:12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66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66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66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66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66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6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66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66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66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66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366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66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366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594" grpId="0"/>
      <p:bldP spid="366596" grpId="0"/>
      <p:bldP spid="366597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618" name="Object 2"/>
          <p:cNvGraphicFramePr>
            <a:graphicFrameLocks noChangeAspect="1"/>
          </p:cNvGraphicFramePr>
          <p:nvPr/>
        </p:nvGraphicFramePr>
        <p:xfrm>
          <a:off x="2238375" y="441325"/>
          <a:ext cx="9286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146" name="Equation" r:id="rId3" imgW="457200" imgH="228600" progId="Equation.DSMT4">
                  <p:embed/>
                </p:oleObj>
              </mc:Choice>
              <mc:Fallback>
                <p:oleObj name="Equation" r:id="rId3" imgW="45720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75" y="441325"/>
                        <a:ext cx="92868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19" name="Object 3"/>
          <p:cNvGraphicFramePr>
            <a:graphicFrameLocks noChangeAspect="1"/>
          </p:cNvGraphicFramePr>
          <p:nvPr/>
        </p:nvGraphicFramePr>
        <p:xfrm>
          <a:off x="3478213" y="376239"/>
          <a:ext cx="102711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147" name="Equation" r:id="rId5" imgW="406080" imgH="228600" progId="Equation.DSMT4">
                  <p:embed/>
                </p:oleObj>
              </mc:Choice>
              <mc:Fallback>
                <p:oleObj name="Equation" r:id="rId5" imgW="40608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213" y="376239"/>
                        <a:ext cx="1027112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20" name="Object 4"/>
          <p:cNvGraphicFramePr>
            <a:graphicFrameLocks noChangeAspect="1"/>
          </p:cNvGraphicFramePr>
          <p:nvPr/>
        </p:nvGraphicFramePr>
        <p:xfrm>
          <a:off x="4683126" y="506413"/>
          <a:ext cx="1425575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148" name="Equation" r:id="rId7" imgW="749160" imgH="203040" progId="Equation.DSMT4">
                  <p:embed/>
                </p:oleObj>
              </mc:Choice>
              <mc:Fallback>
                <p:oleObj name="Equation" r:id="rId7" imgW="749160" imgH="203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26" y="506413"/>
                        <a:ext cx="1425575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21" name="Object 5"/>
          <p:cNvGraphicFramePr>
            <a:graphicFrameLocks noChangeAspect="1"/>
          </p:cNvGraphicFramePr>
          <p:nvPr/>
        </p:nvGraphicFramePr>
        <p:xfrm>
          <a:off x="6634164" y="188914"/>
          <a:ext cx="2909887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149" name="Equation" r:id="rId9" imgW="1688760" imgH="660240" progId="Equation.DSMT4">
                  <p:embed/>
                </p:oleObj>
              </mc:Choice>
              <mc:Fallback>
                <p:oleObj name="Equation" r:id="rId9" imgW="1688760" imgH="660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4164" y="188914"/>
                        <a:ext cx="2909887" cy="1138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7622" name="Text Box 6"/>
          <p:cNvSpPr txBox="1">
            <a:spLocks noChangeArrowheads="1"/>
          </p:cNvSpPr>
          <p:nvPr/>
        </p:nvSpPr>
        <p:spPr bwMode="auto">
          <a:xfrm>
            <a:off x="2146300" y="1592263"/>
            <a:ext cx="7112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t">
              <a:lnSpc>
                <a:spcPct val="110000"/>
              </a:lnSpc>
            </a:pP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所以</a:t>
            </a:r>
          </a:p>
        </p:txBody>
      </p:sp>
      <p:graphicFrame>
        <p:nvGraphicFramePr>
          <p:cNvPr id="367623" name="Object 7"/>
          <p:cNvGraphicFramePr>
            <a:graphicFrameLocks noChangeAspect="1"/>
          </p:cNvGraphicFramePr>
          <p:nvPr/>
        </p:nvGraphicFramePr>
        <p:xfrm>
          <a:off x="3159126" y="1549400"/>
          <a:ext cx="5680075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150" name="Equation" r:id="rId11" imgW="3136680" imgH="393480" progId="Equation.DSMT4">
                  <p:embed/>
                </p:oleObj>
              </mc:Choice>
              <mc:Fallback>
                <p:oleObj name="Equation" r:id="rId11" imgW="3136680" imgH="3934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126" y="1549400"/>
                        <a:ext cx="5680075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24" name="Object 8"/>
          <p:cNvGraphicFramePr>
            <a:graphicFrameLocks noChangeAspect="1"/>
          </p:cNvGraphicFramePr>
          <p:nvPr/>
        </p:nvGraphicFramePr>
        <p:xfrm>
          <a:off x="5518150" y="2287588"/>
          <a:ext cx="4294188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151" name="Equation" r:id="rId13" imgW="1892160" imgH="203040" progId="Equation.DSMT4">
                  <p:embed/>
                </p:oleObj>
              </mc:Choice>
              <mc:Fallback>
                <p:oleObj name="Equation" r:id="rId13" imgW="189216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150" y="2287588"/>
                        <a:ext cx="4294188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7625" name="Text Box 9"/>
          <p:cNvSpPr txBox="1">
            <a:spLocks noChangeArrowheads="1"/>
          </p:cNvSpPr>
          <p:nvPr/>
        </p:nvSpPr>
        <p:spPr bwMode="auto">
          <a:xfrm>
            <a:off x="1739900" y="2971801"/>
            <a:ext cx="8686800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函数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在点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=0,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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2,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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4,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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6,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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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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是间断的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在这些点</a:t>
            </a:r>
          </a:p>
        </p:txBody>
      </p:sp>
      <p:sp>
        <p:nvSpPr>
          <p:cNvPr id="367626" name="Rectangle 10"/>
          <p:cNvSpPr>
            <a:spLocks noChangeArrowheads="1"/>
          </p:cNvSpPr>
          <p:nvPr/>
        </p:nvSpPr>
        <p:spPr bwMode="auto">
          <a:xfrm>
            <a:off x="1739901" y="3589338"/>
            <a:ext cx="4316413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 f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的傅里叶级数收敛于</a:t>
            </a: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600">
              <a:latin typeface="Symbol" panose="05050102010706020507" pitchFamily="18" charset="2"/>
            </a:endParaRPr>
          </a:p>
        </p:txBody>
      </p:sp>
      <p:pic>
        <p:nvPicPr>
          <p:cNvPr id="367627" name="Picture 11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614" y="3467100"/>
            <a:ext cx="331787" cy="82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67628" name="Group 12"/>
          <p:cNvGrpSpPr>
            <a:grpSpLocks/>
          </p:cNvGrpSpPr>
          <p:nvPr/>
        </p:nvGrpSpPr>
        <p:grpSpPr bwMode="auto">
          <a:xfrm>
            <a:off x="7048500" y="3611563"/>
            <a:ext cx="2986088" cy="2203450"/>
            <a:chOff x="3059" y="1530"/>
            <a:chExt cx="1881" cy="1388"/>
          </a:xfrm>
        </p:grpSpPr>
        <p:sp>
          <p:nvSpPr>
            <p:cNvPr id="367629" name="Line 13"/>
            <p:cNvSpPr>
              <a:spLocks noChangeShapeType="1"/>
            </p:cNvSpPr>
            <p:nvPr/>
          </p:nvSpPr>
          <p:spPr bwMode="auto">
            <a:xfrm>
              <a:off x="3984" y="200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7630" name="Line 14"/>
            <p:cNvSpPr>
              <a:spLocks noChangeShapeType="1"/>
            </p:cNvSpPr>
            <p:nvPr/>
          </p:nvSpPr>
          <p:spPr bwMode="auto">
            <a:xfrm>
              <a:off x="3059" y="2592"/>
              <a:ext cx="17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7631" name="Line 15"/>
            <p:cNvSpPr>
              <a:spLocks noChangeShapeType="1"/>
            </p:cNvSpPr>
            <p:nvPr/>
          </p:nvSpPr>
          <p:spPr bwMode="auto">
            <a:xfrm flipV="1">
              <a:off x="3986" y="1632"/>
              <a:ext cx="0" cy="11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7632" name="Line 16"/>
            <p:cNvSpPr>
              <a:spLocks noChangeShapeType="1"/>
            </p:cNvSpPr>
            <p:nvPr/>
          </p:nvSpPr>
          <p:spPr bwMode="auto">
            <a:xfrm>
              <a:off x="3666" y="1994"/>
              <a:ext cx="0" cy="5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7633" name="Oval 17"/>
            <p:cNvSpPr>
              <a:spLocks noChangeArrowheads="1"/>
            </p:cNvSpPr>
            <p:nvPr/>
          </p:nvSpPr>
          <p:spPr bwMode="auto">
            <a:xfrm>
              <a:off x="4656" y="2568"/>
              <a:ext cx="33" cy="3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7634" name="Oval 18"/>
            <p:cNvSpPr>
              <a:spLocks noChangeArrowheads="1"/>
            </p:cNvSpPr>
            <p:nvPr/>
          </p:nvSpPr>
          <p:spPr bwMode="auto">
            <a:xfrm>
              <a:off x="3645" y="1990"/>
              <a:ext cx="34" cy="3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7635" name="Oval 19"/>
            <p:cNvSpPr>
              <a:spLocks noChangeArrowheads="1"/>
            </p:cNvSpPr>
            <p:nvPr/>
          </p:nvSpPr>
          <p:spPr bwMode="auto">
            <a:xfrm>
              <a:off x="3304" y="2568"/>
              <a:ext cx="34" cy="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7636" name="Line 20"/>
            <p:cNvSpPr>
              <a:spLocks noChangeShapeType="1"/>
            </p:cNvSpPr>
            <p:nvPr/>
          </p:nvSpPr>
          <p:spPr bwMode="auto">
            <a:xfrm>
              <a:off x="3986" y="2918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7637" name="Object 21"/>
            <p:cNvGraphicFramePr>
              <a:graphicFrameLocks noChangeAspect="1"/>
            </p:cNvGraphicFramePr>
            <p:nvPr/>
          </p:nvGraphicFramePr>
          <p:xfrm>
            <a:off x="3897" y="1872"/>
            <a:ext cx="87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152" name="公式" r:id="rId16" imgW="253800" imgH="330120" progId="Equation.3">
                    <p:embed/>
                  </p:oleObj>
                </mc:Choice>
                <mc:Fallback>
                  <p:oleObj name="公式" r:id="rId16" imgW="253800" imgH="33012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7" y="1872"/>
                          <a:ext cx="87" cy="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7638" name="Object 22"/>
            <p:cNvGraphicFramePr>
              <a:graphicFrameLocks noChangeAspect="1"/>
            </p:cNvGraphicFramePr>
            <p:nvPr/>
          </p:nvGraphicFramePr>
          <p:xfrm>
            <a:off x="3568" y="2608"/>
            <a:ext cx="176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153" name="公式" r:id="rId18" imgW="507960" imgH="317160" progId="Equation.3">
                    <p:embed/>
                  </p:oleObj>
                </mc:Choice>
                <mc:Fallback>
                  <p:oleObj name="公式" r:id="rId18" imgW="507960" imgH="31716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8" y="2608"/>
                          <a:ext cx="176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7639" name="Object 23"/>
            <p:cNvGraphicFramePr>
              <a:graphicFrameLocks noChangeAspect="1"/>
            </p:cNvGraphicFramePr>
            <p:nvPr/>
          </p:nvGraphicFramePr>
          <p:xfrm>
            <a:off x="4848" y="2544"/>
            <a:ext cx="92" cy="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154" name="公式" r:id="rId20" imgW="266400" imgH="253800" progId="Equation.3">
                    <p:embed/>
                  </p:oleObj>
                </mc:Choice>
                <mc:Fallback>
                  <p:oleObj name="公式" r:id="rId20" imgW="266400" imgH="2538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2544"/>
                          <a:ext cx="92" cy="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7640" name="Object 24"/>
            <p:cNvGraphicFramePr>
              <a:graphicFrameLocks noChangeAspect="1"/>
            </p:cNvGraphicFramePr>
            <p:nvPr/>
          </p:nvGraphicFramePr>
          <p:xfrm>
            <a:off x="3936" y="1530"/>
            <a:ext cx="92" cy="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155" name="公式" r:id="rId22" imgW="266400" imgH="330120" progId="Equation.3">
                    <p:embed/>
                  </p:oleObj>
                </mc:Choice>
                <mc:Fallback>
                  <p:oleObj name="公式" r:id="rId22" imgW="266400" imgH="33012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1530"/>
                          <a:ext cx="92" cy="1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7641" name="Oval 25"/>
            <p:cNvSpPr>
              <a:spLocks noChangeArrowheads="1"/>
            </p:cNvSpPr>
            <p:nvPr/>
          </p:nvSpPr>
          <p:spPr bwMode="auto">
            <a:xfrm>
              <a:off x="3645" y="2282"/>
              <a:ext cx="34" cy="3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7642" name="Line 26"/>
            <p:cNvSpPr>
              <a:spLocks noChangeShapeType="1"/>
            </p:cNvSpPr>
            <p:nvPr/>
          </p:nvSpPr>
          <p:spPr bwMode="auto">
            <a:xfrm>
              <a:off x="4324" y="1990"/>
              <a:ext cx="0" cy="5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7643" name="Oval 27"/>
            <p:cNvSpPr>
              <a:spLocks noChangeArrowheads="1"/>
            </p:cNvSpPr>
            <p:nvPr/>
          </p:nvSpPr>
          <p:spPr bwMode="auto">
            <a:xfrm>
              <a:off x="4303" y="1984"/>
              <a:ext cx="33" cy="3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7644" name="Oval 28"/>
            <p:cNvSpPr>
              <a:spLocks noChangeArrowheads="1"/>
            </p:cNvSpPr>
            <p:nvPr/>
          </p:nvSpPr>
          <p:spPr bwMode="auto">
            <a:xfrm>
              <a:off x="4303" y="2564"/>
              <a:ext cx="33" cy="3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7645" name="Object 29"/>
            <p:cNvGraphicFramePr>
              <a:graphicFrameLocks noChangeAspect="1"/>
            </p:cNvGraphicFramePr>
            <p:nvPr/>
          </p:nvGraphicFramePr>
          <p:xfrm>
            <a:off x="4289" y="2603"/>
            <a:ext cx="79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156" name="公式" r:id="rId24" imgW="228600" imgH="317160" progId="Equation.3">
                    <p:embed/>
                  </p:oleObj>
                </mc:Choice>
                <mc:Fallback>
                  <p:oleObj name="公式" r:id="rId24" imgW="228600" imgH="31716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9" y="2603"/>
                          <a:ext cx="79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7646" name="Oval 30"/>
            <p:cNvSpPr>
              <a:spLocks noChangeArrowheads="1"/>
            </p:cNvSpPr>
            <p:nvPr/>
          </p:nvSpPr>
          <p:spPr bwMode="auto">
            <a:xfrm>
              <a:off x="4303" y="2271"/>
              <a:ext cx="33" cy="3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7647" name="Object 31"/>
            <p:cNvGraphicFramePr>
              <a:graphicFrameLocks noChangeAspect="1"/>
            </p:cNvGraphicFramePr>
            <p:nvPr/>
          </p:nvGraphicFramePr>
          <p:xfrm>
            <a:off x="3986" y="2589"/>
            <a:ext cx="70" cy="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157" name="公式" r:id="rId26" imgW="215640" imgH="330120" progId="Equation.3">
                    <p:embed/>
                  </p:oleObj>
                </mc:Choice>
                <mc:Fallback>
                  <p:oleObj name="公式" r:id="rId26" imgW="215640" imgH="33012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6" y="2589"/>
                          <a:ext cx="70" cy="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7648" name="Line 32"/>
            <p:cNvSpPr>
              <a:spLocks noChangeShapeType="1"/>
            </p:cNvSpPr>
            <p:nvPr/>
          </p:nvSpPr>
          <p:spPr bwMode="auto">
            <a:xfrm>
              <a:off x="3312" y="201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7649" name="Oval 33"/>
            <p:cNvSpPr>
              <a:spLocks noChangeArrowheads="1"/>
            </p:cNvSpPr>
            <p:nvPr/>
          </p:nvSpPr>
          <p:spPr bwMode="auto">
            <a:xfrm>
              <a:off x="3968" y="2272"/>
              <a:ext cx="34" cy="3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7650" name="Oval 34"/>
            <p:cNvSpPr>
              <a:spLocks noChangeArrowheads="1"/>
            </p:cNvSpPr>
            <p:nvPr/>
          </p:nvSpPr>
          <p:spPr bwMode="auto">
            <a:xfrm>
              <a:off x="3296" y="2000"/>
              <a:ext cx="34" cy="3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7651" name="Oval 35"/>
            <p:cNvSpPr>
              <a:spLocks noChangeArrowheads="1"/>
            </p:cNvSpPr>
            <p:nvPr/>
          </p:nvSpPr>
          <p:spPr bwMode="auto">
            <a:xfrm>
              <a:off x="3968" y="2576"/>
              <a:ext cx="34" cy="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7652" name="Object 36"/>
            <p:cNvGraphicFramePr>
              <a:graphicFrameLocks noChangeAspect="1"/>
            </p:cNvGraphicFramePr>
            <p:nvPr/>
          </p:nvGraphicFramePr>
          <p:xfrm>
            <a:off x="4650" y="2608"/>
            <a:ext cx="74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158" name="公式" r:id="rId28" imgW="215640" imgH="317160" progId="Equation.3">
                    <p:embed/>
                  </p:oleObj>
                </mc:Choice>
                <mc:Fallback>
                  <p:oleObj name="公式" r:id="rId28" imgW="215640" imgH="31716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0" y="2608"/>
                          <a:ext cx="74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7653" name="Object 37"/>
            <p:cNvGraphicFramePr>
              <a:graphicFrameLocks noChangeAspect="1"/>
            </p:cNvGraphicFramePr>
            <p:nvPr/>
          </p:nvGraphicFramePr>
          <p:xfrm>
            <a:off x="3224" y="2608"/>
            <a:ext cx="176" cy="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159" name="公式" r:id="rId30" imgW="507960" imgH="317160" progId="Equation.3">
                    <p:embed/>
                  </p:oleObj>
                </mc:Choice>
                <mc:Fallback>
                  <p:oleObj name="公式" r:id="rId30" imgW="507960" imgH="31716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4" y="2608"/>
                          <a:ext cx="176" cy="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7654" name="Oval 38"/>
            <p:cNvSpPr>
              <a:spLocks noChangeArrowheads="1"/>
            </p:cNvSpPr>
            <p:nvPr/>
          </p:nvSpPr>
          <p:spPr bwMode="auto">
            <a:xfrm>
              <a:off x="3645" y="2565"/>
              <a:ext cx="34" cy="2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7655" name="Rectangle 39"/>
          <p:cNvSpPr>
            <a:spLocks noChangeArrowheads="1"/>
          </p:cNvSpPr>
          <p:nvPr/>
        </p:nvSpPr>
        <p:spPr bwMode="auto">
          <a:xfrm>
            <a:off x="1973263" y="6094414"/>
            <a:ext cx="209031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3200">
                <a:latin typeface="Times New Roman" panose="02020603050405020304" pitchFamily="18" charset="0"/>
              </a:rPr>
              <a:t>P256: 1(2).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47AFB6C-30BD-40BD-879C-B09A7C953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98A3A-61B3-47D1-B5AC-DA805DB8770E}" type="datetime11">
              <a:rPr lang="zh-CN" altLang="en-US" smtClean="0"/>
              <a:t>20:40:12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7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67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67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67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67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7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7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22" grpId="0"/>
      <p:bldP spid="367625" grpId="0"/>
      <p:bldP spid="367626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ChangeArrowheads="1"/>
          </p:cNvSpPr>
          <p:nvPr/>
        </p:nvSpPr>
        <p:spPr bwMode="auto">
          <a:xfrm>
            <a:off x="1752600" y="3158025"/>
            <a:ext cx="8686800" cy="313350"/>
          </a:xfrm>
          <a:prstGeom prst="rect">
            <a:avLst/>
          </a:prstGeom>
          <a:noFill/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000" rIns="36000" bIns="18000" anchor="ctr">
            <a:spAutoFit/>
          </a:bodyPr>
          <a:lstStyle/>
          <a:p>
            <a:endParaRPr lang="zh-CN" altLang="en-US"/>
          </a:p>
        </p:txBody>
      </p:sp>
      <p:sp>
        <p:nvSpPr>
          <p:cNvPr id="368643" name="Text Box 3"/>
          <p:cNvSpPr txBox="1">
            <a:spLocks noChangeArrowheads="1"/>
          </p:cNvSpPr>
          <p:nvPr/>
        </p:nvSpPr>
        <p:spPr bwMode="auto">
          <a:xfrm>
            <a:off x="1752600" y="762000"/>
            <a:ext cx="8686800" cy="1396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000" rIns="36000" bIns="18000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作业：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p-256</a:t>
            </a:r>
            <a:r>
              <a:rPr kumimoji="1" lang="zh-CN" altLang="en-US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习题</a:t>
            </a:r>
            <a:r>
              <a:rPr kumimoji="1"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</a:rPr>
              <a:t>12-8</a:t>
            </a:r>
          </a:p>
          <a:p>
            <a:pPr>
              <a:lnSpc>
                <a:spcPct val="130000"/>
              </a:lnSpc>
            </a:pPr>
            <a:r>
              <a:rPr kumimoji="1" lang="en-US" altLang="zh-CN" sz="3600">
                <a:latin typeface="Times New Roman" panose="02020603050405020304" pitchFamily="18" charset="0"/>
                <a:ea typeface="楷体_GB2312" pitchFamily="49" charset="-122"/>
              </a:rPr>
              <a:t>      1 (1) , (3) ;  2 (2)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7DB826-5827-4ED7-A2A5-006C20EC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B8A5-B1D8-4E89-A606-7B6C3368950B}" type="datetime11">
              <a:rPr lang="zh-CN" altLang="en-US" smtClean="0"/>
              <a:t>20:40:12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7.1~7.3luo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12789</TotalTime>
  <Words>8123</Words>
  <Application>Microsoft Office PowerPoint</Application>
  <PresentationFormat>宽屏</PresentationFormat>
  <Paragraphs>979</Paragraphs>
  <Slides>97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97</vt:i4>
      </vt:variant>
    </vt:vector>
  </HeadingPairs>
  <TitlesOfParts>
    <vt:vector size="114" baseType="lpstr">
      <vt:lpstr>黑体</vt:lpstr>
      <vt:lpstr>华文新魏</vt:lpstr>
      <vt:lpstr>华文行楷</vt:lpstr>
      <vt:lpstr>楷体_GB2312</vt:lpstr>
      <vt:lpstr>宋体</vt:lpstr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D7.1~7.3luo</vt:lpstr>
      <vt:lpstr>Equation</vt:lpstr>
      <vt:lpstr>文档</vt:lpstr>
      <vt:lpstr>公式</vt:lpstr>
      <vt:lpstr>MathType 6.0 Equation</vt:lpstr>
      <vt:lpstr>PowerPoint 演示文稿</vt:lpstr>
      <vt:lpstr>PowerPoint 演示文稿</vt:lpstr>
      <vt:lpstr>一、常数项级数的概念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一、 函数项级数的概念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一、泰勒级数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一、三角级数及三角函数系的正交性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以2 l 为周期的函数的傅里叶展开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山东农业大学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12.1微分方程的基本概念</dc:title>
  <dc:creator>sbt</dc:creator>
  <cp:lastModifiedBy>Windows User</cp:lastModifiedBy>
  <cp:revision>400</cp:revision>
  <dcterms:created xsi:type="dcterms:W3CDTF">2001-06-16T12:46:24Z</dcterms:created>
  <dcterms:modified xsi:type="dcterms:W3CDTF">2024-06-04T15:24:03Z</dcterms:modified>
</cp:coreProperties>
</file>