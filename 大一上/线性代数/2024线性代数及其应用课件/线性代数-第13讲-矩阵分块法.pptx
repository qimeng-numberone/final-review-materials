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27"/>
  </p:notesMasterIdLst>
  <p:sldIdLst>
    <p:sldId id="319" r:id="rId2"/>
    <p:sldId id="378" r:id="rId3"/>
    <p:sldId id="379" r:id="rId4"/>
    <p:sldId id="382" r:id="rId5"/>
    <p:sldId id="383" r:id="rId6"/>
    <p:sldId id="380" r:id="rId7"/>
    <p:sldId id="351" r:id="rId8"/>
    <p:sldId id="381" r:id="rId9"/>
    <p:sldId id="352" r:id="rId10"/>
    <p:sldId id="385" r:id="rId11"/>
    <p:sldId id="384" r:id="rId12"/>
    <p:sldId id="324" r:id="rId13"/>
    <p:sldId id="325" r:id="rId14"/>
    <p:sldId id="386" r:id="rId15"/>
    <p:sldId id="387" r:id="rId16"/>
    <p:sldId id="388" r:id="rId17"/>
    <p:sldId id="327" r:id="rId18"/>
    <p:sldId id="353" r:id="rId19"/>
    <p:sldId id="354" r:id="rId20"/>
    <p:sldId id="389" r:id="rId21"/>
    <p:sldId id="328" r:id="rId22"/>
    <p:sldId id="364" r:id="rId23"/>
    <p:sldId id="392" r:id="rId24"/>
    <p:sldId id="393" r:id="rId25"/>
    <p:sldId id="391" r:id="rId26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12" userDrawn="1">
          <p15:clr>
            <a:srgbClr val="A4A3A4"/>
          </p15:clr>
        </p15:guide>
        <p15:guide id="2" pos="14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3AD40"/>
    <a:srgbClr val="FF0000"/>
    <a:srgbClr val="FFFFFF"/>
    <a:srgbClr val="F8FDFE"/>
    <a:srgbClr val="FFFF19"/>
    <a:srgbClr val="0000CC"/>
    <a:srgbClr val="0000FF"/>
    <a:srgbClr val="990099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89" autoAdjust="0"/>
    <p:restoredTop sz="94660" autoAdjust="0"/>
  </p:normalViewPr>
  <p:slideViewPr>
    <p:cSldViewPr>
      <p:cViewPr varScale="1">
        <p:scale>
          <a:sx n="97" d="100"/>
          <a:sy n="97" d="100"/>
        </p:scale>
        <p:origin x="72" y="318"/>
      </p:cViewPr>
      <p:guideLst>
        <p:guide orient="horz" pos="3312"/>
        <p:guide pos="14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41" d="100"/>
          <a:sy n="41" d="100"/>
        </p:scale>
        <p:origin x="-1524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emf"/><Relationship Id="rId4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image" Target="../media/image37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emf"/><Relationship Id="rId1" Type="http://schemas.openxmlformats.org/officeDocument/2006/relationships/image" Target="../media/image39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image" Target="../media/image46.wmf"/><Relationship Id="rId7" Type="http://schemas.openxmlformats.org/officeDocument/2006/relationships/image" Target="../media/image50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6" Type="http://schemas.openxmlformats.org/officeDocument/2006/relationships/image" Target="../media/image49.emf"/><Relationship Id="rId5" Type="http://schemas.openxmlformats.org/officeDocument/2006/relationships/image" Target="../media/image48.emf"/><Relationship Id="rId10" Type="http://schemas.openxmlformats.org/officeDocument/2006/relationships/image" Target="../media/image53.wmf"/><Relationship Id="rId4" Type="http://schemas.openxmlformats.org/officeDocument/2006/relationships/image" Target="../media/image47.wmf"/><Relationship Id="rId9" Type="http://schemas.openxmlformats.org/officeDocument/2006/relationships/image" Target="../media/image52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7" Type="http://schemas.openxmlformats.org/officeDocument/2006/relationships/image" Target="../media/image60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6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xmlns="" id="{9B0E9E7F-9AEF-42F9-8070-D737D4AE0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effectLst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xmlns="" id="{061BD6B3-77C5-4ED5-8174-0B5ACF47E11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effectLst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xmlns="" id="{42FB13EF-907C-4F67-A200-ED4E6911475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2709" name="Rectangle 5">
            <a:extLst>
              <a:ext uri="{FF2B5EF4-FFF2-40B4-BE49-F238E27FC236}">
                <a16:creationId xmlns:a16="http://schemas.microsoft.com/office/drawing/2014/main" xmlns="" id="{8047BECC-808E-451E-855F-65361638113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72710" name="Rectangle 6">
            <a:extLst>
              <a:ext uri="{FF2B5EF4-FFF2-40B4-BE49-F238E27FC236}">
                <a16:creationId xmlns:a16="http://schemas.microsoft.com/office/drawing/2014/main" xmlns="" id="{64D66620-4F4A-4CC3-9405-A006B311672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effectLst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2711" name="Rectangle 7">
            <a:extLst>
              <a:ext uri="{FF2B5EF4-FFF2-40B4-BE49-F238E27FC236}">
                <a16:creationId xmlns:a16="http://schemas.microsoft.com/office/drawing/2014/main" xmlns="" id="{83AF5E70-95CF-4375-899C-DDC01CFD59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A019FB5-F2DD-4DF2-9890-CBECF992D7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082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今天我抽到的讲课题目是矩阵分块法。上课到现在，大家是不是都有点饿了，那我们就来聊聊武大郎烧饼吧，大家可能更饿了。同学们一口吃不完一个武大郎烧饼会怎么办呢？我听到有同学回答说分成一块一块的来吃。那同学们这个问题怎么解决呢？我们是不是也可以把矩阵分块，答案是肯定的，那么今天我们就一起来学习矩阵的分块法。首先我们学习分块矩阵的概念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019FB5-F2DD-4DF2-9890-CBECF992D72C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8018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接下来我们你来看几种常用的分块方式。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019FB5-F2DD-4DF2-9890-CBECF992D72C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3424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019FB5-F2DD-4DF2-9890-CBECF992D72C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3935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注意有特点，这里的单位矩阵，零矩阵。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019FB5-F2DD-4DF2-9890-CBECF992D72C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0986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然后我们学习第二种常用的分块方式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019FB5-F2DD-4DF2-9890-CBECF992D72C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37254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既然有按行分块的方式，反应快的同学想肯定有按列分块的方式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019FB5-F2DD-4DF2-9890-CBECF992D72C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40863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然后我们来看分块对角矩阵分块三角矩阵的方式。</a:t>
            </a:r>
          </a:p>
          <a:p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019FB5-F2DD-4DF2-9890-CBECF992D72C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20682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分块三角矩阵我就不再举例了。同学们思考一下，我们前面学习矩阵的时候，学了几种特殊的矩阵后，讨论了什么？对，我听到有同学回答对了，矩阵的运算，都包括哪些（矩阵的加减，数乘和矩阵的乘法）。再想想，分块矩阵也是矩阵，因此分块矩阵的运算是不是也包括这些运算，他们之间有些什么些什么联系与区别，一起来学习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019FB5-F2DD-4DF2-9890-CBECF992D72C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6332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减法也很简单，同学们就下去自己算算。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019FB5-F2DD-4DF2-9890-CBECF992D72C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86626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接下来我们看分块矩阵的乘法。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019FB5-F2DD-4DF2-9890-CBECF992D72C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59754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分块矩阵需要同时满</a:t>
            </a:r>
            <a:r>
              <a:rPr lang="en-US" altLang="zh-CN" dirty="0" smtClean="0"/>
              <a:t>A</a:t>
            </a:r>
            <a:r>
              <a:rPr lang="zh-CN" altLang="en-US" dirty="0" smtClean="0"/>
              <a:t>的列数 </a:t>
            </a:r>
            <a:r>
              <a:rPr lang="en-US" altLang="zh-CN" dirty="0" smtClean="0"/>
              <a:t>= B </a:t>
            </a:r>
            <a:r>
              <a:rPr lang="zh-CN" altLang="en-US" dirty="0" smtClean="0"/>
              <a:t>的行数</a:t>
            </a:r>
          </a:p>
          <a:p>
            <a:r>
              <a:rPr lang="en-US" altLang="zh-CN" dirty="0" smtClean="0"/>
              <a:t>A</a:t>
            </a:r>
            <a:r>
              <a:rPr lang="zh-CN" altLang="en-US" dirty="0" smtClean="0"/>
              <a:t>的列的分法 </a:t>
            </a:r>
            <a:r>
              <a:rPr lang="en-US" altLang="zh-CN" dirty="0" smtClean="0"/>
              <a:t>= B </a:t>
            </a:r>
            <a:r>
              <a:rPr lang="zh-CN" altLang="en-US" dirty="0" smtClean="0"/>
              <a:t>的行的分法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019FB5-F2DD-4DF2-9890-CBECF992D72C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3582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再次提醒大家由特点的分块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019FB5-F2DD-4DF2-9890-CBECF992D72C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05220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再来看一个例子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019FB5-F2DD-4DF2-9890-CBECF992D72C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02442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最后我们来看分块矩阵的转置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019FB5-F2DD-4DF2-9890-CBECF992D72C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04498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我们上课前提出的问题同学们现在可以做了吧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019FB5-F2DD-4DF2-9890-CBECF992D72C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5576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6395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3323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>
            <a:extLst>
              <a:ext uri="{FF2B5EF4-FFF2-40B4-BE49-F238E27FC236}">
                <a16:creationId xmlns:a16="http://schemas.microsoft.com/office/drawing/2014/main" xmlns="" id="{19FD5C02-8232-46B5-A683-AE4C5FBC0C1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168008" y="116632"/>
            <a:ext cx="559223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2000" smtClean="0">
                <a:solidFill>
                  <a:schemeClr val="bg1"/>
                </a:solidFill>
              </a:rPr>
              <a:t>第七讲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00FF"/>
          </a:solidFill>
          <a:latin typeface="Arial" charset="0"/>
          <a:ea typeface="楷体_GB2312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00FF"/>
          </a:solidFill>
          <a:latin typeface="Arial" charset="0"/>
          <a:ea typeface="楷体_GB2312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00FF"/>
          </a:solidFill>
          <a:latin typeface="Arial" charset="0"/>
          <a:ea typeface="楷体_GB2312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00FF"/>
          </a:solidFill>
          <a:latin typeface="Arial" charset="0"/>
          <a:ea typeface="楷体_GB2312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0000FF"/>
          </a:solidFill>
          <a:latin typeface="Arial" charset="0"/>
          <a:ea typeface="楷体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0000FF"/>
          </a:solidFill>
          <a:latin typeface="Arial" charset="0"/>
          <a:ea typeface="楷体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0000FF"/>
          </a:solidFill>
          <a:latin typeface="Arial" charset="0"/>
          <a:ea typeface="楷体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0000FF"/>
          </a:solidFill>
          <a:latin typeface="Arial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40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宋体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  <a:ea typeface="宋体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0.wmf"/><Relationship Id="rId5" Type="http://schemas.openxmlformats.org/officeDocument/2006/relationships/image" Target="../media/image7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9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7.wmf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6.wmf"/><Relationship Id="rId5" Type="http://schemas.openxmlformats.org/officeDocument/2006/relationships/image" Target="../media/image13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5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8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19.bin"/><Relationship Id="rId18" Type="http://schemas.openxmlformats.org/officeDocument/2006/relationships/image" Target="../media/image26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3.wmf"/><Relationship Id="rId17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5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2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34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26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35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8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37.wmf"/><Relationship Id="rId4" Type="http://schemas.openxmlformats.org/officeDocument/2006/relationships/oleObject" Target="../embeddings/oleObject30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40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39.emf"/><Relationship Id="rId4" Type="http://schemas.openxmlformats.org/officeDocument/2006/relationships/oleObject" Target="../embeddings/oleObject32.bin"/><Relationship Id="rId9" Type="http://schemas.openxmlformats.org/officeDocument/2006/relationships/image" Target="../media/image41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43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42.wmf"/><Relationship Id="rId4" Type="http://schemas.openxmlformats.org/officeDocument/2006/relationships/oleObject" Target="../embeddings/oleObject35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image" Target="../media/image48.emf"/><Relationship Id="rId18" Type="http://schemas.openxmlformats.org/officeDocument/2006/relationships/oleObject" Target="../embeddings/oleObject44.bin"/><Relationship Id="rId3" Type="http://schemas.openxmlformats.org/officeDocument/2006/relationships/notesSlide" Target="../notesSlides/notesSlide13.xml"/><Relationship Id="rId21" Type="http://schemas.openxmlformats.org/officeDocument/2006/relationships/image" Target="../media/image52.emf"/><Relationship Id="rId7" Type="http://schemas.openxmlformats.org/officeDocument/2006/relationships/image" Target="../media/image45.wmf"/><Relationship Id="rId12" Type="http://schemas.openxmlformats.org/officeDocument/2006/relationships/oleObject" Target="../embeddings/oleObject41.bin"/><Relationship Id="rId17" Type="http://schemas.openxmlformats.org/officeDocument/2006/relationships/image" Target="../media/image50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43.bin"/><Relationship Id="rId20" Type="http://schemas.openxmlformats.org/officeDocument/2006/relationships/oleObject" Target="../embeddings/oleObject45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47.wmf"/><Relationship Id="rId5" Type="http://schemas.openxmlformats.org/officeDocument/2006/relationships/image" Target="../media/image44.wmf"/><Relationship Id="rId15" Type="http://schemas.openxmlformats.org/officeDocument/2006/relationships/image" Target="../media/image49.emf"/><Relationship Id="rId23" Type="http://schemas.openxmlformats.org/officeDocument/2006/relationships/image" Target="../media/image53.wmf"/><Relationship Id="rId10" Type="http://schemas.openxmlformats.org/officeDocument/2006/relationships/oleObject" Target="../embeddings/oleObject40.bin"/><Relationship Id="rId19" Type="http://schemas.openxmlformats.org/officeDocument/2006/relationships/image" Target="../media/image51.wmf"/><Relationship Id="rId4" Type="http://schemas.openxmlformats.org/officeDocument/2006/relationships/oleObject" Target="../embeddings/oleObject37.bin"/><Relationship Id="rId9" Type="http://schemas.openxmlformats.org/officeDocument/2006/relationships/image" Target="../media/image46.wmf"/><Relationship Id="rId14" Type="http://schemas.openxmlformats.org/officeDocument/2006/relationships/oleObject" Target="../embeddings/oleObject42.bin"/><Relationship Id="rId22" Type="http://schemas.openxmlformats.org/officeDocument/2006/relationships/oleObject" Target="../embeddings/oleObject46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oleObject" Target="../embeddings/oleObject52.bin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58.w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60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5.w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oleObject53.bin"/><Relationship Id="rId10" Type="http://schemas.openxmlformats.org/officeDocument/2006/relationships/image" Target="../media/image57.wmf"/><Relationship Id="rId4" Type="http://schemas.openxmlformats.org/officeDocument/2006/relationships/image" Target="../media/image54.w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59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62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55.bin"/><Relationship Id="rId5" Type="http://schemas.openxmlformats.org/officeDocument/2006/relationships/image" Target="../media/image61.wmf"/><Relationship Id="rId4" Type="http://schemas.openxmlformats.org/officeDocument/2006/relationships/oleObject" Target="../embeddings/oleObject54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63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65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67.wmf"/><Relationship Id="rId4" Type="http://schemas.openxmlformats.org/officeDocument/2006/relationships/oleObject" Target="../embeddings/oleObject60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68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71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68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2">
            <a:extLst>
              <a:ext uri="{FF2B5EF4-FFF2-40B4-BE49-F238E27FC236}">
                <a16:creationId xmlns:a16="http://schemas.microsoft.com/office/drawing/2014/main" xmlns="" id="{0E11F2F4-7B3B-4620-8957-38BE16483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1944" y="836712"/>
            <a:ext cx="489585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450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矩阵分块法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xmlns="" id="{32C07C1D-BBBB-4E33-8440-1F175D8FB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808" y="2017984"/>
            <a:ext cx="84963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lang="zh-CN" altLang="en-US" sz="320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假设受存储器或矩阵维数的限制，你所用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332BEAB9-5641-4B3C-976B-4637661BA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5905" y="2733209"/>
            <a:ext cx="8428038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20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的矩阵软件</a:t>
            </a:r>
            <a:r>
              <a:rPr lang="zh-CN" altLang="en-US" sz="3200" dirty="0">
                <a:solidFill>
                  <a:srgbClr val="03AD4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不能处理超过</a:t>
            </a:r>
            <a:r>
              <a:rPr lang="en-US" altLang="zh-CN" sz="3200" dirty="0">
                <a:solidFill>
                  <a:srgbClr val="03AD4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32</a:t>
            </a:r>
            <a:r>
              <a:rPr lang="zh-CN" altLang="en-US" sz="3200" dirty="0">
                <a:solidFill>
                  <a:srgbClr val="03AD4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行、</a:t>
            </a:r>
            <a:r>
              <a:rPr lang="en-US" altLang="zh-CN" sz="3200" dirty="0">
                <a:solidFill>
                  <a:srgbClr val="03AD4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32</a:t>
            </a:r>
            <a:r>
              <a:rPr lang="zh-CN" altLang="en-US" sz="3200" dirty="0">
                <a:solidFill>
                  <a:srgbClr val="03AD4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列</a:t>
            </a:r>
            <a:r>
              <a:rPr lang="zh-CN" altLang="en-US" sz="320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的矩阵，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39DBC07-2AE6-4B4F-AACF-B6F80F88F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4489" y="3558710"/>
            <a:ext cx="34480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20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而某项工程涉及到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xmlns="" id="{4CB9B21D-F8EB-49A5-B8D2-8207D2A54F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2145572"/>
              </p:ext>
            </p:extLst>
          </p:nvPr>
        </p:nvGraphicFramePr>
        <p:xfrm>
          <a:off x="7319937" y="3590573"/>
          <a:ext cx="143986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9" name="Equation" r:id="rId4" imgW="914400" imgH="292100" progId="Equation.DSMT4">
                  <p:embed/>
                </p:oleObj>
              </mc:Choice>
              <mc:Fallback>
                <p:oleObj name="Equation" r:id="rId4" imgW="9144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9937" y="3590573"/>
                        <a:ext cx="1439863" cy="460375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8723C1EC-668B-48DD-9340-C70A46870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4312" y="3458284"/>
            <a:ext cx="24606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20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的矩阵</a:t>
            </a:r>
            <a:r>
              <a:rPr lang="en-US" altLang="zh-CN" sz="3200" i="1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i="1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B.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B2A5ECE-992E-4F26-BE8B-E9857DB89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2295" y="4209067"/>
            <a:ext cx="7807325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20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描述一下 使用你所用的矩阵软件完成下列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xmlns="" id="{ACF2CF00-E8BF-4F33-929C-36ACCBCAA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3724" y="4806557"/>
            <a:ext cx="14081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20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任务：</a:t>
            </a: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xmlns="" id="{0FE3D7CC-83A1-409B-9440-EBD4C183A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832" y="5696144"/>
            <a:ext cx="260680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320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 计算</a:t>
            </a:r>
            <a:r>
              <a:rPr lang="en-US" altLang="zh-CN" sz="3200" i="1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3200" i="1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B.</a:t>
            </a: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xmlns="" id="{E32E216A-6DB6-46A7-BD74-0E492C53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2264" y="5662593"/>
            <a:ext cx="233269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320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 计算</a:t>
            </a:r>
            <a:r>
              <a:rPr lang="en-US" altLang="zh-CN" sz="3200" i="1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sz="3200" i="1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600" y="2754112"/>
            <a:ext cx="3686175" cy="24003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257" y="31191"/>
            <a:ext cx="8982075" cy="65722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1147" y="489719"/>
            <a:ext cx="7715250" cy="57912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66915" y="3673401"/>
            <a:ext cx="7267575" cy="3028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" grpId="0"/>
      <p:bldP spid="5" grpId="0"/>
      <p:bldP spid="6" grpId="0"/>
      <p:bldP spid="8" grpId="0"/>
      <p:bldP spid="9" grpId="0"/>
      <p:bldP spid="11" grpId="0"/>
      <p:bldP spid="12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3">
            <a:extLst>
              <a:ext uri="{FF2B5EF4-FFF2-40B4-BE49-F238E27FC236}">
                <a16:creationId xmlns:a16="http://schemas.microsoft.com/office/drawing/2014/main" xmlns="" id="{51127832-A1FF-4574-9524-FB24EBF081B8}"/>
              </a:ext>
            </a:extLst>
          </p:cNvPr>
          <p:cNvSpPr txBox="1">
            <a:spLocks/>
          </p:cNvSpPr>
          <p:nvPr/>
        </p:nvSpPr>
        <p:spPr bwMode="auto">
          <a:xfrm>
            <a:off x="8077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/>
            <a:fld id="{1226F29A-792E-4CDF-AEB1-3E42072F8028}" type="slidenum">
              <a:rPr lang="en-US" altLang="zh-CN" sz="1400" b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pPr algn="r" eaLnBrk="1" hangingPunct="1"/>
              <a:t>2</a:t>
            </a:fld>
            <a:endParaRPr lang="en-US" altLang="zh-CN" sz="1400" b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xmlns="" id="{CEF7EA36-BBF8-40F3-BB5C-0DC599D7D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251" y="1957389"/>
            <a:ext cx="9324975" cy="76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defRPr/>
            </a:pPr>
            <a:r>
              <a:rPr kumimoji="0" lang="zh-CN" altLang="en-US" sz="3200" kern="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处理</a:t>
            </a:r>
            <a:r>
              <a:rPr kumimoji="0" lang="zh-CN" altLang="en-US" sz="3200" kern="0" dirty="0">
                <a:solidFill>
                  <a:schemeClr val="bg1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有特点</a:t>
            </a:r>
            <a:r>
              <a:rPr kumimoji="0" lang="zh-CN" altLang="en-US" sz="3200" kern="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的大矩阵时需要进行分块。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6C57D0B6-014D-4C15-814D-DE0195024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504" y="5373216"/>
            <a:ext cx="8077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3600" b="0" kern="0" dirty="0">
                <a:solidFill>
                  <a:schemeClr val="bg1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定义</a:t>
            </a:r>
            <a:r>
              <a:rPr kumimoji="0" lang="zh-CN" altLang="en-US" sz="3600" b="0" kern="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kumimoji="0" lang="zh-CN" altLang="en-US" sz="3200" kern="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以子块为元素的矩阵称为</a:t>
            </a:r>
            <a:r>
              <a:rPr kumimoji="0" lang="zh-CN" altLang="en-US" sz="3200" b="0" kern="0" dirty="0">
                <a:solidFill>
                  <a:schemeClr val="bg1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分块阵</a:t>
            </a:r>
            <a:r>
              <a:rPr kumimoji="0" lang="zh-CN" altLang="en-US" sz="3600" b="0" kern="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kumimoji="0" lang="en-US" altLang="zh-CN" sz="3600" b="0" kern="0" dirty="0">
              <a:solidFill>
                <a:srgbClr val="F8FDF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CA1632AA-7B7C-4E6B-AC18-E30F43FFBEC4}"/>
              </a:ext>
            </a:extLst>
          </p:cNvPr>
          <p:cNvSpPr/>
          <p:nvPr/>
        </p:nvSpPr>
        <p:spPr>
          <a:xfrm>
            <a:off x="1733371" y="3212976"/>
            <a:ext cx="84582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defRPr/>
            </a:pPr>
            <a:r>
              <a:rPr kumimoji="0" lang="zh-CN" altLang="en-US" sz="3200" b="0" kern="0" dirty="0">
                <a:solidFill>
                  <a:schemeClr val="bg1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分法</a:t>
            </a:r>
            <a:r>
              <a:rPr kumimoji="0" lang="en-US" altLang="zh-CN" sz="3200" b="0" kern="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 </a:t>
            </a:r>
            <a:r>
              <a:rPr kumimoji="0" lang="zh-CN" altLang="en-US" sz="3200" kern="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将矩阵用</a:t>
            </a:r>
            <a:r>
              <a:rPr kumimoji="0" lang="zh-CN" altLang="en-US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若干纵线和横线</a:t>
            </a:r>
            <a:r>
              <a:rPr kumimoji="0" lang="zh-CN" altLang="en-US" sz="3200" kern="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分成</a:t>
            </a:r>
            <a:r>
              <a:rPr kumimoji="0" lang="zh-CN" altLang="en-US" sz="3200" kern="0" dirty="0">
                <a:solidFill>
                  <a:schemeClr val="bg1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若干小矩阵</a:t>
            </a:r>
            <a:r>
              <a:rPr kumimoji="0" lang="zh-CN" altLang="en-US" sz="3200" kern="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，每个小矩阵称为原矩阵的子块</a:t>
            </a:r>
            <a:r>
              <a:rPr kumimoji="0" lang="zh-CN" altLang="en-US" sz="3200" b="0" kern="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kumimoji="0" lang="en-US" altLang="zh-CN" sz="3200" b="0" kern="0" dirty="0">
              <a:solidFill>
                <a:srgbClr val="F8FDF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5CD9BD47-85D3-46AF-81EC-19B190828F93}"/>
              </a:ext>
            </a:extLst>
          </p:cNvPr>
          <p:cNvSpPr/>
          <p:nvPr/>
        </p:nvSpPr>
        <p:spPr>
          <a:xfrm>
            <a:off x="4310064" y="992189"/>
            <a:ext cx="3787775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分块矩阵的概念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>
            <a:extLst>
              <a:ext uri="{FF2B5EF4-FFF2-40B4-BE49-F238E27FC236}">
                <a16:creationId xmlns:a16="http://schemas.microsoft.com/office/drawing/2014/main" xmlns="" id="{C538AB5D-A440-4445-A8CD-24CCFB7F5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2464" y="1787525"/>
            <a:ext cx="9813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buClr>
                <a:srgbClr val="FF3300"/>
              </a:buClr>
              <a:defRPr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例如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xmlns="" id="{5684BC20-BFE4-48C8-A7AB-F96B3F0CC1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6570215"/>
              </p:ext>
            </p:extLst>
          </p:nvPr>
        </p:nvGraphicFramePr>
        <p:xfrm>
          <a:off x="2713039" y="2408239"/>
          <a:ext cx="4757737" cy="256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3" name="Equation" r:id="rId4" imgW="1733639" imgH="695168" progId="Equation.DSMT4">
                  <p:embed/>
                </p:oleObj>
              </mc:Choice>
              <mc:Fallback>
                <p:oleObj name="Equation" r:id="rId4" imgW="1733639" imgH="69516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3039" y="2408239"/>
                        <a:ext cx="4757737" cy="2560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Line 5">
            <a:extLst>
              <a:ext uri="{FF2B5EF4-FFF2-40B4-BE49-F238E27FC236}">
                <a16:creationId xmlns:a16="http://schemas.microsoft.com/office/drawing/2014/main" xmlns="" id="{5C79D726-FA96-470B-81F4-3AC0122A679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4438" y="4221163"/>
            <a:ext cx="3154362" cy="0"/>
          </a:xfrm>
          <a:prstGeom prst="line">
            <a:avLst/>
          </a:prstGeom>
          <a:noFill/>
          <a:ln w="38100">
            <a:solidFill>
              <a:srgbClr val="FF006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xmlns="" id="{D1D744D9-0705-4477-B848-B160FA431E94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3950" y="2744789"/>
            <a:ext cx="0" cy="2016125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12" name="Group 9">
            <a:extLst>
              <a:ext uri="{FF2B5EF4-FFF2-40B4-BE49-F238E27FC236}">
                <a16:creationId xmlns:a16="http://schemas.microsoft.com/office/drawing/2014/main" xmlns="" id="{9B893B67-4409-4A8C-B2F6-06854CA5E798}"/>
              </a:ext>
            </a:extLst>
          </p:cNvPr>
          <p:cNvGrpSpPr>
            <a:grpSpLocks/>
          </p:cNvGrpSpPr>
          <p:nvPr/>
        </p:nvGrpSpPr>
        <p:grpSpPr bwMode="auto">
          <a:xfrm>
            <a:off x="3522664" y="4987925"/>
            <a:ext cx="4733925" cy="947738"/>
            <a:chOff x="923" y="2864"/>
            <a:chExt cx="2982" cy="541"/>
          </a:xfrm>
        </p:grpSpPr>
        <p:sp>
          <p:nvSpPr>
            <p:cNvPr id="5133" name="Text Box 10">
              <a:extLst>
                <a:ext uri="{FF2B5EF4-FFF2-40B4-BE49-F238E27FC236}">
                  <a16:creationId xmlns:a16="http://schemas.microsoft.com/office/drawing/2014/main" xmlns="" id="{83A7C61E-D802-498F-8A95-0E327678D4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0" y="3028"/>
              <a:ext cx="2455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——</a:t>
              </a:r>
              <a:r>
                <a:rPr lang="zh-CN" altLang="en-US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视为一个子块                    </a:t>
              </a:r>
            </a:p>
          </p:txBody>
        </p:sp>
        <p:graphicFrame>
          <p:nvGraphicFramePr>
            <p:cNvPr id="5134" name="Object 11">
              <a:extLst>
                <a:ext uri="{FF2B5EF4-FFF2-40B4-BE49-F238E27FC236}">
                  <a16:creationId xmlns:a16="http://schemas.microsoft.com/office/drawing/2014/main" xmlns="" id="{4BA468D0-A333-4FB0-B26B-DEFE512429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23" y="2864"/>
            <a:ext cx="399" cy="5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64" name="Equation" r:id="rId6" imgW="177646" imgH="241091" progId="Equation.DSMT4">
                    <p:embed/>
                  </p:oleObj>
                </mc:Choice>
                <mc:Fallback>
                  <p:oleObj name="Equation" r:id="rId6" imgW="177646" imgH="241091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3" y="2864"/>
                          <a:ext cx="399" cy="5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Object 13">
            <a:extLst>
              <a:ext uri="{FF2B5EF4-FFF2-40B4-BE49-F238E27FC236}">
                <a16:creationId xmlns:a16="http://schemas.microsoft.com/office/drawing/2014/main" xmlns="" id="{FE63258C-1BFC-4B63-B9D9-C5A0700415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8992329"/>
              </p:ext>
            </p:extLst>
          </p:nvPr>
        </p:nvGraphicFramePr>
        <p:xfrm>
          <a:off x="7521575" y="2859089"/>
          <a:ext cx="2128838" cy="151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5" name="Equation" r:id="rId8" imgW="748975" imgH="482391" progId="Equation.DSMT4">
                  <p:embed/>
                </p:oleObj>
              </mc:Choice>
              <mc:Fallback>
                <p:oleObj name="Equation" r:id="rId8" imgW="748975" imgH="482391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1575" y="2859089"/>
                        <a:ext cx="2128838" cy="1519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1">
            <a:extLst>
              <a:ext uri="{FF2B5EF4-FFF2-40B4-BE49-F238E27FC236}">
                <a16:creationId xmlns:a16="http://schemas.microsoft.com/office/drawing/2014/main" xmlns="" id="{3564BCC6-F36B-48B2-A8D3-B8791B8EBD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7613232"/>
              </p:ext>
            </p:extLst>
          </p:nvPr>
        </p:nvGraphicFramePr>
        <p:xfrm>
          <a:off x="3432175" y="5718175"/>
          <a:ext cx="723900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6" name="Equation" r:id="rId10" imgW="203112" imgH="241195" progId="Equation.DSMT4">
                  <p:embed/>
                </p:oleObj>
              </mc:Choice>
              <mc:Fallback>
                <p:oleObj name="Equation" r:id="rId10" imgW="203112" imgH="241195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5718175"/>
                        <a:ext cx="723900" cy="85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DE31AA20-44D8-4665-9B2A-E426CC420DD4}"/>
              </a:ext>
            </a:extLst>
          </p:cNvPr>
          <p:cNvSpPr/>
          <p:nvPr/>
        </p:nvSpPr>
        <p:spPr>
          <a:xfrm>
            <a:off x="1922464" y="5519739"/>
            <a:ext cx="9925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特殊 </a:t>
            </a:r>
            <a:endParaRPr lang="zh-CN" altLang="en-US" sz="2000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xmlns="" id="{76630575-17BC-4DC9-AA99-3709A1A75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013" y="1749426"/>
            <a:ext cx="19271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3200" b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分成四块</a:t>
            </a:r>
            <a:r>
              <a:rPr lang="en-US" altLang="zh-CN" sz="3600" b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endParaRPr lang="zh-CN" altLang="en-US" b="0">
              <a:solidFill>
                <a:srgbClr val="F8FDF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xmlns="" id="{E2EF274C-AA50-47E1-84A7-2C4BED5FB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9276" y="5903914"/>
            <a:ext cx="305752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视为一个子块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F92A9562-585A-4A28-ADB1-8B65812E3C83}"/>
              </a:ext>
            </a:extLst>
          </p:cNvPr>
          <p:cNvSpPr/>
          <p:nvPr/>
        </p:nvSpPr>
        <p:spPr>
          <a:xfrm>
            <a:off x="4567239" y="992189"/>
            <a:ext cx="3273425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常用分块方式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18" grpId="0"/>
      <p:bldP spid="2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>
            <a:extLst>
              <a:ext uri="{FF2B5EF4-FFF2-40B4-BE49-F238E27FC236}">
                <a16:creationId xmlns:a16="http://schemas.microsoft.com/office/drawing/2014/main" xmlns="" id="{C0AB99DA-A161-4873-8F7E-A2D75AF0E63B}"/>
              </a:ext>
            </a:extLst>
          </p:cNvPr>
          <p:cNvGrpSpPr>
            <a:grpSpLocks/>
          </p:cNvGrpSpPr>
          <p:nvPr/>
        </p:nvGrpSpPr>
        <p:grpSpPr bwMode="auto">
          <a:xfrm>
            <a:off x="3854450" y="1462088"/>
            <a:ext cx="2890838" cy="1625600"/>
            <a:chOff x="1138" y="1128"/>
            <a:chExt cx="1821" cy="1024"/>
          </a:xfrm>
        </p:grpSpPr>
        <p:sp>
          <p:nvSpPr>
            <p:cNvPr id="5" name="Text Box 7">
              <a:extLst>
                <a:ext uri="{FF2B5EF4-FFF2-40B4-BE49-F238E27FC236}">
                  <a16:creationId xmlns:a16="http://schemas.microsoft.com/office/drawing/2014/main" xmlns="" id="{E1C1979E-175A-42D3-B0FC-126A023598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1" y="1128"/>
              <a:ext cx="156" cy="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2600" b="0" kern="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1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2600" b="0" kern="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0</a:t>
              </a:r>
              <a:endParaRPr kumimoji="0" lang="en-US" altLang="zh-CN" sz="2600" b="0" kern="0" baseline="-2500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2600" b="0" kern="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0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2600" b="0" kern="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0 </a:t>
              </a:r>
            </a:p>
          </p:txBody>
        </p:sp>
        <p:sp>
          <p:nvSpPr>
            <p:cNvPr id="6" name="Text Box 8">
              <a:extLst>
                <a:ext uri="{FF2B5EF4-FFF2-40B4-BE49-F238E27FC236}">
                  <a16:creationId xmlns:a16="http://schemas.microsoft.com/office/drawing/2014/main" xmlns="" id="{B804C221-6B82-4DD6-863C-8650F31485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4" y="1128"/>
              <a:ext cx="156" cy="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2600" b="0" kern="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0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2600" b="0" kern="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1</a:t>
              </a:r>
              <a:endParaRPr kumimoji="0" lang="en-US" altLang="zh-CN" sz="2600" b="0" kern="0" baseline="-2500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2600" b="0" kern="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0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2600" b="0" kern="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0 </a:t>
              </a:r>
            </a:p>
          </p:txBody>
        </p:sp>
        <p:sp>
          <p:nvSpPr>
            <p:cNvPr id="7" name="Text Box 9">
              <a:extLst>
                <a:ext uri="{FF2B5EF4-FFF2-40B4-BE49-F238E27FC236}">
                  <a16:creationId xmlns:a16="http://schemas.microsoft.com/office/drawing/2014/main" xmlns="" id="{3B937671-60EC-43A9-A1F7-4BAB7D2F8E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7" y="1128"/>
              <a:ext cx="165" cy="1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2600" b="0" kern="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3</a:t>
              </a:r>
            </a:p>
            <a:p>
              <a:pPr algn="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2600" b="0" kern="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-1</a:t>
              </a:r>
              <a:endParaRPr kumimoji="0" lang="en-US" altLang="zh-CN" sz="2600" b="0" kern="0" baseline="-2500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algn="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2600" b="0" kern="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0</a:t>
              </a:r>
            </a:p>
            <a:p>
              <a:pPr algn="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2600" b="0" kern="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1</a:t>
              </a:r>
            </a:p>
          </p:txBody>
        </p:sp>
        <p:sp>
          <p:nvSpPr>
            <p:cNvPr id="8" name="Text Box 10">
              <a:extLst>
                <a:ext uri="{FF2B5EF4-FFF2-40B4-BE49-F238E27FC236}">
                  <a16:creationId xmlns:a16="http://schemas.microsoft.com/office/drawing/2014/main" xmlns="" id="{A1485180-5C4B-4DC0-8C45-5261736430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7" y="1128"/>
              <a:ext cx="156" cy="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2600" b="0" kern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0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2600" b="0" kern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0</a:t>
              </a:r>
              <a:endParaRPr kumimoji="0" lang="en-US" altLang="zh-CN" sz="2600" b="0" kern="0" baseline="-2500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2600" b="0" kern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1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2600" b="0" kern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0 </a:t>
              </a:r>
            </a:p>
          </p:txBody>
        </p:sp>
        <p:sp>
          <p:nvSpPr>
            <p:cNvPr id="9" name="Text Box 11">
              <a:extLst>
                <a:ext uri="{FF2B5EF4-FFF2-40B4-BE49-F238E27FC236}">
                  <a16:creationId xmlns:a16="http://schemas.microsoft.com/office/drawing/2014/main" xmlns="" id="{4B006167-366D-425A-834A-839016F7A7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8" y="1482"/>
              <a:ext cx="335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>
              <a:spAutoFit/>
            </a:bodyPr>
            <a:lstStyle/>
            <a:p>
              <a:pPr algn="just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2600" b="0" i="1" kern="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A </a:t>
              </a:r>
              <a:r>
                <a:rPr kumimoji="0" lang="en-US" altLang="zh-CN" sz="2600" b="0" kern="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=</a:t>
              </a:r>
            </a:p>
          </p:txBody>
        </p:sp>
        <p:sp>
          <p:nvSpPr>
            <p:cNvPr id="10" name="AutoShape 12">
              <a:extLst>
                <a:ext uri="{FF2B5EF4-FFF2-40B4-BE49-F238E27FC236}">
                  <a16:creationId xmlns:a16="http://schemas.microsoft.com/office/drawing/2014/main" xmlns="" id="{6766E0AB-F0E2-4C5F-91AE-EBC55DBA7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181"/>
              <a:ext cx="1423" cy="971"/>
            </a:xfrm>
            <a:prstGeom prst="bracketPair">
              <a:avLst>
                <a:gd name="adj" fmla="val 6477"/>
              </a:avLst>
            </a:prstGeom>
            <a:noFill/>
            <a:ln w="9525">
              <a:solidFill>
                <a:srgbClr val="F8FDF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800" b="0" kern="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sp>
        <p:nvSpPr>
          <p:cNvPr id="11" name="Text Box 13">
            <a:extLst>
              <a:ext uri="{FF2B5EF4-FFF2-40B4-BE49-F238E27FC236}">
                <a16:creationId xmlns:a16="http://schemas.microsoft.com/office/drawing/2014/main" xmlns="" id="{8206D27B-3894-47C9-BC82-143A1DD21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9638" y="4337050"/>
            <a:ext cx="6667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60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其中</a:t>
            </a:r>
          </a:p>
        </p:txBody>
      </p:sp>
      <p:sp>
        <p:nvSpPr>
          <p:cNvPr id="12" name="Text Box 14">
            <a:extLst>
              <a:ext uri="{FF2B5EF4-FFF2-40B4-BE49-F238E27FC236}">
                <a16:creationId xmlns:a16="http://schemas.microsoft.com/office/drawing/2014/main" xmlns="" id="{273FC1E5-8A41-40FB-9A9B-AA6CB48D5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9488" y="5543551"/>
            <a:ext cx="2063065" cy="486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lang="en-US" altLang="zh-CN" sz="2600" i="1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O</a:t>
            </a:r>
            <a:r>
              <a:rPr lang="en-US" altLang="zh-CN" sz="260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=(0   0    0)</a:t>
            </a:r>
            <a:r>
              <a:rPr lang="zh-CN" altLang="en-US" sz="260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xmlns="" id="{76FEF1D7-C696-417F-BB18-5C4F9F0C5E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0785" y="5564189"/>
            <a:ext cx="1237518" cy="486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lang="en-US" altLang="zh-CN" sz="2600" i="1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altLang="zh-CN" sz="2600" baseline="-2500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en-US" altLang="zh-CN" sz="260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=(1)</a:t>
            </a:r>
            <a:r>
              <a:rPr lang="zh-CN" altLang="en-US" sz="260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</p:txBody>
      </p:sp>
      <p:grpSp>
        <p:nvGrpSpPr>
          <p:cNvPr id="14" name="Group 16">
            <a:extLst>
              <a:ext uri="{FF2B5EF4-FFF2-40B4-BE49-F238E27FC236}">
                <a16:creationId xmlns:a16="http://schemas.microsoft.com/office/drawing/2014/main" xmlns="" id="{C6A3BC4B-530E-43D9-BC4F-96D166316605}"/>
              </a:ext>
            </a:extLst>
          </p:cNvPr>
          <p:cNvGrpSpPr>
            <a:grpSpLocks/>
          </p:cNvGrpSpPr>
          <p:nvPr/>
        </p:nvGrpSpPr>
        <p:grpSpPr bwMode="auto">
          <a:xfrm>
            <a:off x="4600576" y="4005264"/>
            <a:ext cx="2528887" cy="1190625"/>
            <a:chOff x="731" y="2240"/>
            <a:chExt cx="1593" cy="750"/>
          </a:xfrm>
        </p:grpSpPr>
        <p:sp>
          <p:nvSpPr>
            <p:cNvPr id="15" name="Text Box 17">
              <a:extLst>
                <a:ext uri="{FF2B5EF4-FFF2-40B4-BE49-F238E27FC236}">
                  <a16:creationId xmlns:a16="http://schemas.microsoft.com/office/drawing/2014/main" xmlns="" id="{6E6A036E-9D49-4B55-9454-460B2C9F18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" y="2449"/>
              <a:ext cx="1593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>
              <a:spAutoFit/>
            </a:bodyPr>
            <a:lstStyle/>
            <a:p>
              <a:pPr algn="just" eaLnBrk="1" fontAlgn="auto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2600" b="0" i="1" kern="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I</a:t>
              </a:r>
              <a:r>
                <a:rPr kumimoji="0" lang="en-US" altLang="zh-CN" sz="2600" b="0" kern="0" baseline="-2500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3</a:t>
              </a:r>
              <a:r>
                <a:rPr kumimoji="0" lang="en-US" altLang="zh-CN" sz="2600" b="0" kern="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=                     </a:t>
              </a:r>
              <a:r>
                <a:rPr kumimoji="0" lang="zh-CN" altLang="en-US" sz="2600" b="0" kern="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，</a:t>
              </a:r>
            </a:p>
          </p:txBody>
        </p:sp>
        <p:grpSp>
          <p:nvGrpSpPr>
            <p:cNvPr id="6166" name="Group 18">
              <a:extLst>
                <a:ext uri="{FF2B5EF4-FFF2-40B4-BE49-F238E27FC236}">
                  <a16:creationId xmlns:a16="http://schemas.microsoft.com/office/drawing/2014/main" xmlns="" id="{DA7F1E87-B7B3-4704-B149-A523134D2E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0" y="2240"/>
              <a:ext cx="991" cy="750"/>
              <a:chOff x="929" y="2901"/>
              <a:chExt cx="991" cy="750"/>
            </a:xfrm>
          </p:grpSpPr>
          <p:sp>
            <p:nvSpPr>
              <p:cNvPr id="17" name="Text Box 19">
                <a:extLst>
                  <a:ext uri="{FF2B5EF4-FFF2-40B4-BE49-F238E27FC236}">
                    <a16:creationId xmlns:a16="http://schemas.microsoft.com/office/drawing/2014/main" xmlns="" id="{A00B3980-1ECA-468F-AD61-39EA71D4BF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4" y="2901"/>
                <a:ext cx="156" cy="7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CN" sz="2600" b="0" kern="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</a:t>
                </a:r>
              </a:p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CN" sz="2600" b="0" kern="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0</a:t>
                </a:r>
                <a:endParaRPr kumimoji="0" lang="en-US" altLang="zh-CN" sz="2600" b="0" kern="0" baseline="-2500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CN" sz="2600" b="0" kern="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0 </a:t>
                </a:r>
              </a:p>
            </p:txBody>
          </p:sp>
          <p:sp>
            <p:nvSpPr>
              <p:cNvPr id="18" name="Text Box 20">
                <a:extLst>
                  <a:ext uri="{FF2B5EF4-FFF2-40B4-BE49-F238E27FC236}">
                    <a16:creationId xmlns:a16="http://schemas.microsoft.com/office/drawing/2014/main" xmlns="" id="{D576AA00-709C-4C93-9C42-6573040CF3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7" y="2901"/>
                <a:ext cx="156" cy="7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CN" sz="2600" b="0" kern="0" dirty="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0</a:t>
                </a:r>
              </a:p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CN" sz="2600" b="0" kern="0" dirty="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</a:t>
                </a:r>
                <a:endParaRPr kumimoji="0" lang="en-US" altLang="zh-CN" sz="2600" b="0" kern="0" baseline="-2500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CN" sz="2600" b="0" kern="0" dirty="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0 </a:t>
                </a:r>
              </a:p>
            </p:txBody>
          </p:sp>
          <p:sp>
            <p:nvSpPr>
              <p:cNvPr id="19" name="Text Box 21">
                <a:extLst>
                  <a:ext uri="{FF2B5EF4-FFF2-40B4-BE49-F238E27FC236}">
                    <a16:creationId xmlns:a16="http://schemas.microsoft.com/office/drawing/2014/main" xmlns="" id="{D30B2D3F-629E-4D0C-9DB6-F7F73875B5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40" y="2901"/>
                <a:ext cx="156" cy="7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CN" sz="2600" b="0" kern="0" dirty="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0</a:t>
                </a:r>
              </a:p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CN" sz="2600" b="0" kern="0" dirty="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0</a:t>
                </a:r>
                <a:endParaRPr kumimoji="0" lang="en-US" altLang="zh-CN" sz="2600" b="0" kern="0" baseline="-2500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CN" sz="2600" b="0" kern="0" dirty="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 </a:t>
                </a:r>
              </a:p>
            </p:txBody>
          </p:sp>
          <p:sp>
            <p:nvSpPr>
              <p:cNvPr id="20" name="AutoShape 22">
                <a:extLst>
                  <a:ext uri="{FF2B5EF4-FFF2-40B4-BE49-F238E27FC236}">
                    <a16:creationId xmlns:a16="http://schemas.microsoft.com/office/drawing/2014/main" xmlns="" id="{912A99B9-BF25-4C5A-B7B7-C6010F0D6D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" y="2943"/>
                <a:ext cx="991" cy="666"/>
              </a:xfrm>
              <a:prstGeom prst="bracketPair">
                <a:avLst>
                  <a:gd name="adj" fmla="val 6477"/>
                </a:avLst>
              </a:prstGeom>
              <a:noFill/>
              <a:ln w="9525">
                <a:solidFill>
                  <a:srgbClr val="F8FDFE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CN" altLang="en-US" sz="1800" b="0" kern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p:grpSp>
      </p:grpSp>
      <p:grpSp>
        <p:nvGrpSpPr>
          <p:cNvPr id="21" name="Group 23">
            <a:extLst>
              <a:ext uri="{FF2B5EF4-FFF2-40B4-BE49-F238E27FC236}">
                <a16:creationId xmlns:a16="http://schemas.microsoft.com/office/drawing/2014/main" xmlns="" id="{968C5012-AD57-4B73-8B97-FD607A4473DC}"/>
              </a:ext>
            </a:extLst>
          </p:cNvPr>
          <p:cNvGrpSpPr>
            <a:grpSpLocks/>
          </p:cNvGrpSpPr>
          <p:nvPr/>
        </p:nvGrpSpPr>
        <p:grpSpPr bwMode="auto">
          <a:xfrm>
            <a:off x="7142132" y="4005263"/>
            <a:ext cx="1552633" cy="1200150"/>
            <a:chOff x="2342" y="2240"/>
            <a:chExt cx="977" cy="756"/>
          </a:xfrm>
        </p:grpSpPr>
        <p:sp>
          <p:nvSpPr>
            <p:cNvPr id="22" name="Text Box 24">
              <a:extLst>
                <a:ext uri="{FF2B5EF4-FFF2-40B4-BE49-F238E27FC236}">
                  <a16:creationId xmlns:a16="http://schemas.microsoft.com/office/drawing/2014/main" xmlns="" id="{40151AC0-AC14-4AAC-8CC1-6369143CCB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2" y="2449"/>
              <a:ext cx="977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>
              <a:spAutoFit/>
            </a:bodyPr>
            <a:lstStyle/>
            <a:p>
              <a:pPr algn="just" eaLnBrk="1" fontAlgn="auto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2600" b="0" i="1" kern="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A</a:t>
              </a:r>
              <a:r>
                <a:rPr kumimoji="0" lang="en-US" altLang="zh-CN" sz="2600" b="0" kern="0" baseline="-2500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1</a:t>
              </a:r>
              <a:r>
                <a:rPr kumimoji="0" lang="en-US" altLang="zh-CN" sz="2600" b="0" kern="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=        </a:t>
              </a:r>
              <a:r>
                <a:rPr kumimoji="0" lang="zh-CN" altLang="en-US" sz="2600" b="0" kern="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，</a:t>
              </a:r>
            </a:p>
          </p:txBody>
        </p:sp>
        <p:grpSp>
          <p:nvGrpSpPr>
            <p:cNvPr id="6162" name="Group 25">
              <a:extLst>
                <a:ext uri="{FF2B5EF4-FFF2-40B4-BE49-F238E27FC236}">
                  <a16:creationId xmlns:a16="http://schemas.microsoft.com/office/drawing/2014/main" xmlns="" id="{BD2E7934-D87A-4A33-A899-2D7C9EBC0A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2" y="2240"/>
              <a:ext cx="314" cy="756"/>
              <a:chOff x="1739" y="3200"/>
              <a:chExt cx="314" cy="756"/>
            </a:xfrm>
          </p:grpSpPr>
          <p:sp>
            <p:nvSpPr>
              <p:cNvPr id="24" name="Text Box 26">
                <a:extLst>
                  <a:ext uri="{FF2B5EF4-FFF2-40B4-BE49-F238E27FC236}">
                    <a16:creationId xmlns:a16="http://schemas.microsoft.com/office/drawing/2014/main" xmlns="" id="{D72D169A-4B25-4A72-9EEA-E6D8ABCA24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50" y="3200"/>
                <a:ext cx="164" cy="7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CN" sz="2600" b="0" kern="0" dirty="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3</a:t>
                </a:r>
              </a:p>
              <a:p>
                <a:pPr algn="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CN" sz="2600" b="0" kern="0" dirty="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-1</a:t>
                </a:r>
                <a:endParaRPr kumimoji="0" lang="en-US" altLang="zh-CN" sz="2600" b="0" kern="0" baseline="-2500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algn="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CN" sz="2600" b="0" kern="0" dirty="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0</a:t>
                </a:r>
              </a:p>
            </p:txBody>
          </p:sp>
          <p:sp>
            <p:nvSpPr>
              <p:cNvPr id="25" name="AutoShape 27">
                <a:extLst>
                  <a:ext uri="{FF2B5EF4-FFF2-40B4-BE49-F238E27FC236}">
                    <a16:creationId xmlns:a16="http://schemas.microsoft.com/office/drawing/2014/main" xmlns="" id="{CDE7D149-5A56-4016-94DA-B03504ED31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9" y="3242"/>
                <a:ext cx="314" cy="666"/>
              </a:xfrm>
              <a:prstGeom prst="bracketPair">
                <a:avLst>
                  <a:gd name="adj" fmla="val 6477"/>
                </a:avLst>
              </a:prstGeom>
              <a:noFill/>
              <a:ln w="9525">
                <a:solidFill>
                  <a:srgbClr val="F8FDFE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CN" altLang="en-US" sz="1800" b="0" kern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p:grpSp>
      </p:grpSp>
      <p:grpSp>
        <p:nvGrpSpPr>
          <p:cNvPr id="26" name="Group 30">
            <a:extLst>
              <a:ext uri="{FF2B5EF4-FFF2-40B4-BE49-F238E27FC236}">
                <a16:creationId xmlns:a16="http://schemas.microsoft.com/office/drawing/2014/main" xmlns="" id="{25A305CE-89AB-4D83-9F46-47A07F9E6607}"/>
              </a:ext>
            </a:extLst>
          </p:cNvPr>
          <p:cNvGrpSpPr>
            <a:grpSpLocks/>
          </p:cNvGrpSpPr>
          <p:nvPr/>
        </p:nvGrpSpPr>
        <p:grpSpPr bwMode="auto">
          <a:xfrm>
            <a:off x="6759575" y="1966913"/>
            <a:ext cx="1879600" cy="800100"/>
            <a:chOff x="3016" y="1423"/>
            <a:chExt cx="1184" cy="504"/>
          </a:xfrm>
        </p:grpSpPr>
        <p:sp>
          <p:nvSpPr>
            <p:cNvPr id="27" name="Text Box 31">
              <a:extLst>
                <a:ext uri="{FF2B5EF4-FFF2-40B4-BE49-F238E27FC236}">
                  <a16:creationId xmlns:a16="http://schemas.microsoft.com/office/drawing/2014/main" xmlns="" id="{D3790AEC-834F-41B5-BA30-D205EF3B3C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6" y="1482"/>
              <a:ext cx="118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>
              <a:spAutoFit/>
            </a:bodyPr>
            <a:lstStyle/>
            <a:p>
              <a:pPr algn="just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2600" b="0" kern="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=              </a:t>
              </a:r>
              <a:r>
                <a:rPr kumimoji="0" lang="zh-CN" altLang="en-US" sz="2600" b="0" kern="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，</a:t>
              </a:r>
            </a:p>
          </p:txBody>
        </p:sp>
        <p:grpSp>
          <p:nvGrpSpPr>
            <p:cNvPr id="6157" name="Group 32">
              <a:extLst>
                <a:ext uri="{FF2B5EF4-FFF2-40B4-BE49-F238E27FC236}">
                  <a16:creationId xmlns:a16="http://schemas.microsoft.com/office/drawing/2014/main" xmlns="" id="{910681BC-6DAE-4788-B41F-0723DF6390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5" y="1423"/>
              <a:ext cx="644" cy="504"/>
              <a:chOff x="3195" y="1423"/>
              <a:chExt cx="644" cy="504"/>
            </a:xfrm>
          </p:grpSpPr>
          <p:sp>
            <p:nvSpPr>
              <p:cNvPr id="29" name="Text Box 33">
                <a:extLst>
                  <a:ext uri="{FF2B5EF4-FFF2-40B4-BE49-F238E27FC236}">
                    <a16:creationId xmlns:a16="http://schemas.microsoft.com/office/drawing/2014/main" xmlns="" id="{70963A57-1D52-4B61-BDCC-4A3E1EFDD7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94" y="1423"/>
                <a:ext cx="216" cy="5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CN" sz="2600" b="0" i="1" kern="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I</a:t>
                </a:r>
                <a:r>
                  <a:rPr kumimoji="0" lang="en-US" altLang="zh-CN" sz="2600" b="0" kern="0" baseline="-2500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3</a:t>
                </a:r>
                <a:endParaRPr kumimoji="0" lang="en-US" altLang="zh-CN" sz="2600" b="0" kern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CN" sz="2600" b="0" i="1" kern="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O</a:t>
                </a:r>
                <a:r>
                  <a:rPr kumimoji="0" lang="en-US" altLang="zh-CN" sz="2600" b="0" kern="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</a:p>
            </p:txBody>
          </p:sp>
          <p:sp>
            <p:nvSpPr>
              <p:cNvPr id="30" name="Text Box 34">
                <a:extLst>
                  <a:ext uri="{FF2B5EF4-FFF2-40B4-BE49-F238E27FC236}">
                    <a16:creationId xmlns:a16="http://schemas.microsoft.com/office/drawing/2014/main" xmlns="" id="{40C021B1-8539-4F59-AB63-BD11C1448E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0" y="1423"/>
                <a:ext cx="259" cy="5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CN" sz="2600" b="0" i="1" kern="0" dirty="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</a:t>
                </a:r>
                <a:r>
                  <a:rPr kumimoji="0" lang="en-US" altLang="zh-CN" sz="2600" b="0" kern="0" baseline="-25000" dirty="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</a:t>
                </a:r>
                <a:endParaRPr kumimoji="0" lang="en-US" altLang="zh-CN" sz="2600" b="0" kern="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CN" sz="2600" b="0" i="1" kern="0" dirty="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</a:t>
                </a:r>
                <a:r>
                  <a:rPr kumimoji="0" lang="en-US" altLang="zh-CN" sz="2600" b="0" kern="0" baseline="-25000" dirty="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2</a:t>
                </a:r>
                <a:r>
                  <a:rPr kumimoji="0" lang="en-US" altLang="zh-CN" sz="2600" b="0" kern="0" dirty="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</a:p>
            </p:txBody>
          </p:sp>
          <p:sp>
            <p:nvSpPr>
              <p:cNvPr id="31" name="AutoShape 35">
                <a:extLst>
                  <a:ext uri="{FF2B5EF4-FFF2-40B4-BE49-F238E27FC236}">
                    <a16:creationId xmlns:a16="http://schemas.microsoft.com/office/drawing/2014/main" xmlns="" id="{0239B9F7-C209-4867-8163-CCEEFC8994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195" y="1468"/>
                <a:ext cx="622" cy="418"/>
              </a:xfrm>
              <a:prstGeom prst="bracketPair">
                <a:avLst>
                  <a:gd name="adj" fmla="val 6477"/>
                </a:avLst>
              </a:prstGeom>
              <a:noFill/>
              <a:ln w="9525">
                <a:solidFill>
                  <a:srgbClr val="F8FDFE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CN" altLang="en-US" sz="1800" b="0" kern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p:grpSp>
      </p:grpSp>
      <p:sp>
        <p:nvSpPr>
          <p:cNvPr id="32" name="Line 6">
            <a:extLst>
              <a:ext uri="{FF2B5EF4-FFF2-40B4-BE49-F238E27FC236}">
                <a16:creationId xmlns:a16="http://schemas.microsoft.com/office/drawing/2014/main" xmlns="" id="{A9B2F435-CF09-4485-9013-61E6F11CF1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21213" y="2655888"/>
            <a:ext cx="202406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3" name="Line 8">
            <a:extLst>
              <a:ext uri="{FF2B5EF4-FFF2-40B4-BE49-F238E27FC236}">
                <a16:creationId xmlns:a16="http://schemas.microsoft.com/office/drawing/2014/main" xmlns="" id="{627F83E4-77D6-4374-906E-66C6FD526609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9813" y="1431926"/>
            <a:ext cx="0" cy="16557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xmlns="" id="{800CD423-7337-4389-92BF-6A69A279B09D}"/>
              </a:ext>
            </a:extLst>
          </p:cNvPr>
          <p:cNvSpPr/>
          <p:nvPr/>
        </p:nvSpPr>
        <p:spPr>
          <a:xfrm>
            <a:off x="1965325" y="1196976"/>
            <a:ext cx="9781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zh-CN" altLang="en-US" sz="3600" kern="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例 </a:t>
            </a:r>
            <a:r>
              <a:rPr kumimoji="0" lang="en-US" altLang="zh-CN" sz="3600" kern="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1</a:t>
            </a:r>
            <a:endParaRPr lang="zh-CN" altLang="en-US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utoUpdateAnimBg="0"/>
      <p:bldP spid="12" grpId="0" build="p" autoUpdateAnimBg="0"/>
      <p:bldP spid="13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hlinkClick r:id="" action="ppaction://hlinkshowjump?jump=nextslide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xmlns="" id="{ECB2C621-B859-4FAA-BC55-51CCB5A75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876" y="7678167"/>
            <a:ext cx="1306513" cy="287337"/>
          </a:xfrm>
          <a:prstGeom prst="roundRect">
            <a:avLst>
              <a:gd name="adj" fmla="val 16667"/>
            </a:avLst>
          </a:prstGeom>
          <a:solidFill>
            <a:srgbClr val="99CCFF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kumimoji="0" lang="zh-CN" altLang="en-US" sz="180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下页</a:t>
            </a:r>
          </a:p>
        </p:txBody>
      </p:sp>
      <p:grpSp>
        <p:nvGrpSpPr>
          <p:cNvPr id="7171" name="Group 3">
            <a:extLst>
              <a:ext uri="{FF2B5EF4-FFF2-40B4-BE49-F238E27FC236}">
                <a16:creationId xmlns:a16="http://schemas.microsoft.com/office/drawing/2014/main" xmlns="" id="{F9DF809B-7020-4DD2-BCA8-5292A6D607C0}"/>
              </a:ext>
            </a:extLst>
          </p:cNvPr>
          <p:cNvGrpSpPr>
            <a:grpSpLocks/>
          </p:cNvGrpSpPr>
          <p:nvPr/>
        </p:nvGrpSpPr>
        <p:grpSpPr bwMode="auto">
          <a:xfrm>
            <a:off x="3514725" y="1861567"/>
            <a:ext cx="2892424" cy="1625600"/>
            <a:chOff x="1137" y="1128"/>
            <a:chExt cx="1822" cy="1024"/>
          </a:xfrm>
        </p:grpSpPr>
        <p:sp>
          <p:nvSpPr>
            <p:cNvPr id="7197" name="Text Box 4">
              <a:extLst>
                <a:ext uri="{FF2B5EF4-FFF2-40B4-BE49-F238E27FC236}">
                  <a16:creationId xmlns:a16="http://schemas.microsoft.com/office/drawing/2014/main" xmlns="" id="{9EC85B45-8EA3-4E98-BA66-CE4BD95DFB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1" y="1128"/>
              <a:ext cx="151" cy="1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60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1</a:t>
              </a:r>
            </a:p>
            <a:p>
              <a:pPr eaLnBrk="1" hangingPunct="1"/>
              <a:r>
                <a:rPr lang="en-US" altLang="zh-CN" sz="260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0</a:t>
              </a:r>
              <a:endParaRPr lang="en-US" altLang="zh-CN" sz="2600" baseline="-2500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eaLnBrk="1" hangingPunct="1"/>
              <a:r>
                <a:rPr lang="en-US" altLang="zh-CN" sz="260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0</a:t>
              </a:r>
            </a:p>
            <a:p>
              <a:pPr eaLnBrk="1" hangingPunct="1"/>
              <a:r>
                <a:rPr lang="en-US" altLang="zh-CN" sz="260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0 </a:t>
              </a:r>
            </a:p>
          </p:txBody>
        </p:sp>
        <p:sp>
          <p:nvSpPr>
            <p:cNvPr id="7198" name="Text Box 5">
              <a:extLst>
                <a:ext uri="{FF2B5EF4-FFF2-40B4-BE49-F238E27FC236}">
                  <a16:creationId xmlns:a16="http://schemas.microsoft.com/office/drawing/2014/main" xmlns="" id="{E19CDA4E-530C-4E73-BAD3-2262B0485A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4" y="1128"/>
              <a:ext cx="151" cy="1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60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0</a:t>
              </a:r>
            </a:p>
            <a:p>
              <a:pPr eaLnBrk="1" hangingPunct="1"/>
              <a:r>
                <a:rPr lang="en-US" altLang="zh-CN" sz="260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1</a:t>
              </a:r>
              <a:endParaRPr lang="en-US" altLang="zh-CN" sz="2600" baseline="-2500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eaLnBrk="1" hangingPunct="1"/>
              <a:r>
                <a:rPr lang="en-US" altLang="zh-CN" sz="260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0</a:t>
              </a:r>
            </a:p>
            <a:p>
              <a:pPr eaLnBrk="1" hangingPunct="1"/>
              <a:r>
                <a:rPr lang="en-US" altLang="zh-CN" sz="260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0 </a:t>
              </a:r>
            </a:p>
          </p:txBody>
        </p:sp>
        <p:sp>
          <p:nvSpPr>
            <p:cNvPr id="7199" name="Text Box 6">
              <a:extLst>
                <a:ext uri="{FF2B5EF4-FFF2-40B4-BE49-F238E27FC236}">
                  <a16:creationId xmlns:a16="http://schemas.microsoft.com/office/drawing/2014/main" xmlns="" id="{50464C8B-E77A-4188-940E-335385EE4C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7" y="1128"/>
              <a:ext cx="165" cy="1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 eaLnBrk="1" hangingPunct="1"/>
              <a:r>
                <a:rPr lang="en-US" altLang="zh-CN" sz="260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3</a:t>
              </a:r>
            </a:p>
            <a:p>
              <a:pPr algn="r" eaLnBrk="1" hangingPunct="1"/>
              <a:r>
                <a:rPr lang="en-US" altLang="zh-CN" sz="260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-1</a:t>
              </a:r>
              <a:endParaRPr lang="en-US" altLang="zh-CN" sz="2600" baseline="-2500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algn="r" eaLnBrk="1" hangingPunct="1"/>
              <a:r>
                <a:rPr lang="en-US" altLang="zh-CN" sz="260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0</a:t>
              </a:r>
            </a:p>
            <a:p>
              <a:pPr algn="r" eaLnBrk="1" hangingPunct="1"/>
              <a:r>
                <a:rPr lang="en-US" altLang="zh-CN" sz="260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1</a:t>
              </a:r>
            </a:p>
          </p:txBody>
        </p:sp>
        <p:sp>
          <p:nvSpPr>
            <p:cNvPr id="7200" name="Text Box 7">
              <a:extLst>
                <a:ext uri="{FF2B5EF4-FFF2-40B4-BE49-F238E27FC236}">
                  <a16:creationId xmlns:a16="http://schemas.microsoft.com/office/drawing/2014/main" xmlns="" id="{0E524F79-E39F-47CA-9221-FDD1310E1A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7" y="1128"/>
              <a:ext cx="151" cy="1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60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0</a:t>
              </a:r>
            </a:p>
            <a:p>
              <a:pPr eaLnBrk="1" hangingPunct="1"/>
              <a:r>
                <a:rPr lang="en-US" altLang="zh-CN" sz="260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0</a:t>
              </a:r>
              <a:endParaRPr lang="en-US" altLang="zh-CN" sz="2600" baseline="-2500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eaLnBrk="1" hangingPunct="1"/>
              <a:r>
                <a:rPr lang="en-US" altLang="zh-CN" sz="260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1</a:t>
              </a:r>
            </a:p>
            <a:p>
              <a:pPr eaLnBrk="1" hangingPunct="1"/>
              <a:r>
                <a:rPr lang="en-US" altLang="zh-CN" sz="260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0 </a:t>
              </a:r>
            </a:p>
          </p:txBody>
        </p:sp>
        <p:sp>
          <p:nvSpPr>
            <p:cNvPr id="7201" name="Text Box 8">
              <a:extLst>
                <a:ext uri="{FF2B5EF4-FFF2-40B4-BE49-F238E27FC236}">
                  <a16:creationId xmlns:a16="http://schemas.microsoft.com/office/drawing/2014/main" xmlns="" id="{7D58519E-8A0D-445C-9FB2-430597A738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7" y="1482"/>
              <a:ext cx="335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/>
              <a:r>
                <a:rPr lang="en-US" altLang="zh-CN" sz="2600" i="1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600" i="1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</a:t>
              </a:r>
              <a:r>
                <a:rPr lang="en-US" altLang="zh-CN" sz="260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=</a:t>
              </a:r>
            </a:p>
          </p:txBody>
        </p:sp>
        <p:sp>
          <p:nvSpPr>
            <p:cNvPr id="7202" name="AutoShape 9">
              <a:extLst>
                <a:ext uri="{FF2B5EF4-FFF2-40B4-BE49-F238E27FC236}">
                  <a16:creationId xmlns:a16="http://schemas.microsoft.com/office/drawing/2014/main" xmlns="" id="{32C157CD-9ACC-4A78-A786-BDC042B72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181"/>
              <a:ext cx="1423" cy="971"/>
            </a:xfrm>
            <a:prstGeom prst="bracketPair">
              <a:avLst>
                <a:gd name="adj" fmla="val 6477"/>
              </a:avLst>
            </a:prstGeom>
            <a:noFill/>
            <a:ln w="9525">
              <a:solidFill>
                <a:srgbClr val="F8FDF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sp>
        <p:nvSpPr>
          <p:cNvPr id="12" name="Text Box 10">
            <a:extLst>
              <a:ext uri="{FF2B5EF4-FFF2-40B4-BE49-F238E27FC236}">
                <a16:creationId xmlns:a16="http://schemas.microsoft.com/office/drawing/2014/main" xmlns="" id="{4D5A6C1B-D068-4B84-889C-6194F6717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3" y="3977704"/>
            <a:ext cx="6667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60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其中</a:t>
            </a:r>
          </a:p>
        </p:txBody>
      </p:sp>
      <p:grpSp>
        <p:nvGrpSpPr>
          <p:cNvPr id="13" name="Group 11">
            <a:extLst>
              <a:ext uri="{FF2B5EF4-FFF2-40B4-BE49-F238E27FC236}">
                <a16:creationId xmlns:a16="http://schemas.microsoft.com/office/drawing/2014/main" xmlns="" id="{A4DF87B9-F259-4888-92B6-A3F879106EF2}"/>
              </a:ext>
            </a:extLst>
          </p:cNvPr>
          <p:cNvGrpSpPr>
            <a:grpSpLocks/>
          </p:cNvGrpSpPr>
          <p:nvPr/>
        </p:nvGrpSpPr>
        <p:grpSpPr bwMode="auto">
          <a:xfrm>
            <a:off x="2729856" y="3854698"/>
            <a:ext cx="2695579" cy="800100"/>
            <a:chOff x="394" y="2361"/>
            <a:chExt cx="1698" cy="504"/>
          </a:xfrm>
        </p:grpSpPr>
        <p:sp>
          <p:nvSpPr>
            <p:cNvPr id="7193" name="Text Box 12">
              <a:extLst>
                <a:ext uri="{FF2B5EF4-FFF2-40B4-BE49-F238E27FC236}">
                  <a16:creationId xmlns:a16="http://schemas.microsoft.com/office/drawing/2014/main" xmlns="" id="{29E55935-7A44-4479-A071-FB690F45FD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" y="2438"/>
              <a:ext cx="1698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en-US" altLang="zh-CN" sz="2600" i="1" dirty="0" smtClean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     I</a:t>
              </a:r>
              <a:r>
                <a:rPr lang="en-US" altLang="zh-CN" sz="2600" baseline="-25000" dirty="0" smtClean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260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=    </a:t>
              </a:r>
              <a:r>
                <a:rPr lang="en-US" altLang="zh-CN" sz="2600" dirty="0" smtClean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             </a:t>
              </a:r>
              <a:r>
                <a:rPr lang="zh-CN" altLang="en-US" sz="2600" dirty="0" smtClean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，</a:t>
              </a:r>
              <a:endParaRPr lang="zh-CN" altLang="en-US" sz="260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7194" name="Text Box 13">
              <a:extLst>
                <a:ext uri="{FF2B5EF4-FFF2-40B4-BE49-F238E27FC236}">
                  <a16:creationId xmlns:a16="http://schemas.microsoft.com/office/drawing/2014/main" xmlns="" id="{09826DF3-6571-40CF-AED7-15AE78F021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7" y="2361"/>
              <a:ext cx="151" cy="5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60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1</a:t>
              </a:r>
            </a:p>
            <a:p>
              <a:pPr eaLnBrk="1" hangingPunct="1"/>
              <a:r>
                <a:rPr lang="en-US" altLang="zh-CN" sz="260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0 </a:t>
              </a:r>
            </a:p>
          </p:txBody>
        </p:sp>
        <p:sp>
          <p:nvSpPr>
            <p:cNvPr id="7195" name="Text Box 14">
              <a:extLst>
                <a:ext uri="{FF2B5EF4-FFF2-40B4-BE49-F238E27FC236}">
                  <a16:creationId xmlns:a16="http://schemas.microsoft.com/office/drawing/2014/main" xmlns="" id="{782F63B2-318A-4A61-9ADC-A6EC45CC6E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5" y="2361"/>
              <a:ext cx="151" cy="5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60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0</a:t>
              </a:r>
            </a:p>
            <a:p>
              <a:pPr eaLnBrk="1" hangingPunct="1"/>
              <a:r>
                <a:rPr lang="en-US" altLang="zh-CN" sz="260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1 </a:t>
              </a:r>
            </a:p>
          </p:txBody>
        </p:sp>
        <p:sp>
          <p:nvSpPr>
            <p:cNvPr id="7196" name="AutoShape 15">
              <a:extLst>
                <a:ext uri="{FF2B5EF4-FFF2-40B4-BE49-F238E27FC236}">
                  <a16:creationId xmlns:a16="http://schemas.microsoft.com/office/drawing/2014/main" xmlns="" id="{77404432-700E-4864-97B9-CDAF131523B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036" y="2406"/>
              <a:ext cx="622" cy="418"/>
            </a:xfrm>
            <a:prstGeom prst="bracketPair">
              <a:avLst>
                <a:gd name="adj" fmla="val 6477"/>
              </a:avLst>
            </a:prstGeom>
            <a:noFill/>
            <a:ln w="9525">
              <a:solidFill>
                <a:srgbClr val="F8FDF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sp>
        <p:nvSpPr>
          <p:cNvPr id="18" name="Line 16">
            <a:extLst>
              <a:ext uri="{FF2B5EF4-FFF2-40B4-BE49-F238E27FC236}">
                <a16:creationId xmlns:a16="http://schemas.microsoft.com/office/drawing/2014/main" xmlns="" id="{152B8F7E-E490-482A-90A5-BF38648CB70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2438" y="2655317"/>
            <a:ext cx="2062162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xmlns="" id="{1D64F8F1-B2BE-457E-98C2-9D304827AE9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9863" y="1902843"/>
            <a:ext cx="0" cy="14874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20" name="Group 18">
            <a:extLst>
              <a:ext uri="{FF2B5EF4-FFF2-40B4-BE49-F238E27FC236}">
                <a16:creationId xmlns:a16="http://schemas.microsoft.com/office/drawing/2014/main" xmlns="" id="{258C00CF-9B06-4064-A067-3E09AF293821}"/>
              </a:ext>
            </a:extLst>
          </p:cNvPr>
          <p:cNvGrpSpPr>
            <a:grpSpLocks/>
          </p:cNvGrpSpPr>
          <p:nvPr/>
        </p:nvGrpSpPr>
        <p:grpSpPr bwMode="auto">
          <a:xfrm>
            <a:off x="5237163" y="3812604"/>
            <a:ext cx="1993900" cy="800100"/>
            <a:chOff x="1856" y="2361"/>
            <a:chExt cx="1256" cy="504"/>
          </a:xfrm>
        </p:grpSpPr>
        <p:sp>
          <p:nvSpPr>
            <p:cNvPr id="7189" name="Text Box 19">
              <a:extLst>
                <a:ext uri="{FF2B5EF4-FFF2-40B4-BE49-F238E27FC236}">
                  <a16:creationId xmlns:a16="http://schemas.microsoft.com/office/drawing/2014/main" xmlns="" id="{58A78080-B7B9-42F9-9382-7920AC337C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6" y="2449"/>
              <a:ext cx="1256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</a:pPr>
              <a:r>
                <a:rPr lang="en-US" altLang="zh-CN" sz="2600" i="1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600" baseline="-2500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sz="260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=        </a:t>
              </a:r>
              <a:r>
                <a:rPr lang="en-US" altLang="zh-CN" sz="2600" dirty="0" smtClean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       </a:t>
              </a:r>
              <a:r>
                <a:rPr lang="zh-CN" altLang="en-US" sz="2600" dirty="0" smtClean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，</a:t>
              </a:r>
              <a:endParaRPr lang="zh-CN" altLang="en-US" sz="260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7190" name="Text Box 20">
              <a:extLst>
                <a:ext uri="{FF2B5EF4-FFF2-40B4-BE49-F238E27FC236}">
                  <a16:creationId xmlns:a16="http://schemas.microsoft.com/office/drawing/2014/main" xmlns="" id="{6FEA1168-7EC5-4B6A-A51C-71CCA90B25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1" y="2361"/>
              <a:ext cx="151" cy="5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60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0</a:t>
              </a:r>
            </a:p>
            <a:p>
              <a:pPr eaLnBrk="1" hangingPunct="1"/>
              <a:r>
                <a:rPr lang="en-US" altLang="zh-CN" sz="260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0 </a:t>
              </a:r>
            </a:p>
          </p:txBody>
        </p:sp>
        <p:sp>
          <p:nvSpPr>
            <p:cNvPr id="7191" name="Text Box 21">
              <a:extLst>
                <a:ext uri="{FF2B5EF4-FFF2-40B4-BE49-F238E27FC236}">
                  <a16:creationId xmlns:a16="http://schemas.microsoft.com/office/drawing/2014/main" xmlns="" id="{E03E7AAA-AFEB-4A03-9426-10444A8C25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0" y="2361"/>
              <a:ext cx="165" cy="5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 eaLnBrk="1" hangingPunct="1"/>
              <a:r>
                <a:rPr lang="en-US" altLang="zh-CN" sz="260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3</a:t>
              </a:r>
            </a:p>
            <a:p>
              <a:pPr algn="r" eaLnBrk="1" hangingPunct="1"/>
              <a:r>
                <a:rPr lang="en-US" altLang="zh-CN" sz="260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-1</a:t>
              </a:r>
            </a:p>
          </p:txBody>
        </p:sp>
        <p:sp>
          <p:nvSpPr>
            <p:cNvPr id="7192" name="AutoShape 22">
              <a:extLst>
                <a:ext uri="{FF2B5EF4-FFF2-40B4-BE49-F238E27FC236}">
                  <a16:creationId xmlns:a16="http://schemas.microsoft.com/office/drawing/2014/main" xmlns="" id="{6F43F3CB-98B8-45B6-8E21-21F473C44E7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350" y="2406"/>
              <a:ext cx="622" cy="418"/>
            </a:xfrm>
            <a:prstGeom prst="bracketPair">
              <a:avLst>
                <a:gd name="adj" fmla="val 6477"/>
              </a:avLst>
            </a:prstGeom>
            <a:noFill/>
            <a:ln w="9525">
              <a:solidFill>
                <a:srgbClr val="F8FDF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pSp>
        <p:nvGrpSpPr>
          <p:cNvPr id="25" name="Group 23">
            <a:extLst>
              <a:ext uri="{FF2B5EF4-FFF2-40B4-BE49-F238E27FC236}">
                <a16:creationId xmlns:a16="http://schemas.microsoft.com/office/drawing/2014/main" xmlns="" id="{84B27E59-3597-4F3B-A4CC-65C4B82456BF}"/>
              </a:ext>
            </a:extLst>
          </p:cNvPr>
          <p:cNvGrpSpPr>
            <a:grpSpLocks/>
          </p:cNvGrpSpPr>
          <p:nvPr/>
        </p:nvGrpSpPr>
        <p:grpSpPr bwMode="auto">
          <a:xfrm>
            <a:off x="7423152" y="3822129"/>
            <a:ext cx="2019300" cy="800100"/>
            <a:chOff x="568" y="2361"/>
            <a:chExt cx="1272" cy="504"/>
          </a:xfrm>
        </p:grpSpPr>
        <p:sp>
          <p:nvSpPr>
            <p:cNvPr id="7185" name="Text Box 24">
              <a:extLst>
                <a:ext uri="{FF2B5EF4-FFF2-40B4-BE49-F238E27FC236}">
                  <a16:creationId xmlns:a16="http://schemas.microsoft.com/office/drawing/2014/main" xmlns="" id="{E824D70C-CF9C-4D26-A6F2-38BE413A3C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" y="2449"/>
              <a:ext cx="1272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</a:pPr>
              <a:r>
                <a:rPr lang="en-US" altLang="zh-CN" sz="2600" i="1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O </a:t>
              </a:r>
              <a:r>
                <a:rPr lang="en-US" altLang="zh-CN" sz="260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=        </a:t>
              </a:r>
              <a:r>
                <a:rPr lang="en-US" altLang="zh-CN" sz="2600" dirty="0" smtClean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      </a:t>
              </a:r>
              <a:r>
                <a:rPr lang="zh-CN" altLang="en-US" sz="2600" dirty="0" smtClean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。</a:t>
              </a:r>
              <a:endParaRPr lang="zh-CN" altLang="en-US" sz="260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7186" name="Text Box 25">
              <a:extLst>
                <a:ext uri="{FF2B5EF4-FFF2-40B4-BE49-F238E27FC236}">
                  <a16:creationId xmlns:a16="http://schemas.microsoft.com/office/drawing/2014/main" xmlns="" id="{4C86E9A6-3A76-44B3-9B23-F43CF78443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7" y="2361"/>
              <a:ext cx="151" cy="5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60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0</a:t>
              </a:r>
            </a:p>
            <a:p>
              <a:pPr eaLnBrk="1" hangingPunct="1"/>
              <a:r>
                <a:rPr lang="en-US" altLang="zh-CN" sz="260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0 </a:t>
              </a:r>
            </a:p>
          </p:txBody>
        </p:sp>
        <p:sp>
          <p:nvSpPr>
            <p:cNvPr id="7187" name="Text Box 26">
              <a:extLst>
                <a:ext uri="{FF2B5EF4-FFF2-40B4-BE49-F238E27FC236}">
                  <a16:creationId xmlns:a16="http://schemas.microsoft.com/office/drawing/2014/main" xmlns="" id="{742635BF-8059-45F8-967A-9D1362D2D2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5" y="2361"/>
              <a:ext cx="151" cy="5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60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0</a:t>
              </a:r>
            </a:p>
            <a:p>
              <a:pPr eaLnBrk="1" hangingPunct="1"/>
              <a:r>
                <a:rPr lang="en-US" altLang="zh-CN" sz="260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0 </a:t>
              </a:r>
            </a:p>
          </p:txBody>
        </p:sp>
        <p:sp>
          <p:nvSpPr>
            <p:cNvPr id="7188" name="AutoShape 27">
              <a:extLst>
                <a:ext uri="{FF2B5EF4-FFF2-40B4-BE49-F238E27FC236}">
                  <a16:creationId xmlns:a16="http://schemas.microsoft.com/office/drawing/2014/main" xmlns="" id="{82D02EE3-C561-4EF6-81CA-7C65799FE2C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036" y="2406"/>
              <a:ext cx="622" cy="418"/>
            </a:xfrm>
            <a:prstGeom prst="bracketPair">
              <a:avLst>
                <a:gd name="adj" fmla="val 6477"/>
              </a:avLst>
            </a:prstGeom>
            <a:noFill/>
            <a:ln w="9525">
              <a:solidFill>
                <a:srgbClr val="F8FDF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sp>
        <p:nvSpPr>
          <p:cNvPr id="7178" name="Text Box 29">
            <a:extLst>
              <a:ext uri="{FF2B5EF4-FFF2-40B4-BE49-F238E27FC236}">
                <a16:creationId xmlns:a16="http://schemas.microsoft.com/office/drawing/2014/main" xmlns="" id="{E1361592-2EFC-4505-8729-EF68F6E32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4" y="2426717"/>
            <a:ext cx="1004887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60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例如：</a:t>
            </a:r>
          </a:p>
        </p:txBody>
      </p:sp>
      <p:grpSp>
        <p:nvGrpSpPr>
          <p:cNvPr id="32" name="Group 30">
            <a:extLst>
              <a:ext uri="{FF2B5EF4-FFF2-40B4-BE49-F238E27FC236}">
                <a16:creationId xmlns:a16="http://schemas.microsoft.com/office/drawing/2014/main" xmlns="" id="{680C1D69-2136-4081-8690-67446DECB8CC}"/>
              </a:ext>
            </a:extLst>
          </p:cNvPr>
          <p:cNvGrpSpPr>
            <a:grpSpLocks/>
          </p:cNvGrpSpPr>
          <p:nvPr/>
        </p:nvGrpSpPr>
        <p:grpSpPr bwMode="auto">
          <a:xfrm>
            <a:off x="6399357" y="2277492"/>
            <a:ext cx="2390085" cy="800100"/>
            <a:chOff x="3015" y="1399"/>
            <a:chExt cx="1087" cy="504"/>
          </a:xfrm>
        </p:grpSpPr>
        <p:sp>
          <p:nvSpPr>
            <p:cNvPr id="7180" name="Text Box 31">
              <a:extLst>
                <a:ext uri="{FF2B5EF4-FFF2-40B4-BE49-F238E27FC236}">
                  <a16:creationId xmlns:a16="http://schemas.microsoft.com/office/drawing/2014/main" xmlns="" id="{52F67CE1-4224-4AEB-9CA8-63455E13CF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5" y="1482"/>
              <a:ext cx="1087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600" dirty="0" smtClean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  =                   </a:t>
              </a:r>
              <a:r>
                <a:rPr lang="zh-CN" altLang="en-US" sz="2600" dirty="0" smtClean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，</a:t>
              </a:r>
              <a:endParaRPr lang="zh-CN" altLang="en-US" sz="260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pSp>
          <p:nvGrpSpPr>
            <p:cNvPr id="7181" name="Group 32">
              <a:extLst>
                <a:ext uri="{FF2B5EF4-FFF2-40B4-BE49-F238E27FC236}">
                  <a16:creationId xmlns:a16="http://schemas.microsoft.com/office/drawing/2014/main" xmlns="" id="{DD57FBE1-B194-47D8-9A30-B85057383C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7" y="1399"/>
              <a:ext cx="520" cy="504"/>
              <a:chOff x="3307" y="1399"/>
              <a:chExt cx="520" cy="504"/>
            </a:xfrm>
          </p:grpSpPr>
          <p:sp>
            <p:nvSpPr>
              <p:cNvPr id="7182" name="Text Box 33">
                <a:extLst>
                  <a:ext uri="{FF2B5EF4-FFF2-40B4-BE49-F238E27FC236}">
                    <a16:creationId xmlns:a16="http://schemas.microsoft.com/office/drawing/2014/main" xmlns="" id="{5AE37647-B32E-41D3-B848-F071688FF1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48" y="1399"/>
                <a:ext cx="217" cy="5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2600" i="1" dirty="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600" baseline="-25000" dirty="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lang="en-US" altLang="zh-CN" sz="260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zh-CN" sz="2600" i="1" dirty="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O</a:t>
                </a:r>
                <a:r>
                  <a:rPr lang="en-US" altLang="zh-CN" sz="2600" dirty="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7183" name="Text Box 34">
                <a:extLst>
                  <a:ext uri="{FF2B5EF4-FFF2-40B4-BE49-F238E27FC236}">
                    <a16:creationId xmlns:a16="http://schemas.microsoft.com/office/drawing/2014/main" xmlns="" id="{1E5B6A60-900A-4F3A-B614-B128A079AA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17" y="1399"/>
                <a:ext cx="210" cy="5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2600" i="1" dirty="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600" baseline="-25000" dirty="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:endParaRPr lang="en-US" altLang="zh-CN" sz="2600" dirty="0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zh-CN" sz="2600" i="1" dirty="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600" baseline="-25000" dirty="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600" dirty="0">
                    <a:solidFill>
                      <a:srgbClr val="F8FDFE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7184" name="AutoShape 35">
                <a:extLst>
                  <a:ext uri="{FF2B5EF4-FFF2-40B4-BE49-F238E27FC236}">
                    <a16:creationId xmlns:a16="http://schemas.microsoft.com/office/drawing/2014/main" xmlns="" id="{6EA02BE1-7A1D-4F04-92F4-3D5CF1AE2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307" y="1444"/>
                <a:ext cx="520" cy="418"/>
              </a:xfrm>
              <a:prstGeom prst="bracketPair">
                <a:avLst>
                  <a:gd name="adj" fmla="val 6477"/>
                </a:avLst>
              </a:prstGeom>
              <a:noFill/>
              <a:ln w="9525">
                <a:solidFill>
                  <a:srgbClr val="F8FDFE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F8FDF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12" grpId="0" build="p" autoUpdateAnimBg="0"/>
      <p:bldP spid="717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ct 1034">
            <a:extLst>
              <a:ext uri="{FF2B5EF4-FFF2-40B4-BE49-F238E27FC236}">
                <a16:creationId xmlns:a16="http://schemas.microsoft.com/office/drawing/2014/main" xmlns="" id="{F8310A08-B53B-462D-8210-A39B7D6B88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5931562"/>
              </p:ext>
            </p:extLst>
          </p:nvPr>
        </p:nvGraphicFramePr>
        <p:xfrm>
          <a:off x="2640013" y="2852738"/>
          <a:ext cx="5073650" cy="239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3" name="Equation" r:id="rId3" imgW="1733639" imgH="695168" progId="Equation.DSMT4">
                  <p:embed/>
                </p:oleObj>
              </mc:Choice>
              <mc:Fallback>
                <p:oleObj name="Equation" r:id="rId3" imgW="1733639" imgH="695168" progId="Equation.DSMT4">
                  <p:embed/>
                  <p:pic>
                    <p:nvPicPr>
                      <p:cNvPr id="0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2852738"/>
                        <a:ext cx="5073650" cy="239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Line 1035">
            <a:extLst>
              <a:ext uri="{FF2B5EF4-FFF2-40B4-BE49-F238E27FC236}">
                <a16:creationId xmlns:a16="http://schemas.microsoft.com/office/drawing/2014/main" xmlns="" id="{8A309494-A261-4902-8857-62896EA9C3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3651" y="3738563"/>
            <a:ext cx="3038475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Line 1036">
            <a:extLst>
              <a:ext uri="{FF2B5EF4-FFF2-40B4-BE49-F238E27FC236}">
                <a16:creationId xmlns:a16="http://schemas.microsoft.com/office/drawing/2014/main" xmlns="" id="{4022D686-D261-41A0-85A3-4286A35CEC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3651" y="4530725"/>
            <a:ext cx="3038475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20" name="Object 1038">
            <a:extLst>
              <a:ext uri="{FF2B5EF4-FFF2-40B4-BE49-F238E27FC236}">
                <a16:creationId xmlns:a16="http://schemas.microsoft.com/office/drawing/2014/main" xmlns="" id="{7F494081-7141-47D5-A574-A1B450A5C7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2781221"/>
              </p:ext>
            </p:extLst>
          </p:nvPr>
        </p:nvGraphicFramePr>
        <p:xfrm>
          <a:off x="7713663" y="3021013"/>
          <a:ext cx="9906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4" name="Equation" r:id="rId5" imgW="342751" imgH="710891" progId="Equation.DSMT4">
                  <p:embed/>
                </p:oleObj>
              </mc:Choice>
              <mc:Fallback>
                <p:oleObj name="Equation" r:id="rId5" imgW="342751" imgH="710891" progId="Equation.DSMT4">
                  <p:embed/>
                  <p:pic>
                    <p:nvPicPr>
                      <p:cNvPr id="0" name="Object 10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3663" y="3021013"/>
                        <a:ext cx="990600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xmlns="" id="{BB402990-678F-4CE1-9CB6-C32DCA70547C}"/>
              </a:ext>
            </a:extLst>
          </p:cNvPr>
          <p:cNvSpPr/>
          <p:nvPr/>
        </p:nvSpPr>
        <p:spPr>
          <a:xfrm>
            <a:off x="5083175" y="992189"/>
            <a:ext cx="2241550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按行分块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xmlns="" id="{2ECC0A08-AE03-4936-ADA8-8C667753093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703388" y="831850"/>
            <a:ext cx="7643812" cy="49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zh-CN" altLang="en-US" sz="360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 </a:t>
            </a:r>
            <a:r>
              <a:rPr lang="en-US" altLang="zh-CN" sz="360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</a:p>
        </p:txBody>
      </p:sp>
      <p:graphicFrame>
        <p:nvGraphicFramePr>
          <p:cNvPr id="9219" name="Object 3">
            <a:extLst>
              <a:ext uri="{FF2B5EF4-FFF2-40B4-BE49-F238E27FC236}">
                <a16:creationId xmlns:a16="http://schemas.microsoft.com/office/drawing/2014/main" xmlns="" id="{88DA8367-863B-4F8D-8865-CA5181940A69}"/>
              </a:ext>
            </a:extLst>
          </p:cNvPr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196061999"/>
              </p:ext>
            </p:extLst>
          </p:nvPr>
        </p:nvGraphicFramePr>
        <p:xfrm>
          <a:off x="1847850" y="1828801"/>
          <a:ext cx="5975350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1" name="Equation" r:id="rId4" imgW="4140200" imgH="1397000" progId="Equation.DSMT4">
                  <p:embed/>
                </p:oleObj>
              </mc:Choice>
              <mc:Fallback>
                <p:oleObj name="Equation" r:id="rId4" imgW="4140200" imgH="1397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1828801"/>
                        <a:ext cx="5975350" cy="201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0436" name="Line 4">
            <a:extLst>
              <a:ext uri="{FF2B5EF4-FFF2-40B4-BE49-F238E27FC236}">
                <a16:creationId xmlns:a16="http://schemas.microsoft.com/office/drawing/2014/main" xmlns="" id="{3C3D705E-79B6-4657-83CF-414BF19F418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9063" y="2405063"/>
            <a:ext cx="504031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530448" name="Object 16">
            <a:extLst>
              <a:ext uri="{FF2B5EF4-FFF2-40B4-BE49-F238E27FC236}">
                <a16:creationId xmlns:a16="http://schemas.microsoft.com/office/drawing/2014/main" xmlns="" id="{54529BF6-8B34-4D16-A310-3A07F9FE4D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8349588"/>
              </p:ext>
            </p:extLst>
          </p:nvPr>
        </p:nvGraphicFramePr>
        <p:xfrm>
          <a:off x="2801938" y="4262439"/>
          <a:ext cx="6100762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2" name="Equation" r:id="rId6" imgW="3835400" imgH="457200" progId="Equation.DSMT4">
                  <p:embed/>
                </p:oleObj>
              </mc:Choice>
              <mc:Fallback>
                <p:oleObj name="Equation" r:id="rId6" imgW="3835400" imgH="4572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938" y="4262439"/>
                        <a:ext cx="6100762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0454" name="Line 22">
            <a:extLst>
              <a:ext uri="{FF2B5EF4-FFF2-40B4-BE49-F238E27FC236}">
                <a16:creationId xmlns:a16="http://schemas.microsoft.com/office/drawing/2014/main" xmlns="" id="{1F87B1A2-CF2B-4A43-8483-6773CCFF94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9063" y="3124200"/>
            <a:ext cx="504031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530455" name="Object 23">
            <a:extLst>
              <a:ext uri="{FF2B5EF4-FFF2-40B4-BE49-F238E27FC236}">
                <a16:creationId xmlns:a16="http://schemas.microsoft.com/office/drawing/2014/main" xmlns="" id="{AF88D170-C525-4802-B9DD-5662288089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5226082"/>
              </p:ext>
            </p:extLst>
          </p:nvPr>
        </p:nvGraphicFramePr>
        <p:xfrm>
          <a:off x="2803526" y="5054601"/>
          <a:ext cx="6099175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3" name="Equation" r:id="rId8" imgW="3835400" imgH="457200" progId="Equation.DSMT4">
                  <p:embed/>
                </p:oleObj>
              </mc:Choice>
              <mc:Fallback>
                <p:oleObj name="Equation" r:id="rId8" imgW="3835400" imgH="4572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3526" y="5054601"/>
                        <a:ext cx="6099175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0456" name="Object 24">
            <a:extLst>
              <a:ext uri="{FF2B5EF4-FFF2-40B4-BE49-F238E27FC236}">
                <a16:creationId xmlns:a16="http://schemas.microsoft.com/office/drawing/2014/main" xmlns="" id="{684B1B25-AFB8-4ACB-ADA1-5586692A92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4510752"/>
              </p:ext>
            </p:extLst>
          </p:nvPr>
        </p:nvGraphicFramePr>
        <p:xfrm>
          <a:off x="2811464" y="5846763"/>
          <a:ext cx="6315075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4" name="Equation" r:id="rId10" imgW="4025900" imgH="457200" progId="Equation.DSMT4">
                  <p:embed/>
                </p:oleObj>
              </mc:Choice>
              <mc:Fallback>
                <p:oleObj name="Equation" r:id="rId10" imgW="4025900" imgH="4572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1464" y="5846763"/>
                        <a:ext cx="6315075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0457" name="Object 25">
            <a:extLst>
              <a:ext uri="{FF2B5EF4-FFF2-40B4-BE49-F238E27FC236}">
                <a16:creationId xmlns:a16="http://schemas.microsoft.com/office/drawing/2014/main" xmlns="" id="{340F0F38-C3A5-4434-B710-A3199038E89B}"/>
              </a:ext>
            </a:extLst>
          </p:cNvPr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866786374"/>
              </p:ext>
            </p:extLst>
          </p:nvPr>
        </p:nvGraphicFramePr>
        <p:xfrm>
          <a:off x="7896225" y="1611313"/>
          <a:ext cx="1760538" cy="221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5" name="Equation" r:id="rId12" imgW="1066800" imgH="1473200" progId="Equation.DSMT4">
                  <p:embed/>
                </p:oleObj>
              </mc:Choice>
              <mc:Fallback>
                <p:oleObj name="Equation" r:id="rId12" imgW="1066800" imgH="14732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6225" y="1611313"/>
                        <a:ext cx="1760538" cy="221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30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30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30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30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30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1027">
            <a:extLst>
              <a:ext uri="{FF2B5EF4-FFF2-40B4-BE49-F238E27FC236}">
                <a16:creationId xmlns:a16="http://schemas.microsoft.com/office/drawing/2014/main" xmlns="" id="{BE2F21FC-DB68-4091-BC3D-D23440F641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6542651"/>
              </p:ext>
            </p:extLst>
          </p:nvPr>
        </p:nvGraphicFramePr>
        <p:xfrm>
          <a:off x="2005623" y="2636912"/>
          <a:ext cx="7963270" cy="2943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4" name="Equation" r:id="rId3" imgW="5886716" imgH="1847948" progId="Equation.DSMT4">
                  <p:embed/>
                </p:oleObj>
              </mc:Choice>
              <mc:Fallback>
                <p:oleObj name="Equation" r:id="rId3" imgW="5886716" imgH="1847948" progId="Equation.DSMT4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5623" y="2636912"/>
                        <a:ext cx="7963270" cy="29430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1028">
            <a:extLst>
              <a:ext uri="{FF2B5EF4-FFF2-40B4-BE49-F238E27FC236}">
                <a16:creationId xmlns:a16="http://schemas.microsoft.com/office/drawing/2014/main" xmlns="" id="{1B51FCA3-C2F2-4782-A130-F2275E4092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9736" y="2852936"/>
            <a:ext cx="0" cy="2727052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Line 1029">
            <a:extLst>
              <a:ext uri="{FF2B5EF4-FFF2-40B4-BE49-F238E27FC236}">
                <a16:creationId xmlns:a16="http://schemas.microsoft.com/office/drawing/2014/main" xmlns="" id="{5108E65A-E117-40AD-ADD1-3935F99B8F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83832" y="2852936"/>
            <a:ext cx="0" cy="2727052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Line 1030">
            <a:extLst>
              <a:ext uri="{FF2B5EF4-FFF2-40B4-BE49-F238E27FC236}">
                <a16:creationId xmlns:a16="http://schemas.microsoft.com/office/drawing/2014/main" xmlns="" id="{C4C2B819-E17A-4340-8BB3-E9F980A40A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7928" y="2852936"/>
            <a:ext cx="0" cy="2727052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035D353D-21B0-42DF-9771-D965CBAAC7A0}"/>
              </a:ext>
            </a:extLst>
          </p:cNvPr>
          <p:cNvSpPr/>
          <p:nvPr/>
        </p:nvSpPr>
        <p:spPr>
          <a:xfrm>
            <a:off x="5083175" y="992189"/>
            <a:ext cx="2241550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按列分块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xmlns="" id="{FA456072-C44B-4A1F-A6D9-33A44DC9DFE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789113" y="1628775"/>
            <a:ext cx="1008062" cy="49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zh-CN" altLang="en-US" sz="360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r>
              <a:rPr lang="en-US" altLang="zh-CN" sz="360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</a:p>
        </p:txBody>
      </p:sp>
      <p:graphicFrame>
        <p:nvGraphicFramePr>
          <p:cNvPr id="11267" name="Object 3">
            <a:extLst>
              <a:ext uri="{FF2B5EF4-FFF2-40B4-BE49-F238E27FC236}">
                <a16:creationId xmlns:a16="http://schemas.microsoft.com/office/drawing/2014/main" xmlns="" id="{11E4DDCF-4A8E-4C36-A5C2-847B883DAD8B}"/>
              </a:ext>
            </a:extLst>
          </p:cNvPr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974158570"/>
              </p:ext>
            </p:extLst>
          </p:nvPr>
        </p:nvGraphicFramePr>
        <p:xfrm>
          <a:off x="3067050" y="981076"/>
          <a:ext cx="5975350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28" name="Equation" r:id="rId3" imgW="4140200" imgH="1397000" progId="Equation.DSMT4">
                  <p:embed/>
                </p:oleObj>
              </mc:Choice>
              <mc:Fallback>
                <p:oleObj name="Equation" r:id="rId3" imgW="4140200" imgH="1397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050" y="981076"/>
                        <a:ext cx="5975350" cy="201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485" name="Object 5">
            <a:extLst>
              <a:ext uri="{FF2B5EF4-FFF2-40B4-BE49-F238E27FC236}">
                <a16:creationId xmlns:a16="http://schemas.microsoft.com/office/drawing/2014/main" xmlns="" id="{FAF0B7F3-CFD0-4325-9460-2B0ABC61BB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6532159"/>
              </p:ext>
            </p:extLst>
          </p:nvPr>
        </p:nvGraphicFramePr>
        <p:xfrm>
          <a:off x="1697038" y="4302126"/>
          <a:ext cx="1274762" cy="171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29" name="Equation" r:id="rId5" imgW="1295400" imgH="1397000" progId="Equation.DSMT4">
                  <p:embed/>
                </p:oleObj>
              </mc:Choice>
              <mc:Fallback>
                <p:oleObj name="Equation" r:id="rId5" imgW="1295400" imgH="1397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7038" y="4302126"/>
                        <a:ext cx="1274762" cy="171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489" name="Object 9">
            <a:extLst>
              <a:ext uri="{FF2B5EF4-FFF2-40B4-BE49-F238E27FC236}">
                <a16:creationId xmlns:a16="http://schemas.microsoft.com/office/drawing/2014/main" xmlns="" id="{52C43751-F608-4549-929E-9D22B67D80B6}"/>
              </a:ext>
            </a:extLst>
          </p:cNvPr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867284626"/>
              </p:ext>
            </p:extLst>
          </p:nvPr>
        </p:nvGraphicFramePr>
        <p:xfrm>
          <a:off x="3511551" y="3041650"/>
          <a:ext cx="4333875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30" name="Equation" r:id="rId7" imgW="2857500" imgH="469900" progId="Equation.DSMT4">
                  <p:embed/>
                </p:oleObj>
              </mc:Choice>
              <mc:Fallback>
                <p:oleObj name="Equation" r:id="rId7" imgW="2857500" imgH="4699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1551" y="3041650"/>
                        <a:ext cx="4333875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490" name="Line 10">
            <a:extLst>
              <a:ext uri="{FF2B5EF4-FFF2-40B4-BE49-F238E27FC236}">
                <a16:creationId xmlns:a16="http://schemas.microsoft.com/office/drawing/2014/main" xmlns="" id="{60285547-E8D1-44E3-8D5B-F050D278D8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3300" y="1054100"/>
            <a:ext cx="0" cy="179863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32491" name="Line 11">
            <a:extLst>
              <a:ext uri="{FF2B5EF4-FFF2-40B4-BE49-F238E27FC236}">
                <a16:creationId xmlns:a16="http://schemas.microsoft.com/office/drawing/2014/main" xmlns="" id="{FCFD037F-6EAA-487B-B39E-B32FFF589289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2088" y="1054100"/>
            <a:ext cx="0" cy="179863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32492" name="Line 12">
            <a:extLst>
              <a:ext uri="{FF2B5EF4-FFF2-40B4-BE49-F238E27FC236}">
                <a16:creationId xmlns:a16="http://schemas.microsoft.com/office/drawing/2014/main" xmlns="" id="{2D8D6C35-0C53-4690-88F0-8596A4E56D9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78488" y="1054100"/>
            <a:ext cx="0" cy="179863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32493" name="Line 13">
            <a:extLst>
              <a:ext uri="{FF2B5EF4-FFF2-40B4-BE49-F238E27FC236}">
                <a16:creationId xmlns:a16="http://schemas.microsoft.com/office/drawing/2014/main" xmlns="" id="{07B92AB5-77E8-42DC-9148-B69658B434D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4250" y="1054100"/>
            <a:ext cx="0" cy="179863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32494" name="Line 14">
            <a:extLst>
              <a:ext uri="{FF2B5EF4-FFF2-40B4-BE49-F238E27FC236}">
                <a16:creationId xmlns:a16="http://schemas.microsoft.com/office/drawing/2014/main" xmlns="" id="{586EF58C-B168-4AD0-8A60-EC319E0E6EB7}"/>
              </a:ext>
            </a:extLst>
          </p:cNvPr>
          <p:cNvSpPr>
            <a:spLocks noChangeShapeType="1"/>
          </p:cNvSpPr>
          <p:nvPr/>
        </p:nvSpPr>
        <p:spPr bwMode="auto">
          <a:xfrm>
            <a:off x="8126413" y="1054100"/>
            <a:ext cx="0" cy="179863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532495" name="Object 15">
            <a:extLst>
              <a:ext uri="{FF2B5EF4-FFF2-40B4-BE49-F238E27FC236}">
                <a16:creationId xmlns:a16="http://schemas.microsoft.com/office/drawing/2014/main" xmlns="" id="{453683C6-7F1E-40A8-8A8A-71456C4401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5351474"/>
              </p:ext>
            </p:extLst>
          </p:nvPr>
        </p:nvGraphicFramePr>
        <p:xfrm>
          <a:off x="3209925" y="4371976"/>
          <a:ext cx="1227138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31" name="Equation" r:id="rId9" imgW="1308100" imgH="1397000" progId="Equation.DSMT4">
                  <p:embed/>
                </p:oleObj>
              </mc:Choice>
              <mc:Fallback>
                <p:oleObj name="Equation" r:id="rId9" imgW="1308100" imgH="13970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9925" y="4371976"/>
                        <a:ext cx="1227138" cy="164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496" name="Object 16">
            <a:extLst>
              <a:ext uri="{FF2B5EF4-FFF2-40B4-BE49-F238E27FC236}">
                <a16:creationId xmlns:a16="http://schemas.microsoft.com/office/drawing/2014/main" xmlns="" id="{70F559EF-F436-4FEE-80AB-CE51E32147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7369495"/>
              </p:ext>
            </p:extLst>
          </p:nvPr>
        </p:nvGraphicFramePr>
        <p:xfrm>
          <a:off x="4649788" y="4302126"/>
          <a:ext cx="1339850" cy="171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32" name="Equation" r:id="rId11" imgW="1295400" imgH="1397000" progId="Equation.DSMT4">
                  <p:embed/>
                </p:oleObj>
              </mc:Choice>
              <mc:Fallback>
                <p:oleObj name="Equation" r:id="rId11" imgW="1295400" imgH="13970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9788" y="4302126"/>
                        <a:ext cx="1339850" cy="171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497" name="Object 17">
            <a:extLst>
              <a:ext uri="{FF2B5EF4-FFF2-40B4-BE49-F238E27FC236}">
                <a16:creationId xmlns:a16="http://schemas.microsoft.com/office/drawing/2014/main" xmlns="" id="{51FD1F49-38C7-4665-A7D4-7D739CD2B7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3924717"/>
              </p:ext>
            </p:extLst>
          </p:nvPr>
        </p:nvGraphicFramePr>
        <p:xfrm>
          <a:off x="6162675" y="4302126"/>
          <a:ext cx="1214438" cy="171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33" name="Equation" r:id="rId13" imgW="1117600" imgH="1397000" progId="Equation.DSMT4">
                  <p:embed/>
                </p:oleObj>
              </mc:Choice>
              <mc:Fallback>
                <p:oleObj name="Equation" r:id="rId13" imgW="1117600" imgH="13970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2675" y="4302126"/>
                        <a:ext cx="1214438" cy="171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498" name="Object 18">
            <a:extLst>
              <a:ext uri="{FF2B5EF4-FFF2-40B4-BE49-F238E27FC236}">
                <a16:creationId xmlns:a16="http://schemas.microsoft.com/office/drawing/2014/main" xmlns="" id="{957EB411-BB73-4016-9123-88A7409FB5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714803"/>
              </p:ext>
            </p:extLst>
          </p:nvPr>
        </p:nvGraphicFramePr>
        <p:xfrm>
          <a:off x="7604125" y="4229100"/>
          <a:ext cx="1257300" cy="178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34" name="Equation" r:id="rId15" imgW="1308100" imgH="1397000" progId="Equation.DSMT4">
                  <p:embed/>
                </p:oleObj>
              </mc:Choice>
              <mc:Fallback>
                <p:oleObj name="Equation" r:id="rId15" imgW="1308100" imgH="13970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4125" y="4229100"/>
                        <a:ext cx="1257300" cy="178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499" name="Object 19">
            <a:extLst>
              <a:ext uri="{FF2B5EF4-FFF2-40B4-BE49-F238E27FC236}">
                <a16:creationId xmlns:a16="http://schemas.microsoft.com/office/drawing/2014/main" xmlns="" id="{5E1513B4-4340-456A-BEBC-76C5B910D2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4480327"/>
              </p:ext>
            </p:extLst>
          </p:nvPr>
        </p:nvGraphicFramePr>
        <p:xfrm>
          <a:off x="9042401" y="4302126"/>
          <a:ext cx="1343025" cy="171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35" name="Equation" r:id="rId17" imgW="1308100" imgH="1397000" progId="Equation.DSMT4">
                  <p:embed/>
                </p:oleObj>
              </mc:Choice>
              <mc:Fallback>
                <p:oleObj name="Equation" r:id="rId17" imgW="1308100" imgH="13970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2401" y="4302126"/>
                        <a:ext cx="1343025" cy="171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8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32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32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32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32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32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32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32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32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32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32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32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withGroup">
                            <p:stCondLst>
                              <p:cond delay="2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32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>
            <a:extLst>
              <a:ext uri="{FF2B5EF4-FFF2-40B4-BE49-F238E27FC236}">
                <a16:creationId xmlns:a16="http://schemas.microsoft.com/office/drawing/2014/main" xmlns="" id="{96730A12-A131-4EEE-A61A-B611B79AD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564" y="2000251"/>
            <a:ext cx="38131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buClr>
                <a:srgbClr val="FF3300"/>
              </a:buClr>
            </a:pPr>
            <a:r>
              <a:rPr lang="en-US" altLang="zh-CN" sz="360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400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分块对角矩阵</a:t>
            </a:r>
          </a:p>
        </p:txBody>
      </p:sp>
      <p:graphicFrame>
        <p:nvGraphicFramePr>
          <p:cNvPr id="7" name="Object 20">
            <a:extLst>
              <a:ext uri="{FF2B5EF4-FFF2-40B4-BE49-F238E27FC236}">
                <a16:creationId xmlns:a16="http://schemas.microsoft.com/office/drawing/2014/main" xmlns="" id="{50D80819-4113-41DA-B14B-2EBEDFA590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7487988"/>
              </p:ext>
            </p:extLst>
          </p:nvPr>
        </p:nvGraphicFramePr>
        <p:xfrm>
          <a:off x="5878513" y="1165226"/>
          <a:ext cx="3986212" cy="237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8" name="Equation" r:id="rId4" imgW="1320227" imgH="863225" progId="Equation.DSMT4">
                  <p:embed/>
                </p:oleObj>
              </mc:Choice>
              <mc:Fallback>
                <p:oleObj name="Equation" r:id="rId4" imgW="1320227" imgH="863225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8513" y="1165226"/>
                        <a:ext cx="3986212" cy="237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30">
            <a:extLst>
              <a:ext uri="{FF2B5EF4-FFF2-40B4-BE49-F238E27FC236}">
                <a16:creationId xmlns:a16="http://schemas.microsoft.com/office/drawing/2014/main" xmlns="" id="{64355014-E8A4-48E8-AEDF-5C9F0BADF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188" y="4667251"/>
            <a:ext cx="3733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buClr>
                <a:srgbClr val="FF3300"/>
              </a:buClr>
            </a:pPr>
            <a:r>
              <a:rPr lang="zh-CN" altLang="en-US" sz="400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分块三角矩阵</a:t>
            </a:r>
          </a:p>
        </p:txBody>
      </p:sp>
      <p:graphicFrame>
        <p:nvGraphicFramePr>
          <p:cNvPr id="11" name="Object 31">
            <a:extLst>
              <a:ext uri="{FF2B5EF4-FFF2-40B4-BE49-F238E27FC236}">
                <a16:creationId xmlns:a16="http://schemas.microsoft.com/office/drawing/2014/main" xmlns="" id="{C0080D24-2FF6-49C4-9501-9C5CFC53B3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7635094"/>
              </p:ext>
            </p:extLst>
          </p:nvPr>
        </p:nvGraphicFramePr>
        <p:xfrm>
          <a:off x="5880101" y="3644901"/>
          <a:ext cx="3922713" cy="2703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9" name="Equation" r:id="rId6" imgW="1320227" imgH="863225" progId="Equation.DSMT4">
                  <p:embed/>
                </p:oleObj>
              </mc:Choice>
              <mc:Fallback>
                <p:oleObj name="Equation" r:id="rId6" imgW="1320227" imgH="863225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1" y="3644901"/>
                        <a:ext cx="3922713" cy="2703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9">
            <a:extLst>
              <a:ext uri="{FF2B5EF4-FFF2-40B4-BE49-F238E27FC236}">
                <a16:creationId xmlns:a16="http://schemas.microsoft.com/office/drawing/2014/main" xmlns="" id="{07AC7662-506A-4E2E-B60F-5D5F32FF2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4965" y="1989139"/>
            <a:ext cx="1833835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320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</a:t>
            </a:r>
            <a:r>
              <a:rPr lang="zh-CN" altLang="en-US" sz="320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r>
              <a:rPr lang="en-US" altLang="zh-CN" sz="320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lang="zh-CN" altLang="en-US" sz="320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</a:p>
        </p:txBody>
      </p:sp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xmlns="" id="{120F69E6-47A1-4B19-9124-0FBD2140FA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6873888"/>
              </p:ext>
            </p:extLst>
          </p:nvPr>
        </p:nvGraphicFramePr>
        <p:xfrm>
          <a:off x="3162300" y="3024189"/>
          <a:ext cx="2846388" cy="246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8" name="Equation" r:id="rId4" imgW="2857500" imgH="2336800" progId="Equation.DSMT4">
                  <p:embed/>
                </p:oleObj>
              </mc:Choice>
              <mc:Fallback>
                <p:oleObj name="Equation" r:id="rId4" imgW="2857500" imgH="2336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0" y="3024189"/>
                        <a:ext cx="2846388" cy="246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Line 11">
            <a:extLst>
              <a:ext uri="{FF2B5EF4-FFF2-40B4-BE49-F238E27FC236}">
                <a16:creationId xmlns:a16="http://schemas.microsoft.com/office/drawing/2014/main" xmlns="" id="{28E32462-2CD6-4C89-BAEE-789E608AD2F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92538" y="3933825"/>
            <a:ext cx="2159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xmlns="" id="{4B009F72-2471-48CE-AF74-7B68CF7E4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92538" y="4510088"/>
            <a:ext cx="2159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xmlns="" id="{C4A47C13-1B89-4CA8-8C87-6F8443D1962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84700" y="3141663"/>
            <a:ext cx="0" cy="223361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xmlns="" id="{C171F3B1-126C-42D8-8DB5-7E7207CD45A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87938" y="3141663"/>
            <a:ext cx="0" cy="223361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5" name="Object 16">
            <a:extLst>
              <a:ext uri="{FF2B5EF4-FFF2-40B4-BE49-F238E27FC236}">
                <a16:creationId xmlns:a16="http://schemas.microsoft.com/office/drawing/2014/main" xmlns="" id="{0D0EF3C0-C7D2-4184-AD55-E81204522C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2217139"/>
              </p:ext>
            </p:extLst>
          </p:nvPr>
        </p:nvGraphicFramePr>
        <p:xfrm>
          <a:off x="6170614" y="3284539"/>
          <a:ext cx="3271837" cy="195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9" name="Equation" r:id="rId6" imgW="2501900" imgH="1409700" progId="Equation.DSMT4">
                  <p:embed/>
                </p:oleObj>
              </mc:Choice>
              <mc:Fallback>
                <p:oleObj name="Equation" r:id="rId6" imgW="2501900" imgH="14097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0614" y="3284539"/>
                        <a:ext cx="3271837" cy="195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FF2D14D9-60F3-467C-84EF-4B49BF059A7D}"/>
              </a:ext>
            </a:extLst>
          </p:cNvPr>
          <p:cNvSpPr/>
          <p:nvPr/>
        </p:nvSpPr>
        <p:spPr>
          <a:xfrm>
            <a:off x="4567239" y="992189"/>
            <a:ext cx="3273425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分块对角矩阵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2826" y="1346201"/>
            <a:ext cx="2792659" cy="3258102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7143" y="764704"/>
            <a:ext cx="3876675" cy="422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对象 1">
            <a:extLst>
              <a:ext uri="{FF2B5EF4-FFF2-40B4-BE49-F238E27FC236}">
                <a16:creationId xmlns:a16="http://schemas.microsoft.com/office/drawing/2014/main" xmlns="" id="{3678E650-CD81-4853-AC6C-B3334E808D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6875871"/>
              </p:ext>
            </p:extLst>
          </p:nvPr>
        </p:nvGraphicFramePr>
        <p:xfrm>
          <a:off x="3048000" y="3276601"/>
          <a:ext cx="6267450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2" name="Equation" r:id="rId4" imgW="5956300" imgH="1854200" progId="Equation.DSMT4">
                  <p:embed/>
                </p:oleObj>
              </mc:Choice>
              <mc:Fallback>
                <p:oleObj name="Equation" r:id="rId4" imgW="5956300" imgH="18542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276601"/>
                        <a:ext cx="6267450" cy="145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7681" name="Text Box 17">
            <a:extLst>
              <a:ext uri="{FF2B5EF4-FFF2-40B4-BE49-F238E27FC236}">
                <a16:creationId xmlns:a16="http://schemas.microsoft.com/office/drawing/2014/main" xmlns="" id="{9A760F45-5D60-4247-831C-3EC476165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1806575"/>
            <a:ext cx="7993062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(1) </a:t>
            </a:r>
            <a:r>
              <a:rPr lang="zh-CN" altLang="en-US" sz="3200" b="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将同型矩阵</a:t>
            </a:r>
            <a:r>
              <a:rPr lang="en-US" altLang="zh-CN" sz="3200" b="0" i="1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3200" b="0" i="1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3200" b="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进行相同分块，</a:t>
            </a:r>
            <a:r>
              <a:rPr lang="zh-CN" altLang="en-US" sz="3200" b="0" dirty="0" smtClean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加减法</a:t>
            </a:r>
            <a:r>
              <a:rPr lang="zh-CN" altLang="en-US" sz="3200" b="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   </a:t>
            </a:r>
          </a:p>
        </p:txBody>
      </p:sp>
      <p:sp>
        <p:nvSpPr>
          <p:cNvPr id="497682" name="Rectangle 18">
            <a:extLst>
              <a:ext uri="{FF2B5EF4-FFF2-40B4-BE49-F238E27FC236}">
                <a16:creationId xmlns:a16="http://schemas.microsoft.com/office/drawing/2014/main" xmlns="" id="{61AB2281-42F2-468C-8E98-22FB7155B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946" y="2313306"/>
            <a:ext cx="316949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200" b="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对应子块相加减</a:t>
            </a:r>
            <a:r>
              <a:rPr lang="en-US" altLang="zh-CN" sz="3200" b="0" dirty="0" smtClean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endParaRPr lang="en-US" altLang="zh-CN" sz="3200" b="0" dirty="0">
              <a:solidFill>
                <a:srgbClr val="F8FDF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97683" name="Rectangle 19">
            <a:extLst>
              <a:ext uri="{FF2B5EF4-FFF2-40B4-BE49-F238E27FC236}">
                <a16:creationId xmlns:a16="http://schemas.microsoft.com/office/drawing/2014/main" xmlns="" id="{371C2BBB-A088-4FBA-8511-60630FACE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1814" y="3459163"/>
            <a:ext cx="801687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320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r>
              <a:rPr kumimoji="0" lang="en-US" altLang="zh-CN" sz="320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5</a:t>
            </a:r>
          </a:p>
        </p:txBody>
      </p:sp>
      <p:sp>
        <p:nvSpPr>
          <p:cNvPr id="497686" name="Line 22">
            <a:extLst>
              <a:ext uri="{FF2B5EF4-FFF2-40B4-BE49-F238E27FC236}">
                <a16:creationId xmlns:a16="http://schemas.microsoft.com/office/drawing/2014/main" xmlns="" id="{EB2A110F-5CD9-4212-A2C9-ABAE0332DB7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9826" y="4005263"/>
            <a:ext cx="2233613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97687" name="Line 23">
            <a:extLst>
              <a:ext uri="{FF2B5EF4-FFF2-40B4-BE49-F238E27FC236}">
                <a16:creationId xmlns:a16="http://schemas.microsoft.com/office/drawing/2014/main" xmlns="" id="{A78A4FB1-CFA8-4E89-A060-3CDFCAB40B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7064" y="3984625"/>
            <a:ext cx="223202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97688" name="Line 24">
            <a:extLst>
              <a:ext uri="{FF2B5EF4-FFF2-40B4-BE49-F238E27FC236}">
                <a16:creationId xmlns:a16="http://schemas.microsoft.com/office/drawing/2014/main" xmlns="" id="{67C4EDD2-F2D2-4573-8043-8FE5294535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6450" y="3290889"/>
            <a:ext cx="0" cy="14573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97689" name="Line 25">
            <a:extLst>
              <a:ext uri="{FF2B5EF4-FFF2-40B4-BE49-F238E27FC236}">
                <a16:creationId xmlns:a16="http://schemas.microsoft.com/office/drawing/2014/main" xmlns="" id="{8BDEFA71-DB74-42CC-911A-361B121899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824788" y="3313113"/>
            <a:ext cx="0" cy="14351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4346" name="对象 1">
            <a:extLst>
              <a:ext uri="{FF2B5EF4-FFF2-40B4-BE49-F238E27FC236}">
                <a16:creationId xmlns:a16="http://schemas.microsoft.com/office/drawing/2014/main" xmlns="" id="{7F485462-8649-4A10-A9BD-3244795FCD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5223014"/>
              </p:ext>
            </p:extLst>
          </p:nvPr>
        </p:nvGraphicFramePr>
        <p:xfrm>
          <a:off x="3055938" y="4868863"/>
          <a:ext cx="4502150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3" name="Equation" r:id="rId6" imgW="3365500" imgH="1854200" progId="Equation.DSMT4">
                  <p:embed/>
                </p:oleObj>
              </mc:Choice>
              <mc:Fallback>
                <p:oleObj name="Equation" r:id="rId6" imgW="3365500" imgH="18542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5938" y="4868863"/>
                        <a:ext cx="4502150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20F0228F-AFF2-4A89-B3DD-9E28162D284C}"/>
              </a:ext>
            </a:extLst>
          </p:cNvPr>
          <p:cNvSpPr/>
          <p:nvPr/>
        </p:nvSpPr>
        <p:spPr>
          <a:xfrm>
            <a:off x="3795714" y="992189"/>
            <a:ext cx="4816475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分块矩阵的运算规则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7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7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9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97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97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97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681" grpId="0"/>
      <p:bldP spid="497682" grpId="0"/>
      <p:bldP spid="49768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4" name="Text Box 6">
            <a:extLst>
              <a:ext uri="{FF2B5EF4-FFF2-40B4-BE49-F238E27FC236}">
                <a16:creationId xmlns:a16="http://schemas.microsoft.com/office/drawing/2014/main" xmlns="" id="{CDFA8782-6936-48B3-ADB8-63CD7C138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138" y="1025525"/>
            <a:ext cx="84248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(2) </a:t>
            </a:r>
            <a:r>
              <a:rPr lang="zh-CN" altLang="en-US" sz="3200" b="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将矩阵</a:t>
            </a:r>
            <a:r>
              <a:rPr lang="en-US" altLang="zh-CN" sz="3200" b="0" i="1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进行分块，数</a:t>
            </a:r>
            <a:r>
              <a:rPr lang="en-US" altLang="zh-CN" sz="3200" b="0" i="1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3200" b="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乘以</a:t>
            </a:r>
            <a:r>
              <a:rPr lang="en-US" altLang="zh-CN" sz="3200" b="0" i="1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等于数</a:t>
            </a:r>
            <a:r>
              <a:rPr lang="en-US" altLang="zh-CN" sz="3200" b="0" i="1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3200" b="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乘以</a:t>
            </a:r>
          </a:p>
        </p:txBody>
      </p:sp>
      <p:sp>
        <p:nvSpPr>
          <p:cNvPr id="498695" name="Rectangle 7">
            <a:extLst>
              <a:ext uri="{FF2B5EF4-FFF2-40B4-BE49-F238E27FC236}">
                <a16:creationId xmlns:a16="http://schemas.microsoft.com/office/drawing/2014/main" xmlns="" id="{E606CDA9-D90B-4B53-BDE4-60C4F19B5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673225"/>
            <a:ext cx="191590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每个子块</a:t>
            </a:r>
            <a:r>
              <a:rPr lang="en-US" altLang="zh-CN" sz="3200" b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</a:p>
        </p:txBody>
      </p:sp>
      <p:graphicFrame>
        <p:nvGraphicFramePr>
          <p:cNvPr id="498696" name="Object 8">
            <a:extLst>
              <a:ext uri="{FF2B5EF4-FFF2-40B4-BE49-F238E27FC236}">
                <a16:creationId xmlns:a16="http://schemas.microsoft.com/office/drawing/2014/main" xmlns="" id="{73FEA156-B4C5-4D5F-950E-1939B88162FC}"/>
              </a:ext>
            </a:extLst>
          </p:cNvPr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087183362"/>
              </p:ext>
            </p:extLst>
          </p:nvPr>
        </p:nvGraphicFramePr>
        <p:xfrm>
          <a:off x="2587625" y="3621089"/>
          <a:ext cx="3392488" cy="218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1" name="Equation" r:id="rId3" imgW="2895600" imgH="1866900" progId="Equation.DSMT4">
                  <p:embed/>
                </p:oleObj>
              </mc:Choice>
              <mc:Fallback>
                <p:oleObj name="Equation" r:id="rId3" imgW="2895600" imgH="18669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25" y="3621089"/>
                        <a:ext cx="3392488" cy="218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8699" name="Rectangle 11">
            <a:extLst>
              <a:ext uri="{FF2B5EF4-FFF2-40B4-BE49-F238E27FC236}">
                <a16:creationId xmlns:a16="http://schemas.microsoft.com/office/drawing/2014/main" xmlns="" id="{DD4317E0-B775-4DFD-93D8-9A64E38F3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9" y="3022600"/>
            <a:ext cx="80327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3200" dirty="0">
                <a:solidFill>
                  <a:schemeClr val="bg1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r>
              <a:rPr kumimoji="0" lang="en-US" altLang="zh-CN" sz="3200" dirty="0">
                <a:solidFill>
                  <a:schemeClr val="bg1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</a:p>
        </p:txBody>
      </p:sp>
      <p:sp>
        <p:nvSpPr>
          <p:cNvPr id="498700" name="Line 12">
            <a:extLst>
              <a:ext uri="{FF2B5EF4-FFF2-40B4-BE49-F238E27FC236}">
                <a16:creationId xmlns:a16="http://schemas.microsoft.com/office/drawing/2014/main" xmlns="" id="{117782E9-A909-4675-A8FE-5B4EA0711412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7563" y="4714875"/>
            <a:ext cx="251936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98701" name="Line 13">
            <a:extLst>
              <a:ext uri="{FF2B5EF4-FFF2-40B4-BE49-F238E27FC236}">
                <a16:creationId xmlns:a16="http://schemas.microsoft.com/office/drawing/2014/main" xmlns="" id="{FDDE0625-0836-4615-AF1C-6450A66D1B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5625" y="3635376"/>
            <a:ext cx="0" cy="20875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5368" name="对象 1">
            <a:extLst>
              <a:ext uri="{FF2B5EF4-FFF2-40B4-BE49-F238E27FC236}">
                <a16:creationId xmlns:a16="http://schemas.microsoft.com/office/drawing/2014/main" xmlns="" id="{26B2A516-4904-4A4E-94FA-44DAA6F1AA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7646573"/>
              </p:ext>
            </p:extLst>
          </p:nvPr>
        </p:nvGraphicFramePr>
        <p:xfrm>
          <a:off x="6646864" y="3787775"/>
          <a:ext cx="3311525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2" name="Equation" r:id="rId5" imgW="3149600" imgH="1854200" progId="Equation.DSMT4">
                  <p:embed/>
                </p:oleObj>
              </mc:Choice>
              <mc:Fallback>
                <p:oleObj name="Equation" r:id="rId5" imgW="3149600" imgH="18542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6864" y="3787775"/>
                        <a:ext cx="3311525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8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8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8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9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98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98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694" grpId="0"/>
      <p:bldP spid="498695" grpId="0"/>
      <p:bldP spid="49869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>
            <a:extLst>
              <a:ext uri="{FF2B5EF4-FFF2-40B4-BE49-F238E27FC236}">
                <a16:creationId xmlns:a16="http://schemas.microsoft.com/office/drawing/2014/main" xmlns="" id="{87ECCF12-F00E-4694-877F-8EBF0D0C6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2133600"/>
            <a:ext cx="7924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buClr>
                <a:srgbClr val="FF3300"/>
              </a:buClr>
              <a:defRPr/>
            </a:pPr>
            <a:r>
              <a:rPr lang="zh-CN" altLang="en-US" sz="3600" b="0" dirty="0">
                <a:solidFill>
                  <a:schemeClr val="bg1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加减法</a:t>
            </a:r>
            <a:r>
              <a:rPr lang="en-US" altLang="zh-CN" sz="3600" b="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 </a:t>
            </a:r>
            <a:r>
              <a:rPr lang="zh-CN" altLang="en-US" sz="3600" b="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原矩阵</a:t>
            </a:r>
            <a:r>
              <a:rPr lang="zh-CN" altLang="en-US" sz="3600" b="0" dirty="0" smtClean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同型且</a:t>
            </a:r>
            <a:r>
              <a:rPr lang="zh-CN" altLang="en-US" sz="3600" b="0" dirty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分块方式相同</a:t>
            </a:r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xmlns="" id="{B4651D5C-9854-4850-8457-5E5ACB0727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9950414"/>
              </p:ext>
            </p:extLst>
          </p:nvPr>
        </p:nvGraphicFramePr>
        <p:xfrm>
          <a:off x="3417888" y="3190875"/>
          <a:ext cx="7362825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5" name="Equation" r:id="rId4" imgW="2476440" imgH="241200" progId="Equation.DSMT4">
                  <p:embed/>
                </p:oleObj>
              </mc:Choice>
              <mc:Fallback>
                <p:oleObj name="Equation" r:id="rId4" imgW="247644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888" y="3190875"/>
                        <a:ext cx="7362825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">
            <a:extLst>
              <a:ext uri="{FF2B5EF4-FFF2-40B4-BE49-F238E27FC236}">
                <a16:creationId xmlns:a16="http://schemas.microsoft.com/office/drawing/2014/main" xmlns="" id="{E6E0A8DE-7AF3-435E-BB0E-A026C310C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4251325"/>
            <a:ext cx="5410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buClr>
                <a:srgbClr val="FF3300"/>
              </a:buClr>
            </a:pPr>
            <a:r>
              <a:rPr lang="zh-CN" altLang="en-US" sz="3600" b="0">
                <a:solidFill>
                  <a:srgbClr val="FFFF1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数乘</a:t>
            </a:r>
            <a:r>
              <a:rPr lang="en-US" altLang="zh-CN" sz="3600" b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 </a:t>
            </a:r>
            <a:r>
              <a:rPr lang="zh-CN" altLang="en-US" sz="3600" b="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分块方式任意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6A3EEBE7-EB14-4F84-B489-F79AC86E823D}"/>
              </a:ext>
            </a:extLst>
          </p:cNvPr>
          <p:cNvSpPr/>
          <p:nvPr/>
        </p:nvSpPr>
        <p:spPr>
          <a:xfrm>
            <a:off x="4310064" y="992189"/>
            <a:ext cx="3787775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分块矩阵的运算</a:t>
            </a:r>
          </a:p>
        </p:txBody>
      </p:sp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xmlns="" id="{EEF078C6-F59A-493A-AD72-69313BB682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440296"/>
              </p:ext>
            </p:extLst>
          </p:nvPr>
        </p:nvGraphicFramePr>
        <p:xfrm>
          <a:off x="3431704" y="5294314"/>
          <a:ext cx="454977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6" name="Equation" r:id="rId6" imgW="1524177" imgH="228541" progId="Equation.DSMT4">
                  <p:embed/>
                </p:oleObj>
              </mc:Choice>
              <mc:Fallback>
                <p:oleObj name="Equation" r:id="rId6" imgW="1524177" imgH="228541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1704" y="5294314"/>
                        <a:ext cx="4549775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>
            <a:extLst>
              <a:ext uri="{FF2B5EF4-FFF2-40B4-BE49-F238E27FC236}">
                <a16:creationId xmlns:a16="http://schemas.microsoft.com/office/drawing/2014/main" xmlns="" id="{906779C7-81ED-4BDE-9DEB-0D7E46B63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2726" y="944563"/>
            <a:ext cx="5399235" cy="183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defRPr/>
            </a:pPr>
            <a:r>
              <a:rPr kumimoji="0" lang="zh-CN" altLang="en-US" sz="3200" b="0" kern="0" dirty="0">
                <a:solidFill>
                  <a:srgbClr val="FFFF1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乘法</a:t>
            </a:r>
            <a:r>
              <a:rPr kumimoji="0" lang="en-US" altLang="zh-CN" sz="3200" b="0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 </a:t>
            </a:r>
            <a:r>
              <a:rPr kumimoji="0" lang="en-US" altLang="zh-CN" sz="3200" b="0" i="1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AB</a:t>
            </a:r>
            <a:r>
              <a:rPr kumimoji="0" lang="en-US" altLang="zh-CN" sz="3200" b="0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=</a:t>
            </a:r>
            <a:r>
              <a:rPr kumimoji="0" lang="en-US" altLang="zh-CN" sz="3200" b="0" i="1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C </a:t>
            </a:r>
            <a:r>
              <a:rPr kumimoji="0" lang="en-US" altLang="zh-CN" sz="3200" b="0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3200" b="0" i="1" kern="0" dirty="0" err="1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3200" b="0" kern="0" baseline="-25000" dirty="0" err="1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3200" b="0" kern="0" baseline="-25000" dirty="0" err="1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Symbol" pitchFamily="18" charset="2"/>
              </a:rPr>
              <a:t>p</a:t>
            </a:r>
            <a:r>
              <a:rPr kumimoji="0" lang="en-US" altLang="zh-CN" sz="3200" b="0" kern="0" baseline="-2500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0" lang="en-US" altLang="zh-CN" sz="3200" b="0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kumimoji="0" lang="en-US" altLang="zh-CN" sz="3200" b="0" i="1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kumimoji="0" lang="en-US" altLang="zh-CN" sz="3200" b="0" kern="0" baseline="-2500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Symbol" pitchFamily="18" charset="2"/>
              </a:rPr>
              <a:t>p n</a:t>
            </a:r>
            <a:r>
              <a:rPr kumimoji="0" lang="en-US" altLang="zh-CN" sz="3200" b="0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endParaRPr kumimoji="0" lang="en-US" altLang="zh-CN" sz="3200" b="0" kern="0" dirty="0">
              <a:solidFill>
                <a:srgbClr val="FFFF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lvl="1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defRPr/>
            </a:pPr>
            <a:r>
              <a:rPr kumimoji="0" lang="en-US" altLang="zh-CN" sz="3200" b="0" i="1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3200" b="0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kumimoji="0" lang="zh-CN" altLang="en-US" sz="3200" b="0" kern="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列数 </a:t>
            </a:r>
            <a:r>
              <a:rPr kumimoji="0" lang="en-US" altLang="zh-CN" sz="3200" b="0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= </a:t>
            </a:r>
            <a:r>
              <a:rPr kumimoji="0" lang="en-US" altLang="zh-CN" sz="3200" b="0" i="1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B </a:t>
            </a:r>
            <a:r>
              <a:rPr kumimoji="0" lang="zh-CN" altLang="en-US" sz="3200" b="0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kumimoji="0" lang="zh-CN" altLang="en-US" sz="3200" b="0" kern="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行数</a:t>
            </a:r>
          </a:p>
          <a:p>
            <a:pPr marL="0" lvl="1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defRPr/>
            </a:pPr>
            <a:r>
              <a:rPr kumimoji="0" lang="en-US" altLang="zh-CN" sz="3200" b="0" i="1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3200" b="0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kumimoji="0" lang="zh-CN" altLang="en-US" sz="3200" b="0" kern="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列的分法 </a:t>
            </a:r>
            <a:r>
              <a:rPr kumimoji="0" lang="en-US" altLang="zh-CN" sz="3200" b="0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= </a:t>
            </a:r>
            <a:r>
              <a:rPr kumimoji="0" lang="en-US" altLang="zh-CN" sz="3200" b="0" i="1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B </a:t>
            </a:r>
            <a:r>
              <a:rPr kumimoji="0" lang="zh-CN" altLang="en-US" sz="3200" b="0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kumimoji="0" lang="zh-CN" altLang="zh-CN" sz="3200" b="0" kern="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行的分法</a:t>
            </a:r>
            <a:endParaRPr kumimoji="0" lang="zh-CN" altLang="en-US" sz="3200" b="0" kern="0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xmlns="" id="{8650A95D-AC09-468A-89C4-D7E054EDA3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7349386"/>
              </p:ext>
            </p:extLst>
          </p:nvPr>
        </p:nvGraphicFramePr>
        <p:xfrm>
          <a:off x="2752725" y="3006726"/>
          <a:ext cx="6396038" cy="181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35" name="Equation" r:id="rId4" imgW="2429008" imgH="600252" progId="Equation.DSMT4">
                  <p:embed/>
                </p:oleObj>
              </mc:Choice>
              <mc:Fallback>
                <p:oleObj name="Equation" r:id="rId4" imgW="2429008" imgH="600252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2725" y="3006726"/>
                        <a:ext cx="6396038" cy="181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xmlns="" id="{0E5CD684-27C2-4940-A431-FD7F423A57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3885428"/>
              </p:ext>
            </p:extLst>
          </p:nvPr>
        </p:nvGraphicFramePr>
        <p:xfrm>
          <a:off x="2752726" y="5046663"/>
          <a:ext cx="608012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36" name="Equation" r:id="rId6" imgW="2086108" imgH="228541" progId="Equation.DSMT4">
                  <p:embed/>
                </p:oleObj>
              </mc:Choice>
              <mc:Fallback>
                <p:oleObj name="Equation" r:id="rId6" imgW="2086108" imgH="228541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2726" y="5046663"/>
                        <a:ext cx="608012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xmlns="" id="{BA67B7CF-C6FE-4E05-8166-175C672BA6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9821930"/>
              </p:ext>
            </p:extLst>
          </p:nvPr>
        </p:nvGraphicFramePr>
        <p:xfrm>
          <a:off x="3432175" y="5595939"/>
          <a:ext cx="579755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37" name="Equation" r:id="rId8" imgW="2146300" imgH="431800" progId="Equation.DSMT4">
                  <p:embed/>
                </p:oleObj>
              </mc:Choice>
              <mc:Fallback>
                <p:oleObj name="Equation" r:id="rId8" imgW="2146300" imgH="431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5595939"/>
                        <a:ext cx="5797550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bldLvl="2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C20CFA7B-2373-4649-A9F3-B1A1DE7E1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922338"/>
            <a:ext cx="10668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00FF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00FF"/>
                </a:solidFill>
                <a:latin typeface="Arial" charset="0"/>
                <a:ea typeface="楷体_GB2312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00FF"/>
                </a:solidFill>
                <a:latin typeface="Arial" charset="0"/>
                <a:ea typeface="楷体_GB2312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00FF"/>
                </a:solidFill>
                <a:latin typeface="Arial" charset="0"/>
                <a:ea typeface="楷体_GB2312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00FF"/>
                </a:solidFill>
                <a:latin typeface="Arial" charset="0"/>
                <a:ea typeface="楷体_GB2312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00FF"/>
                </a:solidFill>
                <a:latin typeface="Arial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00FF"/>
                </a:solidFill>
                <a:latin typeface="Arial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00FF"/>
                </a:solidFill>
                <a:latin typeface="Arial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00FF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>
              <a:defRPr/>
            </a:pPr>
            <a:r>
              <a:rPr lang="zh-CN" altLang="en-US" sz="360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r>
              <a:rPr lang="en-US" altLang="zh-CN" sz="360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6</a:t>
            </a:r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xmlns="" id="{E257D040-8352-4106-8222-071583FFB4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638657"/>
              </p:ext>
            </p:extLst>
          </p:nvPr>
        </p:nvGraphicFramePr>
        <p:xfrm>
          <a:off x="3573464" y="4581526"/>
          <a:ext cx="6169025" cy="143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5" name="Equation" r:id="rId4" imgW="1866900" imgH="482600" progId="Equation.DSMT4">
                  <p:embed/>
                </p:oleObj>
              </mc:Choice>
              <mc:Fallback>
                <p:oleObj name="Equation" r:id="rId4" imgW="1866900" imgH="482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3464" y="4581526"/>
                        <a:ext cx="6169025" cy="143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xmlns="" id="{6B7296B3-B086-4217-B12F-C54BA39C06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9359066"/>
              </p:ext>
            </p:extLst>
          </p:nvPr>
        </p:nvGraphicFramePr>
        <p:xfrm>
          <a:off x="3503614" y="1268413"/>
          <a:ext cx="4606925" cy="288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6" name="Equation" r:id="rId6" imgW="1358900" imgH="914400" progId="Equation.DSMT4">
                  <p:embed/>
                </p:oleObj>
              </mc:Choice>
              <mc:Fallback>
                <p:oleObj name="Equation" r:id="rId6" imgW="1358900" imgH="914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4" y="1268413"/>
                        <a:ext cx="4606925" cy="288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Line 5">
            <a:extLst>
              <a:ext uri="{FF2B5EF4-FFF2-40B4-BE49-F238E27FC236}">
                <a16:creationId xmlns:a16="http://schemas.microsoft.com/office/drawing/2014/main" xmlns="" id="{82AED4BE-B14D-48AA-A6AB-206F5BE199C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6175" y="2674938"/>
            <a:ext cx="2895600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xmlns="" id="{6569D711-05F7-402E-9207-B6E65FE8057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7775" y="1379538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xmlns="" id="{9AA6C889-E025-4FF5-9E6A-7271E819CA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3975" y="1303338"/>
            <a:ext cx="0" cy="2819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xmlns="" id="{9C6AF9C6-BCD3-475F-9628-F0E005E822C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7975" y="2674938"/>
            <a:ext cx="1371600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48" name="Rectangle 12">
            <a:extLst>
              <a:ext uri="{FF2B5EF4-FFF2-40B4-BE49-F238E27FC236}">
                <a16:creationId xmlns:a16="http://schemas.microsoft.com/office/drawing/2014/main" xmlns="" id="{A8372DEF-DB5D-4E1F-98EC-2D910E17C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001" y="1277939"/>
            <a:ext cx="890339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对于乘积</a:t>
            </a:r>
            <a:r>
              <a:rPr lang="en-US" altLang="zh-CN" sz="3200" i="1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en-US" sz="320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i="1" dirty="0">
                <a:solidFill>
                  <a:srgbClr val="FFFF19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solidFill>
                  <a:srgbClr val="FFFF19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的列划分必须与</a:t>
            </a:r>
            <a:r>
              <a:rPr lang="en-US" altLang="zh-CN" sz="3200" i="1" dirty="0">
                <a:solidFill>
                  <a:srgbClr val="FFFF19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3200" dirty="0">
                <a:solidFill>
                  <a:srgbClr val="FFFF19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的行划分</a:t>
            </a:r>
            <a:r>
              <a:rPr lang="zh-CN" altLang="en-US" sz="320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一致</a:t>
            </a:r>
            <a:r>
              <a:rPr lang="en-US" altLang="zh-CN" sz="320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</a:p>
        </p:txBody>
      </p:sp>
      <p:graphicFrame>
        <p:nvGraphicFramePr>
          <p:cNvPr id="500762" name="Object 26">
            <a:extLst>
              <a:ext uri="{FF2B5EF4-FFF2-40B4-BE49-F238E27FC236}">
                <a16:creationId xmlns:a16="http://schemas.microsoft.com/office/drawing/2014/main" xmlns="" id="{DF4C9044-AEC6-4B43-B55B-970B3EAF7E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2636930"/>
              </p:ext>
            </p:extLst>
          </p:nvPr>
        </p:nvGraphicFramePr>
        <p:xfrm>
          <a:off x="6608763" y="2690814"/>
          <a:ext cx="3067050" cy="203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6" name="Equation" r:id="rId4" imgW="2794000" imgH="1854200" progId="Equation.DSMT4">
                  <p:embed/>
                </p:oleObj>
              </mc:Choice>
              <mc:Fallback>
                <p:oleObj name="Equation" r:id="rId4" imgW="2794000" imgH="18542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8763" y="2690814"/>
                        <a:ext cx="3067050" cy="203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0763" name="Rectangle 27">
            <a:extLst>
              <a:ext uri="{FF2B5EF4-FFF2-40B4-BE49-F238E27FC236}">
                <a16:creationId xmlns:a16="http://schemas.microsoft.com/office/drawing/2014/main" xmlns="" id="{43E86D1A-EB7F-4CCB-B91B-18C914889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2276475"/>
            <a:ext cx="80168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3200" dirty="0">
                <a:solidFill>
                  <a:srgbClr val="FFFF1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r>
              <a:rPr kumimoji="0" lang="en-US" altLang="zh-CN" sz="3200" dirty="0">
                <a:solidFill>
                  <a:srgbClr val="FFFF1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7</a:t>
            </a:r>
          </a:p>
        </p:txBody>
      </p:sp>
      <p:sp>
        <p:nvSpPr>
          <p:cNvPr id="500766" name="Line 30">
            <a:extLst>
              <a:ext uri="{FF2B5EF4-FFF2-40B4-BE49-F238E27FC236}">
                <a16:creationId xmlns:a16="http://schemas.microsoft.com/office/drawing/2014/main" xmlns="" id="{910DBEFB-666B-4EB3-81B4-076FEE2C537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2651" y="3676650"/>
            <a:ext cx="2233613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00767" name="Line 31">
            <a:extLst>
              <a:ext uri="{FF2B5EF4-FFF2-40B4-BE49-F238E27FC236}">
                <a16:creationId xmlns:a16="http://schemas.microsoft.com/office/drawing/2014/main" xmlns="" id="{9F149727-0CB9-46C2-8EB0-46849B83FA20}"/>
              </a:ext>
            </a:extLst>
          </p:cNvPr>
          <p:cNvSpPr>
            <a:spLocks noChangeShapeType="1"/>
          </p:cNvSpPr>
          <p:nvPr/>
        </p:nvSpPr>
        <p:spPr bwMode="auto">
          <a:xfrm>
            <a:off x="8529638" y="2668589"/>
            <a:ext cx="0" cy="19446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500768" name="Group 32">
            <a:extLst>
              <a:ext uri="{FF2B5EF4-FFF2-40B4-BE49-F238E27FC236}">
                <a16:creationId xmlns:a16="http://schemas.microsoft.com/office/drawing/2014/main" xmlns="" id="{A22EAD0D-3C35-435C-B9A4-F55AF5730C91}"/>
              </a:ext>
            </a:extLst>
          </p:cNvPr>
          <p:cNvGrpSpPr>
            <a:grpSpLocks/>
          </p:cNvGrpSpPr>
          <p:nvPr/>
        </p:nvGrpSpPr>
        <p:grpSpPr bwMode="auto">
          <a:xfrm>
            <a:off x="2998788" y="4894258"/>
            <a:ext cx="2298700" cy="1225550"/>
            <a:chOff x="3553" y="1368"/>
            <a:chExt cx="909" cy="568"/>
          </a:xfrm>
        </p:grpSpPr>
        <p:graphicFrame>
          <p:nvGraphicFramePr>
            <p:cNvPr id="19471" name="Object 33">
              <a:extLst>
                <a:ext uri="{FF2B5EF4-FFF2-40B4-BE49-F238E27FC236}">
                  <a16:creationId xmlns:a16="http://schemas.microsoft.com/office/drawing/2014/main" xmlns="" id="{F5057E51-85E6-4A26-81FD-EFC9E85A11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53" y="1368"/>
            <a:ext cx="909" cy="5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7" name="Equation" r:id="rId6" imgW="1282700" imgH="901700" progId="Equation.DSMT4">
                    <p:embed/>
                  </p:oleObj>
                </mc:Choice>
                <mc:Fallback>
                  <p:oleObj name="Equation" r:id="rId6" imgW="1282700" imgH="9017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3" y="1368"/>
                          <a:ext cx="909" cy="5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2" name="Object 34">
              <a:extLst>
                <a:ext uri="{FF2B5EF4-FFF2-40B4-BE49-F238E27FC236}">
                  <a16:creationId xmlns:a16="http://schemas.microsoft.com/office/drawing/2014/main" xmlns="" id="{080509CB-1F89-4AA3-BC39-4BB1521C230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12" y="1448"/>
            <a:ext cx="160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8" name="Equation" r:id="rId8" imgW="253780" imgH="266469" progId="Equation.DSMT4">
                    <p:embed/>
                  </p:oleObj>
                </mc:Choice>
                <mc:Fallback>
                  <p:oleObj name="Equation" r:id="rId8" imgW="253780" imgH="266469" progId="Equation.DSMT4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2" y="1448"/>
                          <a:ext cx="160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3" name="Object 35">
              <a:extLst>
                <a:ext uri="{FF2B5EF4-FFF2-40B4-BE49-F238E27FC236}">
                  <a16:creationId xmlns:a16="http://schemas.microsoft.com/office/drawing/2014/main" xmlns="" id="{A49FBE90-B95D-45EC-9EB0-7A1F18973CF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03" y="1694"/>
            <a:ext cx="160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9" name="Equation" r:id="rId10" imgW="253780" imgH="266469" progId="Equation.DSMT4">
                    <p:embed/>
                  </p:oleObj>
                </mc:Choice>
                <mc:Fallback>
                  <p:oleObj name="Equation" r:id="rId10" imgW="253780" imgH="266469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3" y="1694"/>
                          <a:ext cx="160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4" name="Object 36">
              <a:extLst>
                <a:ext uri="{FF2B5EF4-FFF2-40B4-BE49-F238E27FC236}">
                  <a16:creationId xmlns:a16="http://schemas.microsoft.com/office/drawing/2014/main" xmlns="" id="{C0C53398-1B63-4F84-B5F6-49D8ADD6C9C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03" y="1427"/>
            <a:ext cx="196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0" name="Equation" r:id="rId12" imgW="257308" imgH="285809" progId="Equation.DSMT4">
                    <p:embed/>
                  </p:oleObj>
                </mc:Choice>
                <mc:Fallback>
                  <p:oleObj name="Equation" r:id="rId12" imgW="257308" imgH="285809" progId="Equation.DSMT4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3" y="1427"/>
                          <a:ext cx="196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5" name="Object 37">
              <a:extLst>
                <a:ext uri="{FF2B5EF4-FFF2-40B4-BE49-F238E27FC236}">
                  <a16:creationId xmlns:a16="http://schemas.microsoft.com/office/drawing/2014/main" xmlns="" id="{72D72A1A-3772-47FE-94D8-B4FE797034D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33" y="1679"/>
            <a:ext cx="202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1" name="Equation" r:id="rId14" imgW="228600" imgH="285809" progId="Equation.3">
                    <p:embed/>
                  </p:oleObj>
                </mc:Choice>
                <mc:Fallback>
                  <p:oleObj name="Equation" r:id="rId14" imgW="228600" imgH="285809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3" y="1679"/>
                          <a:ext cx="202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00781" name="Object 45">
            <a:extLst>
              <a:ext uri="{FF2B5EF4-FFF2-40B4-BE49-F238E27FC236}">
                <a16:creationId xmlns:a16="http://schemas.microsoft.com/office/drawing/2014/main" xmlns="" id="{4A065643-A243-40FF-B3D3-95A9824168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8535744"/>
              </p:ext>
            </p:extLst>
          </p:nvPr>
        </p:nvGraphicFramePr>
        <p:xfrm>
          <a:off x="6960096" y="5205408"/>
          <a:ext cx="2070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2" name="Equation" r:id="rId16" imgW="1701800" imgH="914400" progId="Equation.DSMT4">
                  <p:embed/>
                </p:oleObj>
              </mc:Choice>
              <mc:Fallback>
                <p:oleObj name="Equation" r:id="rId16" imgW="1701800" imgH="914400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0096" y="5205408"/>
                        <a:ext cx="2070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65" name="组合 2">
            <a:extLst>
              <a:ext uri="{FF2B5EF4-FFF2-40B4-BE49-F238E27FC236}">
                <a16:creationId xmlns:a16="http://schemas.microsoft.com/office/drawing/2014/main" xmlns="" id="{9149E739-605D-472E-A7A0-FAAF6CCB22D4}"/>
              </a:ext>
            </a:extLst>
          </p:cNvPr>
          <p:cNvGrpSpPr>
            <a:grpSpLocks/>
          </p:cNvGrpSpPr>
          <p:nvPr/>
        </p:nvGrpSpPr>
        <p:grpSpPr bwMode="auto">
          <a:xfrm>
            <a:off x="2676526" y="2690813"/>
            <a:ext cx="2943225" cy="1943100"/>
            <a:chOff x="1476178" y="3073723"/>
            <a:chExt cx="2943225" cy="1942542"/>
          </a:xfrm>
        </p:grpSpPr>
        <p:sp>
          <p:nvSpPr>
            <p:cNvPr id="500764" name="Line 28">
              <a:extLst>
                <a:ext uri="{FF2B5EF4-FFF2-40B4-BE49-F238E27FC236}">
                  <a16:creationId xmlns:a16="http://schemas.microsoft.com/office/drawing/2014/main" xmlns="" id="{84DE3E76-73D9-41B4-8F41-8CDC8D54CA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6753" y="4076735"/>
              <a:ext cx="208915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00765" name="Line 29">
              <a:extLst>
                <a:ext uri="{FF2B5EF4-FFF2-40B4-BE49-F238E27FC236}">
                  <a16:creationId xmlns:a16="http://schemas.microsoft.com/office/drawing/2014/main" xmlns="" id="{20419DFA-A928-4291-9532-B3E0784A9F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6253" y="3141965"/>
              <a:ext cx="0" cy="187271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aphicFrame>
          <p:nvGraphicFramePr>
            <p:cNvPr id="19468" name="Object 39">
              <a:extLst>
                <a:ext uri="{FF2B5EF4-FFF2-40B4-BE49-F238E27FC236}">
                  <a16:creationId xmlns:a16="http://schemas.microsoft.com/office/drawing/2014/main" xmlns="" id="{EE5A406C-7AB8-4F6A-825A-A8F02EADD3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76178" y="3140398"/>
            <a:ext cx="2943225" cy="1854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3" name="Equation" r:id="rId18" imgW="2374900" imgH="1854200" progId="Equation.DSMT4">
                    <p:embed/>
                  </p:oleObj>
                </mc:Choice>
                <mc:Fallback>
                  <p:oleObj name="Equation" r:id="rId18" imgW="2374900" imgH="1854200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6178" y="3140398"/>
                          <a:ext cx="2943225" cy="1854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9" name="Object 42">
              <a:extLst>
                <a:ext uri="{FF2B5EF4-FFF2-40B4-BE49-F238E27FC236}">
                  <a16:creationId xmlns:a16="http://schemas.microsoft.com/office/drawing/2014/main" xmlns="" id="{808E88BA-9BA1-4FEE-8453-2CB281CD1F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73253" y="3073723"/>
            <a:ext cx="755650" cy="966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4" name="Equation" r:id="rId20" imgW="637953" imgH="838337" progId="Equation.DSMT4">
                    <p:embed/>
                  </p:oleObj>
                </mc:Choice>
                <mc:Fallback>
                  <p:oleObj name="Equation" r:id="rId20" imgW="637953" imgH="838337" progId="Equation.DSMT4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3253" y="3073723"/>
                          <a:ext cx="755650" cy="9667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0" name="对象 1">
              <a:extLst>
                <a:ext uri="{FF2B5EF4-FFF2-40B4-BE49-F238E27FC236}">
                  <a16:creationId xmlns:a16="http://schemas.microsoft.com/office/drawing/2014/main" xmlns="" id="{2AE776D3-307E-48D3-AAF1-58E0CD27A8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86172" y="4165365"/>
            <a:ext cx="800100" cy="850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5" name="Equation" r:id="rId22" imgW="799753" imgH="850531" progId="Equation.DSMT4">
                    <p:embed/>
                  </p:oleObj>
                </mc:Choice>
                <mc:Fallback>
                  <p:oleObj name="Equation" r:id="rId22" imgW="799753" imgH="850531" progId="Equation.DSMT4">
                    <p:embed/>
                    <p:pic>
                      <p:nvPicPr>
                        <p:cNvPr id="0" name="对象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6172" y="4165365"/>
                          <a:ext cx="800100" cy="850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0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0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00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00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00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0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00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748" grpId="0"/>
      <p:bldP spid="500763" grpId="0"/>
      <p:bldP spid="500766" grpId="0" animBg="1"/>
      <p:bldP spid="50076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4" name="Text Box 4">
            <a:extLst>
              <a:ext uri="{FF2B5EF4-FFF2-40B4-BE49-F238E27FC236}">
                <a16:creationId xmlns:a16="http://schemas.microsoft.com/office/drawing/2014/main" xmlns="" id="{E9B5DAF6-D0C5-4A4B-8FFE-E2541FDC5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6" y="1181101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则</a:t>
            </a:r>
          </a:p>
        </p:txBody>
      </p:sp>
      <p:graphicFrame>
        <p:nvGraphicFramePr>
          <p:cNvPr id="537605" name="Object 5">
            <a:extLst>
              <a:ext uri="{FF2B5EF4-FFF2-40B4-BE49-F238E27FC236}">
                <a16:creationId xmlns:a16="http://schemas.microsoft.com/office/drawing/2014/main" xmlns="" id="{AD8BF7DE-0D00-45E8-8982-29E6B1A6F1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6441602"/>
              </p:ext>
            </p:extLst>
          </p:nvPr>
        </p:nvGraphicFramePr>
        <p:xfrm>
          <a:off x="2760663" y="1068388"/>
          <a:ext cx="3352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3" name="Equation" r:id="rId3" imgW="3352800" imgH="914400" progId="Equation.DSMT4">
                  <p:embed/>
                </p:oleObj>
              </mc:Choice>
              <mc:Fallback>
                <p:oleObj name="Equation" r:id="rId3" imgW="3352800" imgH="914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0663" y="1068388"/>
                        <a:ext cx="3352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7606" name="Object 6">
            <a:extLst>
              <a:ext uri="{FF2B5EF4-FFF2-40B4-BE49-F238E27FC236}">
                <a16:creationId xmlns:a16="http://schemas.microsoft.com/office/drawing/2014/main" xmlns="" id="{7479D377-A22C-4C03-9821-A0DF97AD7F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3473136"/>
              </p:ext>
            </p:extLst>
          </p:nvPr>
        </p:nvGraphicFramePr>
        <p:xfrm>
          <a:off x="6240463" y="1068388"/>
          <a:ext cx="3302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4" name="Equation" r:id="rId5" imgW="3302000" imgH="914400" progId="Equation.DSMT4">
                  <p:embed/>
                </p:oleObj>
              </mc:Choice>
              <mc:Fallback>
                <p:oleObj name="Equation" r:id="rId5" imgW="3302000" imgH="914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3" y="1068388"/>
                        <a:ext cx="3302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7607" name="Text Box 7">
            <a:extLst>
              <a:ext uri="{FF2B5EF4-FFF2-40B4-BE49-F238E27FC236}">
                <a16:creationId xmlns:a16="http://schemas.microsoft.com/office/drawing/2014/main" xmlns="" id="{AC4629B8-7597-4254-96ED-3B25B3354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6" y="2343151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又</a:t>
            </a:r>
          </a:p>
        </p:txBody>
      </p:sp>
      <p:graphicFrame>
        <p:nvGraphicFramePr>
          <p:cNvPr id="537608" name="Object 8">
            <a:extLst>
              <a:ext uri="{FF2B5EF4-FFF2-40B4-BE49-F238E27FC236}">
                <a16:creationId xmlns:a16="http://schemas.microsoft.com/office/drawing/2014/main" xmlns="" id="{E77BD92C-828D-49B9-BEE3-A1623EB7B3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4275910"/>
              </p:ext>
            </p:extLst>
          </p:nvPr>
        </p:nvGraphicFramePr>
        <p:xfrm>
          <a:off x="2509839" y="2501901"/>
          <a:ext cx="156527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5" name="Equation" r:id="rId7" imgW="1345616" imgH="393529" progId="Equation.DSMT4">
                  <p:embed/>
                </p:oleObj>
              </mc:Choice>
              <mc:Fallback>
                <p:oleObj name="Equation" r:id="rId7" imgW="1345616" imgH="393529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9839" y="2501901"/>
                        <a:ext cx="156527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7609" name="Object 9">
            <a:extLst>
              <a:ext uri="{FF2B5EF4-FFF2-40B4-BE49-F238E27FC236}">
                <a16:creationId xmlns:a16="http://schemas.microsoft.com/office/drawing/2014/main" xmlns="" id="{0A90EB31-F7D8-423B-81CF-BC9AE61DA3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907798"/>
              </p:ext>
            </p:extLst>
          </p:nvPr>
        </p:nvGraphicFramePr>
        <p:xfrm>
          <a:off x="4254501" y="2270125"/>
          <a:ext cx="39719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6" name="Equation" r:id="rId9" imgW="3987800" imgH="901700" progId="Equation.DSMT4">
                  <p:embed/>
                </p:oleObj>
              </mc:Choice>
              <mc:Fallback>
                <p:oleObj name="Equation" r:id="rId9" imgW="3987800" imgH="9017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1" y="2270125"/>
                        <a:ext cx="397192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7610" name="Object 10">
            <a:extLst>
              <a:ext uri="{FF2B5EF4-FFF2-40B4-BE49-F238E27FC236}">
                <a16:creationId xmlns:a16="http://schemas.microsoft.com/office/drawing/2014/main" xmlns="" id="{CC59787B-B0CE-4B5C-A516-29549BBC3B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6327754"/>
              </p:ext>
            </p:extLst>
          </p:nvPr>
        </p:nvGraphicFramePr>
        <p:xfrm>
          <a:off x="4295775" y="3314700"/>
          <a:ext cx="28956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7" name="Equation" r:id="rId11" imgW="2895600" imgH="901700" progId="Equation.DSMT4">
                  <p:embed/>
                </p:oleObj>
              </mc:Choice>
              <mc:Fallback>
                <p:oleObj name="Equation" r:id="rId11" imgW="2895600" imgH="9017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5" y="3314700"/>
                        <a:ext cx="28956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7611" name="Object 11">
            <a:extLst>
              <a:ext uri="{FF2B5EF4-FFF2-40B4-BE49-F238E27FC236}">
                <a16:creationId xmlns:a16="http://schemas.microsoft.com/office/drawing/2014/main" xmlns="" id="{6D0DFBF7-5869-4844-B931-E0338724BA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7287450"/>
              </p:ext>
            </p:extLst>
          </p:nvPr>
        </p:nvGraphicFramePr>
        <p:xfrm>
          <a:off x="4295800" y="4327500"/>
          <a:ext cx="14859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8" name="Equation" r:id="rId13" imgW="1485900" imgH="901700" progId="Equation.DSMT4">
                  <p:embed/>
                </p:oleObj>
              </mc:Choice>
              <mc:Fallback>
                <p:oleObj name="Equation" r:id="rId13" imgW="1485900" imgH="9017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800" y="4327500"/>
                        <a:ext cx="14859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7612" name="Object 12">
            <a:extLst>
              <a:ext uri="{FF2B5EF4-FFF2-40B4-BE49-F238E27FC236}">
                <a16:creationId xmlns:a16="http://schemas.microsoft.com/office/drawing/2014/main" xmlns="" id="{20ACB167-3519-46C7-90DE-EFD23EE553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2008876"/>
              </p:ext>
            </p:extLst>
          </p:nvPr>
        </p:nvGraphicFramePr>
        <p:xfrm>
          <a:off x="2509839" y="5472831"/>
          <a:ext cx="5640387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9" name="Equation" r:id="rId15" imgW="4838700" imgH="901700" progId="Equation.DSMT4">
                  <p:embed/>
                </p:oleObj>
              </mc:Choice>
              <mc:Fallback>
                <p:oleObj name="Equation" r:id="rId15" imgW="4838700" imgH="9017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9839" y="5472831"/>
                        <a:ext cx="5640387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7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7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37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37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37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37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37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37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37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7604" grpId="0" autoUpdateAnimBg="0"/>
      <p:bldP spid="537607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4">
            <a:extLst>
              <a:ext uri="{FF2B5EF4-FFF2-40B4-BE49-F238E27FC236}">
                <a16:creationId xmlns:a16="http://schemas.microsoft.com/office/drawing/2014/main" xmlns="" id="{E13B0A87-CE59-4D62-9670-69C6BFD71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1063" y="2109789"/>
            <a:ext cx="106521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20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于是</a:t>
            </a:r>
          </a:p>
        </p:txBody>
      </p:sp>
      <p:graphicFrame>
        <p:nvGraphicFramePr>
          <p:cNvPr id="538629" name="Object 5">
            <a:extLst>
              <a:ext uri="{FF2B5EF4-FFF2-40B4-BE49-F238E27FC236}">
                <a16:creationId xmlns:a16="http://schemas.microsoft.com/office/drawing/2014/main" xmlns="" id="{CDDE6515-68DF-4C62-A417-6E59663455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968460"/>
              </p:ext>
            </p:extLst>
          </p:nvPr>
        </p:nvGraphicFramePr>
        <p:xfrm>
          <a:off x="3648076" y="1844675"/>
          <a:ext cx="5053013" cy="124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5" name="Equation" r:id="rId4" imgW="3708400" imgH="914400" progId="Equation.DSMT4">
                  <p:embed/>
                </p:oleObj>
              </mc:Choice>
              <mc:Fallback>
                <p:oleObj name="Equation" r:id="rId4" imgW="3708400" imgH="914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076" y="1844675"/>
                        <a:ext cx="5053013" cy="1246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8632" name="Line 8">
            <a:extLst>
              <a:ext uri="{FF2B5EF4-FFF2-40B4-BE49-F238E27FC236}">
                <a16:creationId xmlns:a16="http://schemas.microsoft.com/office/drawing/2014/main" xmlns="" id="{94ECA153-80E1-4928-AC09-9E23B053046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9938" y="4270375"/>
            <a:ext cx="20891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38633" name="Line 9">
            <a:extLst>
              <a:ext uri="{FF2B5EF4-FFF2-40B4-BE49-F238E27FC236}">
                <a16:creationId xmlns:a16="http://schemas.microsoft.com/office/drawing/2014/main" xmlns="" id="{51542CC8-E3DA-4CE2-BADF-FE800005B3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6113" y="3279775"/>
            <a:ext cx="0" cy="1981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21510" name="对象 1">
            <a:extLst>
              <a:ext uri="{FF2B5EF4-FFF2-40B4-BE49-F238E27FC236}">
                <a16:creationId xmlns:a16="http://schemas.microsoft.com/office/drawing/2014/main" xmlns="" id="{770446BE-680C-447C-8B51-7904E8E450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9328946"/>
              </p:ext>
            </p:extLst>
          </p:nvPr>
        </p:nvGraphicFramePr>
        <p:xfrm>
          <a:off x="4383088" y="3343275"/>
          <a:ext cx="2286000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6" name="Equation" r:id="rId6" imgW="2286000" imgH="1854200" progId="Equation.DSMT4">
                  <p:embed/>
                </p:oleObj>
              </mc:Choice>
              <mc:Fallback>
                <p:oleObj name="Equation" r:id="rId6" imgW="2286000" imgH="18542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3088" y="3343275"/>
                        <a:ext cx="2286000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38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38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026">
            <a:extLst>
              <a:ext uri="{FF2B5EF4-FFF2-40B4-BE49-F238E27FC236}">
                <a16:creationId xmlns:a16="http://schemas.microsoft.com/office/drawing/2014/main" xmlns="" id="{E280D486-15F6-4DE4-BCD0-D577ED743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882650"/>
            <a:ext cx="2362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buClr>
                <a:srgbClr val="FF3300"/>
              </a:buClr>
            </a:pPr>
            <a:r>
              <a:rPr lang="zh-CN" altLang="en-US" sz="360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转置</a:t>
            </a:r>
            <a:r>
              <a:rPr lang="en-US" altLang="zh-CN" sz="3600">
                <a:solidFill>
                  <a:srgbClr val="F8FDF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xmlns="" id="{CE9CBD5D-6D8B-431F-B18C-71D3C8F864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8584484"/>
              </p:ext>
            </p:extLst>
          </p:nvPr>
        </p:nvGraphicFramePr>
        <p:xfrm>
          <a:off x="3575050" y="1378495"/>
          <a:ext cx="4978400" cy="176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5" name="Equation" r:id="rId3" imgW="3162300" imgH="1397000" progId="Equation.DSMT4">
                  <p:embed/>
                </p:oleObj>
              </mc:Choice>
              <mc:Fallback>
                <p:oleObj name="Equation" r:id="rId3" imgW="3162300" imgH="1397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1378495"/>
                        <a:ext cx="4978400" cy="176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xmlns="" id="{4423F7F1-080C-45DD-B5FC-C32B608F52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5431259"/>
              </p:ext>
            </p:extLst>
          </p:nvPr>
        </p:nvGraphicFramePr>
        <p:xfrm>
          <a:off x="3609975" y="3384550"/>
          <a:ext cx="3778250" cy="198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6" name="Equation" r:id="rId5" imgW="1358640" imgH="952200" progId="Equation.DSMT4">
                  <p:embed/>
                </p:oleObj>
              </mc:Choice>
              <mc:Fallback>
                <p:oleObj name="Equation" r:id="rId5" imgW="1358640" imgH="952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9975" y="3384550"/>
                        <a:ext cx="3778250" cy="198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81" name="Object 21">
            <a:extLst>
              <a:ext uri="{FF2B5EF4-FFF2-40B4-BE49-F238E27FC236}">
                <a16:creationId xmlns:a16="http://schemas.microsoft.com/office/drawing/2014/main" xmlns="" id="{73490B2D-DB5F-45D7-9D3E-B5E34E9B20E4}"/>
              </a:ext>
            </a:extLst>
          </p:cNvPr>
          <p:cNvGraphicFramePr>
            <a:graphicFrameLocks noGrp="1" noChangeAspect="1"/>
          </p:cNvGraphicFramePr>
          <p:nvPr>
            <p:ph idx="4294967295"/>
          </p:nvPr>
        </p:nvGraphicFramePr>
        <p:xfrm>
          <a:off x="3044825" y="2949575"/>
          <a:ext cx="2876550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1" name="Equation" r:id="rId3" imgW="2895600" imgH="1866900" progId="Equation.DSMT4">
                  <p:embed/>
                </p:oleObj>
              </mc:Choice>
              <mc:Fallback>
                <p:oleObj name="Equation" r:id="rId3" imgW="2895600" imgH="18669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825" y="2949575"/>
                        <a:ext cx="2876550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784" name="Rectangle 24">
            <a:extLst>
              <a:ext uri="{FF2B5EF4-FFF2-40B4-BE49-F238E27FC236}">
                <a16:creationId xmlns:a16="http://schemas.microsoft.com/office/drawing/2014/main" xmlns="" id="{33F122A1-DF2C-4C42-BD76-403D63270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789" y="1517650"/>
            <a:ext cx="801687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zh-CN" altLang="en-US" sz="3200" dirty="0">
                <a:solidFill>
                  <a:srgbClr val="F8FDFE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0" lang="en-US" altLang="zh-CN" sz="3200" dirty="0">
                <a:solidFill>
                  <a:srgbClr val="F8FDFE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</a:p>
        </p:txBody>
      </p:sp>
      <p:sp>
        <p:nvSpPr>
          <p:cNvPr id="501785" name="Line 25">
            <a:extLst>
              <a:ext uri="{FF2B5EF4-FFF2-40B4-BE49-F238E27FC236}">
                <a16:creationId xmlns:a16="http://schemas.microsoft.com/office/drawing/2014/main" xmlns="" id="{80739B6C-251B-41C5-921F-06F4595491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7451" y="3852863"/>
            <a:ext cx="201612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1786" name="Line 26">
            <a:extLst>
              <a:ext uri="{FF2B5EF4-FFF2-40B4-BE49-F238E27FC236}">
                <a16:creationId xmlns:a16="http://schemas.microsoft.com/office/drawing/2014/main" xmlns="" id="{8CD2FD34-2606-4FC5-A1AE-C0234FF3144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9775" y="2949576"/>
            <a:ext cx="0" cy="18002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3558" name="对象 1">
            <a:extLst>
              <a:ext uri="{FF2B5EF4-FFF2-40B4-BE49-F238E27FC236}">
                <a16:creationId xmlns:a16="http://schemas.microsoft.com/office/drawing/2014/main" xmlns="" id="{0529FB86-A423-41EB-B41E-E365C4E3A0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83338" y="2708275"/>
          <a:ext cx="2552700" cy="233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2" name="Equation" r:id="rId5" imgW="2552700" imgH="2336800" progId="Equation.DSMT4">
                  <p:embed/>
                </p:oleObj>
              </mc:Choice>
              <mc:Fallback>
                <p:oleObj name="Equation" r:id="rId5" imgW="2552700" imgH="23368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8" y="2708275"/>
                        <a:ext cx="2552700" cy="233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01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03" name="Text Box 3">
            <a:extLst>
              <a:ext uri="{FF2B5EF4-FFF2-40B4-BE49-F238E27FC236}">
                <a16:creationId xmlns:a16="http://schemas.microsoft.com/office/drawing/2014/main" xmlns="" id="{D49AE075-32B6-4CF2-820B-4CCBE2B01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2190750"/>
            <a:ext cx="84963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lang="zh-CN" altLang="en-US" sz="320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假设受存储器或矩阵维数的限制，你所用</a:t>
            </a:r>
          </a:p>
        </p:txBody>
      </p:sp>
      <p:sp>
        <p:nvSpPr>
          <p:cNvPr id="563204" name="Rectangle 4">
            <a:extLst>
              <a:ext uri="{FF2B5EF4-FFF2-40B4-BE49-F238E27FC236}">
                <a16:creationId xmlns:a16="http://schemas.microsoft.com/office/drawing/2014/main" xmlns="" id="{FF2A8056-97C5-442E-97A8-B84DD9E10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2838450"/>
            <a:ext cx="842803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20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的矩阵软件不能处理超过</a:t>
            </a:r>
            <a:r>
              <a:rPr lang="en-US" altLang="zh-CN" sz="320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32</a:t>
            </a:r>
            <a:r>
              <a:rPr lang="zh-CN" altLang="en-US" sz="320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行、</a:t>
            </a:r>
            <a:r>
              <a:rPr lang="en-US" altLang="zh-CN" sz="320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32</a:t>
            </a:r>
            <a:r>
              <a:rPr lang="zh-CN" altLang="en-US" sz="320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列的矩阵，</a:t>
            </a:r>
          </a:p>
        </p:txBody>
      </p:sp>
      <p:sp>
        <p:nvSpPr>
          <p:cNvPr id="563205" name="Rectangle 5">
            <a:extLst>
              <a:ext uri="{FF2B5EF4-FFF2-40B4-BE49-F238E27FC236}">
                <a16:creationId xmlns:a16="http://schemas.microsoft.com/office/drawing/2014/main" xmlns="" id="{0FB2BC2B-5F21-4394-B5ED-2D6747AF5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3414714"/>
            <a:ext cx="34480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20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而某项工程涉及到</a:t>
            </a:r>
          </a:p>
        </p:txBody>
      </p:sp>
      <p:graphicFrame>
        <p:nvGraphicFramePr>
          <p:cNvPr id="563206" name="Object 6">
            <a:extLst>
              <a:ext uri="{FF2B5EF4-FFF2-40B4-BE49-F238E27FC236}">
                <a16:creationId xmlns:a16="http://schemas.microsoft.com/office/drawing/2014/main" xmlns="" id="{929CCAAB-B383-4CB3-805F-87ADF29EE113}"/>
              </a:ext>
            </a:extLst>
          </p:cNvPr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922525026"/>
              </p:ext>
            </p:extLst>
          </p:nvPr>
        </p:nvGraphicFramePr>
        <p:xfrm>
          <a:off x="5222876" y="3505201"/>
          <a:ext cx="143986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3" name="Equation" r:id="rId4" imgW="914400" imgH="291960" progId="Equation.DSMT4">
                  <p:embed/>
                </p:oleObj>
              </mc:Choice>
              <mc:Fallback>
                <p:oleObj name="Equation" r:id="rId4" imgW="914400" imgH="2919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2876" y="3505201"/>
                        <a:ext cx="1439863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07" name="Rectangle 7">
            <a:extLst>
              <a:ext uri="{FF2B5EF4-FFF2-40B4-BE49-F238E27FC236}">
                <a16:creationId xmlns:a16="http://schemas.microsoft.com/office/drawing/2014/main" xmlns="" id="{7C4863E0-0D7C-418C-8117-A8A1B8C35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2264" y="3414714"/>
            <a:ext cx="24606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20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的矩阵</a:t>
            </a:r>
            <a:r>
              <a:rPr lang="en-US" altLang="zh-CN" sz="3200" i="1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i="1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B.</a:t>
            </a:r>
          </a:p>
        </p:txBody>
      </p:sp>
      <p:sp>
        <p:nvSpPr>
          <p:cNvPr id="563208" name="Rectangle 8">
            <a:extLst>
              <a:ext uri="{FF2B5EF4-FFF2-40B4-BE49-F238E27FC236}">
                <a16:creationId xmlns:a16="http://schemas.microsoft.com/office/drawing/2014/main" xmlns="" id="{33CD2ED7-BCEC-4F43-AF5F-CCE614946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337" y="3965214"/>
            <a:ext cx="78073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20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描述一下 使用你所用的矩阵软件完成下列</a:t>
            </a:r>
          </a:p>
        </p:txBody>
      </p:sp>
      <p:sp>
        <p:nvSpPr>
          <p:cNvPr id="563209" name="Rectangle 9">
            <a:extLst>
              <a:ext uri="{FF2B5EF4-FFF2-40B4-BE49-F238E27FC236}">
                <a16:creationId xmlns:a16="http://schemas.microsoft.com/office/drawing/2014/main" xmlns="" id="{1AE92506-C518-4769-B5C9-16A3B8B3A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4514648"/>
            <a:ext cx="14081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20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任务：</a:t>
            </a:r>
          </a:p>
        </p:txBody>
      </p:sp>
      <p:sp>
        <p:nvSpPr>
          <p:cNvPr id="563210" name="Rectangle 10">
            <a:extLst>
              <a:ext uri="{FF2B5EF4-FFF2-40B4-BE49-F238E27FC236}">
                <a16:creationId xmlns:a16="http://schemas.microsoft.com/office/drawing/2014/main" xmlns="" id="{2B18A993-9E2B-4FF8-8D87-DA89634F5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9" y="5314951"/>
            <a:ext cx="260680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320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 计算</a:t>
            </a:r>
            <a:r>
              <a:rPr lang="en-US" altLang="zh-CN" sz="3200" i="1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3200" i="1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3200" i="1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</a:p>
        </p:txBody>
      </p:sp>
      <p:sp>
        <p:nvSpPr>
          <p:cNvPr id="563211" name="Rectangle 11">
            <a:extLst>
              <a:ext uri="{FF2B5EF4-FFF2-40B4-BE49-F238E27FC236}">
                <a16:creationId xmlns:a16="http://schemas.microsoft.com/office/drawing/2014/main" xmlns="" id="{90A7A7CB-49E4-4A56-AF24-98D676A9C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1900" y="5287964"/>
            <a:ext cx="233269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320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 计算</a:t>
            </a:r>
            <a:r>
              <a:rPr lang="en-US" altLang="zh-CN" sz="3200" i="1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sz="3200" i="1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9E28CAFF-3D1E-46A4-8848-DCF71389C401}"/>
              </a:ext>
            </a:extLst>
          </p:cNvPr>
          <p:cNvSpPr/>
          <p:nvPr/>
        </p:nvSpPr>
        <p:spPr>
          <a:xfrm>
            <a:off x="3024189" y="992189"/>
            <a:ext cx="6359525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分块矩阵在计算机中的应用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63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63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63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63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63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3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63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63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03" grpId="0"/>
      <p:bldP spid="563204" grpId="0"/>
      <p:bldP spid="563205" grpId="0"/>
      <p:bldP spid="563207" grpId="0"/>
      <p:bldP spid="563208" grpId="0"/>
      <p:bldP spid="563209" grpId="0"/>
      <p:bldP spid="563210" grpId="0"/>
      <p:bldP spid="5632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631504" y="1196752"/>
            <a:ext cx="258921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1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、 计算</a:t>
            </a:r>
            <a:r>
              <a:rPr lang="en-US" altLang="zh-CN" sz="3200" i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A</a:t>
            </a: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+</a:t>
            </a:r>
            <a:r>
              <a:rPr lang="en-US" altLang="zh-CN" sz="3200" i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B.</a:t>
            </a:r>
          </a:p>
        </p:txBody>
      </p:sp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9282970"/>
              </p:ext>
            </p:extLst>
          </p:nvPr>
        </p:nvGraphicFramePr>
        <p:xfrm>
          <a:off x="1163191" y="1988914"/>
          <a:ext cx="4500563" cy="1341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5" name="Equation" r:id="rId3" imgW="1485900" imgH="482600" progId="Equation.DSMT4">
                  <p:embed/>
                </p:oleObj>
              </mc:Choice>
              <mc:Fallback>
                <p:oleObj name="Equation" r:id="rId3" imgW="1485900" imgH="482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3191" y="1988914"/>
                        <a:ext cx="4500563" cy="1341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258858"/>
              </p:ext>
            </p:extLst>
          </p:nvPr>
        </p:nvGraphicFramePr>
        <p:xfrm>
          <a:off x="5914579" y="1988914"/>
          <a:ext cx="4392612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6" name="Equation" r:id="rId5" imgW="3035300" imgH="927100" progId="Equation.DSMT4">
                  <p:embed/>
                </p:oleObj>
              </mc:Choice>
              <mc:Fallback>
                <p:oleObj name="Equation" r:id="rId5" imgW="3035300" imgH="927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4579" y="1988914"/>
                        <a:ext cx="4392612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9935046"/>
              </p:ext>
            </p:extLst>
          </p:nvPr>
        </p:nvGraphicFramePr>
        <p:xfrm>
          <a:off x="2350641" y="3933602"/>
          <a:ext cx="6481763" cy="1366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7" name="Equation" r:id="rId7" imgW="3898900" imgH="901700" progId="Equation.DSMT4">
                  <p:embed/>
                </p:oleObj>
              </mc:Choice>
              <mc:Fallback>
                <p:oleObj name="Equation" r:id="rId7" imgW="3898900" imgH="901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0641" y="3933602"/>
                        <a:ext cx="6481763" cy="1366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8243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775520" y="980728"/>
            <a:ext cx="23574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2</a:t>
            </a:r>
            <a:r>
              <a:rPr lang="zh-CN" altLang="en-US" sz="320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、 计算</a:t>
            </a:r>
            <a:r>
              <a:rPr lang="en-US" altLang="zh-CN" sz="3200" i="1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AB.</a:t>
            </a:r>
          </a:p>
        </p:txBody>
      </p:sp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5033046"/>
              </p:ext>
            </p:extLst>
          </p:nvPr>
        </p:nvGraphicFramePr>
        <p:xfrm>
          <a:off x="1307207" y="1772890"/>
          <a:ext cx="4500563" cy="1341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9" name="公式" r:id="rId3" imgW="1485900" imgH="482600" progId="Equation.3">
                  <p:embed/>
                </p:oleObj>
              </mc:Choice>
              <mc:Fallback>
                <p:oleObj name="公式" r:id="rId3" imgW="14859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7207" y="1772890"/>
                        <a:ext cx="4500563" cy="1341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84862"/>
              </p:ext>
            </p:extLst>
          </p:nvPr>
        </p:nvGraphicFramePr>
        <p:xfrm>
          <a:off x="6050657" y="1772890"/>
          <a:ext cx="4410075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0" name="Equation" r:id="rId5" imgW="3048000" imgH="927100" progId="Equation.DSMT4">
                  <p:embed/>
                </p:oleObj>
              </mc:Choice>
              <mc:Fallback>
                <p:oleObj name="Equation" r:id="rId5" imgW="3048000" imgH="927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0657" y="1772890"/>
                        <a:ext cx="4410075" cy="122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0951691"/>
              </p:ext>
            </p:extLst>
          </p:nvPr>
        </p:nvGraphicFramePr>
        <p:xfrm>
          <a:off x="2278757" y="3644553"/>
          <a:ext cx="7986713" cy="1296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1" name="Equation" r:id="rId7" imgW="5143500" imgH="901700" progId="Equation.DSMT4">
                  <p:embed/>
                </p:oleObj>
              </mc:Choice>
              <mc:Fallback>
                <p:oleObj name="Equation" r:id="rId7" imgW="5143500" imgH="901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8757" y="3644553"/>
                        <a:ext cx="7986713" cy="1296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910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FFC045-D1FA-41F4-B575-23BFB01AA4A9}"/>
              </a:ext>
            </a:extLst>
          </p:cNvPr>
          <p:cNvSpPr/>
          <p:nvPr/>
        </p:nvSpPr>
        <p:spPr>
          <a:xfrm>
            <a:off x="5782735" y="3212976"/>
            <a:ext cx="2446504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4500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见书</a:t>
            </a:r>
            <a:r>
              <a:rPr lang="en-US" altLang="zh-CN" sz="4500" kern="0" dirty="0" smtClean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p110</a:t>
            </a:r>
            <a:endParaRPr lang="en-US" altLang="zh-CN" sz="4500" kern="0" dirty="0">
              <a:solidFill>
                <a:srgbClr val="FFFF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 eaLnBrk="1" hangingPunct="1">
              <a:defRPr/>
            </a:pPr>
            <a:r>
              <a:rPr lang="en-US" altLang="zh-CN" sz="4500" kern="0" dirty="0" smtClean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27</a:t>
            </a:r>
            <a:r>
              <a:rPr lang="zh-CN" altLang="en-US" sz="4500" kern="0" dirty="0" smtClean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sz="4500" kern="0" dirty="0" smtClean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28</a:t>
            </a:r>
            <a:endParaRPr lang="en-US" altLang="zh-CN" sz="4500" kern="0" dirty="0">
              <a:solidFill>
                <a:srgbClr val="FFFF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EDF60DB6-CBAA-4EA8-B2BB-1A0649CCA470}"/>
              </a:ext>
            </a:extLst>
          </p:cNvPr>
          <p:cNvSpPr/>
          <p:nvPr/>
        </p:nvSpPr>
        <p:spPr>
          <a:xfrm>
            <a:off x="6528048" y="1452409"/>
            <a:ext cx="1342035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500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作业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24" y="1844824"/>
            <a:ext cx="3901399" cy="43486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自定义设计方案">
  <a:themeElements>
    <a:clrScheme name="自定义设计方案 5">
      <a:dk1>
        <a:srgbClr val="000000"/>
      </a:dk1>
      <a:lt1>
        <a:srgbClr val="FFFFD9"/>
      </a:lt1>
      <a:dk2>
        <a:srgbClr val="000000"/>
      </a:dk2>
      <a:lt2>
        <a:srgbClr val="777777"/>
      </a:lt2>
      <a:accent1>
        <a:srgbClr val="FFFFF7"/>
      </a:accent1>
      <a:accent2>
        <a:srgbClr val="33CCCC"/>
      </a:accent2>
      <a:accent3>
        <a:srgbClr val="FFFFE9"/>
      </a:accent3>
      <a:accent4>
        <a:srgbClr val="000000"/>
      </a:accent4>
      <a:accent5>
        <a:srgbClr val="FFFFFA"/>
      </a:accent5>
      <a:accent6>
        <a:srgbClr val="2DB9B9"/>
      </a:accent6>
      <a:hlink>
        <a:srgbClr val="FF5050"/>
      </a:hlink>
      <a:folHlink>
        <a:srgbClr val="FF9900"/>
      </a:folHlink>
    </a:clrScheme>
    <a:fontScheme name="自定义设计方案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CCFF"/>
        </a:solidFill>
        <a:ln w="25400" cap="flat" cmpd="sng" algn="ctr">
          <a:solidFill>
            <a:srgbClr val="F8F8F8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CCFF"/>
        </a:solidFill>
        <a:ln w="25400" cap="flat" cmpd="sng" algn="ctr">
          <a:solidFill>
            <a:srgbClr val="F8F8F8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19019</TotalTime>
  <Words>847</Words>
  <Application>Microsoft Office PowerPoint</Application>
  <PresentationFormat>宽屏</PresentationFormat>
  <Paragraphs>173</Paragraphs>
  <Slides>25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5" baseType="lpstr">
      <vt:lpstr>华文楷体</vt:lpstr>
      <vt:lpstr>楷体</vt:lpstr>
      <vt:lpstr>楷体_GB2312</vt:lpstr>
      <vt:lpstr>宋体</vt:lpstr>
      <vt:lpstr>Arial</vt:lpstr>
      <vt:lpstr>Symbol</vt:lpstr>
      <vt:lpstr>Times New Roman</vt:lpstr>
      <vt:lpstr>自定义设计方案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 2</vt:lpstr>
      <vt:lpstr>PowerPoint 演示文稿</vt:lpstr>
      <vt:lpstr>例3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西安通信学院数学教研室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1-1 n阶行列式定义</dc:title>
  <dc:creator>大庆石油学院应用数学教研室</dc:creator>
  <cp:lastModifiedBy>Windows 用户</cp:lastModifiedBy>
  <cp:revision>1031</cp:revision>
  <dcterms:created xsi:type="dcterms:W3CDTF">2000-09-19T09:57:13Z</dcterms:created>
  <dcterms:modified xsi:type="dcterms:W3CDTF">2022-10-10T13:28:32Z</dcterms:modified>
</cp:coreProperties>
</file>