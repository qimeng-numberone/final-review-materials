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24"/>
  </p:notesMasterIdLst>
  <p:handoutMasterIdLst>
    <p:handoutMasterId r:id="rId25"/>
  </p:handoutMasterIdLst>
  <p:sldIdLst>
    <p:sldId id="303" r:id="rId2"/>
    <p:sldId id="344" r:id="rId3"/>
    <p:sldId id="457" r:id="rId4"/>
    <p:sldId id="458" r:id="rId5"/>
    <p:sldId id="459" r:id="rId6"/>
    <p:sldId id="444" r:id="rId7"/>
    <p:sldId id="455" r:id="rId8"/>
    <p:sldId id="460" r:id="rId9"/>
    <p:sldId id="461" r:id="rId10"/>
    <p:sldId id="462" r:id="rId11"/>
    <p:sldId id="463" r:id="rId12"/>
    <p:sldId id="464" r:id="rId13"/>
    <p:sldId id="474" r:id="rId14"/>
    <p:sldId id="473" r:id="rId15"/>
    <p:sldId id="472" r:id="rId16"/>
    <p:sldId id="471" r:id="rId17"/>
    <p:sldId id="470" r:id="rId18"/>
    <p:sldId id="469" r:id="rId19"/>
    <p:sldId id="468" r:id="rId20"/>
    <p:sldId id="467" r:id="rId21"/>
    <p:sldId id="466" r:id="rId22"/>
    <p:sldId id="446" r:id="rId2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 userDrawn="1">
          <p15:clr>
            <a:srgbClr val="A4A3A4"/>
          </p15:clr>
        </p15:guide>
        <p15:guide id="2" pos="14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FF00"/>
    <a:srgbClr val="0000CC"/>
    <a:srgbClr val="FF0000"/>
    <a:srgbClr val="0000FF"/>
    <a:srgbClr val="0033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64" autoAdjust="0"/>
    <p:restoredTop sz="94646" autoAdjust="0"/>
  </p:normalViewPr>
  <p:slideViewPr>
    <p:cSldViewPr>
      <p:cViewPr varScale="1">
        <p:scale>
          <a:sx n="104" d="100"/>
          <a:sy n="104" d="100"/>
        </p:scale>
        <p:origin x="102" y="234"/>
      </p:cViewPr>
      <p:guideLst>
        <p:guide orient="horz" pos="3312"/>
        <p:guide pos="1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85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0.wmf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4" Type="http://schemas.openxmlformats.org/officeDocument/2006/relationships/image" Target="../media/image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4" Type="http://schemas.openxmlformats.org/officeDocument/2006/relationships/image" Target="../media/image76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xmlns="" id="{0FC57A04-1028-4792-AFB3-E2B9CD4653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xmlns="" id="{0476C184-A9E4-4243-A6A3-D1B787668D9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6" name="Rectangle 4">
            <a:extLst>
              <a:ext uri="{FF2B5EF4-FFF2-40B4-BE49-F238E27FC236}">
                <a16:creationId xmlns:a16="http://schemas.microsoft.com/office/drawing/2014/main" xmlns="" id="{3186ADF5-4DC6-495F-BE59-1DC734FA3D5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7" name="Rectangle 5">
            <a:extLst>
              <a:ext uri="{FF2B5EF4-FFF2-40B4-BE49-F238E27FC236}">
                <a16:creationId xmlns:a16="http://schemas.microsoft.com/office/drawing/2014/main" xmlns="" id="{9126D8AC-699C-4217-912A-A35AFB24FEC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D01285D5-9C81-4911-904A-CCC0A29E4A3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6631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xmlns="" id="{CF798C2B-5AE7-49BF-A233-1B2DAEF9F7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xmlns="" id="{E33344F5-58DE-42B7-BC29-0C97EDD9B89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xmlns="" id="{168417EE-2CD7-45D8-B7C7-A91EC35B89A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xmlns="" id="{494A8679-2475-4C11-8490-120AF2FD6C0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xmlns="" id="{10F212C5-D6D2-49FF-AA2E-4D58FE4B5CC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xmlns="" id="{078260E7-E96E-4441-9FB5-CDB3E0EF3D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53CE3592-E07A-493C-9436-1588184FA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2349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今天我抽到的讲课题目是</a:t>
            </a:r>
            <a:r>
              <a:rPr lang="en-US" altLang="zh-CN" dirty="0" smtClean="0"/>
              <a:t>n</a:t>
            </a:r>
            <a:r>
              <a:rPr lang="zh-CN" altLang="en-US" dirty="0" smtClean="0"/>
              <a:t>阶行列式的性质。上一节课我们学习了</a:t>
            </a:r>
            <a:r>
              <a:rPr lang="en-US" altLang="zh-CN" dirty="0" smtClean="0"/>
              <a:t>n</a:t>
            </a:r>
            <a:r>
              <a:rPr lang="zh-CN" altLang="en-US" dirty="0" smtClean="0"/>
              <a:t>阶行列式的公式，同学也会用，但同学们是不是计算</a:t>
            </a:r>
            <a:r>
              <a:rPr lang="en-US" altLang="zh-CN" dirty="0" smtClean="0"/>
              <a:t>4</a:t>
            </a:r>
            <a:r>
              <a:rPr lang="zh-CN" altLang="en-US" dirty="0" smtClean="0"/>
              <a:t>阶及以上的行列式，用公式算起来很麻烦，但是，有聪明的同学就会思考有木有什么简单的方法，可以简化行列式的计算，我要告诉大家，我们这节课学习的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阶行列式的性质是可以办到的。我们首先来看我们这节课的主要内容：行列式的性质与计算</a:t>
            </a:r>
          </a:p>
          <a:p>
            <a:endParaRPr lang="zh-CN" altLang="en-US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0266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请问同学们从这个例子可以隐约得出什么结论，行列式转置，其值不变，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52460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怎么证明呢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6812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仅学了这个性质还不足以在三秒钟得出我刚才的提问。若交换代表元中的任意两项，会有怎样的性质？还需要继续学习行列式的第二个性质，但在这之前，我们先来学习对换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61442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兑换这个概念尽管同学们不熟，但是同学们在听报告，看电影，看演出的时候也许都是换过位置，也就是我们今天讲的对换。然后思考对换和相邻对换之间的关系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3392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接下来我们来看对换后逆序数和符号的变化（回顾板书逆序数）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37350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我么思考变换前后逆序数的变化情况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311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举一个更简单的例子来说明。</a:t>
            </a:r>
            <a:r>
              <a:rPr lang="en-US" altLang="zh-CN" dirty="0" smtClean="0"/>
              <a:t>1234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1324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0773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知道了一个排列中的任意两个元素对换，排列的奇偶性改变，接下来的性质就好讲了。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570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请问交换行列式的两行</a:t>
            </a:r>
            <a:r>
              <a:rPr lang="en-US" altLang="zh-CN" dirty="0" smtClean="0"/>
              <a:t>(</a:t>
            </a:r>
            <a:r>
              <a:rPr lang="zh-CN" altLang="en-US" dirty="0" smtClean="0"/>
              <a:t>列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，其值变号吗？为什么？</a:t>
            </a:r>
            <a:r>
              <a:rPr lang="en-US" altLang="zh-CN" dirty="0" smtClean="0"/>
              <a:t>.</a:t>
            </a:r>
          </a:p>
          <a:p>
            <a:r>
              <a:rPr lang="zh-CN" altLang="en-US" dirty="0" smtClean="0"/>
              <a:t>同学们思考一下，若第</a:t>
            </a:r>
            <a:r>
              <a:rPr lang="en-US" altLang="zh-CN" dirty="0" smtClean="0"/>
              <a:t>S</a:t>
            </a:r>
            <a:r>
              <a:rPr lang="zh-CN" altLang="en-US" dirty="0" smtClean="0"/>
              <a:t>行和第</a:t>
            </a:r>
            <a:r>
              <a:rPr lang="en-US" altLang="zh-CN" dirty="0" smtClean="0"/>
              <a:t>I</a:t>
            </a:r>
            <a:r>
              <a:rPr lang="zh-CN" altLang="en-US" dirty="0" smtClean="0"/>
              <a:t>行相等呢，会有什么结论，能证明吗？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9947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同学们观察一下这两个行列式之间的区别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1303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结合性质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，同学们能得出什么结论。我们来看一个例子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238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CE3592-E07A-493C-9436-1588184FA967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8869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xmlns="" id="{A4D4A8A3-B12D-4578-B68C-1BA92B712BC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68008" y="116632"/>
            <a:ext cx="559223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000" dirty="0" smtClean="0">
                <a:solidFill>
                  <a:schemeClr val="bg1"/>
                </a:solidFill>
              </a:rPr>
              <a:t>第九讲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668976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ransition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5.wmf"/><Relationship Id="rId18" Type="http://schemas.openxmlformats.org/officeDocument/2006/relationships/oleObject" Target="../embeddings/oleObject15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9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7.wmf"/><Relationship Id="rId25" Type="http://schemas.openxmlformats.org/officeDocument/2006/relationships/image" Target="../media/image21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4.wmf"/><Relationship Id="rId24" Type="http://schemas.openxmlformats.org/officeDocument/2006/relationships/oleObject" Target="../embeddings/oleObject18.bin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23" Type="http://schemas.openxmlformats.org/officeDocument/2006/relationships/image" Target="../media/image20.w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8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30.w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8.wmf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6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4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0.w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54.wmf"/><Relationship Id="rId5" Type="http://schemas.openxmlformats.org/officeDocument/2006/relationships/image" Target="../media/image51.wmf"/><Relationship Id="rId10" Type="http://schemas.openxmlformats.org/officeDocument/2006/relationships/oleObject" Target="../embeddings/oleObject52.bin"/><Relationship Id="rId4" Type="http://schemas.openxmlformats.org/officeDocument/2006/relationships/oleObject" Target="../embeddings/oleObject49.bin"/><Relationship Id="rId9" Type="http://schemas.openxmlformats.org/officeDocument/2006/relationships/image" Target="../media/image5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58.bin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59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5" Type="http://schemas.openxmlformats.org/officeDocument/2006/relationships/oleObject" Target="../embeddings/oleObject59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6.bin"/><Relationship Id="rId14" Type="http://schemas.openxmlformats.org/officeDocument/2006/relationships/image" Target="../media/image60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6.wmf"/><Relationship Id="rId18" Type="http://schemas.openxmlformats.org/officeDocument/2006/relationships/oleObject" Target="../embeddings/oleObject67.bin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68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66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5.wmf"/><Relationship Id="rId5" Type="http://schemas.openxmlformats.org/officeDocument/2006/relationships/image" Target="../media/image62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69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2.wmf"/><Relationship Id="rId5" Type="http://schemas.openxmlformats.org/officeDocument/2006/relationships/image" Target="../media/image70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72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77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74.wmf"/><Relationship Id="rId12" Type="http://schemas.openxmlformats.org/officeDocument/2006/relationships/oleObject" Target="../embeddings/oleObject7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76.wmf"/><Relationship Id="rId5" Type="http://schemas.openxmlformats.org/officeDocument/2006/relationships/image" Target="../media/image73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5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8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8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8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>
            <a:extLst>
              <a:ext uri="{FF2B5EF4-FFF2-40B4-BE49-F238E27FC236}">
                <a16:creationId xmlns:a16="http://schemas.microsoft.com/office/drawing/2014/main" xmlns="" id="{6210DC01-9079-4B61-98F0-528F180C3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6" y="1052736"/>
            <a:ext cx="48974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4000" i="1" dirty="0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rPr>
              <a:t>n</a:t>
            </a:r>
            <a:r>
              <a:rPr lang="zh-CN" altLang="en-US" sz="40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阶行列式的性质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xmlns="" id="{1A8B5698-D9C7-4ECF-B8EB-51807C951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633791"/>
              </p:ext>
            </p:extLst>
          </p:nvPr>
        </p:nvGraphicFramePr>
        <p:xfrm>
          <a:off x="3935760" y="3212976"/>
          <a:ext cx="4222750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6" name="Equation" r:id="rId5" imgW="1587240" imgH="914400" progId="Equation.DSMT4">
                  <p:embed/>
                </p:oleObj>
              </mc:Choice>
              <mc:Fallback>
                <p:oleObj name="Equation" r:id="rId5" imgW="158724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760" y="3212976"/>
                        <a:ext cx="4222750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">
            <a:extLst>
              <a:ext uri="{FF2B5EF4-FFF2-40B4-BE49-F238E27FC236}">
                <a16:creationId xmlns:a16="http://schemas.microsoft.com/office/drawing/2014/main" xmlns="" id="{F81E55CE-4AE4-4AC7-83F7-8A5BF81DF952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3575720" y="2924944"/>
            <a:ext cx="6300788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4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40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行列式的</a:t>
            </a:r>
            <a:r>
              <a:rPr lang="zh-CN" altLang="en-US" sz="4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性质与</a:t>
            </a:r>
            <a:r>
              <a:rPr lang="zh-CN" altLang="en-US" sz="400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endParaRPr lang="zh-CN" altLang="en-US" sz="4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D2AEBF80-1A69-4555-84D4-B374CD344907}"/>
              </a:ext>
            </a:extLst>
          </p:cNvPr>
          <p:cNvSpPr/>
          <p:nvPr/>
        </p:nvSpPr>
        <p:spPr>
          <a:xfrm>
            <a:off x="4459289" y="1268414"/>
            <a:ext cx="327342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本讲主要内容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276314F-2FBF-4364-B688-F48295688EB1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1797050" y="2619376"/>
            <a:ext cx="8947150" cy="165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kumimoji="0" lang="zh-CN" altLang="en-US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研究行列式的性质，</a:t>
            </a:r>
            <a:endParaRPr kumimoji="0" lang="en-US" altLang="zh-CN" sz="3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kumimoji="0" lang="zh-CN" altLang="en-US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</a:t>
            </a:r>
            <a:r>
              <a:rPr kumimoji="0" lang="zh-CN" altLang="en-US" sz="4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简化行列式</a:t>
            </a:r>
            <a:r>
              <a:rPr kumimoji="0" lang="zh-CN" altLang="en-US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的计算。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5">
            <a:extLst>
              <a:ext uri="{FF2B5EF4-FFF2-40B4-BE49-F238E27FC236}">
                <a16:creationId xmlns:a16="http://schemas.microsoft.com/office/drawing/2014/main" xmlns="" id="{4F9EC569-AD56-41CF-A084-6114AD774C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975010"/>
              </p:ext>
            </p:extLst>
          </p:nvPr>
        </p:nvGraphicFramePr>
        <p:xfrm>
          <a:off x="2705100" y="2781300"/>
          <a:ext cx="2744788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9" name="Equation" r:id="rId4" imgW="965160" imgH="457200" progId="Equation.DSMT4">
                  <p:embed/>
                </p:oleObj>
              </mc:Choice>
              <mc:Fallback>
                <p:oleObj name="Equation" r:id="rId4" imgW="965160" imgH="457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2781300"/>
                        <a:ext cx="2744788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6">
            <a:extLst>
              <a:ext uri="{FF2B5EF4-FFF2-40B4-BE49-F238E27FC236}">
                <a16:creationId xmlns:a16="http://schemas.microsoft.com/office/drawing/2014/main" xmlns="" id="{F8E91076-5D30-4F8F-8D23-F92494B7C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055404"/>
              </p:ext>
            </p:extLst>
          </p:nvPr>
        </p:nvGraphicFramePr>
        <p:xfrm>
          <a:off x="6735763" y="2781301"/>
          <a:ext cx="271145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0" name="Equation" r:id="rId6" imgW="1054080" imgH="457200" progId="Equation.DSMT4">
                  <p:embed/>
                </p:oleObj>
              </mc:Choice>
              <mc:Fallback>
                <p:oleObj name="Equation" r:id="rId6" imgW="1054080" imgH="457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5763" y="2781301"/>
                        <a:ext cx="271145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xmlns="" id="{286B06BD-4E45-4184-B275-9BFCAE5D20C4}"/>
              </a:ext>
            </a:extLst>
          </p:cNvPr>
          <p:cNvSpPr/>
          <p:nvPr/>
        </p:nvSpPr>
        <p:spPr>
          <a:xfrm>
            <a:off x="5597525" y="992189"/>
            <a:ext cx="1212850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例题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664E14FB-48BD-4265-B695-0080BFC36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319713"/>
            <a:ext cx="66294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性质</a:t>
            </a:r>
            <a:r>
              <a:rPr lang="en-US" altLang="zh-CN" sz="36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 </a:t>
            </a:r>
            <a:r>
              <a:rPr lang="zh-CN" altLang="en-US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行列式转置，其值不变</a:t>
            </a:r>
            <a:r>
              <a:rPr lang="en-US" altLang="zh-CN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xmlns="" id="{6DE213BA-8327-4998-8835-144BD17A4CE6}"/>
              </a:ext>
            </a:extLst>
          </p:cNvPr>
          <p:cNvGrpSpPr>
            <a:grpSpLocks/>
          </p:cNvGrpSpPr>
          <p:nvPr/>
        </p:nvGrpSpPr>
        <p:grpSpPr bwMode="auto">
          <a:xfrm>
            <a:off x="2351089" y="4324355"/>
            <a:ext cx="7558088" cy="584201"/>
            <a:chOff x="578" y="3092"/>
            <a:chExt cx="4761" cy="368"/>
          </a:xfrm>
        </p:grpSpPr>
        <p:sp>
          <p:nvSpPr>
            <p:cNvPr id="12295" name="Rectangle 5">
              <a:extLst>
                <a:ext uri="{FF2B5EF4-FFF2-40B4-BE49-F238E27FC236}">
                  <a16:creationId xmlns:a16="http://schemas.microsoft.com/office/drawing/2014/main" xmlns="" id="{7FA60687-3D07-4D08-899B-C04E8E19E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3092"/>
              <a:ext cx="4761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32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行列式      称为行列式     的转置</a:t>
              </a:r>
              <a:r>
                <a:rPr lang="zh-CN" altLang="en-US" sz="3200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行列式</a:t>
              </a:r>
              <a:r>
                <a:rPr lang="en-US" altLang="zh-CN" sz="32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    </a:t>
              </a:r>
            </a:p>
          </p:txBody>
        </p:sp>
        <p:graphicFrame>
          <p:nvGraphicFramePr>
            <p:cNvPr id="12296" name="Object 6">
              <a:extLst>
                <a:ext uri="{FF2B5EF4-FFF2-40B4-BE49-F238E27FC236}">
                  <a16:creationId xmlns:a16="http://schemas.microsoft.com/office/drawing/2014/main" xmlns="" id="{DA82DB93-B827-4726-AC70-7C0AFE3E6D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1268658"/>
                </p:ext>
              </p:extLst>
            </p:nvPr>
          </p:nvGraphicFramePr>
          <p:xfrm>
            <a:off x="1484" y="3126"/>
            <a:ext cx="300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68" name="Equation" r:id="rId4" imgW="228600" imgH="190440" progId="Equation.DSMT4">
                    <p:embed/>
                  </p:oleObj>
                </mc:Choice>
                <mc:Fallback>
                  <p:oleObj name="Equation" r:id="rId4" imgW="228600" imgH="1904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4" y="3126"/>
                          <a:ext cx="300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7" name="Object 7">
              <a:extLst>
                <a:ext uri="{FF2B5EF4-FFF2-40B4-BE49-F238E27FC236}">
                  <a16:creationId xmlns:a16="http://schemas.microsoft.com/office/drawing/2014/main" xmlns="" id="{050E35E1-0333-4672-A67B-5E293C0210D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6186887"/>
                </p:ext>
              </p:extLst>
            </p:nvPr>
          </p:nvGraphicFramePr>
          <p:xfrm>
            <a:off x="3116" y="3151"/>
            <a:ext cx="252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69" name="Equation" r:id="rId6" imgW="164880" imgH="164880" progId="Equation.DSMT4">
                    <p:embed/>
                  </p:oleObj>
                </mc:Choice>
                <mc:Fallback>
                  <p:oleObj name="Equation" r:id="rId6" imgW="164880" imgH="1648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6" y="3151"/>
                          <a:ext cx="252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2292" name="图片 1">
            <a:extLst>
              <a:ext uri="{FF2B5EF4-FFF2-40B4-BE49-F238E27FC236}">
                <a16:creationId xmlns:a16="http://schemas.microsoft.com/office/drawing/2014/main" xmlns="" id="{C8BE696D-30AF-4B37-B668-2C8BA91DA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825" y="1889125"/>
            <a:ext cx="3994150" cy="2065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图片 8">
            <a:extLst>
              <a:ext uri="{FF2B5EF4-FFF2-40B4-BE49-F238E27FC236}">
                <a16:creationId xmlns:a16="http://schemas.microsoft.com/office/drawing/2014/main" xmlns="" id="{C72C219C-C02A-4CE2-A6CD-2D1D44CEF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701" y="1889125"/>
            <a:ext cx="4346575" cy="20653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B0E68402-F0B4-4C12-8A30-1D152F60AB21}"/>
              </a:ext>
            </a:extLst>
          </p:cNvPr>
          <p:cNvSpPr/>
          <p:nvPr/>
        </p:nvSpPr>
        <p:spPr>
          <a:xfrm>
            <a:off x="4438650" y="992189"/>
            <a:ext cx="3530600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行列式的性质</a:t>
            </a:r>
            <a:r>
              <a:rPr lang="en-US" altLang="zh-CN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1</a:t>
            </a:r>
            <a:endParaRPr lang="zh-CN" altLang="en-US" sz="4000" kern="0" dirty="0">
              <a:solidFill>
                <a:srgbClr val="FFC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xmlns="" id="{8E0EA849-02AF-43B4-98F6-61646266E056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1847850" y="1989138"/>
            <a:ext cx="8662988" cy="316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zh-CN" altLang="en-US" sz="4800" b="0" dirty="0" smtClean="0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rPr>
              <a:t>回顾</a:t>
            </a:r>
            <a:r>
              <a:rPr lang="en-US" altLang="zh-CN" sz="4800" b="0" i="1" dirty="0" smtClean="0">
                <a:solidFill>
                  <a:srgbClr val="FFFF00"/>
                </a:solidFill>
                <a:latin typeface="+mn-lt"/>
                <a:ea typeface="华文楷体" panose="02010600040101010101" pitchFamily="2" charset="-122"/>
              </a:rPr>
              <a:t>n</a:t>
            </a:r>
            <a:r>
              <a:rPr lang="en-US" altLang="zh-CN" sz="4800" b="0" i="1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4800" b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阶行列式的定义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3">
            <a:extLst>
              <a:ext uri="{FF2B5EF4-FFF2-40B4-BE49-F238E27FC236}">
                <a16:creationId xmlns:a16="http://schemas.microsoft.com/office/drawing/2014/main" xmlns="" id="{DAE62FAF-764A-4D9D-8584-A629BF19E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389388"/>
              </p:ext>
            </p:extLst>
          </p:nvPr>
        </p:nvGraphicFramePr>
        <p:xfrm>
          <a:off x="1703512" y="2046639"/>
          <a:ext cx="8551862" cy="2600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" name="Equation" r:id="rId3" imgW="3555720" imgH="939600" progId="Equation.DSMT4">
                  <p:embed/>
                </p:oleObj>
              </mc:Choice>
              <mc:Fallback>
                <p:oleObj name="Equation" r:id="rId3" imgW="3555720" imgH="93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512" y="2046639"/>
                        <a:ext cx="8551862" cy="2600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xmlns="" id="{D2246015-C7CE-4DCB-8AE7-74060F08B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0146822"/>
              </p:ext>
            </p:extLst>
          </p:nvPr>
        </p:nvGraphicFramePr>
        <p:xfrm>
          <a:off x="1992314" y="4667250"/>
          <a:ext cx="6084887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6" name="Equation" r:id="rId5" imgW="2006280" imgH="457200" progId="Equation.DSMT4">
                  <p:embed/>
                </p:oleObj>
              </mc:Choice>
              <mc:Fallback>
                <p:oleObj name="Equation" r:id="rId5" imgW="200628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4667250"/>
                        <a:ext cx="6084887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xmlns="" id="{1084039B-DB5C-4672-9FD0-EDB4EF664D7E}"/>
              </a:ext>
            </a:extLst>
          </p:cNvPr>
          <p:cNvSpPr/>
          <p:nvPr/>
        </p:nvSpPr>
        <p:spPr>
          <a:xfrm>
            <a:off x="4184806" y="992189"/>
            <a:ext cx="40382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en-US" altLang="zh-CN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n</a:t>
            </a: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阶行列式</a:t>
            </a:r>
            <a:r>
              <a:rPr lang="zh-CN" altLang="en-US" sz="4000" kern="0" dirty="0" smtClean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的定义</a:t>
            </a:r>
            <a:endParaRPr lang="en-US" altLang="zh-CN" sz="4000" kern="0" dirty="0">
              <a:solidFill>
                <a:srgbClr val="FFC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13" name="Line 1036">
            <a:extLst>
              <a:ext uri="{FF2B5EF4-FFF2-40B4-BE49-F238E27FC236}">
                <a16:creationId xmlns:a16="http://schemas.microsoft.com/office/drawing/2014/main" xmlns="" id="{90549FF7-FEE7-4D48-B696-7FB419D68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72264" y="3717032"/>
            <a:ext cx="1728192" cy="453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 b="0">
              <a:solidFill>
                <a:srgbClr val="007A77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Line 1036">
            <a:extLst>
              <a:ext uri="{FF2B5EF4-FFF2-40B4-BE49-F238E27FC236}">
                <a16:creationId xmlns:a16="http://schemas.microsoft.com/office/drawing/2014/main" xmlns="" id="{90549FF7-FEE7-4D48-B696-7FB419D68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07967" y="5805264"/>
            <a:ext cx="2269233" cy="4536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2400" b="0">
              <a:solidFill>
                <a:srgbClr val="007A77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>
            <a:extLst>
              <a:ext uri="{FF2B5EF4-FFF2-40B4-BE49-F238E27FC236}">
                <a16:creationId xmlns:a16="http://schemas.microsoft.com/office/drawing/2014/main" xmlns="" id="{7E7C070C-490F-4570-8934-8BDED9F799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5814" y="979488"/>
            <a:ext cx="1495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证明：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xmlns="" id="{C8232F0A-162D-4FEC-AD63-7837B6604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8" y="3617913"/>
            <a:ext cx="256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中的一项，</a:t>
            </a:r>
            <a:endParaRPr kumimoji="0" lang="zh-CN" altLang="en-US" b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xmlns="" id="{39BA7DC6-CBFD-4D26-81B5-04FBEA019C55}"/>
              </a:ext>
            </a:extLst>
          </p:cNvPr>
          <p:cNvGrpSpPr>
            <a:grpSpLocks/>
          </p:cNvGrpSpPr>
          <p:nvPr/>
        </p:nvGrpSpPr>
        <p:grpSpPr bwMode="auto">
          <a:xfrm>
            <a:off x="3128243" y="693740"/>
            <a:ext cx="3748356" cy="954087"/>
            <a:chOff x="1196" y="48"/>
            <a:chExt cx="1599" cy="601"/>
          </a:xfrm>
        </p:grpSpPr>
        <p:graphicFrame>
          <p:nvGraphicFramePr>
            <p:cNvPr id="13348" name="Object 4">
              <a:extLst>
                <a:ext uri="{FF2B5EF4-FFF2-40B4-BE49-F238E27FC236}">
                  <a16:creationId xmlns:a16="http://schemas.microsoft.com/office/drawing/2014/main" xmlns="" id="{C3A8C330-17F2-427F-8C9F-40452ABF83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96" y="249"/>
            <a:ext cx="210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48" name="Equation" r:id="rId4" imgW="164880" imgH="164880" progId="Equation.DSMT4">
                    <p:embed/>
                  </p:oleObj>
                </mc:Choice>
                <mc:Fallback>
                  <p:oleObj name="Equation" r:id="rId4" imgW="164880" imgH="16488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6" y="249"/>
                          <a:ext cx="210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9" name="Rectangle 5">
              <a:extLst>
                <a:ext uri="{FF2B5EF4-FFF2-40B4-BE49-F238E27FC236}">
                  <a16:creationId xmlns:a16="http://schemas.microsoft.com/office/drawing/2014/main" xmlns="" id="{3807ACA8-5B98-4B50-A3CB-23EACC252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6" y="48"/>
              <a:ext cx="1429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的一般</a:t>
              </a:r>
              <a:r>
                <a:rPr kumimoji="0" lang="zh-CN" altLang="en-US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项形式为</a:t>
              </a:r>
              <a:endParaRPr kumimoji="0" lang="zh-CN" altLang="en-US" b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xmlns="" id="{E535BB23-C0A7-44C2-81A8-D8E520509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797668"/>
              </p:ext>
            </p:extLst>
          </p:nvPr>
        </p:nvGraphicFramePr>
        <p:xfrm>
          <a:off x="3074988" y="1390650"/>
          <a:ext cx="5427662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49" name="Equation" r:id="rId6" imgW="1841400" imgH="368280" progId="Equation.DSMT4">
                  <p:embed/>
                </p:oleObj>
              </mc:Choice>
              <mc:Fallback>
                <p:oleObj name="Equation" r:id="rId6" imgW="1841400" imgH="3682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1390650"/>
                        <a:ext cx="5427662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xmlns="" id="{E5B7397B-D232-4768-AF0F-282ADD2F82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66280"/>
              </p:ext>
            </p:extLst>
          </p:nvPr>
        </p:nvGraphicFramePr>
        <p:xfrm>
          <a:off x="9455150" y="3024189"/>
          <a:ext cx="4651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50" name="Equation" r:id="rId8" imgW="228600" imgH="190440" progId="Equation.DSMT4">
                  <p:embed/>
                </p:oleObj>
              </mc:Choice>
              <mc:Fallback>
                <p:oleObj name="Equation" r:id="rId8" imgW="228600" imgH="1904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55150" y="3024189"/>
                        <a:ext cx="465138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35">
            <a:extLst>
              <a:ext uri="{FF2B5EF4-FFF2-40B4-BE49-F238E27FC236}">
                <a16:creationId xmlns:a16="http://schemas.microsoft.com/office/drawing/2014/main" xmlns="" id="{57A6FC0C-9706-40FC-843C-B701AF950802}"/>
              </a:ext>
            </a:extLst>
          </p:cNvPr>
          <p:cNvGrpSpPr>
            <a:grpSpLocks/>
          </p:cNvGrpSpPr>
          <p:nvPr/>
        </p:nvGrpSpPr>
        <p:grpSpPr bwMode="auto">
          <a:xfrm>
            <a:off x="1963738" y="2352676"/>
            <a:ext cx="6661150" cy="542925"/>
            <a:chOff x="414" y="941"/>
            <a:chExt cx="4061" cy="342"/>
          </a:xfrm>
        </p:grpSpPr>
        <p:sp>
          <p:nvSpPr>
            <p:cNvPr id="13345" name="Rectangle 13">
              <a:extLst>
                <a:ext uri="{FF2B5EF4-FFF2-40B4-BE49-F238E27FC236}">
                  <a16:creationId xmlns:a16="http://schemas.microsoft.com/office/drawing/2014/main" xmlns="" id="{3BDC291A-0CBF-4F63-AB69-C2FB3BC1C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956"/>
              <a:ext cx="23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中位于不同行不同列，</a:t>
              </a:r>
              <a:endParaRPr kumimoji="0" lang="zh-CN" altLang="en-US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346" name="Object 8">
              <a:extLst>
                <a:ext uri="{FF2B5EF4-FFF2-40B4-BE49-F238E27FC236}">
                  <a16:creationId xmlns:a16="http://schemas.microsoft.com/office/drawing/2014/main" xmlns="" id="{058FAFC0-541A-4963-A65B-C8D15B5EE9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7" y="998"/>
            <a:ext cx="21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51" name="Equation" r:id="rId10" imgW="164880" imgH="164880" progId="Equation.DSMT4">
                    <p:embed/>
                  </p:oleObj>
                </mc:Choice>
                <mc:Fallback>
                  <p:oleObj name="Equation" r:id="rId10" imgW="164880" imgH="16488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998"/>
                          <a:ext cx="21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7" name="Rectangle 12">
              <a:extLst>
                <a:ext uri="{FF2B5EF4-FFF2-40B4-BE49-F238E27FC236}">
                  <a16:creationId xmlns:a16="http://schemas.microsoft.com/office/drawing/2014/main" xmlns="" id="{97B51F75-4A73-4485-A157-16CA23201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941"/>
              <a:ext cx="15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它的</a:t>
              </a:r>
              <a:r>
                <a:rPr kumimoji="0" lang="en-US" altLang="zh-CN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个元素在</a:t>
              </a:r>
              <a:endParaRPr kumimoji="0" lang="zh-CN" altLang="en-US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38">
            <a:extLst>
              <a:ext uri="{FF2B5EF4-FFF2-40B4-BE49-F238E27FC236}">
                <a16:creationId xmlns:a16="http://schemas.microsoft.com/office/drawing/2014/main" xmlns="" id="{915AD33A-EA6B-4C4C-A543-3100DFBFA8EC}"/>
              </a:ext>
            </a:extLst>
          </p:cNvPr>
          <p:cNvGrpSpPr>
            <a:grpSpLocks/>
          </p:cNvGrpSpPr>
          <p:nvPr/>
        </p:nvGrpSpPr>
        <p:grpSpPr bwMode="auto">
          <a:xfrm>
            <a:off x="2027239" y="5240338"/>
            <a:ext cx="4124325" cy="519112"/>
            <a:chOff x="414" y="2302"/>
            <a:chExt cx="2598" cy="327"/>
          </a:xfrm>
        </p:grpSpPr>
        <p:sp>
          <p:nvSpPr>
            <p:cNvPr id="13342" name="Rectangle 24">
              <a:extLst>
                <a:ext uri="{FF2B5EF4-FFF2-40B4-BE49-F238E27FC236}">
                  <a16:creationId xmlns:a16="http://schemas.microsoft.com/office/drawing/2014/main" xmlns="" id="{78F0535A-537D-4C1D-9D62-DA515DE79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" y="2302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与它在</a:t>
              </a:r>
              <a:endParaRPr kumimoji="0" lang="zh-CN" altLang="en-US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3343" name="Rectangle 25">
              <a:extLst>
                <a:ext uri="{FF2B5EF4-FFF2-40B4-BE49-F238E27FC236}">
                  <a16:creationId xmlns:a16="http://schemas.microsoft.com/office/drawing/2014/main" xmlns="" id="{E43976CD-C86F-4491-8A4F-F1E8F28A0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2302"/>
              <a:ext cx="16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中的符号一致，</a:t>
              </a:r>
              <a:endParaRPr kumimoji="0" lang="zh-CN" altLang="en-US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344" name="Object 21">
              <a:extLst>
                <a:ext uri="{FF2B5EF4-FFF2-40B4-BE49-F238E27FC236}">
                  <a16:creationId xmlns:a16="http://schemas.microsoft.com/office/drawing/2014/main" xmlns="" id="{B6E2AD83-24A4-4844-843E-20FEFD8789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1" y="2358"/>
            <a:ext cx="21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52" name="Equation" r:id="rId12" imgW="164880" imgH="164880" progId="Equation.DSMT4">
                    <p:embed/>
                  </p:oleObj>
                </mc:Choice>
                <mc:Fallback>
                  <p:oleObj name="Equation" r:id="rId12" imgW="164880" imgH="16488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1" y="2358"/>
                          <a:ext cx="213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Rectangle 28">
            <a:extLst>
              <a:ext uri="{FF2B5EF4-FFF2-40B4-BE49-F238E27FC236}">
                <a16:creationId xmlns:a16="http://schemas.microsoft.com/office/drawing/2014/main" xmlns="" id="{C9A9BA4B-1F01-4B6D-943A-6636FEA19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9" y="5994401"/>
            <a:ext cx="987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相同</a:t>
            </a:r>
            <a:r>
              <a:rPr kumimoji="0" lang="en-US" altLang="zh-CN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pSp>
        <p:nvGrpSpPr>
          <p:cNvPr id="21" name="Group 40">
            <a:extLst>
              <a:ext uri="{FF2B5EF4-FFF2-40B4-BE49-F238E27FC236}">
                <a16:creationId xmlns:a16="http://schemas.microsoft.com/office/drawing/2014/main" xmlns="" id="{B3438B60-4436-476F-B039-4509602A8461}"/>
              </a:ext>
            </a:extLst>
          </p:cNvPr>
          <p:cNvGrpSpPr>
            <a:grpSpLocks/>
          </p:cNvGrpSpPr>
          <p:nvPr/>
        </p:nvGrpSpPr>
        <p:grpSpPr bwMode="auto">
          <a:xfrm>
            <a:off x="3360739" y="5978526"/>
            <a:ext cx="2238375" cy="519113"/>
            <a:chOff x="1253" y="2670"/>
            <a:chExt cx="1178" cy="327"/>
          </a:xfrm>
        </p:grpSpPr>
        <p:graphicFrame>
          <p:nvGraphicFramePr>
            <p:cNvPr id="13340" name="Object 20">
              <a:extLst>
                <a:ext uri="{FF2B5EF4-FFF2-40B4-BE49-F238E27FC236}">
                  <a16:creationId xmlns:a16="http://schemas.microsoft.com/office/drawing/2014/main" xmlns="" id="{322D977B-D52B-4CFE-BA91-D0CEF66DF0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0" y="2699"/>
            <a:ext cx="621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53" name="Equation" r:id="rId14" imgW="507960" imgH="190440" progId="Equation.DSMT4">
                    <p:embed/>
                  </p:oleObj>
                </mc:Choice>
                <mc:Fallback>
                  <p:oleObj name="Equation" r:id="rId14" imgW="507960" imgH="19044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0" y="2699"/>
                          <a:ext cx="621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1" name="Rectangle 29">
              <a:extLst>
                <a:ext uri="{FF2B5EF4-FFF2-40B4-BE49-F238E27FC236}">
                  <a16:creationId xmlns:a16="http://schemas.microsoft.com/office/drawing/2014/main" xmlns="" id="{60642B6C-D797-4209-9C2E-9323F7EEA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3" y="2670"/>
              <a:ext cx="47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故有</a:t>
              </a:r>
            </a:p>
          </p:txBody>
        </p:sp>
      </p:grpSp>
      <p:sp>
        <p:nvSpPr>
          <p:cNvPr id="24" name="Rectangle 14">
            <a:extLst>
              <a:ext uri="{FF2B5EF4-FFF2-40B4-BE49-F238E27FC236}">
                <a16:creationId xmlns:a16="http://schemas.microsoft.com/office/drawing/2014/main" xmlns="" id="{F0122115-7BD2-4EA1-AE56-E61D1E22D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9" y="3033713"/>
            <a:ext cx="4276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中位于不同列不同行，</a:t>
            </a:r>
            <a:endParaRPr kumimoji="0" lang="zh-CN" altLang="en-US" b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5" name="Group 41">
            <a:extLst>
              <a:ext uri="{FF2B5EF4-FFF2-40B4-BE49-F238E27FC236}">
                <a16:creationId xmlns:a16="http://schemas.microsoft.com/office/drawing/2014/main" xmlns="" id="{E512A6BF-10C0-4F5F-AD62-AA47653B36E6}"/>
              </a:ext>
            </a:extLst>
          </p:cNvPr>
          <p:cNvGrpSpPr>
            <a:grpSpLocks/>
          </p:cNvGrpSpPr>
          <p:nvPr/>
        </p:nvGrpSpPr>
        <p:grpSpPr bwMode="auto">
          <a:xfrm>
            <a:off x="8180389" y="2352676"/>
            <a:ext cx="1773237" cy="519113"/>
            <a:chOff x="4329" y="941"/>
            <a:chExt cx="997" cy="327"/>
          </a:xfrm>
        </p:grpSpPr>
        <p:graphicFrame>
          <p:nvGraphicFramePr>
            <p:cNvPr id="13338" name="Object 9">
              <a:extLst>
                <a:ext uri="{FF2B5EF4-FFF2-40B4-BE49-F238E27FC236}">
                  <a16:creationId xmlns:a16="http://schemas.microsoft.com/office/drawing/2014/main" xmlns="" id="{4C2ACC66-B08A-4B3B-966C-60C9EA9C90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5" y="957"/>
            <a:ext cx="301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54" name="Equation" r:id="rId16" imgW="228600" imgH="190440" progId="Equation.DSMT4">
                    <p:embed/>
                  </p:oleObj>
                </mc:Choice>
                <mc:Fallback>
                  <p:oleObj name="Equation" r:id="rId16" imgW="228600" imgH="1904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5" y="957"/>
                          <a:ext cx="301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9" name="Rectangle 31">
              <a:extLst>
                <a:ext uri="{FF2B5EF4-FFF2-40B4-BE49-F238E27FC236}">
                  <a16:creationId xmlns:a16="http://schemas.microsoft.com/office/drawing/2014/main" xmlns="" id="{56F901D9-53EC-48ED-BB07-BDC99263D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9" y="941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因此在</a:t>
              </a:r>
            </a:p>
          </p:txBody>
        </p:sp>
      </p:grpSp>
      <p:sp>
        <p:nvSpPr>
          <p:cNvPr id="28" name="Rectangle 32">
            <a:extLst>
              <a:ext uri="{FF2B5EF4-FFF2-40B4-BE49-F238E27FC236}">
                <a16:creationId xmlns:a16="http://schemas.microsoft.com/office/drawing/2014/main" xmlns="" id="{1BD75A30-FB07-4385-8DF2-840DA6581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14" y="3011488"/>
            <a:ext cx="4206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所以这</a:t>
            </a:r>
            <a:r>
              <a:rPr kumimoji="0" lang="en-US" altLang="zh-CN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kumimoji="0"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个元素乘积也是</a:t>
            </a:r>
          </a:p>
        </p:txBody>
      </p:sp>
      <p:grpSp>
        <p:nvGrpSpPr>
          <p:cNvPr id="29" name="Group 37">
            <a:extLst>
              <a:ext uri="{FF2B5EF4-FFF2-40B4-BE49-F238E27FC236}">
                <a16:creationId xmlns:a16="http://schemas.microsoft.com/office/drawing/2014/main" xmlns="" id="{C6044731-1AE0-4335-8FB7-4BAB7F9B416B}"/>
              </a:ext>
            </a:extLst>
          </p:cNvPr>
          <p:cNvGrpSpPr>
            <a:grpSpLocks/>
          </p:cNvGrpSpPr>
          <p:nvPr/>
        </p:nvGrpSpPr>
        <p:grpSpPr bwMode="auto">
          <a:xfrm>
            <a:off x="3735389" y="3597275"/>
            <a:ext cx="2943225" cy="560388"/>
            <a:chOff x="1519" y="1565"/>
            <a:chExt cx="1853" cy="353"/>
          </a:xfrm>
        </p:grpSpPr>
        <p:graphicFrame>
          <p:nvGraphicFramePr>
            <p:cNvPr id="13335" name="Object 11">
              <a:extLst>
                <a:ext uri="{FF2B5EF4-FFF2-40B4-BE49-F238E27FC236}">
                  <a16:creationId xmlns:a16="http://schemas.microsoft.com/office/drawing/2014/main" xmlns="" id="{6158C7CE-4497-452F-AA54-BA15FC11E8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50" y="1648"/>
            <a:ext cx="258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55" name="Equation" r:id="rId18" imgW="228600" imgH="190440" progId="Equation.DSMT4">
                    <p:embed/>
                  </p:oleObj>
                </mc:Choice>
                <mc:Fallback>
                  <p:oleObj name="Equation" r:id="rId18" imgW="228600" imgH="1904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0" y="1648"/>
                          <a:ext cx="258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Rectangle 16">
              <a:extLst>
                <a:ext uri="{FF2B5EF4-FFF2-40B4-BE49-F238E27FC236}">
                  <a16:creationId xmlns:a16="http://schemas.microsoft.com/office/drawing/2014/main" xmlns="" id="{AC0E55DE-B24A-41F4-906E-3A9E17ED7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591"/>
              <a:ext cx="13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中的符号为 </a:t>
              </a:r>
              <a:endParaRPr kumimoji="0" lang="zh-CN" altLang="en-US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37" name="Rectangle 33">
              <a:extLst>
                <a:ext uri="{FF2B5EF4-FFF2-40B4-BE49-F238E27FC236}">
                  <a16:creationId xmlns:a16="http://schemas.microsoft.com/office/drawing/2014/main" xmlns="" id="{9113E134-17A7-46DE-8834-F5D2F8621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65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在</a:t>
              </a:r>
            </a:p>
          </p:txBody>
        </p:sp>
      </p:grpSp>
      <p:grpSp>
        <p:nvGrpSpPr>
          <p:cNvPr id="33" name="Group 39">
            <a:extLst>
              <a:ext uri="{FF2B5EF4-FFF2-40B4-BE49-F238E27FC236}">
                <a16:creationId xmlns:a16="http://schemas.microsoft.com/office/drawing/2014/main" xmlns="" id="{A8241854-1E57-4E80-BF29-3EBE81620C36}"/>
              </a:ext>
            </a:extLst>
          </p:cNvPr>
          <p:cNvGrpSpPr>
            <a:grpSpLocks/>
          </p:cNvGrpSpPr>
          <p:nvPr/>
        </p:nvGrpSpPr>
        <p:grpSpPr bwMode="auto">
          <a:xfrm>
            <a:off x="5897564" y="5216526"/>
            <a:ext cx="4365625" cy="542925"/>
            <a:chOff x="2852" y="2287"/>
            <a:chExt cx="2522" cy="342"/>
          </a:xfrm>
        </p:grpSpPr>
        <p:graphicFrame>
          <p:nvGraphicFramePr>
            <p:cNvPr id="13330" name="Object 22">
              <a:extLst>
                <a:ext uri="{FF2B5EF4-FFF2-40B4-BE49-F238E27FC236}">
                  <a16:creationId xmlns:a16="http://schemas.microsoft.com/office/drawing/2014/main" xmlns="" id="{21BD9D6A-4B63-417E-A2CB-C92F88084F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19" y="2358"/>
            <a:ext cx="21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56" name="Equation" r:id="rId20" imgW="164880" imgH="164880" progId="Equation.DSMT4">
                    <p:embed/>
                  </p:oleObj>
                </mc:Choice>
                <mc:Fallback>
                  <p:oleObj name="Equation" r:id="rId20" imgW="164880" imgH="1648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" y="2358"/>
                          <a:ext cx="21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1" name="Object 23">
              <a:extLst>
                <a:ext uri="{FF2B5EF4-FFF2-40B4-BE49-F238E27FC236}">
                  <a16:creationId xmlns:a16="http://schemas.microsoft.com/office/drawing/2014/main" xmlns="" id="{7652CC2E-F148-40D7-AAF2-5353BC64AB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03" y="2330"/>
            <a:ext cx="300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57" name="Equation" r:id="rId22" imgW="228600" imgH="190440" progId="Equation.DSMT4">
                    <p:embed/>
                  </p:oleObj>
                </mc:Choice>
                <mc:Fallback>
                  <p:oleObj name="Equation" r:id="rId22" imgW="228600" imgH="19044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3" y="2330"/>
                          <a:ext cx="300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2" name="Rectangle 26">
              <a:extLst>
                <a:ext uri="{FF2B5EF4-FFF2-40B4-BE49-F238E27FC236}">
                  <a16:creationId xmlns:a16="http://schemas.microsoft.com/office/drawing/2014/main" xmlns="" id="{376E3FDE-DF2D-42FE-9F3A-D5CB4C7D1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302"/>
              <a:ext cx="31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与</a:t>
              </a:r>
              <a:endParaRPr kumimoji="0" lang="zh-CN" altLang="en-US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333" name="Rectangle 27">
              <a:extLst>
                <a:ext uri="{FF2B5EF4-FFF2-40B4-BE49-F238E27FC236}">
                  <a16:creationId xmlns:a16="http://schemas.microsoft.com/office/drawing/2014/main" xmlns="" id="{0BB341FA-FF43-41A4-B2A5-122281CED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6" y="2287"/>
              <a:ext cx="11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所具有的项</a:t>
              </a:r>
            </a:p>
          </p:txBody>
        </p:sp>
        <p:sp>
          <p:nvSpPr>
            <p:cNvPr id="13334" name="Rectangle 34">
              <a:extLst>
                <a:ext uri="{FF2B5EF4-FFF2-40B4-BE49-F238E27FC236}">
                  <a16:creationId xmlns:a16="http://schemas.microsoft.com/office/drawing/2014/main" xmlns="" id="{EECFDC6C-755A-40C3-853E-69FB4682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2" y="2302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因此</a:t>
              </a:r>
            </a:p>
          </p:txBody>
        </p:sp>
      </p:grpSp>
      <p:graphicFrame>
        <p:nvGraphicFramePr>
          <p:cNvPr id="38" name="Object 7">
            <a:extLst>
              <a:ext uri="{FF2B5EF4-FFF2-40B4-BE49-F238E27FC236}">
                <a16:creationId xmlns:a16="http://schemas.microsoft.com/office/drawing/2014/main" xmlns="" id="{E535BB23-C0A7-44C2-81A8-D8E520509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9969011"/>
              </p:ext>
            </p:extLst>
          </p:nvPr>
        </p:nvGraphicFramePr>
        <p:xfrm>
          <a:off x="2744788" y="4121150"/>
          <a:ext cx="5502275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58" name="Equation" r:id="rId24" imgW="1866600" imgH="368280" progId="Equation.DSMT4">
                  <p:embed/>
                </p:oleObj>
              </mc:Choice>
              <mc:Fallback>
                <p:oleObj name="Equation" r:id="rId24" imgW="18666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4121150"/>
                        <a:ext cx="5502275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13">
            <a:extLst>
              <a:ext uri="{FF2B5EF4-FFF2-40B4-BE49-F238E27FC236}">
                <a16:creationId xmlns:a16="http://schemas.microsoft.com/office/drawing/2014/main" xmlns="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7778" y="2413500"/>
            <a:ext cx="2070374" cy="463550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Rectangle 13">
            <a:extLst>
              <a:ext uri="{FF2B5EF4-FFF2-40B4-BE49-F238E27FC236}">
                <a16:creationId xmlns:a16="http://schemas.microsoft.com/office/drawing/2014/main" xmlns="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3409" y="3029241"/>
            <a:ext cx="2070374" cy="463550"/>
          </a:xfrm>
          <a:prstGeom prst="rect">
            <a:avLst/>
          </a:prstGeom>
          <a:solidFill>
            <a:srgbClr val="00B050">
              <a:alpha val="40000"/>
            </a:srgbClr>
          </a:solidFill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8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20" grpId="0"/>
      <p:bldP spid="24" grpId="0"/>
      <p:bldP spid="28" grpId="0"/>
      <p:bldP spid="37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F996D74-25E0-4655-B971-8925C056F0BC}"/>
              </a:ext>
            </a:extLst>
          </p:cNvPr>
          <p:cNvSpPr/>
          <p:nvPr/>
        </p:nvSpPr>
        <p:spPr>
          <a:xfrm>
            <a:off x="5540375" y="3105151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4000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对换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6">
            <a:extLst>
              <a:ext uri="{FF2B5EF4-FFF2-40B4-BE49-F238E27FC236}">
                <a16:creationId xmlns:a16="http://schemas.microsoft.com/office/drawing/2014/main" xmlns="" id="{64042DA8-C118-406E-A2B5-282AB10512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0048781"/>
              </p:ext>
            </p:extLst>
          </p:nvPr>
        </p:nvGraphicFramePr>
        <p:xfrm>
          <a:off x="6099175" y="5081589"/>
          <a:ext cx="408463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15" name="Equation" r:id="rId4" imgW="1574640" imgH="228600" progId="Equation.DSMT4">
                  <p:embed/>
                </p:oleObj>
              </mc:Choice>
              <mc:Fallback>
                <p:oleObj name="Equation" r:id="rId4" imgW="1574640" imgH="2286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9175" y="5081589"/>
                        <a:ext cx="408463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Text Box 4">
            <a:extLst>
              <a:ext uri="{FF2B5EF4-FFF2-40B4-BE49-F238E27FC236}">
                <a16:creationId xmlns:a16="http://schemas.microsoft.com/office/drawing/2014/main" xmlns="" id="{E061F633-CB00-42CD-9571-90EB8A169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2133600"/>
            <a:ext cx="979755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  <a:r>
              <a:rPr lang="zh-CN" altLang="en-US" sz="240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15364" name="Text Box 5">
            <a:extLst>
              <a:ext uri="{FF2B5EF4-FFF2-40B4-BE49-F238E27FC236}">
                <a16:creationId xmlns:a16="http://schemas.microsoft.com/office/drawing/2014/main" xmlns="" id="{56D40CE0-172F-412E-AAC4-AE94E65CB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950" y="2057400"/>
            <a:ext cx="7335838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在排列中，将任意两个元素对调，其余的元素不动，这种作出新排列的手续叫做</a:t>
            </a:r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对换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．</a:t>
            </a:r>
          </a:p>
        </p:txBody>
      </p:sp>
      <p:sp>
        <p:nvSpPr>
          <p:cNvPr id="15365" name="Rectangle 6">
            <a:extLst>
              <a:ext uri="{FF2B5EF4-FFF2-40B4-BE49-F238E27FC236}">
                <a16:creationId xmlns:a16="http://schemas.microsoft.com/office/drawing/2014/main" xmlns="" id="{157E6BB7-A85E-4404-9E40-9A64A7186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1" y="3529014"/>
            <a:ext cx="6315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将相邻两个元素对换，叫做</a:t>
            </a:r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相邻对换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．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xmlns="" id="{6D467AE0-9CA4-473D-A048-6CF766FCB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4144963"/>
            <a:ext cx="9797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例如</a:t>
            </a:r>
            <a:r>
              <a:rPr lang="zh-CN" altLang="en-US" sz="240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xmlns="" id="{5C60DF34-3593-4B87-8150-2D9963F79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7475" y="5564188"/>
            <a:ext cx="0" cy="381000"/>
          </a:xfrm>
          <a:prstGeom prst="line">
            <a:avLst/>
          </a:prstGeom>
          <a:noFill/>
          <a:ln w="38100">
            <a:solidFill>
              <a:srgbClr val="92D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0" name="Object 27">
            <a:extLst>
              <a:ext uri="{FF2B5EF4-FFF2-40B4-BE49-F238E27FC236}">
                <a16:creationId xmlns:a16="http://schemas.microsoft.com/office/drawing/2014/main" xmlns="" id="{81B4A82D-A10B-4941-AEFC-7E558F2C6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827396"/>
              </p:ext>
            </p:extLst>
          </p:nvPr>
        </p:nvGraphicFramePr>
        <p:xfrm>
          <a:off x="2500314" y="5099051"/>
          <a:ext cx="29987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16" name="Equation" r:id="rId6" imgW="1155600" imgH="228600" progId="Equation.DSMT4">
                  <p:embed/>
                </p:oleObj>
              </mc:Choice>
              <mc:Fallback>
                <p:oleObj name="Equation" r:id="rId6" imgW="1155600" imgH="2286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0314" y="5099051"/>
                        <a:ext cx="29987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8">
            <a:extLst>
              <a:ext uri="{FF2B5EF4-FFF2-40B4-BE49-F238E27FC236}">
                <a16:creationId xmlns:a16="http://schemas.microsoft.com/office/drawing/2014/main" xmlns="" id="{BF93C38F-E3BA-4B34-8863-C42674D1A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687386"/>
              </p:ext>
            </p:extLst>
          </p:nvPr>
        </p:nvGraphicFramePr>
        <p:xfrm>
          <a:off x="2503489" y="5957889"/>
          <a:ext cx="2998787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17" name="Equation" r:id="rId8" imgW="1155600" imgH="228600" progId="Equation.DSMT4">
                  <p:embed/>
                </p:oleObj>
              </mc:Choice>
              <mc:Fallback>
                <p:oleObj name="Equation" r:id="rId8" imgW="1155600" imgH="2286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489" y="5957889"/>
                        <a:ext cx="2998787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9">
            <a:extLst>
              <a:ext uri="{FF2B5EF4-FFF2-40B4-BE49-F238E27FC236}">
                <a16:creationId xmlns:a16="http://schemas.microsoft.com/office/drawing/2014/main" xmlns="" id="{805A9F3E-F667-4EB9-90A6-59C5FC37B7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777348"/>
              </p:ext>
            </p:extLst>
          </p:nvPr>
        </p:nvGraphicFramePr>
        <p:xfrm>
          <a:off x="6102350" y="5940426"/>
          <a:ext cx="40830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18" name="Equation" r:id="rId10" imgW="1574640" imgH="228600" progId="Equation.DSMT4">
                  <p:embed/>
                </p:oleObj>
              </mc:Choice>
              <mc:Fallback>
                <p:oleObj name="Equation" r:id="rId10" imgW="157464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5940426"/>
                        <a:ext cx="40830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xmlns="" id="{5ADF461F-12A4-4EED-8C6D-5E8EC0F113D0}"/>
              </a:ext>
            </a:extLst>
          </p:cNvPr>
          <p:cNvGrpSpPr>
            <a:grpSpLocks/>
          </p:cNvGrpSpPr>
          <p:nvPr/>
        </p:nvGrpSpPr>
        <p:grpSpPr bwMode="auto">
          <a:xfrm>
            <a:off x="7407275" y="5475288"/>
            <a:ext cx="1435100" cy="558800"/>
            <a:chOff x="3744" y="3336"/>
            <a:chExt cx="904" cy="352"/>
          </a:xfrm>
        </p:grpSpPr>
        <p:sp>
          <p:nvSpPr>
            <p:cNvPr id="15373" name="Line 13">
              <a:extLst>
                <a:ext uri="{FF2B5EF4-FFF2-40B4-BE49-F238E27FC236}">
                  <a16:creationId xmlns:a16="http://schemas.microsoft.com/office/drawing/2014/main" xmlns="" id="{6B9A9252-B688-4A6C-87EC-ABE3A1513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352"/>
              <a:ext cx="864" cy="336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5374" name="Line 14">
              <a:extLst>
                <a:ext uri="{FF2B5EF4-FFF2-40B4-BE49-F238E27FC236}">
                  <a16:creationId xmlns:a16="http://schemas.microsoft.com/office/drawing/2014/main" xmlns="" id="{3C937182-B518-46AF-A865-235333E73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4" y="3336"/>
              <a:ext cx="864" cy="336"/>
            </a:xfrm>
            <a:prstGeom prst="line">
              <a:avLst/>
            </a:prstGeom>
            <a:noFill/>
            <a:ln w="28575">
              <a:solidFill>
                <a:srgbClr val="92D05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90AF4636-7F15-4744-94CE-0EC78B548F0C}"/>
              </a:ext>
            </a:extLst>
          </p:cNvPr>
          <p:cNvSpPr/>
          <p:nvPr/>
        </p:nvSpPr>
        <p:spPr>
          <a:xfrm>
            <a:off x="4826000" y="992189"/>
            <a:ext cx="2757488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对换的定义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5" grpId="0"/>
      <p:bldP spid="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xmlns="" id="{C34D2DB3-A5B5-4DB1-BE51-CA15E36E7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3921" y="1583906"/>
            <a:ext cx="979308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eriod"/>
            </a:pP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相邻对换是对换的特殊情形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</a:p>
          <a:p>
            <a:pPr>
              <a:buFontTx/>
              <a:buAutoNum type="arabicPeriod"/>
            </a:pP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一般的对换可以通过一系列的相邻对换来实现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</a:p>
          <a:p>
            <a:pPr>
              <a:buFontTx/>
              <a:buAutoNum type="arabicPeriod"/>
            </a:pP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如果连续施行两次相同的对换，那么排列就还原了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9511D950-1891-49A8-BB8B-A4D7A29BC72F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3933826"/>
            <a:ext cx="2438400" cy="461963"/>
            <a:chOff x="768" y="2555"/>
            <a:chExt cx="1536" cy="291"/>
          </a:xfrm>
        </p:grpSpPr>
        <p:sp>
          <p:nvSpPr>
            <p:cNvPr id="16404" name="Rectangle 4">
              <a:extLst>
                <a:ext uri="{FF2B5EF4-FFF2-40B4-BE49-F238E27FC236}">
                  <a16:creationId xmlns:a16="http://schemas.microsoft.com/office/drawing/2014/main" xmlns="" id="{B1EE984F-E02B-47AD-93E9-E339C67DA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2555"/>
              <a:ext cx="138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m </a:t>
              </a:r>
              <a:r>
                <a:rPr lang="zh-CN" altLang="en-US" sz="240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次相邻对换 </a:t>
              </a:r>
            </a:p>
          </p:txBody>
        </p:sp>
        <p:sp>
          <p:nvSpPr>
            <p:cNvPr id="16405" name="Line 5">
              <a:extLst>
                <a:ext uri="{FF2B5EF4-FFF2-40B4-BE49-F238E27FC236}">
                  <a16:creationId xmlns:a16="http://schemas.microsoft.com/office/drawing/2014/main" xmlns="" id="{A21BA32C-08F0-451F-B172-AD0E1C1D2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845"/>
              <a:ext cx="15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aphicFrame>
        <p:nvGraphicFramePr>
          <p:cNvPr id="7" name="Object 32">
            <a:extLst>
              <a:ext uri="{FF2B5EF4-FFF2-40B4-BE49-F238E27FC236}">
                <a16:creationId xmlns:a16="http://schemas.microsoft.com/office/drawing/2014/main" xmlns="" id="{2D9CF818-ECDC-4DF7-8841-3C23CAA436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52589"/>
              </p:ext>
            </p:extLst>
          </p:nvPr>
        </p:nvGraphicFramePr>
        <p:xfrm>
          <a:off x="2245278" y="3303250"/>
          <a:ext cx="34623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1" name="Equation" r:id="rId4" imgW="1574640" imgH="228600" progId="Equation.DSMT4">
                  <p:embed/>
                </p:oleObj>
              </mc:Choice>
              <mc:Fallback>
                <p:oleObj name="Equation" r:id="rId4" imgW="157464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278" y="3303250"/>
                        <a:ext cx="346233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3">
            <a:extLst>
              <a:ext uri="{FF2B5EF4-FFF2-40B4-BE49-F238E27FC236}">
                <a16:creationId xmlns:a16="http://schemas.microsoft.com/office/drawing/2014/main" xmlns="" id="{3F630309-DE4B-43B4-8E43-3110989F8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6607136"/>
              </p:ext>
            </p:extLst>
          </p:nvPr>
        </p:nvGraphicFramePr>
        <p:xfrm>
          <a:off x="5207001" y="4054475"/>
          <a:ext cx="34909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2" name="Equation" r:id="rId6" imgW="1587240" imgH="228600" progId="Equation.DSMT4">
                  <p:embed/>
                </p:oleObj>
              </mc:Choice>
              <mc:Fallback>
                <p:oleObj name="Equation" r:id="rId6" imgW="1587240" imgH="228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1" y="4054475"/>
                        <a:ext cx="34909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4">
            <a:extLst>
              <a:ext uri="{FF2B5EF4-FFF2-40B4-BE49-F238E27FC236}">
                <a16:creationId xmlns:a16="http://schemas.microsoft.com/office/drawing/2014/main" xmlns="" id="{8C787285-11CB-445A-B97A-18B1E0CA67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622084"/>
              </p:ext>
            </p:extLst>
          </p:nvPr>
        </p:nvGraphicFramePr>
        <p:xfrm>
          <a:off x="5207001" y="4702175"/>
          <a:ext cx="34909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3" name="Equation" r:id="rId8" imgW="1587240" imgH="228600" progId="Equation.DSMT4">
                  <p:embed/>
                </p:oleObj>
              </mc:Choice>
              <mc:Fallback>
                <p:oleObj name="Equation" r:id="rId8" imgW="1587240" imgH="2286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1" y="4702175"/>
                        <a:ext cx="34909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4">
            <a:extLst>
              <a:ext uri="{FF2B5EF4-FFF2-40B4-BE49-F238E27FC236}">
                <a16:creationId xmlns:a16="http://schemas.microsoft.com/office/drawing/2014/main" xmlns="" id="{BA51E383-01F2-411E-A253-5A470B6A09D9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4581530"/>
            <a:ext cx="2451100" cy="461963"/>
            <a:chOff x="768" y="2555"/>
            <a:chExt cx="1544" cy="291"/>
          </a:xfrm>
        </p:grpSpPr>
        <p:sp>
          <p:nvSpPr>
            <p:cNvPr id="16402" name="Rectangle 15">
              <a:extLst>
                <a:ext uri="{FF2B5EF4-FFF2-40B4-BE49-F238E27FC236}">
                  <a16:creationId xmlns:a16="http://schemas.microsoft.com/office/drawing/2014/main" xmlns="" id="{3FF22077-7170-476A-A9AE-230A8DD83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2555"/>
              <a:ext cx="15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m</a:t>
              </a:r>
              <a:r>
                <a:rPr lang="en-US" altLang="zh-CN" sz="240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+1</a:t>
              </a:r>
              <a:r>
                <a:rPr lang="zh-CN" altLang="en-US" sz="240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次相邻对换 </a:t>
              </a:r>
            </a:p>
          </p:txBody>
        </p:sp>
        <p:sp>
          <p:nvSpPr>
            <p:cNvPr id="16403" name="Line 16">
              <a:extLst>
                <a:ext uri="{FF2B5EF4-FFF2-40B4-BE49-F238E27FC236}">
                  <a16:creationId xmlns:a16="http://schemas.microsoft.com/office/drawing/2014/main" xmlns="" id="{66C05510-BEBA-46C5-B013-4FA22D278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845"/>
              <a:ext cx="153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13" name="Group 17">
            <a:extLst>
              <a:ext uri="{FF2B5EF4-FFF2-40B4-BE49-F238E27FC236}">
                <a16:creationId xmlns:a16="http://schemas.microsoft.com/office/drawing/2014/main" xmlns="" id="{AD74D9DC-0DDE-4602-B602-468480FAF150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5229226"/>
            <a:ext cx="2438400" cy="461963"/>
            <a:chOff x="768" y="2555"/>
            <a:chExt cx="1536" cy="291"/>
          </a:xfrm>
        </p:grpSpPr>
        <p:sp>
          <p:nvSpPr>
            <p:cNvPr id="16400" name="Rectangle 18">
              <a:extLst>
                <a:ext uri="{FF2B5EF4-FFF2-40B4-BE49-F238E27FC236}">
                  <a16:creationId xmlns:a16="http://schemas.microsoft.com/office/drawing/2014/main" xmlns="" id="{6BADB603-5F2D-48EE-97DD-174F36B9FB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2555"/>
              <a:ext cx="138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m </a:t>
              </a:r>
              <a:r>
                <a:rPr lang="zh-CN" altLang="en-US" sz="240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次相邻对换 </a:t>
              </a:r>
            </a:p>
          </p:txBody>
        </p:sp>
        <p:sp>
          <p:nvSpPr>
            <p:cNvPr id="16401" name="Line 19">
              <a:extLst>
                <a:ext uri="{FF2B5EF4-FFF2-40B4-BE49-F238E27FC236}">
                  <a16:creationId xmlns:a16="http://schemas.microsoft.com/office/drawing/2014/main" xmlns="" id="{1FB0BD04-0995-41FA-AE31-F728C8BE81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845"/>
              <a:ext cx="15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aphicFrame>
        <p:nvGraphicFramePr>
          <p:cNvPr id="16" name="Object 35">
            <a:extLst>
              <a:ext uri="{FF2B5EF4-FFF2-40B4-BE49-F238E27FC236}">
                <a16:creationId xmlns:a16="http://schemas.microsoft.com/office/drawing/2014/main" xmlns="" id="{DA19526D-589E-43EE-981B-139F41532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5457388"/>
              </p:ext>
            </p:extLst>
          </p:nvPr>
        </p:nvGraphicFramePr>
        <p:xfrm>
          <a:off x="5189538" y="5349875"/>
          <a:ext cx="34909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4" name="Equation" r:id="rId10" imgW="1587240" imgH="228600" progId="Equation.DSMT4">
                  <p:embed/>
                </p:oleObj>
              </mc:Choice>
              <mc:Fallback>
                <p:oleObj name="Equation" r:id="rId10" imgW="1587240" imgH="2286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5349875"/>
                        <a:ext cx="349091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6">
            <a:extLst>
              <a:ext uri="{FF2B5EF4-FFF2-40B4-BE49-F238E27FC236}">
                <a16:creationId xmlns:a16="http://schemas.microsoft.com/office/drawing/2014/main" xmlns="" id="{6AF0B773-DBB2-40B3-A09B-C4335F6E6F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8451612"/>
              </p:ext>
            </p:extLst>
          </p:nvPr>
        </p:nvGraphicFramePr>
        <p:xfrm>
          <a:off x="5189538" y="5999164"/>
          <a:ext cx="349091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85" name="Equation" r:id="rId12" imgW="1587240" imgH="228600" progId="Equation.DSMT4">
                  <p:embed/>
                </p:oleObj>
              </mc:Choice>
              <mc:Fallback>
                <p:oleObj name="Equation" r:id="rId12" imgW="1587240" imgH="2286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9538" y="5999164"/>
                        <a:ext cx="349091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22">
            <a:extLst>
              <a:ext uri="{FF2B5EF4-FFF2-40B4-BE49-F238E27FC236}">
                <a16:creationId xmlns:a16="http://schemas.microsoft.com/office/drawing/2014/main" xmlns="" id="{AB27EB17-AC0E-4F87-89F1-767FBF718B06}"/>
              </a:ext>
            </a:extLst>
          </p:cNvPr>
          <p:cNvGrpSpPr>
            <a:grpSpLocks/>
          </p:cNvGrpSpPr>
          <p:nvPr/>
        </p:nvGrpSpPr>
        <p:grpSpPr bwMode="auto">
          <a:xfrm>
            <a:off x="2611438" y="5878518"/>
            <a:ext cx="2451100" cy="461963"/>
            <a:chOff x="768" y="2555"/>
            <a:chExt cx="1544" cy="291"/>
          </a:xfrm>
        </p:grpSpPr>
        <p:sp>
          <p:nvSpPr>
            <p:cNvPr id="16398" name="Rectangle 23">
              <a:extLst>
                <a:ext uri="{FF2B5EF4-FFF2-40B4-BE49-F238E27FC236}">
                  <a16:creationId xmlns:a16="http://schemas.microsoft.com/office/drawing/2014/main" xmlns="" id="{9103DDB3-6159-46DD-96FA-1DA3C4EF0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2555"/>
              <a:ext cx="150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 i="1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m</a:t>
              </a:r>
              <a:r>
                <a:rPr lang="en-US" altLang="zh-CN" sz="240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+1</a:t>
              </a:r>
              <a:r>
                <a:rPr lang="zh-CN" altLang="en-US" sz="240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次相邻对换 </a:t>
              </a:r>
            </a:p>
          </p:txBody>
        </p:sp>
        <p:sp>
          <p:nvSpPr>
            <p:cNvPr id="16399" name="Line 24">
              <a:extLst>
                <a:ext uri="{FF2B5EF4-FFF2-40B4-BE49-F238E27FC236}">
                  <a16:creationId xmlns:a16="http://schemas.microsoft.com/office/drawing/2014/main" xmlns="" id="{D3480BA2-0DF5-4020-B98C-33401553E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845"/>
              <a:ext cx="153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7830233F-A53F-4029-896A-6549C82E8D27}"/>
              </a:ext>
            </a:extLst>
          </p:cNvPr>
          <p:cNvSpPr/>
          <p:nvPr/>
        </p:nvSpPr>
        <p:spPr>
          <a:xfrm>
            <a:off x="5707615" y="755203"/>
            <a:ext cx="1212850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备注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11438" y="2073102"/>
            <a:ext cx="6525812" cy="3528392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32">
            <a:extLst>
              <a:ext uri="{FF2B5EF4-FFF2-40B4-BE49-F238E27FC236}">
                <a16:creationId xmlns:a16="http://schemas.microsoft.com/office/drawing/2014/main" xmlns="" id="{65F435FB-B7FF-4DF1-9552-469B96E68F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10173"/>
              </p:ext>
            </p:extLst>
          </p:nvPr>
        </p:nvGraphicFramePr>
        <p:xfrm>
          <a:off x="4695825" y="2214563"/>
          <a:ext cx="352266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04" name="Equation" r:id="rId4" imgW="1193760" imgH="228600" progId="Equation.DSMT4">
                  <p:embed/>
                </p:oleObj>
              </mc:Choice>
              <mc:Fallback>
                <p:oleObj name="Equation" r:id="rId4" imgW="119376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25" y="2214563"/>
                        <a:ext cx="352266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3">
            <a:extLst>
              <a:ext uri="{FF2B5EF4-FFF2-40B4-BE49-F238E27FC236}">
                <a16:creationId xmlns:a16="http://schemas.microsoft.com/office/drawing/2014/main" xmlns="" id="{A4CB5DB0-C2B6-4ED7-9AE5-45574A0E1B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8612107"/>
              </p:ext>
            </p:extLst>
          </p:nvPr>
        </p:nvGraphicFramePr>
        <p:xfrm>
          <a:off x="4695825" y="3311525"/>
          <a:ext cx="352583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05" name="Equation" r:id="rId6" imgW="1193760" imgH="228600" progId="Equation.DSMT4">
                  <p:embed/>
                </p:oleObj>
              </mc:Choice>
              <mc:Fallback>
                <p:oleObj name="Equation" r:id="rId6" imgW="1193760" imgH="228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25" y="3311525"/>
                        <a:ext cx="3525838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34">
            <a:extLst>
              <a:ext uri="{FF2B5EF4-FFF2-40B4-BE49-F238E27FC236}">
                <a16:creationId xmlns:a16="http://schemas.microsoft.com/office/drawing/2014/main" xmlns="" id="{B5964DB5-3BE0-4090-AC9A-CD1B4E429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533765"/>
              </p:ext>
            </p:extLst>
          </p:nvPr>
        </p:nvGraphicFramePr>
        <p:xfrm>
          <a:off x="2516188" y="1341438"/>
          <a:ext cx="71612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06" name="Equation" r:id="rId8" imgW="2425680" imgH="253800" progId="Equation.DSMT4">
                  <p:embed/>
                </p:oleObj>
              </mc:Choice>
              <mc:Fallback>
                <p:oleObj name="Equation" r:id="rId8" imgW="2425680" imgH="253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1341438"/>
                        <a:ext cx="71612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Line 11">
            <a:extLst>
              <a:ext uri="{FF2B5EF4-FFF2-40B4-BE49-F238E27FC236}">
                <a16:creationId xmlns:a16="http://schemas.microsoft.com/office/drawing/2014/main" xmlns="" id="{D1B5A7FC-1C4B-4571-90ED-23C01283D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4" y="1906588"/>
            <a:ext cx="20637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414" name="Line 12">
            <a:extLst>
              <a:ext uri="{FF2B5EF4-FFF2-40B4-BE49-F238E27FC236}">
                <a16:creationId xmlns:a16="http://schemas.microsoft.com/office/drawing/2014/main" xmlns="" id="{911D5C53-2DE7-4CEA-8F1A-27F8EBF482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2414" y="1906588"/>
            <a:ext cx="20637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415" name="Line 13">
            <a:extLst>
              <a:ext uri="{FF2B5EF4-FFF2-40B4-BE49-F238E27FC236}">
                <a16:creationId xmlns:a16="http://schemas.microsoft.com/office/drawing/2014/main" xmlns="" id="{6BC7F1E6-C009-4D08-9D42-B31AE39E0E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4013" y="1906588"/>
            <a:ext cx="3619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416" name="Line 14">
            <a:extLst>
              <a:ext uri="{FF2B5EF4-FFF2-40B4-BE49-F238E27FC236}">
                <a16:creationId xmlns:a16="http://schemas.microsoft.com/office/drawing/2014/main" xmlns="" id="{6554DA75-3E32-4DD7-A625-B7101250A9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5313" y="1906588"/>
            <a:ext cx="3619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417" name="Line 15">
            <a:extLst>
              <a:ext uri="{FF2B5EF4-FFF2-40B4-BE49-F238E27FC236}">
                <a16:creationId xmlns:a16="http://schemas.microsoft.com/office/drawing/2014/main" xmlns="" id="{2B3D5D1F-9F6E-42BC-8E6F-47728D5A34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36988" y="1906588"/>
            <a:ext cx="9334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7418" name="Line 16">
            <a:extLst>
              <a:ext uri="{FF2B5EF4-FFF2-40B4-BE49-F238E27FC236}">
                <a16:creationId xmlns:a16="http://schemas.microsoft.com/office/drawing/2014/main" xmlns="" id="{DF01D28D-79D4-4B88-9DE4-0A7138586E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2114" y="1906588"/>
            <a:ext cx="93662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7419" name="Object 35">
            <a:extLst>
              <a:ext uri="{FF2B5EF4-FFF2-40B4-BE49-F238E27FC236}">
                <a16:creationId xmlns:a16="http://schemas.microsoft.com/office/drawing/2014/main" xmlns="" id="{3124CD10-CB12-4007-AEAB-3CB24B0518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118083"/>
              </p:ext>
            </p:extLst>
          </p:nvPr>
        </p:nvGraphicFramePr>
        <p:xfrm>
          <a:off x="2535238" y="4121150"/>
          <a:ext cx="71231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07" name="Equation" r:id="rId10" imgW="2412720" imgH="253800" progId="Equation.DSMT4">
                  <p:embed/>
                </p:oleObj>
              </mc:Choice>
              <mc:Fallback>
                <p:oleObj name="Equation" r:id="rId10" imgW="2412720" imgH="2538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4121150"/>
                        <a:ext cx="71231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20" name="Group 62">
            <a:extLst>
              <a:ext uri="{FF2B5EF4-FFF2-40B4-BE49-F238E27FC236}">
                <a16:creationId xmlns:a16="http://schemas.microsoft.com/office/drawing/2014/main" xmlns="" id="{5FEFD696-7E72-4A94-89B3-1FF92C828016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836988" y="3813176"/>
            <a:ext cx="5111750" cy="360363"/>
            <a:chOff x="966" y="2840"/>
            <a:chExt cx="3220" cy="227"/>
          </a:xfrm>
        </p:grpSpPr>
        <p:sp>
          <p:nvSpPr>
            <p:cNvPr id="17428" name="Line 63">
              <a:extLst>
                <a:ext uri="{FF2B5EF4-FFF2-40B4-BE49-F238E27FC236}">
                  <a16:creationId xmlns:a16="http://schemas.microsoft.com/office/drawing/2014/main" xmlns="" id="{FEE998D7-A8E3-4370-93BF-4500C3248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2840"/>
              <a:ext cx="131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7429" name="Line 64">
              <a:extLst>
                <a:ext uri="{FF2B5EF4-FFF2-40B4-BE49-F238E27FC236}">
                  <a16:creationId xmlns:a16="http://schemas.microsoft.com/office/drawing/2014/main" xmlns="" id="{B7F9EA17-9F00-4F67-88CF-F8F515A93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8" y="2840"/>
              <a:ext cx="131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7430" name="Line 65">
              <a:extLst>
                <a:ext uri="{FF2B5EF4-FFF2-40B4-BE49-F238E27FC236}">
                  <a16:creationId xmlns:a16="http://schemas.microsoft.com/office/drawing/2014/main" xmlns="" id="{F4FB63E7-935D-472E-82B2-F3A4F9FD3A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73" y="2840"/>
              <a:ext cx="227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7431" name="Line 66">
              <a:extLst>
                <a:ext uri="{FF2B5EF4-FFF2-40B4-BE49-F238E27FC236}">
                  <a16:creationId xmlns:a16="http://schemas.microsoft.com/office/drawing/2014/main" xmlns="" id="{21937DBF-FEDF-4524-9933-F1D5DF3B27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5" y="2840"/>
              <a:ext cx="227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7432" name="Line 67">
              <a:extLst>
                <a:ext uri="{FF2B5EF4-FFF2-40B4-BE49-F238E27FC236}">
                  <a16:creationId xmlns:a16="http://schemas.microsoft.com/office/drawing/2014/main" xmlns="" id="{6E2DCC17-E50B-4504-A8FE-29472A99E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6" y="2840"/>
              <a:ext cx="589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7433" name="Line 68">
              <a:extLst>
                <a:ext uri="{FF2B5EF4-FFF2-40B4-BE49-F238E27FC236}">
                  <a16:creationId xmlns:a16="http://schemas.microsoft.com/office/drawing/2014/main" xmlns="" id="{5BBE39A3-E149-496F-A56A-8B08FD4E5A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7" y="2840"/>
              <a:ext cx="589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7421" name="AutoShape 69">
            <a:extLst>
              <a:ext uri="{FF2B5EF4-FFF2-40B4-BE49-F238E27FC236}">
                <a16:creationId xmlns:a16="http://schemas.microsoft.com/office/drawing/2014/main" xmlns="" id="{E2236C5B-A28B-495F-8812-1A7440952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513" y="2716213"/>
            <a:ext cx="647700" cy="6477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1" name="Rectangle 125">
            <a:extLst>
              <a:ext uri="{FF2B5EF4-FFF2-40B4-BE49-F238E27FC236}">
                <a16:creationId xmlns:a16="http://schemas.microsoft.com/office/drawing/2014/main" xmlns="" id="{7D76EA68-F767-4316-86AA-1690A95F7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0514" y="5565776"/>
            <a:ext cx="776366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注意到除     外，其它元素的</a:t>
            </a:r>
            <a:r>
              <a:rPr lang="zh-CN" altLang="en-US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逆序数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不改变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aphicFrame>
        <p:nvGraphicFramePr>
          <p:cNvPr id="22" name="Object 36">
            <a:extLst>
              <a:ext uri="{FF2B5EF4-FFF2-40B4-BE49-F238E27FC236}">
                <a16:creationId xmlns:a16="http://schemas.microsoft.com/office/drawing/2014/main" xmlns="" id="{1B09D718-4FCA-4DA8-B375-C434E31A49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209945"/>
              </p:ext>
            </p:extLst>
          </p:nvPr>
        </p:nvGraphicFramePr>
        <p:xfrm>
          <a:off x="4518819" y="5677694"/>
          <a:ext cx="5032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08" name="Equation" r:id="rId12" imgW="266400" imgH="203040" progId="Equation.DSMT4">
                  <p:embed/>
                </p:oleObj>
              </mc:Choice>
              <mc:Fallback>
                <p:oleObj name="Equation" r:id="rId12" imgW="266400" imgH="2030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819" y="5677694"/>
                        <a:ext cx="5032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AutoShape 138">
            <a:extLst>
              <a:ext uri="{FF2B5EF4-FFF2-40B4-BE49-F238E27FC236}">
                <a16:creationId xmlns:a16="http://schemas.microsoft.com/office/drawing/2014/main" xmlns="" id="{9D88B906-2F0F-4D9D-A277-B3F11A689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688" y="1381126"/>
            <a:ext cx="2089150" cy="5048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AutoShape 139">
            <a:extLst>
              <a:ext uri="{FF2B5EF4-FFF2-40B4-BE49-F238E27FC236}">
                <a16:creationId xmlns:a16="http://schemas.microsoft.com/office/drawing/2014/main" xmlns="" id="{1BCDC9A9-181D-4C9B-A693-2BFC1906D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367" y="1381126"/>
            <a:ext cx="2232025" cy="5048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5" name="AutoShape 140">
            <a:extLst>
              <a:ext uri="{FF2B5EF4-FFF2-40B4-BE49-F238E27FC236}">
                <a16:creationId xmlns:a16="http://schemas.microsoft.com/office/drawing/2014/main" xmlns="" id="{12DF7076-C3E6-4A6F-BB56-52B80EB37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680" y="4189414"/>
            <a:ext cx="2089150" cy="5048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6" name="AutoShape 141">
            <a:extLst>
              <a:ext uri="{FF2B5EF4-FFF2-40B4-BE49-F238E27FC236}">
                <a16:creationId xmlns:a16="http://schemas.microsoft.com/office/drawing/2014/main" xmlns="" id="{FB9694D6-C585-45C6-B30A-9F33CF009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367" y="4189414"/>
            <a:ext cx="2232025" cy="50482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3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9">
            <a:extLst>
              <a:ext uri="{FF2B5EF4-FFF2-40B4-BE49-F238E27FC236}">
                <a16:creationId xmlns:a16="http://schemas.microsoft.com/office/drawing/2014/main" xmlns="" id="{CAD77096-2BD8-48F6-BEA1-307A9669E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4629151"/>
            <a:ext cx="1804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      时</a:t>
            </a:r>
            <a:endParaRPr lang="en-US" altLang="zh-CN" sz="240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2" name="Object 78">
            <a:extLst>
              <a:ext uri="{FF2B5EF4-FFF2-40B4-BE49-F238E27FC236}">
                <a16:creationId xmlns:a16="http://schemas.microsoft.com/office/drawing/2014/main" xmlns="" id="{3A716096-3C22-4FB6-89BE-84B5FA0D8E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0063" y="4672014"/>
          <a:ext cx="7810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1" name="Equation" r:id="rId3" imgW="355320" imgH="177480" progId="Equation.DSMT4">
                  <p:embed/>
                </p:oleObj>
              </mc:Choice>
              <mc:Fallback>
                <p:oleObj name="Equation" r:id="rId3" imgW="355320" imgH="17748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4672014"/>
                        <a:ext cx="7810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4">
            <a:extLst>
              <a:ext uri="{FF2B5EF4-FFF2-40B4-BE49-F238E27FC236}">
                <a16:creationId xmlns:a16="http://schemas.microsoft.com/office/drawing/2014/main" xmlns="" id="{2B5D6EE1-8CF0-41E8-A0B7-9D7380BC2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439" y="5299076"/>
            <a:ext cx="1736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      时</a:t>
            </a:r>
            <a:endParaRPr lang="en-US" altLang="zh-CN" sz="240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4" name="Object 79">
            <a:extLst>
              <a:ext uri="{FF2B5EF4-FFF2-40B4-BE49-F238E27FC236}">
                <a16:creationId xmlns:a16="http://schemas.microsoft.com/office/drawing/2014/main" xmlns="" id="{126F91F9-7244-47C7-BF5F-FB1E3B25C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4350" y="5356226"/>
          <a:ext cx="7810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2" name="Equation" r:id="rId5" imgW="355320" imgH="177480" progId="Equation.DSMT4">
                  <p:embed/>
                </p:oleObj>
              </mc:Choice>
              <mc:Fallback>
                <p:oleObj name="Equation" r:id="rId5" imgW="355320" imgH="17748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4350" y="5356226"/>
                        <a:ext cx="7810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6">
            <a:extLst>
              <a:ext uri="{FF2B5EF4-FFF2-40B4-BE49-F238E27FC236}">
                <a16:creationId xmlns:a16="http://schemas.microsoft.com/office/drawing/2014/main" xmlns="" id="{D9D2526B-7393-488D-817E-C86905320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9850" y="6022073"/>
            <a:ext cx="667362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因此</a:t>
            </a:r>
            <a:r>
              <a:rPr lang="zh-CN" altLang="en-US" sz="3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相邻对换改变排列的奇偶性</a:t>
            </a:r>
            <a:r>
              <a:rPr lang="en-US" altLang="zh-CN" sz="24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</a:p>
        </p:txBody>
      </p:sp>
      <p:graphicFrame>
        <p:nvGraphicFramePr>
          <p:cNvPr id="26" name="Object 80">
            <a:extLst>
              <a:ext uri="{FF2B5EF4-FFF2-40B4-BE49-F238E27FC236}">
                <a16:creationId xmlns:a16="http://schemas.microsoft.com/office/drawing/2014/main" xmlns="" id="{5839AD6A-E761-4626-8E68-325A6471F4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2964" y="4629150"/>
          <a:ext cx="13938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3" name="Equation" r:id="rId7" imgW="634680" imgH="228600" progId="Equation.DSMT4">
                  <p:embed/>
                </p:oleObj>
              </mc:Choice>
              <mc:Fallback>
                <p:oleObj name="Equation" r:id="rId7" imgW="634680" imgH="228600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4" y="4629150"/>
                        <a:ext cx="139382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81">
            <a:extLst>
              <a:ext uri="{FF2B5EF4-FFF2-40B4-BE49-F238E27FC236}">
                <a16:creationId xmlns:a16="http://schemas.microsoft.com/office/drawing/2014/main" xmlns="" id="{2ADC73CE-296B-4844-9CFF-A9CE52819A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13501" y="4614864"/>
          <a:ext cx="893763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4" name="Equation" r:id="rId9" imgW="406080" imgH="228600" progId="Equation.DSMT4">
                  <p:embed/>
                </p:oleObj>
              </mc:Choice>
              <mc:Fallback>
                <p:oleObj name="Equation" r:id="rId9" imgW="406080" imgH="22860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1" y="4614864"/>
                        <a:ext cx="893763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2">
            <a:extLst>
              <a:ext uri="{FF2B5EF4-FFF2-40B4-BE49-F238E27FC236}">
                <a16:creationId xmlns:a16="http://schemas.microsoft.com/office/drawing/2014/main" xmlns="" id="{0F9ABA3D-27DC-4821-B3F6-09AE4E6489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52963" y="5292725"/>
          <a:ext cx="9207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5" name="Equation" r:id="rId11" imgW="419040" imgH="228600" progId="Equation.DSMT4">
                  <p:embed/>
                </p:oleObj>
              </mc:Choice>
              <mc:Fallback>
                <p:oleObj name="Equation" r:id="rId11" imgW="419040" imgH="228600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5292725"/>
                        <a:ext cx="9207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83">
            <a:extLst>
              <a:ext uri="{FF2B5EF4-FFF2-40B4-BE49-F238E27FC236}">
                <a16:creationId xmlns:a16="http://schemas.microsoft.com/office/drawing/2014/main" xmlns="" id="{C2B8BB73-FD7E-40C7-A210-5A2322DA78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8676" y="5321300"/>
          <a:ext cx="12858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6" name="Equation" r:id="rId13" imgW="583920" imgH="228600" progId="Equation.DSMT4">
                  <p:embed/>
                </p:oleObj>
              </mc:Choice>
              <mc:Fallback>
                <p:oleObj name="Equation" r:id="rId13" imgW="583920" imgH="22860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8676" y="5321300"/>
                        <a:ext cx="12858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84">
            <a:extLst>
              <a:ext uri="{FF2B5EF4-FFF2-40B4-BE49-F238E27FC236}">
                <a16:creationId xmlns:a16="http://schemas.microsoft.com/office/drawing/2014/main" xmlns="" id="{3982D1D6-DB33-4A98-BB83-9DCB1AE4D0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3976" y="4672014"/>
          <a:ext cx="11715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7" name="Equation" r:id="rId15" imgW="533160" imgH="177480" progId="Equation.DSMT4">
                  <p:embed/>
                </p:oleObj>
              </mc:Choice>
              <mc:Fallback>
                <p:oleObj name="Equation" r:id="rId15" imgW="533160" imgH="177480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3976" y="4672014"/>
                        <a:ext cx="11715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85">
            <a:extLst>
              <a:ext uri="{FF2B5EF4-FFF2-40B4-BE49-F238E27FC236}">
                <a16:creationId xmlns:a16="http://schemas.microsoft.com/office/drawing/2014/main" xmlns="" id="{85B3DBB4-1320-416B-BA49-8F9B16D81D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3976" y="5356226"/>
          <a:ext cx="11715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8" name="Equation" r:id="rId17" imgW="533160" imgH="177480" progId="Equation.DSMT4">
                  <p:embed/>
                </p:oleObj>
              </mc:Choice>
              <mc:Fallback>
                <p:oleObj name="Equation" r:id="rId17" imgW="533160" imgH="17748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3976" y="5356226"/>
                        <a:ext cx="11715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32">
            <a:extLst>
              <a:ext uri="{FF2B5EF4-FFF2-40B4-BE49-F238E27FC236}">
                <a16:creationId xmlns:a16="http://schemas.microsoft.com/office/drawing/2014/main" xmlns="" id="{CC5AF26C-07E8-4229-9775-47BC7B22EA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023543"/>
              </p:ext>
            </p:extLst>
          </p:nvPr>
        </p:nvGraphicFramePr>
        <p:xfrm>
          <a:off x="4695825" y="2214563"/>
          <a:ext cx="352266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19" name="Equation" r:id="rId19" imgW="1193760" imgH="228600" progId="Equation.DSMT4">
                  <p:embed/>
                </p:oleObj>
              </mc:Choice>
              <mc:Fallback>
                <p:oleObj name="Equation" r:id="rId19" imgW="1193760" imgH="2286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25" y="2214563"/>
                        <a:ext cx="352266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33">
            <a:extLst>
              <a:ext uri="{FF2B5EF4-FFF2-40B4-BE49-F238E27FC236}">
                <a16:creationId xmlns:a16="http://schemas.microsoft.com/office/drawing/2014/main" xmlns="" id="{3E0CC787-2120-4EE8-98D9-3FEA43261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128587"/>
              </p:ext>
            </p:extLst>
          </p:nvPr>
        </p:nvGraphicFramePr>
        <p:xfrm>
          <a:off x="4695825" y="3311525"/>
          <a:ext cx="352583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0" name="Equation" r:id="rId21" imgW="1193760" imgH="228600" progId="Equation.DSMT4">
                  <p:embed/>
                </p:oleObj>
              </mc:Choice>
              <mc:Fallback>
                <p:oleObj name="Equation" r:id="rId21" imgW="1193760" imgH="2286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25" y="3311525"/>
                        <a:ext cx="3525838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Object 34">
            <a:extLst>
              <a:ext uri="{FF2B5EF4-FFF2-40B4-BE49-F238E27FC236}">
                <a16:creationId xmlns:a16="http://schemas.microsoft.com/office/drawing/2014/main" xmlns="" id="{706DA531-45A9-4C41-B617-80657704E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406802"/>
              </p:ext>
            </p:extLst>
          </p:nvPr>
        </p:nvGraphicFramePr>
        <p:xfrm>
          <a:off x="2535238" y="1341438"/>
          <a:ext cx="71231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1" name="Equation" r:id="rId23" imgW="2412720" imgH="253800" progId="Equation.DSMT4">
                  <p:embed/>
                </p:oleObj>
              </mc:Choice>
              <mc:Fallback>
                <p:oleObj name="Equation" r:id="rId23" imgW="2412720" imgH="253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238" y="1341438"/>
                        <a:ext cx="71231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Line 11">
            <a:extLst>
              <a:ext uri="{FF2B5EF4-FFF2-40B4-BE49-F238E27FC236}">
                <a16:creationId xmlns:a16="http://schemas.microsoft.com/office/drawing/2014/main" xmlns="" id="{649F24CB-BE77-47A0-ADBD-80215921F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4" y="1906588"/>
            <a:ext cx="20637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9" name="Line 12">
            <a:extLst>
              <a:ext uri="{FF2B5EF4-FFF2-40B4-BE49-F238E27FC236}">
                <a16:creationId xmlns:a16="http://schemas.microsoft.com/office/drawing/2014/main" xmlns="" id="{32E6FCAD-9B4F-452E-A2DE-16544137E8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02414" y="1906588"/>
            <a:ext cx="20637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0" name="Line 13">
            <a:extLst>
              <a:ext uri="{FF2B5EF4-FFF2-40B4-BE49-F238E27FC236}">
                <a16:creationId xmlns:a16="http://schemas.microsoft.com/office/drawing/2014/main" xmlns="" id="{2F3AA4FF-BD14-48B7-A688-97B51958520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34013" y="1906588"/>
            <a:ext cx="3619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1" name="Line 14">
            <a:extLst>
              <a:ext uri="{FF2B5EF4-FFF2-40B4-BE49-F238E27FC236}">
                <a16:creationId xmlns:a16="http://schemas.microsoft.com/office/drawing/2014/main" xmlns="" id="{D587C601-3390-48F4-9D7D-3BAB1C79B0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5313" y="1906588"/>
            <a:ext cx="3619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2" name="Line 15">
            <a:extLst>
              <a:ext uri="{FF2B5EF4-FFF2-40B4-BE49-F238E27FC236}">
                <a16:creationId xmlns:a16="http://schemas.microsoft.com/office/drawing/2014/main" xmlns="" id="{8CE9C23D-FCFA-4E25-ADAE-C11A17F264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36988" y="1906588"/>
            <a:ext cx="9334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3" name="Line 16">
            <a:extLst>
              <a:ext uri="{FF2B5EF4-FFF2-40B4-BE49-F238E27FC236}">
                <a16:creationId xmlns:a16="http://schemas.microsoft.com/office/drawing/2014/main" xmlns="" id="{B461CA7B-E60C-486E-9EEE-4C977B1433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12114" y="1906588"/>
            <a:ext cx="93662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54" name="Object 35">
            <a:extLst>
              <a:ext uri="{FF2B5EF4-FFF2-40B4-BE49-F238E27FC236}">
                <a16:creationId xmlns:a16="http://schemas.microsoft.com/office/drawing/2014/main" xmlns="" id="{ADE2BE65-5100-47BF-B2FA-EFF1DAC78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595775"/>
              </p:ext>
            </p:extLst>
          </p:nvPr>
        </p:nvGraphicFramePr>
        <p:xfrm>
          <a:off x="2516188" y="4121150"/>
          <a:ext cx="71612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322" name="Equation" r:id="rId25" imgW="2425680" imgH="253800" progId="Equation.DSMT4">
                  <p:embed/>
                </p:oleObj>
              </mc:Choice>
              <mc:Fallback>
                <p:oleObj name="Equation" r:id="rId25" imgW="2425680" imgH="2538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188" y="4121150"/>
                        <a:ext cx="71612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5" name="Group 62">
            <a:extLst>
              <a:ext uri="{FF2B5EF4-FFF2-40B4-BE49-F238E27FC236}">
                <a16:creationId xmlns:a16="http://schemas.microsoft.com/office/drawing/2014/main" xmlns="" id="{7EB682C1-D9CB-4DA8-AD72-4D8A7E41C81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836988" y="3813176"/>
            <a:ext cx="5111750" cy="360363"/>
            <a:chOff x="966" y="2840"/>
            <a:chExt cx="3220" cy="227"/>
          </a:xfrm>
        </p:grpSpPr>
        <p:sp>
          <p:nvSpPr>
            <p:cNvPr id="18457" name="Line 63">
              <a:extLst>
                <a:ext uri="{FF2B5EF4-FFF2-40B4-BE49-F238E27FC236}">
                  <a16:creationId xmlns:a16="http://schemas.microsoft.com/office/drawing/2014/main" xmlns="" id="{3A9840EB-79F6-4990-AA2E-59D9858B64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2840"/>
              <a:ext cx="131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Line 64">
              <a:extLst>
                <a:ext uri="{FF2B5EF4-FFF2-40B4-BE49-F238E27FC236}">
                  <a16:creationId xmlns:a16="http://schemas.microsoft.com/office/drawing/2014/main" xmlns="" id="{45AA0289-BBD8-4C87-9E22-C9E381094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8" y="2840"/>
              <a:ext cx="131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Line 65">
              <a:extLst>
                <a:ext uri="{FF2B5EF4-FFF2-40B4-BE49-F238E27FC236}">
                  <a16:creationId xmlns:a16="http://schemas.microsoft.com/office/drawing/2014/main" xmlns="" id="{4528B0DD-B321-4887-97B0-BEF6C1DF66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73" y="2840"/>
              <a:ext cx="227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Line 66">
              <a:extLst>
                <a:ext uri="{FF2B5EF4-FFF2-40B4-BE49-F238E27FC236}">
                  <a16:creationId xmlns:a16="http://schemas.microsoft.com/office/drawing/2014/main" xmlns="" id="{399B64AE-0A7E-4B99-831C-4980F3A98F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5" y="2840"/>
              <a:ext cx="227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Line 67">
              <a:extLst>
                <a:ext uri="{FF2B5EF4-FFF2-40B4-BE49-F238E27FC236}">
                  <a16:creationId xmlns:a16="http://schemas.microsoft.com/office/drawing/2014/main" xmlns="" id="{B5A7153B-E1C1-462A-B247-6E37AFC485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6" y="2840"/>
              <a:ext cx="589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Line 68">
              <a:extLst>
                <a:ext uri="{FF2B5EF4-FFF2-40B4-BE49-F238E27FC236}">
                  <a16:creationId xmlns:a16="http://schemas.microsoft.com/office/drawing/2014/main" xmlns="" id="{9F3D5724-F7A9-45B7-98D9-3B4FD8DB4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7" y="2840"/>
              <a:ext cx="589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6" name="AutoShape 69">
            <a:extLst>
              <a:ext uri="{FF2B5EF4-FFF2-40B4-BE49-F238E27FC236}">
                <a16:creationId xmlns:a16="http://schemas.microsoft.com/office/drawing/2014/main" xmlns="" id="{B252E487-F964-44D6-ACA8-ED96A3115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2513" y="2716213"/>
            <a:ext cx="647700" cy="6477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7942E89-88A2-45D5-A616-30606C580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778000"/>
            <a:ext cx="7620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solidFill>
                  <a:srgbClr val="00007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　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对换改变排列的奇偶性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xmlns="" id="{3CF88D4D-093D-4FE8-8CB3-BB5EF16A8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432051"/>
            <a:ext cx="990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证明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:a16="http://schemas.microsoft.com/office/drawing/2014/main" xmlns="" id="{E6D24EA4-3A8C-429A-A736-4B87F4328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9189" y="2432051"/>
            <a:ext cx="44037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先考虑相邻对换的情形．   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xmlns="" id="{923DA9BA-6329-497A-A5DB-47CD5A6F9DBE}"/>
              </a:ext>
            </a:extLst>
          </p:cNvPr>
          <p:cNvSpPr/>
          <p:nvPr/>
        </p:nvSpPr>
        <p:spPr>
          <a:xfrm>
            <a:off x="3281364" y="992189"/>
            <a:ext cx="5845175" cy="708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对换与排列奇偶性的关系</a:t>
            </a:r>
          </a:p>
        </p:txBody>
      </p:sp>
      <p:graphicFrame>
        <p:nvGraphicFramePr>
          <p:cNvPr id="57" name="Object 32">
            <a:extLst>
              <a:ext uri="{FF2B5EF4-FFF2-40B4-BE49-F238E27FC236}">
                <a16:creationId xmlns:a16="http://schemas.microsoft.com/office/drawing/2014/main" xmlns="" id="{CC5AF26C-07E8-4229-9775-47BC7B22EA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110546"/>
              </p:ext>
            </p:extLst>
          </p:nvPr>
        </p:nvGraphicFramePr>
        <p:xfrm>
          <a:off x="4459213" y="3979601"/>
          <a:ext cx="3522663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7" name="Equation" r:id="rId4" imgW="1193760" imgH="228600" progId="Equation.DSMT4">
                  <p:embed/>
                </p:oleObj>
              </mc:Choice>
              <mc:Fallback>
                <p:oleObj name="Equation" r:id="rId4" imgW="1193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13" y="3979601"/>
                        <a:ext cx="3522663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3">
            <a:extLst>
              <a:ext uri="{FF2B5EF4-FFF2-40B4-BE49-F238E27FC236}">
                <a16:creationId xmlns:a16="http://schemas.microsoft.com/office/drawing/2014/main" xmlns="" id="{3E0CC787-2120-4EE8-98D9-3FEA43261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076621"/>
              </p:ext>
            </p:extLst>
          </p:nvPr>
        </p:nvGraphicFramePr>
        <p:xfrm>
          <a:off x="4459213" y="5076563"/>
          <a:ext cx="352583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8" name="Equation" r:id="rId6" imgW="1193760" imgH="228600" progId="Equation.DSMT4">
                  <p:embed/>
                </p:oleObj>
              </mc:Choice>
              <mc:Fallback>
                <p:oleObj name="Equation" r:id="rId6" imgW="1193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13" y="5076563"/>
                        <a:ext cx="3525838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34">
            <a:extLst>
              <a:ext uri="{FF2B5EF4-FFF2-40B4-BE49-F238E27FC236}">
                <a16:creationId xmlns:a16="http://schemas.microsoft.com/office/drawing/2014/main" xmlns="" id="{706DA531-45A9-4C41-B617-80657704ED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165266"/>
              </p:ext>
            </p:extLst>
          </p:nvPr>
        </p:nvGraphicFramePr>
        <p:xfrm>
          <a:off x="2279576" y="3106476"/>
          <a:ext cx="71612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49" name="Equation" r:id="rId8" imgW="2425680" imgH="253800" progId="Equation.DSMT4">
                  <p:embed/>
                </p:oleObj>
              </mc:Choice>
              <mc:Fallback>
                <p:oleObj name="Equation" r:id="rId8" imgW="24256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576" y="3106476"/>
                        <a:ext cx="71612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Line 11">
            <a:extLst>
              <a:ext uri="{FF2B5EF4-FFF2-40B4-BE49-F238E27FC236}">
                <a16:creationId xmlns:a16="http://schemas.microsoft.com/office/drawing/2014/main" xmlns="" id="{649F24CB-BE77-47A0-ADBD-80215921F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7152" y="3671626"/>
            <a:ext cx="20637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Line 12">
            <a:extLst>
              <a:ext uri="{FF2B5EF4-FFF2-40B4-BE49-F238E27FC236}">
                <a16:creationId xmlns:a16="http://schemas.microsoft.com/office/drawing/2014/main" xmlns="" id="{32E6FCAD-9B4F-452E-A2DE-16544137E8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65802" y="3671626"/>
            <a:ext cx="20637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Line 13">
            <a:extLst>
              <a:ext uri="{FF2B5EF4-FFF2-40B4-BE49-F238E27FC236}">
                <a16:creationId xmlns:a16="http://schemas.microsoft.com/office/drawing/2014/main" xmlns="" id="{2F3AA4FF-BD14-48B7-A688-97B51958520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97401" y="3671626"/>
            <a:ext cx="3619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Line 14">
            <a:extLst>
              <a:ext uri="{FF2B5EF4-FFF2-40B4-BE49-F238E27FC236}">
                <a16:creationId xmlns:a16="http://schemas.microsoft.com/office/drawing/2014/main" xmlns="" id="{D587C601-3390-48F4-9D7D-3BAB1C79B0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8701" y="3671626"/>
            <a:ext cx="3619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Line 15">
            <a:extLst>
              <a:ext uri="{FF2B5EF4-FFF2-40B4-BE49-F238E27FC236}">
                <a16:creationId xmlns:a16="http://schemas.microsoft.com/office/drawing/2014/main" xmlns="" id="{8CE9C23D-FCFA-4E25-ADAE-C11A17F264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00376" y="3671626"/>
            <a:ext cx="933450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Line 16">
            <a:extLst>
              <a:ext uri="{FF2B5EF4-FFF2-40B4-BE49-F238E27FC236}">
                <a16:creationId xmlns:a16="http://schemas.microsoft.com/office/drawing/2014/main" xmlns="" id="{B461CA7B-E60C-486E-9EEE-4C977B1433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75502" y="3671626"/>
            <a:ext cx="936625" cy="36036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6" name="Group 62">
            <a:extLst>
              <a:ext uri="{FF2B5EF4-FFF2-40B4-BE49-F238E27FC236}">
                <a16:creationId xmlns:a16="http://schemas.microsoft.com/office/drawing/2014/main" xmlns="" id="{7EB682C1-D9CB-4DA8-AD72-4D8A7E41C81E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3600376" y="5578214"/>
            <a:ext cx="5111750" cy="360363"/>
            <a:chOff x="966" y="2840"/>
            <a:chExt cx="3220" cy="227"/>
          </a:xfrm>
        </p:grpSpPr>
        <p:sp>
          <p:nvSpPr>
            <p:cNvPr id="67" name="Line 63">
              <a:extLst>
                <a:ext uri="{FF2B5EF4-FFF2-40B4-BE49-F238E27FC236}">
                  <a16:creationId xmlns:a16="http://schemas.microsoft.com/office/drawing/2014/main" xmlns="" id="{3A9840EB-79F6-4990-AA2E-59D9858B64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2" y="2840"/>
              <a:ext cx="131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64">
              <a:extLst>
                <a:ext uri="{FF2B5EF4-FFF2-40B4-BE49-F238E27FC236}">
                  <a16:creationId xmlns:a16="http://schemas.microsoft.com/office/drawing/2014/main" xmlns="" id="{45AA0289-BBD8-4C87-9E22-C9E381094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08" y="2840"/>
              <a:ext cx="131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65">
              <a:extLst>
                <a:ext uri="{FF2B5EF4-FFF2-40B4-BE49-F238E27FC236}">
                  <a16:creationId xmlns:a16="http://schemas.microsoft.com/office/drawing/2014/main" xmlns="" id="{4528B0DD-B321-4887-97B0-BEF6C1DF66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73" y="2840"/>
              <a:ext cx="227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66">
              <a:extLst>
                <a:ext uri="{FF2B5EF4-FFF2-40B4-BE49-F238E27FC236}">
                  <a16:creationId xmlns:a16="http://schemas.microsoft.com/office/drawing/2014/main" xmlns="" id="{399B64AE-0A7E-4B99-831C-4980F3A98F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5" y="2840"/>
              <a:ext cx="227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67">
              <a:extLst>
                <a:ext uri="{FF2B5EF4-FFF2-40B4-BE49-F238E27FC236}">
                  <a16:creationId xmlns:a16="http://schemas.microsoft.com/office/drawing/2014/main" xmlns="" id="{B5A7153B-E1C1-462A-B247-6E37AFC485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66" y="2840"/>
              <a:ext cx="589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68">
              <a:extLst>
                <a:ext uri="{FF2B5EF4-FFF2-40B4-BE49-F238E27FC236}">
                  <a16:creationId xmlns:a16="http://schemas.microsoft.com/office/drawing/2014/main" xmlns="" id="{9F3D5724-F7A9-45B7-98D9-3B4FD8DB48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7" y="2840"/>
              <a:ext cx="589" cy="2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" name="AutoShape 69">
            <a:extLst>
              <a:ext uri="{FF2B5EF4-FFF2-40B4-BE49-F238E27FC236}">
                <a16:creationId xmlns:a16="http://schemas.microsoft.com/office/drawing/2014/main" xmlns="" id="{B252E487-F964-44D6-ACA8-ED96A3115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901" y="4481251"/>
            <a:ext cx="647700" cy="6477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74" name="Object 35">
            <a:extLst>
              <a:ext uri="{FF2B5EF4-FFF2-40B4-BE49-F238E27FC236}">
                <a16:creationId xmlns:a16="http://schemas.microsoft.com/office/drawing/2014/main" xmlns="" id="{ADE2BE65-5100-47BF-B2FA-EFF1DAC784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8761862"/>
              </p:ext>
            </p:extLst>
          </p:nvPr>
        </p:nvGraphicFramePr>
        <p:xfrm>
          <a:off x="2298626" y="5886188"/>
          <a:ext cx="71231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50" name="Equation" r:id="rId10" imgW="2412720" imgH="253800" progId="Equation.DSMT4">
                  <p:embed/>
                </p:oleObj>
              </mc:Choice>
              <mc:Fallback>
                <p:oleObj name="Equation" r:id="rId10" imgW="2412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626" y="5886188"/>
                        <a:ext cx="712311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utoUpdateAnimBg="0"/>
      <p:bldP spid="6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7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B559A505-046B-437B-8667-4E62480D8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289" y="1314451"/>
            <a:ext cx="746871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既然相邻对换改变排列的奇偶性，那么   </a:t>
            </a:r>
          </a:p>
        </p:txBody>
      </p:sp>
      <p:grpSp>
        <p:nvGrpSpPr>
          <p:cNvPr id="4" name="Group 13">
            <a:extLst>
              <a:ext uri="{FF2B5EF4-FFF2-40B4-BE49-F238E27FC236}">
                <a16:creationId xmlns:a16="http://schemas.microsoft.com/office/drawing/2014/main" xmlns="" id="{D1826153-63CF-4754-AFE6-B103333363C6}"/>
              </a:ext>
            </a:extLst>
          </p:cNvPr>
          <p:cNvGrpSpPr>
            <a:grpSpLocks/>
          </p:cNvGrpSpPr>
          <p:nvPr/>
        </p:nvGrpSpPr>
        <p:grpSpPr bwMode="auto">
          <a:xfrm>
            <a:off x="2284413" y="2732086"/>
            <a:ext cx="3379788" cy="954086"/>
            <a:chOff x="728" y="2979"/>
            <a:chExt cx="1929" cy="601"/>
          </a:xfrm>
        </p:grpSpPr>
        <p:sp>
          <p:nvSpPr>
            <p:cNvPr id="20490" name="Rectangle 14">
              <a:extLst>
                <a:ext uri="{FF2B5EF4-FFF2-40B4-BE49-F238E27FC236}">
                  <a16:creationId xmlns:a16="http://schemas.microsoft.com/office/drawing/2014/main" xmlns="" id="{D913339A-6B6C-45E8-9EE1-0990582D2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2979"/>
              <a:ext cx="1739" cy="6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  <a:r>
                <a:rPr lang="en-US" altLang="zh-CN" i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m</a:t>
              </a:r>
              <a:r>
                <a:rPr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+1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次相邻对换</a:t>
              </a:r>
            </a:p>
          </p:txBody>
        </p:sp>
        <p:sp>
          <p:nvSpPr>
            <p:cNvPr id="20491" name="Line 15">
              <a:extLst>
                <a:ext uri="{FF2B5EF4-FFF2-40B4-BE49-F238E27FC236}">
                  <a16:creationId xmlns:a16="http://schemas.microsoft.com/office/drawing/2014/main" xmlns="" id="{1AEBF60D-0E5E-435B-BB9B-615F742588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3261"/>
              <a:ext cx="18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7" name="Rectangle 16">
            <a:extLst>
              <a:ext uri="{FF2B5EF4-FFF2-40B4-BE49-F238E27FC236}">
                <a16:creationId xmlns:a16="http://schemas.microsoft.com/office/drawing/2014/main" xmlns="" id="{A2C73B1E-815D-46A8-B4CC-ECF5A7272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0289" y="3536080"/>
            <a:ext cx="8353425" cy="1372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因此，</a:t>
            </a:r>
            <a:r>
              <a:rPr lang="zh-CN" altLang="en-US" sz="32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一个排列中的任意两个元素对换，排列的奇偶性改变</a:t>
            </a:r>
            <a:r>
              <a: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xmlns="" id="{6BF5E49B-9711-4069-88A5-B23C25E14A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131159"/>
              </p:ext>
            </p:extLst>
          </p:nvPr>
        </p:nvGraphicFramePr>
        <p:xfrm>
          <a:off x="2284413" y="1955800"/>
          <a:ext cx="4760912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8" name="Equation" r:id="rId4" imgW="1612800" imgH="228600" progId="Equation.DSMT4">
                  <p:embed/>
                </p:oleObj>
              </mc:Choice>
              <mc:Fallback>
                <p:oleObj name="Equation" r:id="rId4" imgW="16128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1955800"/>
                        <a:ext cx="4760912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3">
            <a:extLst>
              <a:ext uri="{FF2B5EF4-FFF2-40B4-BE49-F238E27FC236}">
                <a16:creationId xmlns:a16="http://schemas.microsoft.com/office/drawing/2014/main" xmlns="" id="{BA576F91-4576-4CD0-BED8-17A22CAFA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25" y="4818063"/>
            <a:ext cx="1081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</a:p>
        </p:txBody>
      </p:sp>
      <p:graphicFrame>
        <p:nvGraphicFramePr>
          <p:cNvPr id="12" name="Object 46">
            <a:extLst>
              <a:ext uri="{FF2B5EF4-FFF2-40B4-BE49-F238E27FC236}">
                <a16:creationId xmlns:a16="http://schemas.microsoft.com/office/drawing/2014/main" xmlns="" id="{AD2019B2-479A-43E7-8C42-53151DBFB7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490039"/>
              </p:ext>
            </p:extLst>
          </p:nvPr>
        </p:nvGraphicFramePr>
        <p:xfrm>
          <a:off x="6600825" y="5094288"/>
          <a:ext cx="1709738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29" name="Equation" r:id="rId6" imgW="609480" imgH="457200" progId="Equation.DSMT4">
                  <p:embed/>
                </p:oleObj>
              </mc:Choice>
              <mc:Fallback>
                <p:oleObj name="Equation" r:id="rId6" imgW="609480" imgH="4572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5094288"/>
                        <a:ext cx="1709738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xmlns="" id="{2EA077CE-0BD7-4426-B60D-2E842735A0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8933008"/>
              </p:ext>
            </p:extLst>
          </p:nvPr>
        </p:nvGraphicFramePr>
        <p:xfrm>
          <a:off x="4243388" y="5076825"/>
          <a:ext cx="1852612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0" name="Equation" r:id="rId8" imgW="660240" imgH="457200" progId="Equation.DSMT4">
                  <p:embed/>
                </p:oleObj>
              </mc:Choice>
              <mc:Fallback>
                <p:oleObj name="Equation" r:id="rId8" imgW="660240" imgH="4572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5076825"/>
                        <a:ext cx="1852612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6">
            <a:extLst>
              <a:ext uri="{FF2B5EF4-FFF2-40B4-BE49-F238E27FC236}">
                <a16:creationId xmlns:a16="http://schemas.microsoft.com/office/drawing/2014/main" xmlns="" id="{84D1C6AB-137A-4AFC-9434-8D88A6819B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506439"/>
              </p:ext>
            </p:extLst>
          </p:nvPr>
        </p:nvGraphicFramePr>
        <p:xfrm>
          <a:off x="5824538" y="2762250"/>
          <a:ext cx="451961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31" name="Equation" r:id="rId10" imgW="1663560" imgH="228600" progId="Equation.DSMT4">
                  <p:embed/>
                </p:oleObj>
              </mc:Choice>
              <mc:Fallback>
                <p:oleObj name="Equation" r:id="rId10" imgW="1663560" imgH="2286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2762250"/>
                        <a:ext cx="451961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7" grpId="0" autoUpdateAnimBg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xmlns="" id="{621A35D0-904B-416B-9351-EBADC9ABF3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890899"/>
              </p:ext>
            </p:extLst>
          </p:nvPr>
        </p:nvGraphicFramePr>
        <p:xfrm>
          <a:off x="3589339" y="1724026"/>
          <a:ext cx="2663825" cy="286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61" name="Equation" r:id="rId3" imgW="1511280" imgH="1625400" progId="Equation.DSMT4">
                  <p:embed/>
                </p:oleObj>
              </mc:Choice>
              <mc:Fallback>
                <p:oleObj name="Equation" r:id="rId3" imgW="1511280" imgH="1625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339" y="1724026"/>
                        <a:ext cx="2663825" cy="286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xmlns="" id="{6E778E1E-005E-4021-B748-F86B7AF0A4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765974"/>
              </p:ext>
            </p:extLst>
          </p:nvPr>
        </p:nvGraphicFramePr>
        <p:xfrm>
          <a:off x="6672264" y="1704976"/>
          <a:ext cx="2689225" cy="282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62" name="Equation" r:id="rId5" imgW="1549080" imgH="1625400" progId="Equation.DSMT4">
                  <p:embed/>
                </p:oleObj>
              </mc:Choice>
              <mc:Fallback>
                <p:oleObj name="Equation" r:id="rId5" imgW="1549080" imgH="1625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4" y="1704976"/>
                        <a:ext cx="2689225" cy="282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10">
            <a:extLst>
              <a:ext uri="{FF2B5EF4-FFF2-40B4-BE49-F238E27FC236}">
                <a16:creationId xmlns:a16="http://schemas.microsoft.com/office/drawing/2014/main" xmlns="" id="{AD7D2F51-65C9-42D8-AA58-3FCFC9366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8" y="4648200"/>
            <a:ext cx="2159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90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endParaRPr kumimoji="0" lang="en-US" altLang="zh-CN" sz="1800" b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7" name="Object 12">
            <a:extLst>
              <a:ext uri="{FF2B5EF4-FFF2-40B4-BE49-F238E27FC236}">
                <a16:creationId xmlns:a16="http://schemas.microsoft.com/office/drawing/2014/main" xmlns="" id="{E526D9A2-2DAA-4EF1-9AD8-48DFB9904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793030"/>
              </p:ext>
            </p:extLst>
          </p:nvPr>
        </p:nvGraphicFramePr>
        <p:xfrm>
          <a:off x="6989763" y="5340350"/>
          <a:ext cx="3143250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63" name="Equation" r:id="rId7" imgW="1143000" imgH="241200" progId="Equation.DSMT4">
                  <p:embed/>
                </p:oleObj>
              </mc:Choice>
              <mc:Fallback>
                <p:oleObj name="Equation" r:id="rId7" imgW="1143000" imgH="241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9763" y="5340350"/>
                        <a:ext cx="3143250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13">
            <a:extLst>
              <a:ext uri="{FF2B5EF4-FFF2-40B4-BE49-F238E27FC236}">
                <a16:creationId xmlns:a16="http://schemas.microsoft.com/office/drawing/2014/main" xmlns="" id="{87CA1C8F-F326-4886-AA4C-DF6629475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9" y="5408613"/>
            <a:ext cx="5140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的一般项中</a:t>
            </a:r>
            <a:r>
              <a:rPr kumimoji="0" lang="en-US" altLang="zh-CN" i="1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n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个</a:t>
            </a:r>
            <a:r>
              <a:rPr kumimoji="0"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元素的乘积为</a:t>
            </a:r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xmlns="" id="{18C1D9E1-8161-4855-A133-479B82E5B817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010275"/>
            <a:ext cx="6008688" cy="565150"/>
            <a:chOff x="504" y="3542"/>
            <a:chExt cx="3785" cy="356"/>
          </a:xfrm>
        </p:grpSpPr>
        <p:sp>
          <p:nvSpPr>
            <p:cNvPr id="21520" name="Rectangle 14">
              <a:extLst>
                <a:ext uri="{FF2B5EF4-FFF2-40B4-BE49-F238E27FC236}">
                  <a16:creationId xmlns:a16="http://schemas.microsoft.com/office/drawing/2014/main" xmlns="" id="{62D48A5D-385E-4940-9DE7-6AF9EB427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52"/>
              <a:ext cx="10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这也是</a:t>
              </a:r>
            </a:p>
          </p:txBody>
        </p:sp>
        <p:graphicFrame>
          <p:nvGraphicFramePr>
            <p:cNvPr id="21521" name="Object 15">
              <a:extLst>
                <a:ext uri="{FF2B5EF4-FFF2-40B4-BE49-F238E27FC236}">
                  <a16:creationId xmlns:a16="http://schemas.microsoft.com/office/drawing/2014/main" xmlns="" id="{90502DA6-F4AF-43BA-A3E1-04B3E3ABA3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6" y="3562"/>
            <a:ext cx="27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64" name="Equation" r:id="rId9" imgW="190440" imgH="228600" progId="Equation.DSMT4">
                    <p:embed/>
                  </p:oleObj>
                </mc:Choice>
                <mc:Fallback>
                  <p:oleObj name="Equation" r:id="rId9" imgW="190440" imgH="2286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6" y="3562"/>
                          <a:ext cx="27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2" name="Rectangle 16">
              <a:extLst>
                <a:ext uri="{FF2B5EF4-FFF2-40B4-BE49-F238E27FC236}">
                  <a16:creationId xmlns:a16="http://schemas.microsoft.com/office/drawing/2014/main" xmlns="" id="{F61D0E88-C8F4-4B51-8FE2-D6287D231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3" y="3542"/>
              <a:ext cx="2826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的一般项中</a:t>
              </a:r>
              <a:r>
                <a:rPr kumimoji="0" lang="en-US" altLang="zh-CN" i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0"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个元素的乘积</a:t>
              </a:r>
              <a:r>
                <a:rPr kumimoji="0"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0"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</a:p>
          </p:txBody>
        </p:sp>
      </p:grpSp>
      <p:grpSp>
        <p:nvGrpSpPr>
          <p:cNvPr id="13" name="Group 20">
            <a:extLst>
              <a:ext uri="{FF2B5EF4-FFF2-40B4-BE49-F238E27FC236}">
                <a16:creationId xmlns:a16="http://schemas.microsoft.com/office/drawing/2014/main" xmlns="" id="{46793D2C-7A12-4DFB-96F8-612D87AF373A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4821238"/>
            <a:ext cx="6324600" cy="558800"/>
            <a:chOff x="584" y="2472"/>
            <a:chExt cx="3711" cy="352"/>
          </a:xfrm>
        </p:grpSpPr>
        <p:sp>
          <p:nvSpPr>
            <p:cNvPr id="21516" name="Rectangle 9">
              <a:extLst>
                <a:ext uri="{FF2B5EF4-FFF2-40B4-BE49-F238E27FC236}">
                  <a16:creationId xmlns:a16="http://schemas.microsoft.com/office/drawing/2014/main" xmlns="" id="{AFF97084-F08B-4FAE-8C69-BBF78C9BC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2472"/>
              <a:ext cx="28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的</a:t>
              </a:r>
              <a:r>
                <a:rPr kumimoji="0" lang="zh-CN" altLang="en-US" dirty="0">
                  <a:solidFill>
                    <a:schemeClr val="bg1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第</a:t>
              </a:r>
              <a:r>
                <a:rPr kumimoji="0" lang="en-US" altLang="zh-CN" i="1" dirty="0" err="1">
                  <a:solidFill>
                    <a:schemeClr val="bg1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0" lang="zh-CN" altLang="en-US" dirty="0">
                  <a:solidFill>
                    <a:schemeClr val="bg1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行与第</a:t>
              </a:r>
              <a:r>
                <a:rPr kumimoji="0" lang="en-US" altLang="zh-CN" i="1" dirty="0">
                  <a:solidFill>
                    <a:schemeClr val="bg1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r>
                <a:rPr kumimoji="0" lang="zh-CN" altLang="en-US" dirty="0">
                  <a:solidFill>
                    <a:schemeClr val="bg1"/>
                  </a:solidFill>
                  <a:latin typeface="+mn-lt"/>
                  <a:ea typeface="华文楷体" panose="02010600040101010101" pitchFamily="2" charset="-122"/>
                  <a:cs typeface="Times New Roman" panose="02020603050405020304" pitchFamily="18" charset="0"/>
                </a:rPr>
                <a:t>行</a:t>
              </a:r>
              <a:r>
                <a:rPr kumimoji="0"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，得到行列式</a:t>
              </a:r>
            </a:p>
          </p:txBody>
        </p:sp>
        <p:graphicFrame>
          <p:nvGraphicFramePr>
            <p:cNvPr id="21517" name="Object 7">
              <a:extLst>
                <a:ext uri="{FF2B5EF4-FFF2-40B4-BE49-F238E27FC236}">
                  <a16:creationId xmlns:a16="http://schemas.microsoft.com/office/drawing/2014/main" xmlns="" id="{F23AC516-94B3-4073-83DC-D5100EAB6A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8" y="2540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65" name="Equation" r:id="rId11" imgW="164880" imgH="164880" progId="Equation.DSMT4">
                    <p:embed/>
                  </p:oleObj>
                </mc:Choice>
                <mc:Fallback>
                  <p:oleObj name="Equation" r:id="rId11" imgW="164880" imgH="1648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8" y="2540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8" name="Object 8">
              <a:extLst>
                <a:ext uri="{FF2B5EF4-FFF2-40B4-BE49-F238E27FC236}">
                  <a16:creationId xmlns:a16="http://schemas.microsoft.com/office/drawing/2014/main" xmlns="" id="{6730B49A-1E88-4A85-BB21-A017C6DFFC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9" y="2488"/>
            <a:ext cx="27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66" name="Equation" r:id="rId13" imgW="190440" imgH="228600" progId="Equation.DSMT4">
                    <p:embed/>
                  </p:oleObj>
                </mc:Choice>
                <mc:Fallback>
                  <p:oleObj name="Equation" r:id="rId13" imgW="190440" imgH="228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9" y="2488"/>
                          <a:ext cx="276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9" name="Text Box 17">
              <a:extLst>
                <a:ext uri="{FF2B5EF4-FFF2-40B4-BE49-F238E27FC236}">
                  <a16:creationId xmlns:a16="http://schemas.microsoft.com/office/drawing/2014/main" xmlns="" id="{1557E8EA-E976-41BD-B781-A071C98CB8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" y="2472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交换</a:t>
              </a:r>
            </a:p>
          </p:txBody>
        </p:sp>
      </p:grpSp>
      <p:sp>
        <p:nvSpPr>
          <p:cNvPr id="19" name="Rectangle 19">
            <a:extLst>
              <a:ext uri="{FF2B5EF4-FFF2-40B4-BE49-F238E27FC236}">
                <a16:creationId xmlns:a16="http://schemas.microsoft.com/office/drawing/2014/main" xmlns="" id="{027A43D3-3955-41AE-83A5-2711EACA2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7576" y="1641476"/>
            <a:ext cx="12557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证：设</a:t>
            </a:r>
          </a:p>
        </p:txBody>
      </p:sp>
      <p:graphicFrame>
        <p:nvGraphicFramePr>
          <p:cNvPr id="26637" name="Object 7">
            <a:extLst>
              <a:ext uri="{FF2B5EF4-FFF2-40B4-BE49-F238E27FC236}">
                <a16:creationId xmlns:a16="http://schemas.microsoft.com/office/drawing/2014/main" xmlns="" id="{EB191F70-564B-46A9-AE47-A4F60AE0F5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057093"/>
              </p:ext>
            </p:extLst>
          </p:nvPr>
        </p:nvGraphicFramePr>
        <p:xfrm>
          <a:off x="2130425" y="5503863"/>
          <a:ext cx="3873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67" name="Equation" r:id="rId15" imgW="164880" imgH="164880" progId="Equation.DSMT4">
                  <p:embed/>
                </p:oleObj>
              </mc:Choice>
              <mc:Fallback>
                <p:oleObj name="Equation" r:id="rId15" imgW="164880" imgH="164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425" y="5503863"/>
                        <a:ext cx="38735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846FC619-9A72-4718-983E-1C42533E3E4B}"/>
              </a:ext>
            </a:extLst>
          </p:cNvPr>
          <p:cNvSpPr/>
          <p:nvPr/>
        </p:nvSpPr>
        <p:spPr>
          <a:xfrm>
            <a:off x="1757364" y="847725"/>
            <a:ext cx="8677275" cy="706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结论：交换行列式的两行，其值变号</a:t>
            </a:r>
            <a:endParaRPr lang="en-US" altLang="zh-CN" sz="4000" kern="0" dirty="0">
              <a:solidFill>
                <a:srgbClr val="FFC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xmlns="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776" y="2551113"/>
            <a:ext cx="2173388" cy="463550"/>
          </a:xfrm>
          <a:prstGeom prst="rect">
            <a:avLst/>
          </a:prstGeom>
          <a:solidFill>
            <a:srgbClr val="FFC000">
              <a:alpha val="40000"/>
            </a:srgbClr>
          </a:solidFill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xmlns="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776" y="3298191"/>
            <a:ext cx="2173388" cy="463550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xmlns="" id="{C353727C-F163-4F07-8DC3-4802BA7D4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419" y="5456238"/>
            <a:ext cx="3080594" cy="463550"/>
          </a:xfrm>
          <a:prstGeom prst="rect">
            <a:avLst/>
          </a:prstGeom>
          <a:solidFill>
            <a:srgbClr val="008000">
              <a:alpha val="40000"/>
            </a:srgbClr>
          </a:solidFill>
          <a:ln>
            <a:noFill/>
          </a:ln>
          <a:effectLst/>
          <a:extLst/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/>
      <p:bldP spid="20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xmlns="" id="{75F50192-755C-4DF6-8370-B71381D96D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19788"/>
              </p:ext>
            </p:extLst>
          </p:nvPr>
        </p:nvGraphicFramePr>
        <p:xfrm>
          <a:off x="2167015" y="1318774"/>
          <a:ext cx="5851525" cy="105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2" name="Equation" r:id="rId4" imgW="2031840" imgH="368280" progId="Equation.DSMT4">
                  <p:embed/>
                </p:oleObj>
              </mc:Choice>
              <mc:Fallback>
                <p:oleObj name="Equation" r:id="rId4" imgW="2031840" imgH="3682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015" y="1318774"/>
                        <a:ext cx="5851525" cy="105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2">
            <a:extLst>
              <a:ext uri="{FF2B5EF4-FFF2-40B4-BE49-F238E27FC236}">
                <a16:creationId xmlns:a16="http://schemas.microsoft.com/office/drawing/2014/main" xmlns="" id="{44C6CAEB-C440-4147-80FA-245D24434424}"/>
              </a:ext>
            </a:extLst>
          </p:cNvPr>
          <p:cNvGrpSpPr>
            <a:grpSpLocks/>
          </p:cNvGrpSpPr>
          <p:nvPr/>
        </p:nvGrpSpPr>
        <p:grpSpPr bwMode="auto">
          <a:xfrm>
            <a:off x="2167015" y="2295761"/>
            <a:ext cx="3195637" cy="593725"/>
            <a:chOff x="442" y="1026"/>
            <a:chExt cx="1831" cy="374"/>
          </a:xfrm>
        </p:grpSpPr>
        <p:sp>
          <p:nvSpPr>
            <p:cNvPr id="22549" name="Rectangle 9">
              <a:extLst>
                <a:ext uri="{FF2B5EF4-FFF2-40B4-BE49-F238E27FC236}">
                  <a16:creationId xmlns:a16="http://schemas.microsoft.com/office/drawing/2014/main" xmlns="" id="{6B38FAF0-7295-4B49-9BF1-6E1162CB1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" y="1026"/>
              <a:ext cx="183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indent="936625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中的符号为</a:t>
              </a:r>
            </a:p>
          </p:txBody>
        </p:sp>
        <p:graphicFrame>
          <p:nvGraphicFramePr>
            <p:cNvPr id="22550" name="Object 2">
              <a:extLst>
                <a:ext uri="{FF2B5EF4-FFF2-40B4-BE49-F238E27FC236}">
                  <a16:creationId xmlns:a16="http://schemas.microsoft.com/office/drawing/2014/main" xmlns="" id="{33E4F838-74AF-444A-AD05-303C434A27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3" y="1062"/>
            <a:ext cx="277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3" name="Equation" r:id="rId6" imgW="190440" imgH="228600" progId="Equation.DSMT4">
                    <p:embed/>
                  </p:oleObj>
                </mc:Choice>
                <mc:Fallback>
                  <p:oleObj name="Equation" r:id="rId6" imgW="190440" imgH="2286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1062"/>
                          <a:ext cx="277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1" name="Rectangle 8">
              <a:extLst>
                <a:ext uri="{FF2B5EF4-FFF2-40B4-BE49-F238E27FC236}">
                  <a16:creationId xmlns:a16="http://schemas.microsoft.com/office/drawing/2014/main" xmlns="" id="{66A96830-03BF-472A-A12A-0E2E60D70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050"/>
              <a:ext cx="31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在</a:t>
              </a:r>
              <a:endParaRPr kumimoji="0" lang="zh-CN" altLang="en-US" b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25">
            <a:extLst>
              <a:ext uri="{FF2B5EF4-FFF2-40B4-BE49-F238E27FC236}">
                <a16:creationId xmlns:a16="http://schemas.microsoft.com/office/drawing/2014/main" xmlns="" id="{CA57FEF8-5F28-4CC5-9C77-EEF32A23F0CC}"/>
              </a:ext>
            </a:extLst>
          </p:cNvPr>
          <p:cNvGrpSpPr>
            <a:grpSpLocks/>
          </p:cNvGrpSpPr>
          <p:nvPr/>
        </p:nvGrpSpPr>
        <p:grpSpPr bwMode="auto">
          <a:xfrm>
            <a:off x="2332631" y="4421946"/>
            <a:ext cx="8013857" cy="565150"/>
            <a:chOff x="638" y="2245"/>
            <a:chExt cx="4879" cy="356"/>
          </a:xfrm>
        </p:grpSpPr>
        <p:graphicFrame>
          <p:nvGraphicFramePr>
            <p:cNvPr id="22544" name="Object 14">
              <a:extLst>
                <a:ext uri="{FF2B5EF4-FFF2-40B4-BE49-F238E27FC236}">
                  <a16:creationId xmlns:a16="http://schemas.microsoft.com/office/drawing/2014/main" xmlns="" id="{80A20713-2E06-4783-87E5-D31884C5A6A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9" y="2264"/>
            <a:ext cx="277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4" name="Equation" r:id="rId8" imgW="190440" imgH="228600" progId="Equation.DSMT4">
                    <p:embed/>
                  </p:oleObj>
                </mc:Choice>
                <mc:Fallback>
                  <p:oleObj name="Equation" r:id="rId8" imgW="190440" imgH="2286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9" y="2264"/>
                          <a:ext cx="277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5" name="Object 15">
              <a:extLst>
                <a:ext uri="{FF2B5EF4-FFF2-40B4-BE49-F238E27FC236}">
                  <a16:creationId xmlns:a16="http://schemas.microsoft.com/office/drawing/2014/main" xmlns="" id="{82C3AD62-B60D-4848-8BAE-34799C021F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82" y="2309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5" name="Equation" r:id="rId10" imgW="164880" imgH="164880" progId="Equation.DSMT4">
                    <p:embed/>
                  </p:oleObj>
                </mc:Choice>
                <mc:Fallback>
                  <p:oleObj name="Equation" r:id="rId10" imgW="164880" imgH="16488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2" y="2309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6" name="Rectangle 16">
              <a:extLst>
                <a:ext uri="{FF2B5EF4-FFF2-40B4-BE49-F238E27FC236}">
                  <a16:creationId xmlns:a16="http://schemas.microsoft.com/office/drawing/2014/main" xmlns="" id="{7996C1E9-6200-4799-B92F-96EEAFADA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8" y="2245"/>
              <a:ext cx="76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这说明</a:t>
              </a:r>
            </a:p>
          </p:txBody>
        </p:sp>
        <p:sp>
          <p:nvSpPr>
            <p:cNvPr id="22547" name="Rectangle 17">
              <a:extLst>
                <a:ext uri="{FF2B5EF4-FFF2-40B4-BE49-F238E27FC236}">
                  <a16:creationId xmlns:a16="http://schemas.microsoft.com/office/drawing/2014/main" xmlns="" id="{FF9A27B5-9766-423C-883A-87E59B80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" y="2245"/>
              <a:ext cx="163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中的每一项都是</a:t>
              </a:r>
            </a:p>
          </p:txBody>
        </p:sp>
        <p:sp>
          <p:nvSpPr>
            <p:cNvPr id="22548" name="Rectangle 18">
              <a:extLst>
                <a:ext uri="{FF2B5EF4-FFF2-40B4-BE49-F238E27FC236}">
                  <a16:creationId xmlns:a16="http://schemas.microsoft.com/office/drawing/2014/main" xmlns="" id="{2FC05FA3-B4C4-4247-9D0D-29CA278DD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" y="2245"/>
              <a:ext cx="21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中相应项的相反数，</a:t>
              </a:r>
            </a:p>
          </p:txBody>
        </p:sp>
      </p:grpSp>
      <p:grpSp>
        <p:nvGrpSpPr>
          <p:cNvPr id="15" name="Group 21">
            <a:extLst>
              <a:ext uri="{FF2B5EF4-FFF2-40B4-BE49-F238E27FC236}">
                <a16:creationId xmlns:a16="http://schemas.microsoft.com/office/drawing/2014/main" xmlns="" id="{31EC1F90-02F2-45A5-AFE7-AC4AC036BB53}"/>
              </a:ext>
            </a:extLst>
          </p:cNvPr>
          <p:cNvGrpSpPr>
            <a:grpSpLocks/>
          </p:cNvGrpSpPr>
          <p:nvPr/>
        </p:nvGrpSpPr>
        <p:grpSpPr bwMode="auto">
          <a:xfrm>
            <a:off x="2490789" y="692151"/>
            <a:ext cx="6137275" cy="595313"/>
            <a:chOff x="584" y="170"/>
            <a:chExt cx="3866" cy="375"/>
          </a:xfrm>
        </p:grpSpPr>
        <p:sp>
          <p:nvSpPr>
            <p:cNvPr id="22541" name="Rectangle 7">
              <a:extLst>
                <a:ext uri="{FF2B5EF4-FFF2-40B4-BE49-F238E27FC236}">
                  <a16:creationId xmlns:a16="http://schemas.microsoft.com/office/drawing/2014/main" xmlns="" id="{A66CA43D-A7C2-4520-98CF-A629097F0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5" y="202"/>
              <a:ext cx="212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在   中的符号为</a:t>
              </a:r>
            </a:p>
          </p:txBody>
        </p:sp>
        <p:graphicFrame>
          <p:nvGraphicFramePr>
            <p:cNvPr id="22542" name="Object 4">
              <a:extLst>
                <a:ext uri="{FF2B5EF4-FFF2-40B4-BE49-F238E27FC236}">
                  <a16:creationId xmlns:a16="http://schemas.microsoft.com/office/drawing/2014/main" xmlns="" id="{68F12320-4959-4BA6-AA66-CB06129BF69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8251745"/>
                </p:ext>
              </p:extLst>
            </p:nvPr>
          </p:nvGraphicFramePr>
          <p:xfrm>
            <a:off x="2628" y="261"/>
            <a:ext cx="227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6" name="Equation" r:id="rId12" imgW="164880" imgH="164880" progId="Equation.DSMT4">
                    <p:embed/>
                  </p:oleObj>
                </mc:Choice>
                <mc:Fallback>
                  <p:oleObj name="Equation" r:id="rId12" imgW="164880" imgH="16488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8" y="261"/>
                          <a:ext cx="227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43" name="Object 20">
              <a:extLst>
                <a:ext uri="{FF2B5EF4-FFF2-40B4-BE49-F238E27FC236}">
                  <a16:creationId xmlns:a16="http://schemas.microsoft.com/office/drawing/2014/main" xmlns="" id="{93786A2D-A190-46FF-98D9-461A344CD2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4" y="170"/>
            <a:ext cx="1796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7" name="Equation" r:id="rId14" imgW="1143000" imgH="241200" progId="Equation.DSMT4">
                    <p:embed/>
                  </p:oleObj>
                </mc:Choice>
                <mc:Fallback>
                  <p:oleObj name="Equation" r:id="rId14" imgW="1143000" imgH="241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4" y="170"/>
                          <a:ext cx="1796" cy="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Text Box 23">
            <a:extLst>
              <a:ext uri="{FF2B5EF4-FFF2-40B4-BE49-F238E27FC236}">
                <a16:creationId xmlns:a16="http://schemas.microsoft.com/office/drawing/2014/main" xmlns="" id="{7241C60D-AD6F-4FD0-9574-102F5F3B5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6892" y="3794048"/>
            <a:ext cx="7291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这两个符号恰好相反</a:t>
            </a:r>
          </a:p>
        </p:txBody>
      </p:sp>
      <p:grpSp>
        <p:nvGrpSpPr>
          <p:cNvPr id="20" name="Group 30">
            <a:extLst>
              <a:ext uri="{FF2B5EF4-FFF2-40B4-BE49-F238E27FC236}">
                <a16:creationId xmlns:a16="http://schemas.microsoft.com/office/drawing/2014/main" xmlns="" id="{C0C66F95-FD57-455D-9320-15E036098172}"/>
              </a:ext>
            </a:extLst>
          </p:cNvPr>
          <p:cNvGrpSpPr>
            <a:grpSpLocks/>
          </p:cNvGrpSpPr>
          <p:nvPr/>
        </p:nvGrpSpPr>
        <p:grpSpPr bwMode="auto">
          <a:xfrm>
            <a:off x="2450308" y="5125444"/>
            <a:ext cx="2425700" cy="558800"/>
            <a:chOff x="557" y="2585"/>
            <a:chExt cx="1528" cy="352"/>
          </a:xfrm>
        </p:grpSpPr>
        <p:graphicFrame>
          <p:nvGraphicFramePr>
            <p:cNvPr id="22539" name="Object 19">
              <a:extLst>
                <a:ext uri="{FF2B5EF4-FFF2-40B4-BE49-F238E27FC236}">
                  <a16:creationId xmlns:a16="http://schemas.microsoft.com/office/drawing/2014/main" xmlns="" id="{A7B8AA9E-20F0-48D6-83CE-FCE6A4D7BF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0" y="2610"/>
            <a:ext cx="745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8" name="Equation" r:id="rId16" imgW="558720" imgH="228600" progId="Equation.DSMT4">
                    <p:embed/>
                  </p:oleObj>
                </mc:Choice>
                <mc:Fallback>
                  <p:oleObj name="Equation" r:id="rId16" imgW="558720" imgH="2286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0" y="2610"/>
                          <a:ext cx="745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40" name="Rectangle 24">
              <a:extLst>
                <a:ext uri="{FF2B5EF4-FFF2-40B4-BE49-F238E27FC236}">
                  <a16:creationId xmlns:a16="http://schemas.microsoft.com/office/drawing/2014/main" xmlns="" id="{F3DC0DC8-501F-4F0E-95DB-785C9C4A5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" y="2585"/>
              <a:ext cx="9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从而有</a:t>
              </a:r>
            </a:p>
          </p:txBody>
        </p:sp>
      </p:grpSp>
      <p:sp>
        <p:nvSpPr>
          <p:cNvPr id="25" name="Rectangle 28">
            <a:extLst>
              <a:ext uri="{FF2B5EF4-FFF2-40B4-BE49-F238E27FC236}">
                <a16:creationId xmlns:a16="http://schemas.microsoft.com/office/drawing/2014/main" xmlns="" id="{B43544AC-5852-42B4-BB6F-1480ADE48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6327" y="5949280"/>
            <a:ext cx="74993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性质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   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交换行列式的两行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列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，其值变号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aphicFrame>
        <p:nvGraphicFramePr>
          <p:cNvPr id="24" name="Object 5">
            <a:extLst>
              <a:ext uri="{FF2B5EF4-FFF2-40B4-BE49-F238E27FC236}">
                <a16:creationId xmlns:a16="http://schemas.microsoft.com/office/drawing/2014/main" xmlns="" id="{75F50192-755C-4DF6-8370-B71381D96D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726159"/>
              </p:ext>
            </p:extLst>
          </p:nvPr>
        </p:nvGraphicFramePr>
        <p:xfrm>
          <a:off x="3132933" y="2862698"/>
          <a:ext cx="5926137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9" name="Equation" r:id="rId18" imgW="2057400" imgH="368280" progId="Equation.DSMT4">
                  <p:embed/>
                </p:oleObj>
              </mc:Choice>
              <mc:Fallback>
                <p:oleObj name="Equation" r:id="rId18" imgW="205740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933" y="2862698"/>
                        <a:ext cx="5926137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xmlns="" id="{91B9437D-A06F-46C9-83CA-C44369533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51" y="2252663"/>
            <a:ext cx="21764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证明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xmlns="" id="{CCD49A63-538F-4999-9D6E-C5A1778237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5555920"/>
              </p:ext>
            </p:extLst>
          </p:nvPr>
        </p:nvGraphicFramePr>
        <p:xfrm>
          <a:off x="7104063" y="2760664"/>
          <a:ext cx="1204912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08" name="Equation" r:id="rId4" imgW="520560" imgH="164880" progId="Equation.DSMT4">
                  <p:embed/>
                </p:oleObj>
              </mc:Choice>
              <mc:Fallback>
                <p:oleObj name="Equation" r:id="rId4" imgW="520560" imgH="1648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760664"/>
                        <a:ext cx="1204912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">
            <a:extLst>
              <a:ext uri="{FF2B5EF4-FFF2-40B4-BE49-F238E27FC236}">
                <a16:creationId xmlns:a16="http://schemas.microsoft.com/office/drawing/2014/main" xmlns="" id="{FD3D7D47-B59B-439A-A359-39E5984B3F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1688" y="2252663"/>
            <a:ext cx="6640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设行列式 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D 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中某两行的对应元素相同，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xmlns="" id="{C510E7E1-865A-49B0-B15A-A7A5B31AF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4" y="2700338"/>
            <a:ext cx="4116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则互换这相同的两行得</a:t>
            </a:r>
          </a:p>
        </p:txBody>
      </p:sp>
      <p:grpSp>
        <p:nvGrpSpPr>
          <p:cNvPr id="8" name="Group 11">
            <a:extLst>
              <a:ext uri="{FF2B5EF4-FFF2-40B4-BE49-F238E27FC236}">
                <a16:creationId xmlns:a16="http://schemas.microsoft.com/office/drawing/2014/main" xmlns="" id="{82CC4CF2-E092-4782-8F63-BE07715DA337}"/>
              </a:ext>
            </a:extLst>
          </p:cNvPr>
          <p:cNvGrpSpPr>
            <a:grpSpLocks/>
          </p:cNvGrpSpPr>
          <p:nvPr/>
        </p:nvGrpSpPr>
        <p:grpSpPr bwMode="auto">
          <a:xfrm>
            <a:off x="3321051" y="3143251"/>
            <a:ext cx="2201863" cy="519113"/>
            <a:chOff x="1151" y="1650"/>
            <a:chExt cx="1297" cy="327"/>
          </a:xfrm>
        </p:grpSpPr>
        <p:graphicFrame>
          <p:nvGraphicFramePr>
            <p:cNvPr id="23562" name="Object 9">
              <a:extLst>
                <a:ext uri="{FF2B5EF4-FFF2-40B4-BE49-F238E27FC236}">
                  <a16:creationId xmlns:a16="http://schemas.microsoft.com/office/drawing/2014/main" xmlns="" id="{9ED21130-7F01-495A-8996-CA9F102998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80" y="1722"/>
            <a:ext cx="56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09" name="Equation" r:id="rId6" imgW="419040" imgH="177480" progId="Equation.DSMT4">
                    <p:embed/>
                  </p:oleObj>
                </mc:Choice>
                <mc:Fallback>
                  <p:oleObj name="Equation" r:id="rId6" imgW="419040" imgH="17748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0" y="1722"/>
                          <a:ext cx="568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3" name="Text Box 10">
              <a:extLst>
                <a:ext uri="{FF2B5EF4-FFF2-40B4-BE49-F238E27FC236}">
                  <a16:creationId xmlns:a16="http://schemas.microsoft.com/office/drawing/2014/main" xmlns="" id="{F6F0E59F-1B14-4166-A436-493FEA013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1650"/>
              <a:ext cx="7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因此有</a:t>
              </a:r>
            </a:p>
          </p:txBody>
        </p:sp>
      </p:grpSp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xmlns="" id="{15679FBA-BF1A-4586-A475-A5B77730A3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042761"/>
              </p:ext>
            </p:extLst>
          </p:nvPr>
        </p:nvGraphicFramePr>
        <p:xfrm>
          <a:off x="3343202" y="4273550"/>
          <a:ext cx="3970338" cy="219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0" name="Equation" r:id="rId8" imgW="1650960" imgH="914400" progId="Equation.DSMT4">
                  <p:embed/>
                </p:oleObj>
              </mc:Choice>
              <mc:Fallback>
                <p:oleObj name="Equation" r:id="rId8" imgW="1650960" imgH="914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202" y="4273550"/>
                        <a:ext cx="3970338" cy="219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3">
            <a:extLst>
              <a:ext uri="{FF2B5EF4-FFF2-40B4-BE49-F238E27FC236}">
                <a16:creationId xmlns:a16="http://schemas.microsoft.com/office/drawing/2014/main" xmlns="" id="{30F4E538-6A4F-4614-BB45-CB05FC039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4" y="4197351"/>
            <a:ext cx="17541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23561" name="矩形 1">
            <a:extLst>
              <a:ext uri="{FF2B5EF4-FFF2-40B4-BE49-F238E27FC236}">
                <a16:creationId xmlns:a16="http://schemas.microsoft.com/office/drawing/2014/main" xmlns="" id="{CE5E9D67-7F6F-4741-B213-30287BA27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0" y="1044575"/>
            <a:ext cx="76009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推论</a:t>
            </a:r>
            <a:r>
              <a:rPr lang="zh-CN" altLang="en-US">
                <a:solidFill>
                  <a:srgbClr val="0000C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如果行列式中有两行（列）对应元素相同，则此行列式为零</a:t>
            </a:r>
            <a:r>
              <a:rPr lang="en-US" altLang="zh-CN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xmlns="" id="{1A8B5698-D9C7-4ECF-B8EB-51807C951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13300"/>
              </p:ext>
            </p:extLst>
          </p:nvPr>
        </p:nvGraphicFramePr>
        <p:xfrm>
          <a:off x="7713160" y="4156869"/>
          <a:ext cx="4222750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" name="Equation" r:id="rId10" imgW="1587240" imgH="914400" progId="Equation.DSMT4">
                  <p:embed/>
                </p:oleObj>
              </mc:Choice>
              <mc:Fallback>
                <p:oleObj name="Equation" r:id="rId10" imgW="158724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3160" y="4156869"/>
                        <a:ext cx="4222750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6">
            <a:extLst>
              <a:ext uri="{FF2B5EF4-FFF2-40B4-BE49-F238E27FC236}">
                <a16:creationId xmlns:a16="http://schemas.microsoft.com/office/drawing/2014/main" xmlns="" id="{3964EC55-2319-4F3E-A656-0EEAAA1EE36A}"/>
              </a:ext>
            </a:extLst>
          </p:cNvPr>
          <p:cNvGrpSpPr>
            <a:grpSpLocks/>
          </p:cNvGrpSpPr>
          <p:nvPr/>
        </p:nvGrpSpPr>
        <p:grpSpPr bwMode="auto">
          <a:xfrm>
            <a:off x="2238375" y="922338"/>
            <a:ext cx="7620000" cy="946150"/>
            <a:chOff x="480" y="288"/>
            <a:chExt cx="4800" cy="596"/>
          </a:xfrm>
        </p:grpSpPr>
        <p:sp>
          <p:nvSpPr>
            <p:cNvPr id="24585" name="Rectangle 3">
              <a:extLst>
                <a:ext uri="{FF2B5EF4-FFF2-40B4-BE49-F238E27FC236}">
                  <a16:creationId xmlns:a16="http://schemas.microsoft.com/office/drawing/2014/main" xmlns="" id="{70C191C7-074D-4442-B72F-FAEADAF6E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288"/>
              <a:ext cx="4800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性质</a:t>
              </a:r>
              <a:r>
                <a:rPr lang="en-US" altLang="zh-CN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  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用数  </a:t>
              </a:r>
              <a:r>
                <a:rPr lang="zh-CN" altLang="en-US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乘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以行列式的</a:t>
              </a:r>
              <a:r>
                <a:rPr lang="zh-CN" altLang="en-US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某一行（列）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，等于用数  </a:t>
              </a:r>
              <a:r>
                <a:rPr lang="zh-CN" altLang="en-US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r>
                <a:rPr lang="zh-CN" altLang="en-US" dirty="0" smtClean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乘</a:t>
              </a:r>
              <a:r>
                <a:rPr lang="zh-CN" altLang="en-US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此行列式</a:t>
              </a:r>
              <a:r>
                <a:rPr lang="en-US" altLang="zh-CN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 </a:t>
              </a:r>
              <a:r>
                <a:rPr lang="zh-CN" altLang="en-US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即</a:t>
              </a:r>
              <a:endPara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24587" name="Object 5">
              <a:extLst>
                <a:ext uri="{FF2B5EF4-FFF2-40B4-BE49-F238E27FC236}">
                  <a16:creationId xmlns:a16="http://schemas.microsoft.com/office/drawing/2014/main" xmlns="" id="{6D9B4F04-94E0-4EE0-8F9F-B5103CCE7B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726318"/>
                </p:ext>
              </p:extLst>
            </p:nvPr>
          </p:nvGraphicFramePr>
          <p:xfrm>
            <a:off x="1662" y="292"/>
            <a:ext cx="205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62" name="Equation" r:id="rId4" imgW="126720" imgH="177480" progId="Equation.DSMT4">
                    <p:embed/>
                  </p:oleObj>
                </mc:Choice>
                <mc:Fallback>
                  <p:oleObj name="Equation" r:id="rId4" imgW="126720" imgH="17748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2" y="292"/>
                          <a:ext cx="205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18">
            <a:extLst>
              <a:ext uri="{FF2B5EF4-FFF2-40B4-BE49-F238E27FC236}">
                <a16:creationId xmlns:a16="http://schemas.microsoft.com/office/drawing/2014/main" xmlns="" id="{63951A0A-B768-4E11-AF75-69494550E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264" y="4530726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证明</a:t>
            </a:r>
          </a:p>
        </p:txBody>
      </p:sp>
      <p:graphicFrame>
        <p:nvGraphicFramePr>
          <p:cNvPr id="13" name="Object 21">
            <a:extLst>
              <a:ext uri="{FF2B5EF4-FFF2-40B4-BE49-F238E27FC236}">
                <a16:creationId xmlns:a16="http://schemas.microsoft.com/office/drawing/2014/main" xmlns="" id="{9CAF8231-D3A9-49FF-BCB0-3F522DB0DF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254405"/>
              </p:ext>
            </p:extLst>
          </p:nvPr>
        </p:nvGraphicFramePr>
        <p:xfrm>
          <a:off x="3244850" y="4603750"/>
          <a:ext cx="66357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63" name="Equation" r:id="rId6" imgW="2920680" imgH="368280" progId="Equation.DSMT4">
                  <p:embed/>
                </p:oleObj>
              </mc:Choice>
              <mc:Fallback>
                <p:oleObj name="Equation" r:id="rId6" imgW="2920680" imgH="36828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4603750"/>
                        <a:ext cx="663575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3">
            <a:extLst>
              <a:ext uri="{FF2B5EF4-FFF2-40B4-BE49-F238E27FC236}">
                <a16:creationId xmlns:a16="http://schemas.microsoft.com/office/drawing/2014/main" xmlns="" id="{0A362E29-47D6-46A1-8158-CBCD20572A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288564"/>
              </p:ext>
            </p:extLst>
          </p:nvPr>
        </p:nvGraphicFramePr>
        <p:xfrm>
          <a:off x="4427538" y="5357813"/>
          <a:ext cx="5172075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64" name="Equation" r:id="rId8" imgW="2108160" imgH="368280" progId="Equation.DSMT4">
                  <p:embed/>
                </p:oleObj>
              </mc:Choice>
              <mc:Fallback>
                <p:oleObj name="Equation" r:id="rId8" imgW="2108160" imgH="3682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357813"/>
                        <a:ext cx="5172075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xmlns="" id="{C9A72B03-8426-425C-9EAF-3175EE6F37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643757"/>
              </p:ext>
            </p:extLst>
          </p:nvPr>
        </p:nvGraphicFramePr>
        <p:xfrm>
          <a:off x="6888088" y="6217513"/>
          <a:ext cx="152876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65" name="Equation" r:id="rId10" imgW="672840" imgH="228600" progId="Equation.DSMT4">
                  <p:embed/>
                </p:oleObj>
              </mc:Choice>
              <mc:Fallback>
                <p:oleObj name="Equation" r:id="rId10" imgW="672840" imgH="228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088" y="6217513"/>
                        <a:ext cx="152876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26">
            <a:extLst>
              <a:ext uri="{FF2B5EF4-FFF2-40B4-BE49-F238E27FC236}">
                <a16:creationId xmlns:a16="http://schemas.microsoft.com/office/drawing/2014/main" xmlns="" id="{EBFB3FF7-DA1B-4B7C-AAEB-3CE7493E8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883" y="6169818"/>
            <a:ext cx="4142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中括号里是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的一般项， </a:t>
            </a: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xmlns="" id="{6D9B4F04-94E0-4EE0-8F9F-B5103CCE7B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979883"/>
              </p:ext>
            </p:extLst>
          </p:nvPr>
        </p:nvGraphicFramePr>
        <p:xfrm>
          <a:off x="2986883" y="1368424"/>
          <a:ext cx="3254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66" name="Equation" r:id="rId12" imgW="126720" imgH="177480" progId="Equation.DSMT4">
                  <p:embed/>
                </p:oleObj>
              </mc:Choice>
              <mc:Fallback>
                <p:oleObj name="Equation" r:id="rId12" imgW="1267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883" y="1368424"/>
                        <a:ext cx="3254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86883" y="1884326"/>
            <a:ext cx="6264696" cy="2641331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>
            <a:extLst>
              <a:ext uri="{FF2B5EF4-FFF2-40B4-BE49-F238E27FC236}">
                <a16:creationId xmlns:a16="http://schemas.microsoft.com/office/drawing/2014/main" xmlns="" id="{1A8B5698-D9C7-4ECF-B8EB-51807C951F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508241"/>
              </p:ext>
            </p:extLst>
          </p:nvPr>
        </p:nvGraphicFramePr>
        <p:xfrm>
          <a:off x="3697289" y="1211263"/>
          <a:ext cx="4797425" cy="243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5" name="Equation" r:id="rId3" imgW="1803240" imgH="914400" progId="Equation.DSMT4">
                  <p:embed/>
                </p:oleObj>
              </mc:Choice>
              <mc:Fallback>
                <p:oleObj name="Equation" r:id="rId3" imgW="180324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9" y="1211263"/>
                        <a:ext cx="4797425" cy="243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xmlns="" id="{7CECE06D-897A-4624-AB99-97476E574E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18500"/>
              </p:ext>
            </p:extLst>
          </p:nvPr>
        </p:nvGraphicFramePr>
        <p:xfrm>
          <a:off x="7643813" y="25273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6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25273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xmlns="" id="{108C20ED-7621-41A8-B728-A1EF1DCCE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4676775"/>
            <a:ext cx="81010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推论</a:t>
            </a:r>
            <a:r>
              <a:rPr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如果行列式有两行（列）对应元素成比例， 则行列式的值为</a:t>
            </a:r>
            <a:r>
              <a:rPr lang="en-US" altLang="zh-CN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0.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B714BBFF-D32F-4DA1-BAA9-A06EBF2B7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4" y="1235075"/>
            <a:ext cx="1081087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25606" name="Rectangle 13">
            <a:extLst>
              <a:ext uri="{FF2B5EF4-FFF2-40B4-BE49-F238E27FC236}">
                <a16:creationId xmlns:a16="http://schemas.microsoft.com/office/drawing/2014/main" xmlns="" id="{95A1FF34-3EEB-4008-8F97-F8E5CDD51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3879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C2BFD05D-696F-49CC-BFB5-3DFB6C9D7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158" y="675337"/>
            <a:ext cx="5580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一、行列式的性质及其推论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8F325B80-9515-4CF2-AEBA-3B7834E52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440" y="1344939"/>
            <a:ext cx="662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性质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  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行列式转置，其值不变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xmlns="" id="{1989512F-BF9F-40A6-AD54-908BA9A70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1936286"/>
            <a:ext cx="73802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根据性质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，行所具有的性质列也同样具有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grpSp>
        <p:nvGrpSpPr>
          <p:cNvPr id="8" name="Group 22">
            <a:extLst>
              <a:ext uri="{FF2B5EF4-FFF2-40B4-BE49-F238E27FC236}">
                <a16:creationId xmlns:a16="http://schemas.microsoft.com/office/drawing/2014/main" xmlns="" id="{96210E53-2B79-478D-A31F-C613FB85C3B1}"/>
              </a:ext>
            </a:extLst>
          </p:cNvPr>
          <p:cNvGrpSpPr>
            <a:grpSpLocks/>
          </p:cNvGrpSpPr>
          <p:nvPr/>
        </p:nvGrpSpPr>
        <p:grpSpPr bwMode="auto">
          <a:xfrm>
            <a:off x="1055440" y="2566357"/>
            <a:ext cx="6459537" cy="544512"/>
            <a:chOff x="555" y="3152"/>
            <a:chExt cx="4069" cy="343"/>
          </a:xfrm>
        </p:grpSpPr>
        <p:sp>
          <p:nvSpPr>
            <p:cNvPr id="26632" name="Rectangle 19">
              <a:extLst>
                <a:ext uri="{FF2B5EF4-FFF2-40B4-BE49-F238E27FC236}">
                  <a16:creationId xmlns:a16="http://schemas.microsoft.com/office/drawing/2014/main" xmlns="" id="{41F4A0FA-B728-442B-864C-6DA95FC71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" y="3165"/>
              <a:ext cx="338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交换行列式的两行     ，其值变号</a:t>
              </a:r>
              <a:r>
                <a:rPr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.</a:t>
              </a:r>
            </a:p>
          </p:txBody>
        </p:sp>
        <p:sp>
          <p:nvSpPr>
            <p:cNvPr id="26633" name="Text Box 20">
              <a:extLst>
                <a:ext uri="{FF2B5EF4-FFF2-40B4-BE49-F238E27FC236}">
                  <a16:creationId xmlns:a16="http://schemas.microsoft.com/office/drawing/2014/main" xmlns="" id="{31E0EA8C-39D6-4E47-9DD2-32ACE3355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3152"/>
              <a:ext cx="9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（列）</a:t>
              </a:r>
            </a:p>
          </p:txBody>
        </p:sp>
        <p:sp>
          <p:nvSpPr>
            <p:cNvPr id="26634" name="Rectangle 21">
              <a:extLst>
                <a:ext uri="{FF2B5EF4-FFF2-40B4-BE49-F238E27FC236}">
                  <a16:creationId xmlns:a16="http://schemas.microsoft.com/office/drawing/2014/main" xmlns="" id="{BD2F3CE7-2258-4194-A409-B03BF8C0F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165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性质</a:t>
              </a:r>
              <a:r>
                <a:rPr lang="en-US" altLang="zh-CN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</a:p>
          </p:txBody>
        </p:sp>
      </p:grpSp>
      <p:sp>
        <p:nvSpPr>
          <p:cNvPr id="12" name="Rectangle 23">
            <a:extLst>
              <a:ext uri="{FF2B5EF4-FFF2-40B4-BE49-F238E27FC236}">
                <a16:creationId xmlns:a16="http://schemas.microsoft.com/office/drawing/2014/main" xmlns="" id="{F38DA325-8559-4FCC-9ECE-82F481642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072" y="3429000"/>
            <a:ext cx="106359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推论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如果行列式中有两行（列）对应元素相同，则此行列式为零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7C96A67D-52F2-43CE-896B-E10275AA9743}"/>
              </a:ext>
            </a:extLst>
          </p:cNvPr>
          <p:cNvSpPr/>
          <p:nvPr/>
        </p:nvSpPr>
        <p:spPr>
          <a:xfrm>
            <a:off x="5861926" y="-18418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总结</a:t>
            </a:r>
          </a:p>
        </p:txBody>
      </p:sp>
      <p:grpSp>
        <p:nvGrpSpPr>
          <p:cNvPr id="11" name="Group 4"/>
          <p:cNvGrpSpPr>
            <a:grpSpLocks/>
          </p:cNvGrpSpPr>
          <p:nvPr/>
        </p:nvGrpSpPr>
        <p:grpSpPr bwMode="auto">
          <a:xfrm>
            <a:off x="1083661" y="4142368"/>
            <a:ext cx="10844987" cy="523393"/>
            <a:chOff x="480" y="288"/>
            <a:chExt cx="4800" cy="307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480" y="288"/>
              <a:ext cx="4800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FFFF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性质</a:t>
              </a:r>
              <a:r>
                <a:rPr lang="en-US" altLang="zh-CN" dirty="0">
                  <a:solidFill>
                    <a:srgbClr val="FFFF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3</a:t>
              </a:r>
              <a:r>
                <a:rPr lang="en-US" altLang="zh-CN" dirty="0">
                  <a:solidFill>
                    <a:srgbClr val="0000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</a:t>
              </a:r>
              <a:r>
                <a:rPr lang="zh-CN" altLang="en-US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用数  乘以行列式的某一行（列），等于用数  乘此行列式</a:t>
              </a:r>
              <a:r>
                <a:rPr lang="en-US" altLang="zh-CN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</a:p>
          </p:txBody>
        </p:sp>
        <p:graphicFrame>
          <p:nvGraphicFramePr>
            <p:cNvPr id="1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5466589"/>
                </p:ext>
              </p:extLst>
            </p:nvPr>
          </p:nvGraphicFramePr>
          <p:xfrm>
            <a:off x="1392" y="317"/>
            <a:ext cx="17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2" name="Equation" r:id="rId3" imgW="177480" imgH="253800" progId="Equation.DSMT4">
                    <p:embed/>
                  </p:oleObj>
                </mc:Choice>
                <mc:Fallback>
                  <p:oleObj name="Equation" r:id="rId3" imgW="1774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317"/>
                          <a:ext cx="17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131315"/>
              </p:ext>
            </p:extLst>
          </p:nvPr>
        </p:nvGraphicFramePr>
        <p:xfrm>
          <a:off x="9624392" y="4191809"/>
          <a:ext cx="393131" cy="422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3" name="Equation" r:id="rId5" imgW="177480" imgH="253800" progId="Equation.DSMT4">
                  <p:embed/>
                </p:oleObj>
              </mc:Choice>
              <mc:Fallback>
                <p:oleObj name="Equation" r:id="rId5" imgW="1774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4392" y="4191809"/>
                        <a:ext cx="393131" cy="422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1084247" y="5044094"/>
            <a:ext cx="109884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推论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如果行列式有两行（列）对应元素成比例， 则行列式的值为</a:t>
            </a:r>
            <a:r>
              <a:rPr lang="en-US" altLang="zh-CN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5" grpId="0" autoUpdateAnimBg="0"/>
      <p:bldP spid="7" grpId="0"/>
      <p:bldP spid="12" grpId="0"/>
      <p:bldP spid="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xmlns="" id="{73210AAA-C81F-4D3F-8E98-35CE32EF2548}"/>
              </a:ext>
            </a:extLst>
          </p:cNvPr>
          <p:cNvSpPr/>
          <p:nvPr/>
        </p:nvSpPr>
        <p:spPr>
          <a:xfrm>
            <a:off x="4656935" y="931864"/>
            <a:ext cx="1915909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500" kern="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思考题</a:t>
            </a:r>
            <a:endParaRPr lang="zh-CN" altLang="en-US" sz="4500" kern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419741"/>
              </p:ext>
            </p:extLst>
          </p:nvPr>
        </p:nvGraphicFramePr>
        <p:xfrm>
          <a:off x="4972215" y="2276872"/>
          <a:ext cx="1868487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8" name="Equation" r:id="rId4" imgW="2145960" imgH="1625400" progId="Equation.DSMT4">
                  <p:embed/>
                </p:oleObj>
              </mc:Choice>
              <mc:Fallback>
                <p:oleObj name="Equation" r:id="rId4" imgW="2145960" imgH="1625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2215" y="2276872"/>
                        <a:ext cx="1868487" cy="1419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719736" y="2245973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0" lang="zh-CN" altLang="en-US" dirty="0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endParaRPr kumimoji="0" lang="zh-CN" altLang="en-US" b="0" dirty="0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591622"/>
              </p:ext>
            </p:extLst>
          </p:nvPr>
        </p:nvGraphicFramePr>
        <p:xfrm>
          <a:off x="4625753" y="4077072"/>
          <a:ext cx="4181475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9" name="Equation" r:id="rId6" imgW="4546440" imgH="1625400" progId="Equation.DSMT4">
                  <p:embed/>
                </p:oleObj>
              </mc:Choice>
              <mc:Fallback>
                <p:oleObj name="Equation" r:id="rId6" imgW="4546440" imgH="1625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5753" y="4077072"/>
                        <a:ext cx="4181475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1_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stealth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stealth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12779</TotalTime>
  <Words>973</Words>
  <Application>Microsoft Office PowerPoint</Application>
  <PresentationFormat>宽屏</PresentationFormat>
  <Paragraphs>121</Paragraphs>
  <Slides>22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黑体</vt:lpstr>
      <vt:lpstr>华文楷体</vt:lpstr>
      <vt:lpstr>楷体</vt:lpstr>
      <vt:lpstr>宋体</vt:lpstr>
      <vt:lpstr>Arial</vt:lpstr>
      <vt:lpstr>Times New Roman</vt:lpstr>
      <vt:lpstr>1_模板</vt:lpstr>
      <vt:lpstr>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hlai</dc:creator>
  <cp:lastModifiedBy>Windows 用户</cp:lastModifiedBy>
  <cp:revision>314</cp:revision>
  <dcterms:created xsi:type="dcterms:W3CDTF">2000-09-19T09:57:13Z</dcterms:created>
  <dcterms:modified xsi:type="dcterms:W3CDTF">2022-10-03T12:47:10Z</dcterms:modified>
</cp:coreProperties>
</file>